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4" r:id="rId9"/>
    <p:sldId id="295" r:id="rId10"/>
    <p:sldId id="296" r:id="rId11"/>
    <p:sldId id="297" r:id="rId12"/>
    <p:sldId id="298" r:id="rId13"/>
    <p:sldId id="299" r:id="rId14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F07"/>
    <a:srgbClr val="E97132"/>
    <a:srgbClr val="F66785"/>
    <a:srgbClr val="292929"/>
    <a:srgbClr val="552F22"/>
    <a:srgbClr val="FFD966"/>
    <a:srgbClr val="FD8FAA"/>
    <a:srgbClr val="856C8E"/>
    <a:srgbClr val="9D88A4"/>
    <a:srgbClr val="A08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83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21878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F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r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m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 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3B3B"/>
                </a:solidFill>
                <a:latin typeface="Arial Black" panose="020B0A04020102020204" pitchFamily="34" charset="0"/>
              </a:rPr>
              <a:t>n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i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m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18781"/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1319D4C-30F1-DFBB-216C-1F520FB2E44A}"/>
              </a:ext>
            </a:extLst>
          </p:cNvPr>
          <p:cNvGrpSpPr/>
          <p:nvPr/>
        </p:nvGrpSpPr>
        <p:grpSpPr>
          <a:xfrm>
            <a:off x="5463895" y="217806"/>
            <a:ext cx="6319586" cy="6431943"/>
            <a:chOff x="4794250" y="630348"/>
            <a:chExt cx="5376250" cy="5471835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20DE096B-78D9-B0AB-C507-11045E9EC49F}"/>
                </a:ext>
              </a:extLst>
            </p:cNvPr>
            <p:cNvSpPr/>
            <p:nvPr/>
          </p:nvSpPr>
          <p:spPr>
            <a:xfrm>
              <a:off x="6263443" y="4934612"/>
              <a:ext cx="975167" cy="1130133"/>
            </a:xfrm>
            <a:custGeom>
              <a:avLst/>
              <a:gdLst>
                <a:gd name="connsiteX0" fmla="*/ 0 w 142875"/>
                <a:gd name="connsiteY0" fmla="*/ 0 h 714264"/>
                <a:gd name="connsiteX1" fmla="*/ 142875 w 142875"/>
                <a:gd name="connsiteY1" fmla="*/ 0 h 714264"/>
                <a:gd name="connsiteX2" fmla="*/ 142875 w 142875"/>
                <a:gd name="connsiteY2" fmla="*/ 714264 h 714264"/>
                <a:gd name="connsiteX3" fmla="*/ 0 w 142875"/>
                <a:gd name="connsiteY3" fmla="*/ 714264 h 714264"/>
                <a:gd name="connsiteX4" fmla="*/ 0 w 142875"/>
                <a:gd name="connsiteY4" fmla="*/ 0 h 714264"/>
                <a:gd name="connsiteX0" fmla="*/ 0 w 214313"/>
                <a:gd name="connsiteY0" fmla="*/ 0 h 728551"/>
                <a:gd name="connsiteX1" fmla="*/ 142875 w 214313"/>
                <a:gd name="connsiteY1" fmla="*/ 0 h 728551"/>
                <a:gd name="connsiteX2" fmla="*/ 214313 w 214313"/>
                <a:gd name="connsiteY2" fmla="*/ 728551 h 728551"/>
                <a:gd name="connsiteX3" fmla="*/ 0 w 214313"/>
                <a:gd name="connsiteY3" fmla="*/ 714264 h 728551"/>
                <a:gd name="connsiteX4" fmla="*/ 0 w 214313"/>
                <a:gd name="connsiteY4" fmla="*/ 0 h 728551"/>
                <a:gd name="connsiteX0" fmla="*/ 47625 w 261938"/>
                <a:gd name="connsiteY0" fmla="*/ 0 h 757127"/>
                <a:gd name="connsiteX1" fmla="*/ 190500 w 261938"/>
                <a:gd name="connsiteY1" fmla="*/ 0 h 757127"/>
                <a:gd name="connsiteX2" fmla="*/ 261938 w 261938"/>
                <a:gd name="connsiteY2" fmla="*/ 728551 h 757127"/>
                <a:gd name="connsiteX3" fmla="*/ 0 w 261938"/>
                <a:gd name="connsiteY3" fmla="*/ 757127 h 757127"/>
                <a:gd name="connsiteX4" fmla="*/ 47625 w 261938"/>
                <a:gd name="connsiteY4" fmla="*/ 0 h 757127"/>
                <a:gd name="connsiteX0" fmla="*/ 604837 w 819150"/>
                <a:gd name="connsiteY0" fmla="*/ 0 h 1023938"/>
                <a:gd name="connsiteX1" fmla="*/ 747712 w 819150"/>
                <a:gd name="connsiteY1" fmla="*/ 0 h 1023938"/>
                <a:gd name="connsiteX2" fmla="*/ 819150 w 819150"/>
                <a:gd name="connsiteY2" fmla="*/ 728551 h 1023938"/>
                <a:gd name="connsiteX3" fmla="*/ 0 w 819150"/>
                <a:gd name="connsiteY3" fmla="*/ 1023938 h 1023938"/>
                <a:gd name="connsiteX4" fmla="*/ 557212 w 819150"/>
                <a:gd name="connsiteY4" fmla="*/ 757127 h 1023938"/>
                <a:gd name="connsiteX5" fmla="*/ 604837 w 819150"/>
                <a:gd name="connsiteY5" fmla="*/ 0 h 1023938"/>
                <a:gd name="connsiteX0" fmla="*/ 618078 w 832391"/>
                <a:gd name="connsiteY0" fmla="*/ 0 h 1135458"/>
                <a:gd name="connsiteX1" fmla="*/ 760953 w 832391"/>
                <a:gd name="connsiteY1" fmla="*/ 0 h 1135458"/>
                <a:gd name="connsiteX2" fmla="*/ 832391 w 832391"/>
                <a:gd name="connsiteY2" fmla="*/ 728551 h 1135458"/>
                <a:gd name="connsiteX3" fmla="*/ 170403 w 832391"/>
                <a:gd name="connsiteY3" fmla="*/ 1123949 h 1135458"/>
                <a:gd name="connsiteX4" fmla="*/ 13241 w 832391"/>
                <a:gd name="connsiteY4" fmla="*/ 1023938 h 1135458"/>
                <a:gd name="connsiteX5" fmla="*/ 570453 w 832391"/>
                <a:gd name="connsiteY5" fmla="*/ 757127 h 1135458"/>
                <a:gd name="connsiteX6" fmla="*/ 618078 w 832391"/>
                <a:gd name="connsiteY6" fmla="*/ 0 h 1135458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9996"/>
                <a:gd name="connsiteX1" fmla="*/ 767353 w 838791"/>
                <a:gd name="connsiteY1" fmla="*/ 0 h 1139996"/>
                <a:gd name="connsiteX2" fmla="*/ 838791 w 838791"/>
                <a:gd name="connsiteY2" fmla="*/ 728551 h 1139996"/>
                <a:gd name="connsiteX3" fmla="*/ 157753 w 838791"/>
                <a:gd name="connsiteY3" fmla="*/ 1128711 h 1139996"/>
                <a:gd name="connsiteX4" fmla="*/ 205379 w 838791"/>
                <a:gd name="connsiteY4" fmla="*/ 966787 h 1139996"/>
                <a:gd name="connsiteX5" fmla="*/ 19641 w 838791"/>
                <a:gd name="connsiteY5" fmla="*/ 1023938 h 1139996"/>
                <a:gd name="connsiteX6" fmla="*/ 576853 w 838791"/>
                <a:gd name="connsiteY6" fmla="*/ 757127 h 1139996"/>
                <a:gd name="connsiteX7" fmla="*/ 624478 w 838791"/>
                <a:gd name="connsiteY7" fmla="*/ 0 h 1139996"/>
                <a:gd name="connsiteX0" fmla="*/ 624478 w 970397"/>
                <a:gd name="connsiteY0" fmla="*/ 0 h 1139996"/>
                <a:gd name="connsiteX1" fmla="*/ 767353 w 970397"/>
                <a:gd name="connsiteY1" fmla="*/ 0 h 1139996"/>
                <a:gd name="connsiteX2" fmla="*/ 838791 w 970397"/>
                <a:gd name="connsiteY2" fmla="*/ 728551 h 1139996"/>
                <a:gd name="connsiteX3" fmla="*/ 157753 w 970397"/>
                <a:gd name="connsiteY3" fmla="*/ 1128711 h 1139996"/>
                <a:gd name="connsiteX4" fmla="*/ 205379 w 970397"/>
                <a:gd name="connsiteY4" fmla="*/ 966787 h 1139996"/>
                <a:gd name="connsiteX5" fmla="*/ 19641 w 970397"/>
                <a:gd name="connsiteY5" fmla="*/ 1023938 h 1139996"/>
                <a:gd name="connsiteX6" fmla="*/ 576853 w 970397"/>
                <a:gd name="connsiteY6" fmla="*/ 757127 h 1139996"/>
                <a:gd name="connsiteX7" fmla="*/ 624478 w 970397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90634"/>
                <a:gd name="connsiteY0" fmla="*/ 0 h 1139996"/>
                <a:gd name="connsiteX1" fmla="*/ 767353 w 990634"/>
                <a:gd name="connsiteY1" fmla="*/ 0 h 1139996"/>
                <a:gd name="connsiteX2" fmla="*/ 838791 w 990634"/>
                <a:gd name="connsiteY2" fmla="*/ 728551 h 1139996"/>
                <a:gd name="connsiteX3" fmla="*/ 157753 w 990634"/>
                <a:gd name="connsiteY3" fmla="*/ 1128711 h 1139996"/>
                <a:gd name="connsiteX4" fmla="*/ 205379 w 990634"/>
                <a:gd name="connsiteY4" fmla="*/ 966787 h 1139996"/>
                <a:gd name="connsiteX5" fmla="*/ 19641 w 990634"/>
                <a:gd name="connsiteY5" fmla="*/ 1023938 h 1139996"/>
                <a:gd name="connsiteX6" fmla="*/ 576853 w 990634"/>
                <a:gd name="connsiteY6" fmla="*/ 757127 h 1139996"/>
                <a:gd name="connsiteX7" fmla="*/ 624478 w 990634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73366"/>
                <a:gd name="connsiteY0" fmla="*/ 0 h 1130133"/>
                <a:gd name="connsiteX1" fmla="*/ 767353 w 973366"/>
                <a:gd name="connsiteY1" fmla="*/ 0 h 1130133"/>
                <a:gd name="connsiteX2" fmla="*/ 838791 w 973366"/>
                <a:gd name="connsiteY2" fmla="*/ 728551 h 1130133"/>
                <a:gd name="connsiteX3" fmla="*/ 157753 w 973366"/>
                <a:gd name="connsiteY3" fmla="*/ 1128711 h 1130133"/>
                <a:gd name="connsiteX4" fmla="*/ 205379 w 973366"/>
                <a:gd name="connsiteY4" fmla="*/ 966787 h 1130133"/>
                <a:gd name="connsiteX5" fmla="*/ 19641 w 973366"/>
                <a:gd name="connsiteY5" fmla="*/ 1023938 h 1130133"/>
                <a:gd name="connsiteX6" fmla="*/ 576853 w 973366"/>
                <a:gd name="connsiteY6" fmla="*/ 757127 h 1130133"/>
                <a:gd name="connsiteX7" fmla="*/ 624478 w 973366"/>
                <a:gd name="connsiteY7" fmla="*/ 0 h 1130133"/>
                <a:gd name="connsiteX0" fmla="*/ 624478 w 975167"/>
                <a:gd name="connsiteY0" fmla="*/ 0 h 1130133"/>
                <a:gd name="connsiteX1" fmla="*/ 767353 w 975167"/>
                <a:gd name="connsiteY1" fmla="*/ 0 h 1130133"/>
                <a:gd name="connsiteX2" fmla="*/ 838791 w 975167"/>
                <a:gd name="connsiteY2" fmla="*/ 728551 h 1130133"/>
                <a:gd name="connsiteX3" fmla="*/ 157753 w 975167"/>
                <a:gd name="connsiteY3" fmla="*/ 1128711 h 1130133"/>
                <a:gd name="connsiteX4" fmla="*/ 205379 w 975167"/>
                <a:gd name="connsiteY4" fmla="*/ 966787 h 1130133"/>
                <a:gd name="connsiteX5" fmla="*/ 19641 w 975167"/>
                <a:gd name="connsiteY5" fmla="*/ 1023938 h 1130133"/>
                <a:gd name="connsiteX6" fmla="*/ 576853 w 975167"/>
                <a:gd name="connsiteY6" fmla="*/ 757127 h 1130133"/>
                <a:gd name="connsiteX7" fmla="*/ 624478 w 975167"/>
                <a:gd name="connsiteY7" fmla="*/ 0 h 113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5167" h="1130133">
                  <a:moveTo>
                    <a:pt x="624478" y="0"/>
                  </a:moveTo>
                  <a:lnTo>
                    <a:pt x="767353" y="0"/>
                  </a:lnTo>
                  <a:lnTo>
                    <a:pt x="838791" y="728551"/>
                  </a:lnTo>
                  <a:cubicBezTo>
                    <a:pt x="1335678" y="1090500"/>
                    <a:pt x="327616" y="846118"/>
                    <a:pt x="157753" y="1128711"/>
                  </a:cubicBezTo>
                  <a:cubicBezTo>
                    <a:pt x="109334" y="1146986"/>
                    <a:pt x="231573" y="983455"/>
                    <a:pt x="205379" y="966787"/>
                  </a:cubicBezTo>
                  <a:cubicBezTo>
                    <a:pt x="179185" y="950119"/>
                    <a:pt x="-70846" y="1080313"/>
                    <a:pt x="19641" y="1023938"/>
                  </a:cubicBezTo>
                  <a:cubicBezTo>
                    <a:pt x="110128" y="768314"/>
                    <a:pt x="472079" y="784151"/>
                    <a:pt x="576853" y="757127"/>
                  </a:cubicBezTo>
                  <a:lnTo>
                    <a:pt x="624478" y="0"/>
                  </a:ln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9AD8C755-8190-D967-B23B-86A127D2D2D2}"/>
                </a:ext>
              </a:extLst>
            </p:cNvPr>
            <p:cNvSpPr/>
            <p:nvPr/>
          </p:nvSpPr>
          <p:spPr>
            <a:xfrm>
              <a:off x="6814546" y="4972050"/>
              <a:ext cx="975167" cy="1130133"/>
            </a:xfrm>
            <a:custGeom>
              <a:avLst/>
              <a:gdLst>
                <a:gd name="connsiteX0" fmla="*/ 0 w 142875"/>
                <a:gd name="connsiteY0" fmla="*/ 0 h 714264"/>
                <a:gd name="connsiteX1" fmla="*/ 142875 w 142875"/>
                <a:gd name="connsiteY1" fmla="*/ 0 h 714264"/>
                <a:gd name="connsiteX2" fmla="*/ 142875 w 142875"/>
                <a:gd name="connsiteY2" fmla="*/ 714264 h 714264"/>
                <a:gd name="connsiteX3" fmla="*/ 0 w 142875"/>
                <a:gd name="connsiteY3" fmla="*/ 714264 h 714264"/>
                <a:gd name="connsiteX4" fmla="*/ 0 w 142875"/>
                <a:gd name="connsiteY4" fmla="*/ 0 h 714264"/>
                <a:gd name="connsiteX0" fmla="*/ 0 w 214313"/>
                <a:gd name="connsiteY0" fmla="*/ 0 h 728551"/>
                <a:gd name="connsiteX1" fmla="*/ 142875 w 214313"/>
                <a:gd name="connsiteY1" fmla="*/ 0 h 728551"/>
                <a:gd name="connsiteX2" fmla="*/ 214313 w 214313"/>
                <a:gd name="connsiteY2" fmla="*/ 728551 h 728551"/>
                <a:gd name="connsiteX3" fmla="*/ 0 w 214313"/>
                <a:gd name="connsiteY3" fmla="*/ 714264 h 728551"/>
                <a:gd name="connsiteX4" fmla="*/ 0 w 214313"/>
                <a:gd name="connsiteY4" fmla="*/ 0 h 728551"/>
                <a:gd name="connsiteX0" fmla="*/ 47625 w 261938"/>
                <a:gd name="connsiteY0" fmla="*/ 0 h 757127"/>
                <a:gd name="connsiteX1" fmla="*/ 190500 w 261938"/>
                <a:gd name="connsiteY1" fmla="*/ 0 h 757127"/>
                <a:gd name="connsiteX2" fmla="*/ 261938 w 261938"/>
                <a:gd name="connsiteY2" fmla="*/ 728551 h 757127"/>
                <a:gd name="connsiteX3" fmla="*/ 0 w 261938"/>
                <a:gd name="connsiteY3" fmla="*/ 757127 h 757127"/>
                <a:gd name="connsiteX4" fmla="*/ 47625 w 261938"/>
                <a:gd name="connsiteY4" fmla="*/ 0 h 757127"/>
                <a:gd name="connsiteX0" fmla="*/ 604837 w 819150"/>
                <a:gd name="connsiteY0" fmla="*/ 0 h 1023938"/>
                <a:gd name="connsiteX1" fmla="*/ 747712 w 819150"/>
                <a:gd name="connsiteY1" fmla="*/ 0 h 1023938"/>
                <a:gd name="connsiteX2" fmla="*/ 819150 w 819150"/>
                <a:gd name="connsiteY2" fmla="*/ 728551 h 1023938"/>
                <a:gd name="connsiteX3" fmla="*/ 0 w 819150"/>
                <a:gd name="connsiteY3" fmla="*/ 1023938 h 1023938"/>
                <a:gd name="connsiteX4" fmla="*/ 557212 w 819150"/>
                <a:gd name="connsiteY4" fmla="*/ 757127 h 1023938"/>
                <a:gd name="connsiteX5" fmla="*/ 604837 w 819150"/>
                <a:gd name="connsiteY5" fmla="*/ 0 h 1023938"/>
                <a:gd name="connsiteX0" fmla="*/ 618078 w 832391"/>
                <a:gd name="connsiteY0" fmla="*/ 0 h 1135458"/>
                <a:gd name="connsiteX1" fmla="*/ 760953 w 832391"/>
                <a:gd name="connsiteY1" fmla="*/ 0 h 1135458"/>
                <a:gd name="connsiteX2" fmla="*/ 832391 w 832391"/>
                <a:gd name="connsiteY2" fmla="*/ 728551 h 1135458"/>
                <a:gd name="connsiteX3" fmla="*/ 170403 w 832391"/>
                <a:gd name="connsiteY3" fmla="*/ 1123949 h 1135458"/>
                <a:gd name="connsiteX4" fmla="*/ 13241 w 832391"/>
                <a:gd name="connsiteY4" fmla="*/ 1023938 h 1135458"/>
                <a:gd name="connsiteX5" fmla="*/ 570453 w 832391"/>
                <a:gd name="connsiteY5" fmla="*/ 757127 h 1135458"/>
                <a:gd name="connsiteX6" fmla="*/ 618078 w 832391"/>
                <a:gd name="connsiteY6" fmla="*/ 0 h 1135458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9996"/>
                <a:gd name="connsiteX1" fmla="*/ 767353 w 838791"/>
                <a:gd name="connsiteY1" fmla="*/ 0 h 1139996"/>
                <a:gd name="connsiteX2" fmla="*/ 838791 w 838791"/>
                <a:gd name="connsiteY2" fmla="*/ 728551 h 1139996"/>
                <a:gd name="connsiteX3" fmla="*/ 157753 w 838791"/>
                <a:gd name="connsiteY3" fmla="*/ 1128711 h 1139996"/>
                <a:gd name="connsiteX4" fmla="*/ 205379 w 838791"/>
                <a:gd name="connsiteY4" fmla="*/ 966787 h 1139996"/>
                <a:gd name="connsiteX5" fmla="*/ 19641 w 838791"/>
                <a:gd name="connsiteY5" fmla="*/ 1023938 h 1139996"/>
                <a:gd name="connsiteX6" fmla="*/ 576853 w 838791"/>
                <a:gd name="connsiteY6" fmla="*/ 757127 h 1139996"/>
                <a:gd name="connsiteX7" fmla="*/ 624478 w 838791"/>
                <a:gd name="connsiteY7" fmla="*/ 0 h 1139996"/>
                <a:gd name="connsiteX0" fmla="*/ 624478 w 970397"/>
                <a:gd name="connsiteY0" fmla="*/ 0 h 1139996"/>
                <a:gd name="connsiteX1" fmla="*/ 767353 w 970397"/>
                <a:gd name="connsiteY1" fmla="*/ 0 h 1139996"/>
                <a:gd name="connsiteX2" fmla="*/ 838791 w 970397"/>
                <a:gd name="connsiteY2" fmla="*/ 728551 h 1139996"/>
                <a:gd name="connsiteX3" fmla="*/ 157753 w 970397"/>
                <a:gd name="connsiteY3" fmla="*/ 1128711 h 1139996"/>
                <a:gd name="connsiteX4" fmla="*/ 205379 w 970397"/>
                <a:gd name="connsiteY4" fmla="*/ 966787 h 1139996"/>
                <a:gd name="connsiteX5" fmla="*/ 19641 w 970397"/>
                <a:gd name="connsiteY5" fmla="*/ 1023938 h 1139996"/>
                <a:gd name="connsiteX6" fmla="*/ 576853 w 970397"/>
                <a:gd name="connsiteY6" fmla="*/ 757127 h 1139996"/>
                <a:gd name="connsiteX7" fmla="*/ 624478 w 970397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90634"/>
                <a:gd name="connsiteY0" fmla="*/ 0 h 1139996"/>
                <a:gd name="connsiteX1" fmla="*/ 767353 w 990634"/>
                <a:gd name="connsiteY1" fmla="*/ 0 h 1139996"/>
                <a:gd name="connsiteX2" fmla="*/ 838791 w 990634"/>
                <a:gd name="connsiteY2" fmla="*/ 728551 h 1139996"/>
                <a:gd name="connsiteX3" fmla="*/ 157753 w 990634"/>
                <a:gd name="connsiteY3" fmla="*/ 1128711 h 1139996"/>
                <a:gd name="connsiteX4" fmla="*/ 205379 w 990634"/>
                <a:gd name="connsiteY4" fmla="*/ 966787 h 1139996"/>
                <a:gd name="connsiteX5" fmla="*/ 19641 w 990634"/>
                <a:gd name="connsiteY5" fmla="*/ 1023938 h 1139996"/>
                <a:gd name="connsiteX6" fmla="*/ 576853 w 990634"/>
                <a:gd name="connsiteY6" fmla="*/ 757127 h 1139996"/>
                <a:gd name="connsiteX7" fmla="*/ 624478 w 990634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73366"/>
                <a:gd name="connsiteY0" fmla="*/ 0 h 1130133"/>
                <a:gd name="connsiteX1" fmla="*/ 767353 w 973366"/>
                <a:gd name="connsiteY1" fmla="*/ 0 h 1130133"/>
                <a:gd name="connsiteX2" fmla="*/ 838791 w 973366"/>
                <a:gd name="connsiteY2" fmla="*/ 728551 h 1130133"/>
                <a:gd name="connsiteX3" fmla="*/ 157753 w 973366"/>
                <a:gd name="connsiteY3" fmla="*/ 1128711 h 1130133"/>
                <a:gd name="connsiteX4" fmla="*/ 205379 w 973366"/>
                <a:gd name="connsiteY4" fmla="*/ 966787 h 1130133"/>
                <a:gd name="connsiteX5" fmla="*/ 19641 w 973366"/>
                <a:gd name="connsiteY5" fmla="*/ 1023938 h 1130133"/>
                <a:gd name="connsiteX6" fmla="*/ 576853 w 973366"/>
                <a:gd name="connsiteY6" fmla="*/ 757127 h 1130133"/>
                <a:gd name="connsiteX7" fmla="*/ 624478 w 973366"/>
                <a:gd name="connsiteY7" fmla="*/ 0 h 1130133"/>
                <a:gd name="connsiteX0" fmla="*/ 624478 w 975167"/>
                <a:gd name="connsiteY0" fmla="*/ 0 h 1130133"/>
                <a:gd name="connsiteX1" fmla="*/ 767353 w 975167"/>
                <a:gd name="connsiteY1" fmla="*/ 0 h 1130133"/>
                <a:gd name="connsiteX2" fmla="*/ 838791 w 975167"/>
                <a:gd name="connsiteY2" fmla="*/ 728551 h 1130133"/>
                <a:gd name="connsiteX3" fmla="*/ 157753 w 975167"/>
                <a:gd name="connsiteY3" fmla="*/ 1128711 h 1130133"/>
                <a:gd name="connsiteX4" fmla="*/ 205379 w 975167"/>
                <a:gd name="connsiteY4" fmla="*/ 966787 h 1130133"/>
                <a:gd name="connsiteX5" fmla="*/ 19641 w 975167"/>
                <a:gd name="connsiteY5" fmla="*/ 1023938 h 1130133"/>
                <a:gd name="connsiteX6" fmla="*/ 576853 w 975167"/>
                <a:gd name="connsiteY6" fmla="*/ 757127 h 1130133"/>
                <a:gd name="connsiteX7" fmla="*/ 624478 w 975167"/>
                <a:gd name="connsiteY7" fmla="*/ 0 h 113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5167" h="1130133">
                  <a:moveTo>
                    <a:pt x="624478" y="0"/>
                  </a:moveTo>
                  <a:lnTo>
                    <a:pt x="767353" y="0"/>
                  </a:lnTo>
                  <a:lnTo>
                    <a:pt x="838791" y="728551"/>
                  </a:lnTo>
                  <a:cubicBezTo>
                    <a:pt x="1335678" y="1090500"/>
                    <a:pt x="327616" y="846118"/>
                    <a:pt x="157753" y="1128711"/>
                  </a:cubicBezTo>
                  <a:cubicBezTo>
                    <a:pt x="109334" y="1146986"/>
                    <a:pt x="231573" y="983455"/>
                    <a:pt x="205379" y="966787"/>
                  </a:cubicBezTo>
                  <a:cubicBezTo>
                    <a:pt x="179185" y="950119"/>
                    <a:pt x="-70846" y="1080313"/>
                    <a:pt x="19641" y="1023938"/>
                  </a:cubicBezTo>
                  <a:cubicBezTo>
                    <a:pt x="110128" y="768314"/>
                    <a:pt x="472079" y="784151"/>
                    <a:pt x="576853" y="757127"/>
                  </a:cubicBezTo>
                  <a:lnTo>
                    <a:pt x="624478" y="0"/>
                  </a:ln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EB347430-71A4-50A8-5B56-5B69E02CD9D4}"/>
                </a:ext>
              </a:extLst>
            </p:cNvPr>
            <p:cNvSpPr/>
            <p:nvPr/>
          </p:nvSpPr>
          <p:spPr>
            <a:xfrm>
              <a:off x="5281343" y="2755044"/>
              <a:ext cx="3651475" cy="2497055"/>
            </a:xfrm>
            <a:custGeom>
              <a:avLst/>
              <a:gdLst>
                <a:gd name="connsiteX0" fmla="*/ 0 w 874238"/>
                <a:gd name="connsiteY0" fmla="*/ 0 h 534066"/>
                <a:gd name="connsiteX1" fmla="*/ 874238 w 874238"/>
                <a:gd name="connsiteY1" fmla="*/ 0 h 534066"/>
                <a:gd name="connsiteX2" fmla="*/ 874238 w 874238"/>
                <a:gd name="connsiteY2" fmla="*/ 534066 h 534066"/>
                <a:gd name="connsiteX3" fmla="*/ 0 w 874238"/>
                <a:gd name="connsiteY3" fmla="*/ 534066 h 534066"/>
                <a:gd name="connsiteX4" fmla="*/ 0 w 874238"/>
                <a:gd name="connsiteY4" fmla="*/ 0 h 534066"/>
                <a:gd name="connsiteX0" fmla="*/ 0 w 3330054"/>
                <a:gd name="connsiteY0" fmla="*/ 0 h 1325636"/>
                <a:gd name="connsiteX1" fmla="*/ 874238 w 3330054"/>
                <a:gd name="connsiteY1" fmla="*/ 0 h 1325636"/>
                <a:gd name="connsiteX2" fmla="*/ 874238 w 3330054"/>
                <a:gd name="connsiteY2" fmla="*/ 534066 h 1325636"/>
                <a:gd name="connsiteX3" fmla="*/ 3330054 w 3330054"/>
                <a:gd name="connsiteY3" fmla="*/ 1325636 h 1325636"/>
                <a:gd name="connsiteX4" fmla="*/ 0 w 3330054"/>
                <a:gd name="connsiteY4" fmla="*/ 0 h 1325636"/>
                <a:gd name="connsiteX0" fmla="*/ 0 w 3330054"/>
                <a:gd name="connsiteY0" fmla="*/ 0 h 2164345"/>
                <a:gd name="connsiteX1" fmla="*/ 874238 w 3330054"/>
                <a:gd name="connsiteY1" fmla="*/ 0 h 2164345"/>
                <a:gd name="connsiteX2" fmla="*/ 874238 w 3330054"/>
                <a:gd name="connsiteY2" fmla="*/ 534066 h 2164345"/>
                <a:gd name="connsiteX3" fmla="*/ 3330054 w 3330054"/>
                <a:gd name="connsiteY3" fmla="*/ 1325636 h 2164345"/>
                <a:gd name="connsiteX4" fmla="*/ 0 w 3330054"/>
                <a:gd name="connsiteY4" fmla="*/ 0 h 2164345"/>
                <a:gd name="connsiteX0" fmla="*/ 349113 w 3679167"/>
                <a:gd name="connsiteY0" fmla="*/ 0 h 2680110"/>
                <a:gd name="connsiteX1" fmla="*/ 1223351 w 3679167"/>
                <a:gd name="connsiteY1" fmla="*/ 0 h 2680110"/>
                <a:gd name="connsiteX2" fmla="*/ 1223351 w 3679167"/>
                <a:gd name="connsiteY2" fmla="*/ 534066 h 2680110"/>
                <a:gd name="connsiteX3" fmla="*/ 3679167 w 3679167"/>
                <a:gd name="connsiteY3" fmla="*/ 1325636 h 2680110"/>
                <a:gd name="connsiteX4" fmla="*/ 349113 w 3679167"/>
                <a:gd name="connsiteY4" fmla="*/ 0 h 2680110"/>
                <a:gd name="connsiteX0" fmla="*/ 331481 w 3661535"/>
                <a:gd name="connsiteY0" fmla="*/ 0 h 2609359"/>
                <a:gd name="connsiteX1" fmla="*/ 1205719 w 3661535"/>
                <a:gd name="connsiteY1" fmla="*/ 0 h 2609359"/>
                <a:gd name="connsiteX2" fmla="*/ 1205719 w 3661535"/>
                <a:gd name="connsiteY2" fmla="*/ 534066 h 2609359"/>
                <a:gd name="connsiteX3" fmla="*/ 3661535 w 3661535"/>
                <a:gd name="connsiteY3" fmla="*/ 1325636 h 2609359"/>
                <a:gd name="connsiteX4" fmla="*/ 331481 w 3661535"/>
                <a:gd name="connsiteY4" fmla="*/ 0 h 2609359"/>
                <a:gd name="connsiteX0" fmla="*/ 379891 w 3709945"/>
                <a:gd name="connsiteY0" fmla="*/ 0 h 2621274"/>
                <a:gd name="connsiteX1" fmla="*/ 1254129 w 3709945"/>
                <a:gd name="connsiteY1" fmla="*/ 0 h 2621274"/>
                <a:gd name="connsiteX2" fmla="*/ 1254129 w 3709945"/>
                <a:gd name="connsiteY2" fmla="*/ 534066 h 2621274"/>
                <a:gd name="connsiteX3" fmla="*/ 3709945 w 3709945"/>
                <a:gd name="connsiteY3" fmla="*/ 1325636 h 2621274"/>
                <a:gd name="connsiteX4" fmla="*/ 379891 w 3709945"/>
                <a:gd name="connsiteY4" fmla="*/ 0 h 2621274"/>
                <a:gd name="connsiteX0" fmla="*/ 388559 w 3582135"/>
                <a:gd name="connsiteY0" fmla="*/ 218364 h 2702814"/>
                <a:gd name="connsiteX1" fmla="*/ 1126319 w 3582135"/>
                <a:gd name="connsiteY1" fmla="*/ 0 h 2702814"/>
                <a:gd name="connsiteX2" fmla="*/ 1126319 w 3582135"/>
                <a:gd name="connsiteY2" fmla="*/ 534066 h 2702814"/>
                <a:gd name="connsiteX3" fmla="*/ 3582135 w 3582135"/>
                <a:gd name="connsiteY3" fmla="*/ 1325636 h 2702814"/>
                <a:gd name="connsiteX4" fmla="*/ 388559 w 3582135"/>
                <a:gd name="connsiteY4" fmla="*/ 218364 h 2702814"/>
                <a:gd name="connsiteX0" fmla="*/ 457899 w 3651475"/>
                <a:gd name="connsiteY0" fmla="*/ 218364 h 2619867"/>
                <a:gd name="connsiteX1" fmla="*/ 1195659 w 3651475"/>
                <a:gd name="connsiteY1" fmla="*/ 0 h 2619867"/>
                <a:gd name="connsiteX2" fmla="*/ 1195659 w 3651475"/>
                <a:gd name="connsiteY2" fmla="*/ 534066 h 2619867"/>
                <a:gd name="connsiteX3" fmla="*/ 3651475 w 3651475"/>
                <a:gd name="connsiteY3" fmla="*/ 1325636 h 2619867"/>
                <a:gd name="connsiteX4" fmla="*/ 457899 w 3651475"/>
                <a:gd name="connsiteY4" fmla="*/ 218364 h 2619867"/>
                <a:gd name="connsiteX0" fmla="*/ 457899 w 3651475"/>
                <a:gd name="connsiteY0" fmla="*/ 218364 h 2578941"/>
                <a:gd name="connsiteX1" fmla="*/ 1195659 w 3651475"/>
                <a:gd name="connsiteY1" fmla="*/ 0 h 2578941"/>
                <a:gd name="connsiteX2" fmla="*/ 1195659 w 3651475"/>
                <a:gd name="connsiteY2" fmla="*/ 534066 h 2578941"/>
                <a:gd name="connsiteX3" fmla="*/ 3651475 w 3651475"/>
                <a:gd name="connsiteY3" fmla="*/ 1325636 h 2578941"/>
                <a:gd name="connsiteX4" fmla="*/ 457899 w 3651475"/>
                <a:gd name="connsiteY4" fmla="*/ 218364 h 2578941"/>
                <a:gd name="connsiteX0" fmla="*/ 457899 w 3651475"/>
                <a:gd name="connsiteY0" fmla="*/ 218364 h 2578941"/>
                <a:gd name="connsiteX1" fmla="*/ 1195659 w 3651475"/>
                <a:gd name="connsiteY1" fmla="*/ 0 h 2578941"/>
                <a:gd name="connsiteX2" fmla="*/ 3638608 w 3651475"/>
                <a:gd name="connsiteY2" fmla="*/ 465827 h 2578941"/>
                <a:gd name="connsiteX3" fmla="*/ 3651475 w 3651475"/>
                <a:gd name="connsiteY3" fmla="*/ 1325636 h 2578941"/>
                <a:gd name="connsiteX4" fmla="*/ 457899 w 3651475"/>
                <a:gd name="connsiteY4" fmla="*/ 218364 h 2578941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383941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288407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288407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1475" h="2497055">
                  <a:moveTo>
                    <a:pt x="457899" y="136478"/>
                  </a:moveTo>
                  <a:lnTo>
                    <a:pt x="1182011" y="0"/>
                  </a:lnTo>
                  <a:cubicBezTo>
                    <a:pt x="2041820" y="232614"/>
                    <a:pt x="2819742" y="192271"/>
                    <a:pt x="3638608" y="288407"/>
                  </a:cubicBezTo>
                  <a:lnTo>
                    <a:pt x="3651475" y="1243750"/>
                  </a:lnTo>
                  <a:cubicBezTo>
                    <a:pt x="3455856" y="3313059"/>
                    <a:pt x="-1502829" y="2734704"/>
                    <a:pt x="457899" y="136478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2C5B705D-60AB-62FA-DB25-E81E4A58271D}"/>
                </a:ext>
              </a:extLst>
            </p:cNvPr>
            <p:cNvSpPr/>
            <p:nvPr/>
          </p:nvSpPr>
          <p:spPr>
            <a:xfrm>
              <a:off x="5602765" y="630348"/>
              <a:ext cx="1445802" cy="1153999"/>
            </a:xfrm>
            <a:custGeom>
              <a:avLst/>
              <a:gdLst>
                <a:gd name="connsiteX0" fmla="*/ 0 w 952500"/>
                <a:gd name="connsiteY0" fmla="*/ 0 h 311150"/>
                <a:gd name="connsiteX1" fmla="*/ 952500 w 952500"/>
                <a:gd name="connsiteY1" fmla="*/ 0 h 311150"/>
                <a:gd name="connsiteX2" fmla="*/ 952500 w 952500"/>
                <a:gd name="connsiteY2" fmla="*/ 311150 h 311150"/>
                <a:gd name="connsiteX3" fmla="*/ 0 w 952500"/>
                <a:gd name="connsiteY3" fmla="*/ 311150 h 311150"/>
                <a:gd name="connsiteX4" fmla="*/ 0 w 952500"/>
                <a:gd name="connsiteY4" fmla="*/ 0 h 311150"/>
                <a:gd name="connsiteX0" fmla="*/ 374650 w 952500"/>
                <a:gd name="connsiteY0" fmla="*/ 0 h 844550"/>
                <a:gd name="connsiteX1" fmla="*/ 952500 w 952500"/>
                <a:gd name="connsiteY1" fmla="*/ 533400 h 844550"/>
                <a:gd name="connsiteX2" fmla="*/ 952500 w 952500"/>
                <a:gd name="connsiteY2" fmla="*/ 844550 h 844550"/>
                <a:gd name="connsiteX3" fmla="*/ 0 w 952500"/>
                <a:gd name="connsiteY3" fmla="*/ 844550 h 844550"/>
                <a:gd name="connsiteX4" fmla="*/ 374650 w 952500"/>
                <a:gd name="connsiteY4" fmla="*/ 0 h 844550"/>
                <a:gd name="connsiteX0" fmla="*/ 374650 w 952500"/>
                <a:gd name="connsiteY0" fmla="*/ 9023 h 853573"/>
                <a:gd name="connsiteX1" fmla="*/ 838200 w 952500"/>
                <a:gd name="connsiteY1" fmla="*/ 28073 h 853573"/>
                <a:gd name="connsiteX2" fmla="*/ 952500 w 952500"/>
                <a:gd name="connsiteY2" fmla="*/ 542423 h 853573"/>
                <a:gd name="connsiteX3" fmla="*/ 952500 w 952500"/>
                <a:gd name="connsiteY3" fmla="*/ 853573 h 853573"/>
                <a:gd name="connsiteX4" fmla="*/ 0 w 952500"/>
                <a:gd name="connsiteY4" fmla="*/ 853573 h 853573"/>
                <a:gd name="connsiteX5" fmla="*/ 374650 w 952500"/>
                <a:gd name="connsiteY5" fmla="*/ 9023 h 853573"/>
                <a:gd name="connsiteX0" fmla="*/ 374650 w 1162050"/>
                <a:gd name="connsiteY0" fmla="*/ 9023 h 853573"/>
                <a:gd name="connsiteX1" fmla="*/ 838200 w 1162050"/>
                <a:gd name="connsiteY1" fmla="*/ 28073 h 853573"/>
                <a:gd name="connsiteX2" fmla="*/ 1162050 w 1162050"/>
                <a:gd name="connsiteY2" fmla="*/ 243974 h 853573"/>
                <a:gd name="connsiteX3" fmla="*/ 952500 w 1162050"/>
                <a:gd name="connsiteY3" fmla="*/ 542423 h 853573"/>
                <a:gd name="connsiteX4" fmla="*/ 952500 w 1162050"/>
                <a:gd name="connsiteY4" fmla="*/ 853573 h 853573"/>
                <a:gd name="connsiteX5" fmla="*/ 0 w 1162050"/>
                <a:gd name="connsiteY5" fmla="*/ 853573 h 853573"/>
                <a:gd name="connsiteX6" fmla="*/ 374650 w 1162050"/>
                <a:gd name="connsiteY6" fmla="*/ 9023 h 853573"/>
                <a:gd name="connsiteX0" fmla="*/ 374650 w 1162050"/>
                <a:gd name="connsiteY0" fmla="*/ 9023 h 853573"/>
                <a:gd name="connsiteX1" fmla="*/ 838200 w 1162050"/>
                <a:gd name="connsiteY1" fmla="*/ 28073 h 853573"/>
                <a:gd name="connsiteX2" fmla="*/ 1162050 w 1162050"/>
                <a:gd name="connsiteY2" fmla="*/ 243974 h 853573"/>
                <a:gd name="connsiteX3" fmla="*/ 1047750 w 1162050"/>
                <a:gd name="connsiteY3" fmla="*/ 656723 h 853573"/>
                <a:gd name="connsiteX4" fmla="*/ 952500 w 1162050"/>
                <a:gd name="connsiteY4" fmla="*/ 853573 h 853573"/>
                <a:gd name="connsiteX5" fmla="*/ 0 w 1162050"/>
                <a:gd name="connsiteY5" fmla="*/ 853573 h 853573"/>
                <a:gd name="connsiteX6" fmla="*/ 374650 w 1162050"/>
                <a:gd name="connsiteY6" fmla="*/ 9023 h 853573"/>
                <a:gd name="connsiteX0" fmla="*/ 374650 w 1336225"/>
                <a:gd name="connsiteY0" fmla="*/ 9023 h 853573"/>
                <a:gd name="connsiteX1" fmla="*/ 838200 w 1336225"/>
                <a:gd name="connsiteY1" fmla="*/ 28073 h 853573"/>
                <a:gd name="connsiteX2" fmla="*/ 1162050 w 1336225"/>
                <a:gd name="connsiteY2" fmla="*/ 243974 h 853573"/>
                <a:gd name="connsiteX3" fmla="*/ 1047750 w 1336225"/>
                <a:gd name="connsiteY3" fmla="*/ 656723 h 853573"/>
                <a:gd name="connsiteX4" fmla="*/ 952500 w 1336225"/>
                <a:gd name="connsiteY4" fmla="*/ 853573 h 853573"/>
                <a:gd name="connsiteX5" fmla="*/ 0 w 1336225"/>
                <a:gd name="connsiteY5" fmla="*/ 853573 h 853573"/>
                <a:gd name="connsiteX6" fmla="*/ 374650 w 1336225"/>
                <a:gd name="connsiteY6" fmla="*/ 9023 h 853573"/>
                <a:gd name="connsiteX0" fmla="*/ 374650 w 1371666"/>
                <a:gd name="connsiteY0" fmla="*/ 9023 h 853573"/>
                <a:gd name="connsiteX1" fmla="*/ 838200 w 1371666"/>
                <a:gd name="connsiteY1" fmla="*/ 28073 h 853573"/>
                <a:gd name="connsiteX2" fmla="*/ 1162050 w 1371666"/>
                <a:gd name="connsiteY2" fmla="*/ 243974 h 853573"/>
                <a:gd name="connsiteX3" fmla="*/ 1047750 w 1371666"/>
                <a:gd name="connsiteY3" fmla="*/ 656723 h 853573"/>
                <a:gd name="connsiteX4" fmla="*/ 952500 w 1371666"/>
                <a:gd name="connsiteY4" fmla="*/ 853573 h 853573"/>
                <a:gd name="connsiteX5" fmla="*/ 0 w 1371666"/>
                <a:gd name="connsiteY5" fmla="*/ 853573 h 853573"/>
                <a:gd name="connsiteX6" fmla="*/ 374650 w 1371666"/>
                <a:gd name="connsiteY6" fmla="*/ 9023 h 853573"/>
                <a:gd name="connsiteX0" fmla="*/ 374650 w 1371666"/>
                <a:gd name="connsiteY0" fmla="*/ 14518 h 859068"/>
                <a:gd name="connsiteX1" fmla="*/ 800100 w 1371666"/>
                <a:gd name="connsiteY1" fmla="*/ 27218 h 859068"/>
                <a:gd name="connsiteX2" fmla="*/ 1162050 w 1371666"/>
                <a:gd name="connsiteY2" fmla="*/ 249469 h 859068"/>
                <a:gd name="connsiteX3" fmla="*/ 1047750 w 1371666"/>
                <a:gd name="connsiteY3" fmla="*/ 662218 h 859068"/>
                <a:gd name="connsiteX4" fmla="*/ 952500 w 1371666"/>
                <a:gd name="connsiteY4" fmla="*/ 859068 h 859068"/>
                <a:gd name="connsiteX5" fmla="*/ 0 w 1371666"/>
                <a:gd name="connsiteY5" fmla="*/ 859068 h 859068"/>
                <a:gd name="connsiteX6" fmla="*/ 374650 w 1371666"/>
                <a:gd name="connsiteY6" fmla="*/ 14518 h 859068"/>
                <a:gd name="connsiteX0" fmla="*/ 374650 w 1371666"/>
                <a:gd name="connsiteY0" fmla="*/ 129061 h 973611"/>
                <a:gd name="connsiteX1" fmla="*/ 800100 w 1371666"/>
                <a:gd name="connsiteY1" fmla="*/ 141761 h 973611"/>
                <a:gd name="connsiteX2" fmla="*/ 1162050 w 1371666"/>
                <a:gd name="connsiteY2" fmla="*/ 364012 h 973611"/>
                <a:gd name="connsiteX3" fmla="*/ 1047750 w 1371666"/>
                <a:gd name="connsiteY3" fmla="*/ 776761 h 973611"/>
                <a:gd name="connsiteX4" fmla="*/ 952500 w 1371666"/>
                <a:gd name="connsiteY4" fmla="*/ 973611 h 973611"/>
                <a:gd name="connsiteX5" fmla="*/ 0 w 1371666"/>
                <a:gd name="connsiteY5" fmla="*/ 973611 h 973611"/>
                <a:gd name="connsiteX6" fmla="*/ 374650 w 1371666"/>
                <a:gd name="connsiteY6" fmla="*/ 129061 h 973611"/>
                <a:gd name="connsiteX0" fmla="*/ 374650 w 1371666"/>
                <a:gd name="connsiteY0" fmla="*/ 133027 h 977577"/>
                <a:gd name="connsiteX1" fmla="*/ 800100 w 1371666"/>
                <a:gd name="connsiteY1" fmla="*/ 145727 h 977577"/>
                <a:gd name="connsiteX2" fmla="*/ 1162050 w 1371666"/>
                <a:gd name="connsiteY2" fmla="*/ 367978 h 977577"/>
                <a:gd name="connsiteX3" fmla="*/ 1047750 w 1371666"/>
                <a:gd name="connsiteY3" fmla="*/ 780727 h 977577"/>
                <a:gd name="connsiteX4" fmla="*/ 952500 w 1371666"/>
                <a:gd name="connsiteY4" fmla="*/ 977577 h 977577"/>
                <a:gd name="connsiteX5" fmla="*/ 0 w 1371666"/>
                <a:gd name="connsiteY5" fmla="*/ 977577 h 977577"/>
                <a:gd name="connsiteX6" fmla="*/ 374650 w 1371666"/>
                <a:gd name="connsiteY6" fmla="*/ 133027 h 977577"/>
                <a:gd name="connsiteX0" fmla="*/ 374650 w 1371666"/>
                <a:gd name="connsiteY0" fmla="*/ 259360 h 1103910"/>
                <a:gd name="connsiteX1" fmla="*/ 800100 w 1371666"/>
                <a:gd name="connsiteY1" fmla="*/ 272060 h 1103910"/>
                <a:gd name="connsiteX2" fmla="*/ 1162050 w 1371666"/>
                <a:gd name="connsiteY2" fmla="*/ 494311 h 1103910"/>
                <a:gd name="connsiteX3" fmla="*/ 1047750 w 1371666"/>
                <a:gd name="connsiteY3" fmla="*/ 907060 h 1103910"/>
                <a:gd name="connsiteX4" fmla="*/ 952500 w 1371666"/>
                <a:gd name="connsiteY4" fmla="*/ 1103910 h 1103910"/>
                <a:gd name="connsiteX5" fmla="*/ 0 w 1371666"/>
                <a:gd name="connsiteY5" fmla="*/ 1103910 h 1103910"/>
                <a:gd name="connsiteX6" fmla="*/ 374650 w 1371666"/>
                <a:gd name="connsiteY6" fmla="*/ 259360 h 1103910"/>
                <a:gd name="connsiteX0" fmla="*/ 374650 w 1371666"/>
                <a:gd name="connsiteY0" fmla="*/ 309449 h 1153999"/>
                <a:gd name="connsiteX1" fmla="*/ 800100 w 1371666"/>
                <a:gd name="connsiteY1" fmla="*/ 322149 h 1153999"/>
                <a:gd name="connsiteX2" fmla="*/ 1162050 w 1371666"/>
                <a:gd name="connsiteY2" fmla="*/ 544400 h 1153999"/>
                <a:gd name="connsiteX3" fmla="*/ 1047750 w 1371666"/>
                <a:gd name="connsiteY3" fmla="*/ 957149 h 1153999"/>
                <a:gd name="connsiteX4" fmla="*/ 952500 w 1371666"/>
                <a:gd name="connsiteY4" fmla="*/ 1153999 h 1153999"/>
                <a:gd name="connsiteX5" fmla="*/ 0 w 1371666"/>
                <a:gd name="connsiteY5" fmla="*/ 1153999 h 1153999"/>
                <a:gd name="connsiteX6" fmla="*/ 374650 w 1371666"/>
                <a:gd name="connsiteY6" fmla="*/ 309449 h 1153999"/>
                <a:gd name="connsiteX0" fmla="*/ 374650 w 1371666"/>
                <a:gd name="connsiteY0" fmla="*/ 309449 h 1153999"/>
                <a:gd name="connsiteX1" fmla="*/ 800100 w 1371666"/>
                <a:gd name="connsiteY1" fmla="*/ 322149 h 1153999"/>
                <a:gd name="connsiteX2" fmla="*/ 1162050 w 1371666"/>
                <a:gd name="connsiteY2" fmla="*/ 544400 h 1153999"/>
                <a:gd name="connsiteX3" fmla="*/ 1047750 w 1371666"/>
                <a:gd name="connsiteY3" fmla="*/ 957149 h 1153999"/>
                <a:gd name="connsiteX4" fmla="*/ 952500 w 1371666"/>
                <a:gd name="connsiteY4" fmla="*/ 1153999 h 1153999"/>
                <a:gd name="connsiteX5" fmla="*/ 0 w 1371666"/>
                <a:gd name="connsiteY5" fmla="*/ 1153999 h 1153999"/>
                <a:gd name="connsiteX6" fmla="*/ 374650 w 1371666"/>
                <a:gd name="connsiteY6" fmla="*/ 309449 h 1153999"/>
                <a:gd name="connsiteX0" fmla="*/ 448786 w 1445802"/>
                <a:gd name="connsiteY0" fmla="*/ 309449 h 1153999"/>
                <a:gd name="connsiteX1" fmla="*/ 874236 w 1445802"/>
                <a:gd name="connsiteY1" fmla="*/ 322149 h 1153999"/>
                <a:gd name="connsiteX2" fmla="*/ 1236186 w 1445802"/>
                <a:gd name="connsiteY2" fmla="*/ 544400 h 1153999"/>
                <a:gd name="connsiteX3" fmla="*/ 1121886 w 1445802"/>
                <a:gd name="connsiteY3" fmla="*/ 957149 h 1153999"/>
                <a:gd name="connsiteX4" fmla="*/ 1026636 w 1445802"/>
                <a:gd name="connsiteY4" fmla="*/ 1153999 h 1153999"/>
                <a:gd name="connsiteX5" fmla="*/ 74136 w 1445802"/>
                <a:gd name="connsiteY5" fmla="*/ 1153999 h 1153999"/>
                <a:gd name="connsiteX6" fmla="*/ 448786 w 1445802"/>
                <a:gd name="connsiteY6" fmla="*/ 309449 h 115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802" h="1153999">
                  <a:moveTo>
                    <a:pt x="448786" y="309449"/>
                  </a:moveTo>
                  <a:cubicBezTo>
                    <a:pt x="463603" y="182449"/>
                    <a:pt x="1221369" y="-325551"/>
                    <a:pt x="874236" y="322149"/>
                  </a:cubicBezTo>
                  <a:cubicBezTo>
                    <a:pt x="1524053" y="-69434"/>
                    <a:pt x="1430919" y="440683"/>
                    <a:pt x="1236186" y="544400"/>
                  </a:cubicBezTo>
                  <a:cubicBezTo>
                    <a:pt x="1325086" y="516883"/>
                    <a:pt x="1718786" y="705266"/>
                    <a:pt x="1121886" y="957149"/>
                  </a:cubicBezTo>
                  <a:lnTo>
                    <a:pt x="1026636" y="1153999"/>
                  </a:lnTo>
                  <a:lnTo>
                    <a:pt x="74136" y="1153999"/>
                  </a:lnTo>
                  <a:cubicBezTo>
                    <a:pt x="-207381" y="529582"/>
                    <a:pt x="400103" y="-374234"/>
                    <a:pt x="448786" y="309449"/>
                  </a:cubicBezTo>
                  <a:close/>
                </a:path>
              </a:pathLst>
            </a:custGeom>
            <a:solidFill>
              <a:srgbClr val="EC320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F98341F-0B4B-AFB0-3AA8-F4251AE9F3D3}"/>
                </a:ext>
              </a:extLst>
            </p:cNvPr>
            <p:cNvSpPr/>
            <p:nvPr/>
          </p:nvSpPr>
          <p:spPr>
            <a:xfrm rot="594583">
              <a:off x="5103760" y="1950378"/>
              <a:ext cx="822491" cy="1106430"/>
            </a:xfrm>
            <a:custGeom>
              <a:avLst/>
              <a:gdLst>
                <a:gd name="connsiteX0" fmla="*/ 0 w 241300"/>
                <a:gd name="connsiteY0" fmla="*/ 0 h 421987"/>
                <a:gd name="connsiteX1" fmla="*/ 241300 w 241300"/>
                <a:gd name="connsiteY1" fmla="*/ 0 h 421987"/>
                <a:gd name="connsiteX2" fmla="*/ 241300 w 241300"/>
                <a:gd name="connsiteY2" fmla="*/ 421987 h 421987"/>
                <a:gd name="connsiteX3" fmla="*/ 0 w 241300"/>
                <a:gd name="connsiteY3" fmla="*/ 421987 h 421987"/>
                <a:gd name="connsiteX4" fmla="*/ 0 w 241300"/>
                <a:gd name="connsiteY4" fmla="*/ 0 h 421987"/>
                <a:gd name="connsiteX0" fmla="*/ 0 w 355600"/>
                <a:gd name="connsiteY0" fmla="*/ 0 h 421987"/>
                <a:gd name="connsiteX1" fmla="*/ 355600 w 355600"/>
                <a:gd name="connsiteY1" fmla="*/ 0 h 421987"/>
                <a:gd name="connsiteX2" fmla="*/ 355600 w 355600"/>
                <a:gd name="connsiteY2" fmla="*/ 421987 h 421987"/>
                <a:gd name="connsiteX3" fmla="*/ 114300 w 355600"/>
                <a:gd name="connsiteY3" fmla="*/ 421987 h 421987"/>
                <a:gd name="connsiteX4" fmla="*/ 0 w 355600"/>
                <a:gd name="connsiteY4" fmla="*/ 0 h 421987"/>
                <a:gd name="connsiteX0" fmla="*/ 0 w 355600"/>
                <a:gd name="connsiteY0" fmla="*/ 0 h 929987"/>
                <a:gd name="connsiteX1" fmla="*/ 355600 w 355600"/>
                <a:gd name="connsiteY1" fmla="*/ 0 h 929987"/>
                <a:gd name="connsiteX2" fmla="*/ 355600 w 355600"/>
                <a:gd name="connsiteY2" fmla="*/ 421987 h 929987"/>
                <a:gd name="connsiteX3" fmla="*/ 44450 w 355600"/>
                <a:gd name="connsiteY3" fmla="*/ 929987 h 929987"/>
                <a:gd name="connsiteX4" fmla="*/ 0 w 355600"/>
                <a:gd name="connsiteY4" fmla="*/ 0 h 929987"/>
                <a:gd name="connsiteX0" fmla="*/ 464404 w 820004"/>
                <a:gd name="connsiteY0" fmla="*/ 0 h 1066959"/>
                <a:gd name="connsiteX1" fmla="*/ 820004 w 820004"/>
                <a:gd name="connsiteY1" fmla="*/ 0 h 1066959"/>
                <a:gd name="connsiteX2" fmla="*/ 820004 w 820004"/>
                <a:gd name="connsiteY2" fmla="*/ 421987 h 1066959"/>
                <a:gd name="connsiteX3" fmla="*/ 508854 w 820004"/>
                <a:gd name="connsiteY3" fmla="*/ 929987 h 1066959"/>
                <a:gd name="connsiteX4" fmla="*/ 464404 w 820004"/>
                <a:gd name="connsiteY4" fmla="*/ 0 h 1066959"/>
                <a:gd name="connsiteX0" fmla="*/ 369475 w 858425"/>
                <a:gd name="connsiteY0" fmla="*/ 0 h 1066959"/>
                <a:gd name="connsiteX1" fmla="*/ 858425 w 858425"/>
                <a:gd name="connsiteY1" fmla="*/ 0 h 1066959"/>
                <a:gd name="connsiteX2" fmla="*/ 858425 w 858425"/>
                <a:gd name="connsiteY2" fmla="*/ 421987 h 1066959"/>
                <a:gd name="connsiteX3" fmla="*/ 547275 w 858425"/>
                <a:gd name="connsiteY3" fmla="*/ 929987 h 1066959"/>
                <a:gd name="connsiteX4" fmla="*/ 369475 w 858425"/>
                <a:gd name="connsiteY4" fmla="*/ 0 h 1066959"/>
                <a:gd name="connsiteX0" fmla="*/ 342530 w 831480"/>
                <a:gd name="connsiteY0" fmla="*/ 0 h 1097215"/>
                <a:gd name="connsiteX1" fmla="*/ 831480 w 831480"/>
                <a:gd name="connsiteY1" fmla="*/ 0 h 1097215"/>
                <a:gd name="connsiteX2" fmla="*/ 831480 w 831480"/>
                <a:gd name="connsiteY2" fmla="*/ 421987 h 1097215"/>
                <a:gd name="connsiteX3" fmla="*/ 520330 w 831480"/>
                <a:gd name="connsiteY3" fmla="*/ 929987 h 1097215"/>
                <a:gd name="connsiteX4" fmla="*/ 342530 w 831480"/>
                <a:gd name="connsiteY4" fmla="*/ 0 h 1097215"/>
                <a:gd name="connsiteX0" fmla="*/ 302140 w 848240"/>
                <a:gd name="connsiteY0" fmla="*/ 0 h 1102769"/>
                <a:gd name="connsiteX1" fmla="*/ 848240 w 848240"/>
                <a:gd name="connsiteY1" fmla="*/ 6350 h 1102769"/>
                <a:gd name="connsiteX2" fmla="*/ 848240 w 848240"/>
                <a:gd name="connsiteY2" fmla="*/ 428337 h 1102769"/>
                <a:gd name="connsiteX3" fmla="*/ 537090 w 848240"/>
                <a:gd name="connsiteY3" fmla="*/ 936337 h 1102769"/>
                <a:gd name="connsiteX4" fmla="*/ 302140 w 848240"/>
                <a:gd name="connsiteY4" fmla="*/ 0 h 1102769"/>
                <a:gd name="connsiteX0" fmla="*/ 281757 w 827857"/>
                <a:gd name="connsiteY0" fmla="*/ 0 h 1108732"/>
                <a:gd name="connsiteX1" fmla="*/ 827857 w 827857"/>
                <a:gd name="connsiteY1" fmla="*/ 6350 h 1108732"/>
                <a:gd name="connsiteX2" fmla="*/ 827857 w 827857"/>
                <a:gd name="connsiteY2" fmla="*/ 428337 h 1108732"/>
                <a:gd name="connsiteX3" fmla="*/ 516707 w 827857"/>
                <a:gd name="connsiteY3" fmla="*/ 936337 h 1108732"/>
                <a:gd name="connsiteX4" fmla="*/ 281757 w 827857"/>
                <a:gd name="connsiteY4" fmla="*/ 0 h 1108732"/>
                <a:gd name="connsiteX0" fmla="*/ 259159 w 837009"/>
                <a:gd name="connsiteY0" fmla="*/ 0 h 1103228"/>
                <a:gd name="connsiteX1" fmla="*/ 837009 w 837009"/>
                <a:gd name="connsiteY1" fmla="*/ 0 h 1103228"/>
                <a:gd name="connsiteX2" fmla="*/ 837009 w 837009"/>
                <a:gd name="connsiteY2" fmla="*/ 421987 h 1103228"/>
                <a:gd name="connsiteX3" fmla="*/ 525859 w 837009"/>
                <a:gd name="connsiteY3" fmla="*/ 929987 h 1103228"/>
                <a:gd name="connsiteX4" fmla="*/ 259159 w 837009"/>
                <a:gd name="connsiteY4" fmla="*/ 0 h 1103228"/>
                <a:gd name="connsiteX0" fmla="*/ 264780 w 842630"/>
                <a:gd name="connsiteY0" fmla="*/ 0 h 1005931"/>
                <a:gd name="connsiteX1" fmla="*/ 842630 w 842630"/>
                <a:gd name="connsiteY1" fmla="*/ 0 h 1005931"/>
                <a:gd name="connsiteX2" fmla="*/ 842630 w 842630"/>
                <a:gd name="connsiteY2" fmla="*/ 421987 h 1005931"/>
                <a:gd name="connsiteX3" fmla="*/ 531480 w 842630"/>
                <a:gd name="connsiteY3" fmla="*/ 929987 h 1005931"/>
                <a:gd name="connsiteX4" fmla="*/ 264780 w 842630"/>
                <a:gd name="connsiteY4" fmla="*/ 0 h 1005931"/>
                <a:gd name="connsiteX0" fmla="*/ 190513 w 768363"/>
                <a:gd name="connsiteY0" fmla="*/ 0 h 746710"/>
                <a:gd name="connsiteX1" fmla="*/ 768363 w 768363"/>
                <a:gd name="connsiteY1" fmla="*/ 0 h 746710"/>
                <a:gd name="connsiteX2" fmla="*/ 768363 w 768363"/>
                <a:gd name="connsiteY2" fmla="*/ 421987 h 746710"/>
                <a:gd name="connsiteX3" fmla="*/ 565163 w 768363"/>
                <a:gd name="connsiteY3" fmla="*/ 631537 h 746710"/>
                <a:gd name="connsiteX4" fmla="*/ 190513 w 768363"/>
                <a:gd name="connsiteY4" fmla="*/ 0 h 746710"/>
                <a:gd name="connsiteX0" fmla="*/ 259988 w 837838"/>
                <a:gd name="connsiteY0" fmla="*/ 0 h 941911"/>
                <a:gd name="connsiteX1" fmla="*/ 837838 w 837838"/>
                <a:gd name="connsiteY1" fmla="*/ 0 h 941911"/>
                <a:gd name="connsiteX2" fmla="*/ 837838 w 837838"/>
                <a:gd name="connsiteY2" fmla="*/ 421987 h 941911"/>
                <a:gd name="connsiteX3" fmla="*/ 634638 w 837838"/>
                <a:gd name="connsiteY3" fmla="*/ 631537 h 941911"/>
                <a:gd name="connsiteX4" fmla="*/ 259988 w 837838"/>
                <a:gd name="connsiteY4" fmla="*/ 0 h 941911"/>
                <a:gd name="connsiteX0" fmla="*/ 13726 w 591576"/>
                <a:gd name="connsiteY0" fmla="*/ 0 h 898964"/>
                <a:gd name="connsiteX1" fmla="*/ 591576 w 591576"/>
                <a:gd name="connsiteY1" fmla="*/ 0 h 898964"/>
                <a:gd name="connsiteX2" fmla="*/ 591576 w 591576"/>
                <a:gd name="connsiteY2" fmla="*/ 421987 h 898964"/>
                <a:gd name="connsiteX3" fmla="*/ 388376 w 591576"/>
                <a:gd name="connsiteY3" fmla="*/ 631537 h 898964"/>
                <a:gd name="connsiteX4" fmla="*/ 242326 w 591576"/>
                <a:gd name="connsiteY4" fmla="*/ 876300 h 898964"/>
                <a:gd name="connsiteX5" fmla="*/ 13726 w 591576"/>
                <a:gd name="connsiteY5" fmla="*/ 0 h 898964"/>
                <a:gd name="connsiteX0" fmla="*/ 259974 w 837824"/>
                <a:gd name="connsiteY0" fmla="*/ 0 h 1091100"/>
                <a:gd name="connsiteX1" fmla="*/ 837824 w 837824"/>
                <a:gd name="connsiteY1" fmla="*/ 0 h 1091100"/>
                <a:gd name="connsiteX2" fmla="*/ 837824 w 837824"/>
                <a:gd name="connsiteY2" fmla="*/ 421987 h 1091100"/>
                <a:gd name="connsiteX3" fmla="*/ 634624 w 837824"/>
                <a:gd name="connsiteY3" fmla="*/ 631537 h 1091100"/>
                <a:gd name="connsiteX4" fmla="*/ 488574 w 837824"/>
                <a:gd name="connsiteY4" fmla="*/ 876300 h 1091100"/>
                <a:gd name="connsiteX5" fmla="*/ 259974 w 837824"/>
                <a:gd name="connsiteY5" fmla="*/ 0 h 1091100"/>
                <a:gd name="connsiteX0" fmla="*/ 174179 w 752029"/>
                <a:gd name="connsiteY0" fmla="*/ 0 h 1123511"/>
                <a:gd name="connsiteX1" fmla="*/ 752029 w 752029"/>
                <a:gd name="connsiteY1" fmla="*/ 0 h 1123511"/>
                <a:gd name="connsiteX2" fmla="*/ 752029 w 752029"/>
                <a:gd name="connsiteY2" fmla="*/ 421987 h 1123511"/>
                <a:gd name="connsiteX3" fmla="*/ 548829 w 752029"/>
                <a:gd name="connsiteY3" fmla="*/ 631537 h 1123511"/>
                <a:gd name="connsiteX4" fmla="*/ 402779 w 752029"/>
                <a:gd name="connsiteY4" fmla="*/ 876300 h 1123511"/>
                <a:gd name="connsiteX5" fmla="*/ 174179 w 752029"/>
                <a:gd name="connsiteY5" fmla="*/ 0 h 1123511"/>
                <a:gd name="connsiteX0" fmla="*/ 2556 w 580406"/>
                <a:gd name="connsiteY0" fmla="*/ 0 h 631537"/>
                <a:gd name="connsiteX1" fmla="*/ 580406 w 580406"/>
                <a:gd name="connsiteY1" fmla="*/ 0 h 631537"/>
                <a:gd name="connsiteX2" fmla="*/ 580406 w 580406"/>
                <a:gd name="connsiteY2" fmla="*/ 421987 h 631537"/>
                <a:gd name="connsiteX3" fmla="*/ 377206 w 580406"/>
                <a:gd name="connsiteY3" fmla="*/ 631537 h 631537"/>
                <a:gd name="connsiteX4" fmla="*/ 2556 w 580406"/>
                <a:gd name="connsiteY4" fmla="*/ 0 h 631537"/>
                <a:gd name="connsiteX0" fmla="*/ 3553 w 581403"/>
                <a:gd name="connsiteY0" fmla="*/ 0 h 720437"/>
                <a:gd name="connsiteX1" fmla="*/ 581403 w 581403"/>
                <a:gd name="connsiteY1" fmla="*/ 0 h 720437"/>
                <a:gd name="connsiteX2" fmla="*/ 581403 w 581403"/>
                <a:gd name="connsiteY2" fmla="*/ 421987 h 720437"/>
                <a:gd name="connsiteX3" fmla="*/ 282953 w 581403"/>
                <a:gd name="connsiteY3" fmla="*/ 720437 h 720437"/>
                <a:gd name="connsiteX4" fmla="*/ 3553 w 581403"/>
                <a:gd name="connsiteY4" fmla="*/ 0 h 720437"/>
                <a:gd name="connsiteX0" fmla="*/ 128234 w 706084"/>
                <a:gd name="connsiteY0" fmla="*/ 0 h 720437"/>
                <a:gd name="connsiteX1" fmla="*/ 706084 w 706084"/>
                <a:gd name="connsiteY1" fmla="*/ 0 h 720437"/>
                <a:gd name="connsiteX2" fmla="*/ 706084 w 706084"/>
                <a:gd name="connsiteY2" fmla="*/ 421987 h 720437"/>
                <a:gd name="connsiteX3" fmla="*/ 407634 w 706084"/>
                <a:gd name="connsiteY3" fmla="*/ 720437 h 720437"/>
                <a:gd name="connsiteX4" fmla="*/ 13934 w 706084"/>
                <a:gd name="connsiteY4" fmla="*/ 610919 h 720437"/>
                <a:gd name="connsiteX5" fmla="*/ 128234 w 706084"/>
                <a:gd name="connsiteY5" fmla="*/ 0 h 720437"/>
                <a:gd name="connsiteX0" fmla="*/ 118331 w 696181"/>
                <a:gd name="connsiteY0" fmla="*/ 0 h 720437"/>
                <a:gd name="connsiteX1" fmla="*/ 696181 w 696181"/>
                <a:gd name="connsiteY1" fmla="*/ 0 h 720437"/>
                <a:gd name="connsiteX2" fmla="*/ 696181 w 696181"/>
                <a:gd name="connsiteY2" fmla="*/ 421987 h 720437"/>
                <a:gd name="connsiteX3" fmla="*/ 397731 w 696181"/>
                <a:gd name="connsiteY3" fmla="*/ 720437 h 720437"/>
                <a:gd name="connsiteX4" fmla="*/ 4031 w 696181"/>
                <a:gd name="connsiteY4" fmla="*/ 610919 h 720437"/>
                <a:gd name="connsiteX5" fmla="*/ 118331 w 696181"/>
                <a:gd name="connsiteY5" fmla="*/ 0 h 720437"/>
                <a:gd name="connsiteX0" fmla="*/ 119351 w 697201"/>
                <a:gd name="connsiteY0" fmla="*/ 0 h 720437"/>
                <a:gd name="connsiteX1" fmla="*/ 697201 w 697201"/>
                <a:gd name="connsiteY1" fmla="*/ 0 h 720437"/>
                <a:gd name="connsiteX2" fmla="*/ 697201 w 697201"/>
                <a:gd name="connsiteY2" fmla="*/ 421987 h 720437"/>
                <a:gd name="connsiteX3" fmla="*/ 398751 w 697201"/>
                <a:gd name="connsiteY3" fmla="*/ 720437 h 720437"/>
                <a:gd name="connsiteX4" fmla="*/ 5051 w 697201"/>
                <a:gd name="connsiteY4" fmla="*/ 610919 h 720437"/>
                <a:gd name="connsiteX5" fmla="*/ 119351 w 697201"/>
                <a:gd name="connsiteY5" fmla="*/ 0 h 720437"/>
                <a:gd name="connsiteX0" fmla="*/ 69513 w 647363"/>
                <a:gd name="connsiteY0" fmla="*/ 0 h 720437"/>
                <a:gd name="connsiteX1" fmla="*/ 647363 w 647363"/>
                <a:gd name="connsiteY1" fmla="*/ 0 h 720437"/>
                <a:gd name="connsiteX2" fmla="*/ 647363 w 647363"/>
                <a:gd name="connsiteY2" fmla="*/ 421987 h 720437"/>
                <a:gd name="connsiteX3" fmla="*/ 348913 w 647363"/>
                <a:gd name="connsiteY3" fmla="*/ 720437 h 720437"/>
                <a:gd name="connsiteX4" fmla="*/ 6013 w 647363"/>
                <a:gd name="connsiteY4" fmla="*/ 591869 h 720437"/>
                <a:gd name="connsiteX5" fmla="*/ 69513 w 647363"/>
                <a:gd name="connsiteY5" fmla="*/ 0 h 720437"/>
                <a:gd name="connsiteX0" fmla="*/ 26274 w 648574"/>
                <a:gd name="connsiteY0" fmla="*/ 6350 h 720437"/>
                <a:gd name="connsiteX1" fmla="*/ 648574 w 648574"/>
                <a:gd name="connsiteY1" fmla="*/ 0 h 720437"/>
                <a:gd name="connsiteX2" fmla="*/ 648574 w 648574"/>
                <a:gd name="connsiteY2" fmla="*/ 421987 h 720437"/>
                <a:gd name="connsiteX3" fmla="*/ 350124 w 648574"/>
                <a:gd name="connsiteY3" fmla="*/ 720437 h 720437"/>
                <a:gd name="connsiteX4" fmla="*/ 7224 w 648574"/>
                <a:gd name="connsiteY4" fmla="*/ 591869 h 720437"/>
                <a:gd name="connsiteX5" fmla="*/ 26274 w 648574"/>
                <a:gd name="connsiteY5" fmla="*/ 6350 h 720437"/>
                <a:gd name="connsiteX0" fmla="*/ 87621 w 709921"/>
                <a:gd name="connsiteY0" fmla="*/ 6350 h 1075640"/>
                <a:gd name="connsiteX1" fmla="*/ 709921 w 709921"/>
                <a:gd name="connsiteY1" fmla="*/ 0 h 1075640"/>
                <a:gd name="connsiteX2" fmla="*/ 709921 w 709921"/>
                <a:gd name="connsiteY2" fmla="*/ 421987 h 1075640"/>
                <a:gd name="connsiteX3" fmla="*/ 411471 w 709921"/>
                <a:gd name="connsiteY3" fmla="*/ 720437 h 1075640"/>
                <a:gd name="connsiteX4" fmla="*/ 68571 w 709921"/>
                <a:gd name="connsiteY4" fmla="*/ 591869 h 1075640"/>
                <a:gd name="connsiteX5" fmla="*/ 87621 w 709921"/>
                <a:gd name="connsiteY5" fmla="*/ 6350 h 1075640"/>
                <a:gd name="connsiteX0" fmla="*/ 224501 w 846801"/>
                <a:gd name="connsiteY0" fmla="*/ 6350 h 1086675"/>
                <a:gd name="connsiteX1" fmla="*/ 846801 w 846801"/>
                <a:gd name="connsiteY1" fmla="*/ 0 h 1086675"/>
                <a:gd name="connsiteX2" fmla="*/ 846801 w 846801"/>
                <a:gd name="connsiteY2" fmla="*/ 421987 h 1086675"/>
                <a:gd name="connsiteX3" fmla="*/ 548351 w 846801"/>
                <a:gd name="connsiteY3" fmla="*/ 720437 h 1086675"/>
                <a:gd name="connsiteX4" fmla="*/ 205451 w 846801"/>
                <a:gd name="connsiteY4" fmla="*/ 591869 h 1086675"/>
                <a:gd name="connsiteX5" fmla="*/ 224501 w 846801"/>
                <a:gd name="connsiteY5" fmla="*/ 6350 h 1086675"/>
                <a:gd name="connsiteX0" fmla="*/ 200191 w 822491"/>
                <a:gd name="connsiteY0" fmla="*/ 6350 h 1106430"/>
                <a:gd name="connsiteX1" fmla="*/ 822491 w 822491"/>
                <a:gd name="connsiteY1" fmla="*/ 0 h 1106430"/>
                <a:gd name="connsiteX2" fmla="*/ 822491 w 822491"/>
                <a:gd name="connsiteY2" fmla="*/ 421987 h 1106430"/>
                <a:gd name="connsiteX3" fmla="*/ 524041 w 822491"/>
                <a:gd name="connsiteY3" fmla="*/ 720437 h 1106430"/>
                <a:gd name="connsiteX4" fmla="*/ 181141 w 822491"/>
                <a:gd name="connsiteY4" fmla="*/ 591869 h 1106430"/>
                <a:gd name="connsiteX5" fmla="*/ 200191 w 822491"/>
                <a:gd name="connsiteY5" fmla="*/ 6350 h 1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491" h="1106430">
                  <a:moveTo>
                    <a:pt x="200191" y="6350"/>
                  </a:moveTo>
                  <a:lnTo>
                    <a:pt x="822491" y="0"/>
                  </a:lnTo>
                  <a:lnTo>
                    <a:pt x="822491" y="421987"/>
                  </a:lnTo>
                  <a:lnTo>
                    <a:pt x="524041" y="720437"/>
                  </a:lnTo>
                  <a:cubicBezTo>
                    <a:pt x="-79209" y="1578484"/>
                    <a:pt x="-115192" y="762742"/>
                    <a:pt x="181141" y="591869"/>
                  </a:cubicBezTo>
                  <a:cubicBezTo>
                    <a:pt x="134574" y="471796"/>
                    <a:pt x="333541" y="223528"/>
                    <a:pt x="200191" y="6350"/>
                  </a:cubicBezTo>
                  <a:close/>
                </a:path>
              </a:pathLst>
            </a:custGeom>
            <a:solidFill>
              <a:srgbClr val="EC320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Isosceles Triangle 5">
              <a:extLst>
                <a:ext uri="{FF2B5EF4-FFF2-40B4-BE49-F238E27FC236}">
                  <a16:creationId xmlns:a16="http://schemas.microsoft.com/office/drawing/2014/main" id="{38D10CC1-9EED-D477-15CD-0BD6BEADB9E0}"/>
                </a:ext>
              </a:extLst>
            </p:cNvPr>
            <p:cNvSpPr/>
            <p:nvPr/>
          </p:nvSpPr>
          <p:spPr>
            <a:xfrm flipV="1">
              <a:off x="4857750" y="2273108"/>
              <a:ext cx="609600" cy="400050"/>
            </a:xfrm>
            <a:custGeom>
              <a:avLst/>
              <a:gdLst>
                <a:gd name="connsiteX0" fmla="*/ 0 w 692150"/>
                <a:gd name="connsiteY0" fmla="*/ 381000 h 381000"/>
                <a:gd name="connsiteX1" fmla="*/ 346075 w 692150"/>
                <a:gd name="connsiteY1" fmla="*/ 0 h 381000"/>
                <a:gd name="connsiteX2" fmla="*/ 692150 w 692150"/>
                <a:gd name="connsiteY2" fmla="*/ 381000 h 381000"/>
                <a:gd name="connsiteX3" fmla="*/ 0 w 692150"/>
                <a:gd name="connsiteY3" fmla="*/ 381000 h 381000"/>
                <a:gd name="connsiteX0" fmla="*/ 0 w 711200"/>
                <a:gd name="connsiteY0" fmla="*/ 165100 h 381000"/>
                <a:gd name="connsiteX1" fmla="*/ 365125 w 711200"/>
                <a:gd name="connsiteY1" fmla="*/ 0 h 381000"/>
                <a:gd name="connsiteX2" fmla="*/ 711200 w 711200"/>
                <a:gd name="connsiteY2" fmla="*/ 381000 h 381000"/>
                <a:gd name="connsiteX3" fmla="*/ 0 w 711200"/>
                <a:gd name="connsiteY3" fmla="*/ 165100 h 381000"/>
                <a:gd name="connsiteX0" fmla="*/ 0 w 711200"/>
                <a:gd name="connsiteY0" fmla="*/ 292100 h 508000"/>
                <a:gd name="connsiteX1" fmla="*/ 587375 w 711200"/>
                <a:gd name="connsiteY1" fmla="*/ 0 h 508000"/>
                <a:gd name="connsiteX2" fmla="*/ 711200 w 711200"/>
                <a:gd name="connsiteY2" fmla="*/ 508000 h 508000"/>
                <a:gd name="connsiteX3" fmla="*/ 0 w 711200"/>
                <a:gd name="connsiteY3" fmla="*/ 292100 h 508000"/>
                <a:gd name="connsiteX0" fmla="*/ 0 w 673100"/>
                <a:gd name="connsiteY0" fmla="*/ 292100 h 311150"/>
                <a:gd name="connsiteX1" fmla="*/ 587375 w 673100"/>
                <a:gd name="connsiteY1" fmla="*/ 0 h 311150"/>
                <a:gd name="connsiteX2" fmla="*/ 673100 w 673100"/>
                <a:gd name="connsiteY2" fmla="*/ 311150 h 311150"/>
                <a:gd name="connsiteX3" fmla="*/ 0 w 673100"/>
                <a:gd name="connsiteY3" fmla="*/ 292100 h 311150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  <a:gd name="connsiteX0" fmla="*/ 0 w 596900"/>
                <a:gd name="connsiteY0" fmla="*/ 292100 h 379486"/>
                <a:gd name="connsiteX1" fmla="*/ 587375 w 596900"/>
                <a:gd name="connsiteY1" fmla="*/ 0 h 379486"/>
                <a:gd name="connsiteX2" fmla="*/ 596900 w 596900"/>
                <a:gd name="connsiteY2" fmla="*/ 374650 h 379486"/>
                <a:gd name="connsiteX3" fmla="*/ 0 w 596900"/>
                <a:gd name="connsiteY3" fmla="*/ 292100 h 379486"/>
                <a:gd name="connsiteX0" fmla="*/ 0 w 603250"/>
                <a:gd name="connsiteY0" fmla="*/ 323850 h 395207"/>
                <a:gd name="connsiteX1" fmla="*/ 593725 w 603250"/>
                <a:gd name="connsiteY1" fmla="*/ 0 h 395207"/>
                <a:gd name="connsiteX2" fmla="*/ 603250 w 603250"/>
                <a:gd name="connsiteY2" fmla="*/ 374650 h 395207"/>
                <a:gd name="connsiteX3" fmla="*/ 0 w 603250"/>
                <a:gd name="connsiteY3" fmla="*/ 323850 h 395207"/>
                <a:gd name="connsiteX0" fmla="*/ 0 w 603250"/>
                <a:gd name="connsiteY0" fmla="*/ 323850 h 374650"/>
                <a:gd name="connsiteX1" fmla="*/ 593725 w 603250"/>
                <a:gd name="connsiteY1" fmla="*/ 0 h 374650"/>
                <a:gd name="connsiteX2" fmla="*/ 603250 w 603250"/>
                <a:gd name="connsiteY2" fmla="*/ 374650 h 374650"/>
                <a:gd name="connsiteX3" fmla="*/ 0 w 603250"/>
                <a:gd name="connsiteY3" fmla="*/ 323850 h 374650"/>
                <a:gd name="connsiteX0" fmla="*/ 0 w 603250"/>
                <a:gd name="connsiteY0" fmla="*/ 323850 h 374650"/>
                <a:gd name="connsiteX1" fmla="*/ 593725 w 603250"/>
                <a:gd name="connsiteY1" fmla="*/ 0 h 374650"/>
                <a:gd name="connsiteX2" fmla="*/ 603250 w 603250"/>
                <a:gd name="connsiteY2" fmla="*/ 374650 h 374650"/>
                <a:gd name="connsiteX3" fmla="*/ 0 w 603250"/>
                <a:gd name="connsiteY3" fmla="*/ 323850 h 374650"/>
                <a:gd name="connsiteX0" fmla="*/ 0 w 603250"/>
                <a:gd name="connsiteY0" fmla="*/ 32385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23850 h 400050"/>
                <a:gd name="connsiteX0" fmla="*/ 0 w 603250"/>
                <a:gd name="connsiteY0" fmla="*/ 32385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23850 h 400050"/>
                <a:gd name="connsiteX0" fmla="*/ 0 w 603250"/>
                <a:gd name="connsiteY0" fmla="*/ 34290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42900 h 400050"/>
                <a:gd name="connsiteX0" fmla="*/ 0 w 603250"/>
                <a:gd name="connsiteY0" fmla="*/ 34290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42900 h 400050"/>
                <a:gd name="connsiteX0" fmla="*/ 0 w 603250"/>
                <a:gd name="connsiteY0" fmla="*/ 342900 h 368300"/>
                <a:gd name="connsiteX1" fmla="*/ 593725 w 603250"/>
                <a:gd name="connsiteY1" fmla="*/ 0 h 368300"/>
                <a:gd name="connsiteX2" fmla="*/ 603250 w 603250"/>
                <a:gd name="connsiteY2" fmla="*/ 368300 h 368300"/>
                <a:gd name="connsiteX3" fmla="*/ 0 w 603250"/>
                <a:gd name="connsiteY3" fmla="*/ 342900 h 368300"/>
                <a:gd name="connsiteX0" fmla="*/ 0 w 609600"/>
                <a:gd name="connsiteY0" fmla="*/ 342900 h 400050"/>
                <a:gd name="connsiteX1" fmla="*/ 593725 w 609600"/>
                <a:gd name="connsiteY1" fmla="*/ 0 h 400050"/>
                <a:gd name="connsiteX2" fmla="*/ 609600 w 609600"/>
                <a:gd name="connsiteY2" fmla="*/ 400050 h 400050"/>
                <a:gd name="connsiteX3" fmla="*/ 0 w 609600"/>
                <a:gd name="connsiteY3" fmla="*/ 342900 h 400050"/>
                <a:gd name="connsiteX0" fmla="*/ 0 w 609600"/>
                <a:gd name="connsiteY0" fmla="*/ 368300 h 400050"/>
                <a:gd name="connsiteX1" fmla="*/ 593725 w 609600"/>
                <a:gd name="connsiteY1" fmla="*/ 0 h 400050"/>
                <a:gd name="connsiteX2" fmla="*/ 609600 w 609600"/>
                <a:gd name="connsiteY2" fmla="*/ 400050 h 400050"/>
                <a:gd name="connsiteX3" fmla="*/ 0 w 609600"/>
                <a:gd name="connsiteY3" fmla="*/ 36830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00050">
                  <a:moveTo>
                    <a:pt x="0" y="368300"/>
                  </a:moveTo>
                  <a:cubicBezTo>
                    <a:pt x="170392" y="150283"/>
                    <a:pt x="397933" y="97367"/>
                    <a:pt x="593725" y="0"/>
                  </a:cubicBezTo>
                  <a:lnTo>
                    <a:pt x="609600" y="400050"/>
                  </a:lnTo>
                  <a:cubicBezTo>
                    <a:pt x="385233" y="393700"/>
                    <a:pt x="173567" y="381000"/>
                    <a:pt x="0" y="368300"/>
                  </a:cubicBez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Isosceles Triangle 5">
              <a:extLst>
                <a:ext uri="{FF2B5EF4-FFF2-40B4-BE49-F238E27FC236}">
                  <a16:creationId xmlns:a16="http://schemas.microsoft.com/office/drawing/2014/main" id="{D2A8537B-E75B-11B2-8495-0C8970154947}"/>
                </a:ext>
              </a:extLst>
            </p:cNvPr>
            <p:cNvSpPr/>
            <p:nvPr/>
          </p:nvSpPr>
          <p:spPr>
            <a:xfrm>
              <a:off x="4794250" y="1968500"/>
              <a:ext cx="673100" cy="352329"/>
            </a:xfrm>
            <a:custGeom>
              <a:avLst/>
              <a:gdLst>
                <a:gd name="connsiteX0" fmla="*/ 0 w 692150"/>
                <a:gd name="connsiteY0" fmla="*/ 381000 h 381000"/>
                <a:gd name="connsiteX1" fmla="*/ 346075 w 692150"/>
                <a:gd name="connsiteY1" fmla="*/ 0 h 381000"/>
                <a:gd name="connsiteX2" fmla="*/ 692150 w 692150"/>
                <a:gd name="connsiteY2" fmla="*/ 381000 h 381000"/>
                <a:gd name="connsiteX3" fmla="*/ 0 w 692150"/>
                <a:gd name="connsiteY3" fmla="*/ 381000 h 381000"/>
                <a:gd name="connsiteX0" fmla="*/ 0 w 711200"/>
                <a:gd name="connsiteY0" fmla="*/ 165100 h 381000"/>
                <a:gd name="connsiteX1" fmla="*/ 365125 w 711200"/>
                <a:gd name="connsiteY1" fmla="*/ 0 h 381000"/>
                <a:gd name="connsiteX2" fmla="*/ 711200 w 711200"/>
                <a:gd name="connsiteY2" fmla="*/ 381000 h 381000"/>
                <a:gd name="connsiteX3" fmla="*/ 0 w 711200"/>
                <a:gd name="connsiteY3" fmla="*/ 165100 h 381000"/>
                <a:gd name="connsiteX0" fmla="*/ 0 w 711200"/>
                <a:gd name="connsiteY0" fmla="*/ 292100 h 508000"/>
                <a:gd name="connsiteX1" fmla="*/ 587375 w 711200"/>
                <a:gd name="connsiteY1" fmla="*/ 0 h 508000"/>
                <a:gd name="connsiteX2" fmla="*/ 711200 w 711200"/>
                <a:gd name="connsiteY2" fmla="*/ 508000 h 508000"/>
                <a:gd name="connsiteX3" fmla="*/ 0 w 711200"/>
                <a:gd name="connsiteY3" fmla="*/ 292100 h 508000"/>
                <a:gd name="connsiteX0" fmla="*/ 0 w 673100"/>
                <a:gd name="connsiteY0" fmla="*/ 292100 h 311150"/>
                <a:gd name="connsiteX1" fmla="*/ 587375 w 673100"/>
                <a:gd name="connsiteY1" fmla="*/ 0 h 311150"/>
                <a:gd name="connsiteX2" fmla="*/ 673100 w 673100"/>
                <a:gd name="connsiteY2" fmla="*/ 311150 h 311150"/>
                <a:gd name="connsiteX3" fmla="*/ 0 w 673100"/>
                <a:gd name="connsiteY3" fmla="*/ 292100 h 311150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352329">
                  <a:moveTo>
                    <a:pt x="0" y="292100"/>
                  </a:moveTo>
                  <a:lnTo>
                    <a:pt x="587375" y="0"/>
                  </a:lnTo>
                  <a:lnTo>
                    <a:pt x="673100" y="311150"/>
                  </a:lnTo>
                  <a:cubicBezTo>
                    <a:pt x="448733" y="304800"/>
                    <a:pt x="173567" y="419100"/>
                    <a:pt x="0" y="292100"/>
                  </a:cubicBez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4F16B1EF-1E24-1CB4-6211-27ED2FFA199F}"/>
                </a:ext>
              </a:extLst>
            </p:cNvPr>
            <p:cNvSpPr/>
            <p:nvPr/>
          </p:nvSpPr>
          <p:spPr>
            <a:xfrm>
              <a:off x="5154304" y="1169580"/>
              <a:ext cx="2160896" cy="2420382"/>
            </a:xfrm>
            <a:custGeom>
              <a:avLst/>
              <a:gdLst>
                <a:gd name="connsiteX0" fmla="*/ 0 w 782472"/>
                <a:gd name="connsiteY0" fmla="*/ 0 h 300251"/>
                <a:gd name="connsiteX1" fmla="*/ 782472 w 782472"/>
                <a:gd name="connsiteY1" fmla="*/ 0 h 300251"/>
                <a:gd name="connsiteX2" fmla="*/ 782472 w 782472"/>
                <a:gd name="connsiteY2" fmla="*/ 300251 h 300251"/>
                <a:gd name="connsiteX3" fmla="*/ 0 w 782472"/>
                <a:gd name="connsiteY3" fmla="*/ 300251 h 300251"/>
                <a:gd name="connsiteX4" fmla="*/ 0 w 782472"/>
                <a:gd name="connsiteY4" fmla="*/ 0 h 300251"/>
                <a:gd name="connsiteX0" fmla="*/ 941696 w 1724168"/>
                <a:gd name="connsiteY0" fmla="*/ 0 h 1009935"/>
                <a:gd name="connsiteX1" fmla="*/ 1724168 w 1724168"/>
                <a:gd name="connsiteY1" fmla="*/ 0 h 1009935"/>
                <a:gd name="connsiteX2" fmla="*/ 1724168 w 1724168"/>
                <a:gd name="connsiteY2" fmla="*/ 300251 h 1009935"/>
                <a:gd name="connsiteX3" fmla="*/ 0 w 1724168"/>
                <a:gd name="connsiteY3" fmla="*/ 1009935 h 1009935"/>
                <a:gd name="connsiteX4" fmla="*/ 941696 w 1724168"/>
                <a:gd name="connsiteY4" fmla="*/ 0 h 1009935"/>
                <a:gd name="connsiteX0" fmla="*/ 941696 w 2160896"/>
                <a:gd name="connsiteY0" fmla="*/ 0 h 1009935"/>
                <a:gd name="connsiteX1" fmla="*/ 1724168 w 2160896"/>
                <a:gd name="connsiteY1" fmla="*/ 0 h 1009935"/>
                <a:gd name="connsiteX2" fmla="*/ 2160896 w 2160896"/>
                <a:gd name="connsiteY2" fmla="*/ 204717 h 1009935"/>
                <a:gd name="connsiteX3" fmla="*/ 0 w 2160896"/>
                <a:gd name="connsiteY3" fmla="*/ 1009935 h 1009935"/>
                <a:gd name="connsiteX4" fmla="*/ 941696 w 2160896"/>
                <a:gd name="connsiteY4" fmla="*/ 0 h 1009935"/>
                <a:gd name="connsiteX0" fmla="*/ 941696 w 2160896"/>
                <a:gd name="connsiteY0" fmla="*/ 40943 h 1050878"/>
                <a:gd name="connsiteX1" fmla="*/ 1806054 w 2160896"/>
                <a:gd name="connsiteY1" fmla="*/ 0 h 1050878"/>
                <a:gd name="connsiteX2" fmla="*/ 2160896 w 2160896"/>
                <a:gd name="connsiteY2" fmla="*/ 245660 h 1050878"/>
                <a:gd name="connsiteX3" fmla="*/ 0 w 2160896"/>
                <a:gd name="connsiteY3" fmla="*/ 1050878 h 1050878"/>
                <a:gd name="connsiteX4" fmla="*/ 941696 w 2160896"/>
                <a:gd name="connsiteY4" fmla="*/ 40943 h 1050878"/>
                <a:gd name="connsiteX0" fmla="*/ 136478 w 2160896"/>
                <a:gd name="connsiteY0" fmla="*/ 682388 h 1050878"/>
                <a:gd name="connsiteX1" fmla="*/ 1806054 w 2160896"/>
                <a:gd name="connsiteY1" fmla="*/ 0 h 1050878"/>
                <a:gd name="connsiteX2" fmla="*/ 2160896 w 2160896"/>
                <a:gd name="connsiteY2" fmla="*/ 245660 h 1050878"/>
                <a:gd name="connsiteX3" fmla="*/ 0 w 2160896"/>
                <a:gd name="connsiteY3" fmla="*/ 1050878 h 1050878"/>
                <a:gd name="connsiteX4" fmla="*/ 136478 w 2160896"/>
                <a:gd name="connsiteY4" fmla="*/ 682388 h 1050878"/>
                <a:gd name="connsiteX0" fmla="*/ 136478 w 2160896"/>
                <a:gd name="connsiteY0" fmla="*/ 1683494 h 2051984"/>
                <a:gd name="connsiteX1" fmla="*/ 1806054 w 2160896"/>
                <a:gd name="connsiteY1" fmla="*/ 1001106 h 2051984"/>
                <a:gd name="connsiteX2" fmla="*/ 2160896 w 2160896"/>
                <a:gd name="connsiteY2" fmla="*/ 1246766 h 2051984"/>
                <a:gd name="connsiteX3" fmla="*/ 0 w 2160896"/>
                <a:gd name="connsiteY3" fmla="*/ 2051984 h 2051984"/>
                <a:gd name="connsiteX4" fmla="*/ 136478 w 2160896"/>
                <a:gd name="connsiteY4" fmla="*/ 1683494 h 2051984"/>
                <a:gd name="connsiteX0" fmla="*/ 136478 w 2160896"/>
                <a:gd name="connsiteY0" fmla="*/ 2089551 h 2458041"/>
                <a:gd name="connsiteX1" fmla="*/ 1806054 w 2160896"/>
                <a:gd name="connsiteY1" fmla="*/ 1407163 h 2458041"/>
                <a:gd name="connsiteX2" fmla="*/ 2160896 w 2160896"/>
                <a:gd name="connsiteY2" fmla="*/ 1652823 h 2458041"/>
                <a:gd name="connsiteX3" fmla="*/ 0 w 2160896"/>
                <a:gd name="connsiteY3" fmla="*/ 2458041 h 2458041"/>
                <a:gd name="connsiteX4" fmla="*/ 136478 w 2160896"/>
                <a:gd name="connsiteY4" fmla="*/ 2089551 h 2458041"/>
                <a:gd name="connsiteX0" fmla="*/ 136478 w 2160896"/>
                <a:gd name="connsiteY0" fmla="*/ 2093611 h 2462101"/>
                <a:gd name="connsiteX1" fmla="*/ 1844154 w 2160896"/>
                <a:gd name="connsiteY1" fmla="*/ 1401698 h 2462101"/>
                <a:gd name="connsiteX2" fmla="*/ 2160896 w 2160896"/>
                <a:gd name="connsiteY2" fmla="*/ 1656883 h 2462101"/>
                <a:gd name="connsiteX3" fmla="*/ 0 w 2160896"/>
                <a:gd name="connsiteY3" fmla="*/ 2462101 h 2462101"/>
                <a:gd name="connsiteX4" fmla="*/ 136478 w 2160896"/>
                <a:gd name="connsiteY4" fmla="*/ 2093611 h 2462101"/>
                <a:gd name="connsiteX0" fmla="*/ 136478 w 2160896"/>
                <a:gd name="connsiteY0" fmla="*/ 2106417 h 2474907"/>
                <a:gd name="connsiteX1" fmla="*/ 1844154 w 2160896"/>
                <a:gd name="connsiteY1" fmla="*/ 1414504 h 2474907"/>
                <a:gd name="connsiteX2" fmla="*/ 2160896 w 2160896"/>
                <a:gd name="connsiteY2" fmla="*/ 1669689 h 2474907"/>
                <a:gd name="connsiteX3" fmla="*/ 0 w 2160896"/>
                <a:gd name="connsiteY3" fmla="*/ 2474907 h 2474907"/>
                <a:gd name="connsiteX4" fmla="*/ 136478 w 2160896"/>
                <a:gd name="connsiteY4" fmla="*/ 2106417 h 2474907"/>
                <a:gd name="connsiteX0" fmla="*/ 136478 w 2160896"/>
                <a:gd name="connsiteY0" fmla="*/ 2138739 h 2507229"/>
                <a:gd name="connsiteX1" fmla="*/ 1844154 w 2160896"/>
                <a:gd name="connsiteY1" fmla="*/ 1446826 h 2507229"/>
                <a:gd name="connsiteX2" fmla="*/ 2160896 w 2160896"/>
                <a:gd name="connsiteY2" fmla="*/ 1702011 h 2507229"/>
                <a:gd name="connsiteX3" fmla="*/ 0 w 2160896"/>
                <a:gd name="connsiteY3" fmla="*/ 2507229 h 2507229"/>
                <a:gd name="connsiteX4" fmla="*/ 136478 w 2160896"/>
                <a:gd name="connsiteY4" fmla="*/ 2138739 h 2507229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0 w 2160896"/>
                <a:gd name="connsiteY3" fmla="*/ 2419782 h 2419782"/>
                <a:gd name="connsiteX4" fmla="*/ 136478 w 2160896"/>
                <a:gd name="connsiteY4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0 w 2160896"/>
                <a:gd name="connsiteY4" fmla="*/ 2419782 h 2419782"/>
                <a:gd name="connsiteX5" fmla="*/ 136478 w 2160896"/>
                <a:gd name="connsiteY5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0 w 2160896"/>
                <a:gd name="connsiteY5" fmla="*/ 2419782 h 2419782"/>
                <a:gd name="connsiteX6" fmla="*/ 136478 w 2160896"/>
                <a:gd name="connsiteY6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0 w 2160896"/>
                <a:gd name="connsiteY6" fmla="*/ 2419782 h 2419782"/>
                <a:gd name="connsiteX7" fmla="*/ 136478 w 2160896"/>
                <a:gd name="connsiteY7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0 w 2160896"/>
                <a:gd name="connsiteY7" fmla="*/ 2419782 h 2419782"/>
                <a:gd name="connsiteX8" fmla="*/ 136478 w 2160896"/>
                <a:gd name="connsiteY8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0 w 2160896"/>
                <a:gd name="connsiteY8" fmla="*/ 2419782 h 2419782"/>
                <a:gd name="connsiteX9" fmla="*/ 136478 w 2160896"/>
                <a:gd name="connsiteY9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0 w 2160896"/>
                <a:gd name="connsiteY9" fmla="*/ 2419782 h 2419782"/>
                <a:gd name="connsiteX10" fmla="*/ 136478 w 2160896"/>
                <a:gd name="connsiteY10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560696 w 2160896"/>
                <a:gd name="connsiteY9" fmla="*/ 2173695 h 2419782"/>
                <a:gd name="connsiteX10" fmla="*/ 0 w 2160896"/>
                <a:gd name="connsiteY10" fmla="*/ 2419782 h 2419782"/>
                <a:gd name="connsiteX11" fmla="*/ 136478 w 2160896"/>
                <a:gd name="connsiteY11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560696 w 2160896"/>
                <a:gd name="connsiteY9" fmla="*/ 2173695 h 2419782"/>
                <a:gd name="connsiteX10" fmla="*/ 0 w 2160896"/>
                <a:gd name="connsiteY10" fmla="*/ 2419782 h 2419782"/>
                <a:gd name="connsiteX11" fmla="*/ 136478 w 2160896"/>
                <a:gd name="connsiteY11" fmla="*/ 2051292 h 24197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0896" h="2420382">
                  <a:moveTo>
                    <a:pt x="136478" y="2051292"/>
                  </a:moveTo>
                  <a:cubicBezTo>
                    <a:pt x="-207750" y="-1205973"/>
                    <a:pt x="2241978" y="88716"/>
                    <a:pt x="1844154" y="1359379"/>
                  </a:cubicBezTo>
                  <a:lnTo>
                    <a:pt x="2160896" y="1614564"/>
                  </a:lnTo>
                  <a:cubicBezTo>
                    <a:pt x="2018021" y="1667591"/>
                    <a:pt x="1894196" y="1863493"/>
                    <a:pt x="1732271" y="1773645"/>
                  </a:cubicBezTo>
                  <a:cubicBezTo>
                    <a:pt x="1662421" y="1799045"/>
                    <a:pt x="1897371" y="2053045"/>
                    <a:pt x="1827521" y="2078445"/>
                  </a:cubicBezTo>
                  <a:cubicBezTo>
                    <a:pt x="1700521" y="2107020"/>
                    <a:pt x="1459221" y="2097495"/>
                    <a:pt x="1341746" y="2011770"/>
                  </a:cubicBezTo>
                  <a:cubicBezTo>
                    <a:pt x="1278246" y="2033995"/>
                    <a:pt x="1281421" y="2294345"/>
                    <a:pt x="1217921" y="2316570"/>
                  </a:cubicBezTo>
                  <a:cubicBezTo>
                    <a:pt x="1148071" y="2322920"/>
                    <a:pt x="973446" y="2186395"/>
                    <a:pt x="970271" y="2087970"/>
                  </a:cubicBezTo>
                  <a:cubicBezTo>
                    <a:pt x="894071" y="2110195"/>
                    <a:pt x="846446" y="2370545"/>
                    <a:pt x="770246" y="2392770"/>
                  </a:cubicBezTo>
                  <a:cubicBezTo>
                    <a:pt x="741671" y="2361020"/>
                    <a:pt x="589271" y="2284820"/>
                    <a:pt x="560696" y="2173695"/>
                  </a:cubicBezTo>
                  <a:cubicBezTo>
                    <a:pt x="364272" y="2417649"/>
                    <a:pt x="167849" y="2423478"/>
                    <a:pt x="0" y="2419782"/>
                  </a:cubicBezTo>
                  <a:lnTo>
                    <a:pt x="136478" y="2051292"/>
                  </a:lnTo>
                  <a:close/>
                </a:path>
              </a:pathLst>
            </a:custGeom>
            <a:solidFill>
              <a:srgbClr val="DE4F0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BF121F7-6975-86A6-AD14-04E250E81594}"/>
                </a:ext>
              </a:extLst>
            </p:cNvPr>
            <p:cNvSpPr/>
            <p:nvPr/>
          </p:nvSpPr>
          <p:spPr>
            <a:xfrm>
              <a:off x="5519713" y="1838340"/>
              <a:ext cx="362829" cy="35233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DBAC859-03DC-9582-1FE6-FD8DC560619B}"/>
                </a:ext>
              </a:extLst>
            </p:cNvPr>
            <p:cNvSpPr/>
            <p:nvPr/>
          </p:nvSpPr>
          <p:spPr>
            <a:xfrm>
              <a:off x="5665848" y="1853315"/>
              <a:ext cx="150368" cy="146017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D403E541-A860-C965-52F8-9544BB6DF27D}"/>
                </a:ext>
              </a:extLst>
            </p:cNvPr>
            <p:cNvSpPr/>
            <p:nvPr/>
          </p:nvSpPr>
          <p:spPr>
            <a:xfrm>
              <a:off x="7792871" y="1812437"/>
              <a:ext cx="2377629" cy="230285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33015"/>
                <a:gd name="connsiteY0" fmla="*/ 477671 h 914400"/>
                <a:gd name="connsiteX1" fmla="*/ 1433015 w 1433015"/>
                <a:gd name="connsiteY1" fmla="*/ 0 h 914400"/>
                <a:gd name="connsiteX2" fmla="*/ 1433015 w 1433015"/>
                <a:gd name="connsiteY2" fmla="*/ 914400 h 914400"/>
                <a:gd name="connsiteX3" fmla="*/ 518615 w 1433015"/>
                <a:gd name="connsiteY3" fmla="*/ 914400 h 914400"/>
                <a:gd name="connsiteX4" fmla="*/ 0 w 1433015"/>
                <a:gd name="connsiteY4" fmla="*/ 477671 h 914400"/>
                <a:gd name="connsiteX0" fmla="*/ 0 w 1433015"/>
                <a:gd name="connsiteY0" fmla="*/ 477671 h 914400"/>
                <a:gd name="connsiteX1" fmla="*/ 1433015 w 1433015"/>
                <a:gd name="connsiteY1" fmla="*/ 0 h 914400"/>
                <a:gd name="connsiteX2" fmla="*/ 1433015 w 1433015"/>
                <a:gd name="connsiteY2" fmla="*/ 914400 h 914400"/>
                <a:gd name="connsiteX3" fmla="*/ 1173707 w 1433015"/>
                <a:gd name="connsiteY3" fmla="*/ 914400 h 914400"/>
                <a:gd name="connsiteX4" fmla="*/ 0 w 1433015"/>
                <a:gd name="connsiteY4" fmla="*/ 477671 h 914400"/>
                <a:gd name="connsiteX0" fmla="*/ 0 w 1050878"/>
                <a:gd name="connsiteY0" fmla="*/ 95534 h 914400"/>
                <a:gd name="connsiteX1" fmla="*/ 1050878 w 1050878"/>
                <a:gd name="connsiteY1" fmla="*/ 0 h 914400"/>
                <a:gd name="connsiteX2" fmla="*/ 1050878 w 1050878"/>
                <a:gd name="connsiteY2" fmla="*/ 914400 h 914400"/>
                <a:gd name="connsiteX3" fmla="*/ 791570 w 1050878"/>
                <a:gd name="connsiteY3" fmla="*/ 914400 h 914400"/>
                <a:gd name="connsiteX4" fmla="*/ 0 w 1050878"/>
                <a:gd name="connsiteY4" fmla="*/ 95534 h 914400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050878 w 1856096"/>
                <a:gd name="connsiteY2" fmla="*/ 1405719 h 1405719"/>
                <a:gd name="connsiteX3" fmla="*/ 791570 w 1856096"/>
                <a:gd name="connsiteY3" fmla="*/ 1405719 h 1405719"/>
                <a:gd name="connsiteX4" fmla="*/ 0 w 1856096"/>
                <a:gd name="connsiteY4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050878 w 1856096"/>
                <a:gd name="connsiteY3" fmla="*/ 1405719 h 1405719"/>
                <a:gd name="connsiteX4" fmla="*/ 791570 w 1856096"/>
                <a:gd name="connsiteY4" fmla="*/ 1405719 h 1405719"/>
                <a:gd name="connsiteX5" fmla="*/ 0 w 1856096"/>
                <a:gd name="connsiteY5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351129 w 1856096"/>
                <a:gd name="connsiteY3" fmla="*/ 1228299 h 1405719"/>
                <a:gd name="connsiteX4" fmla="*/ 1050878 w 1856096"/>
                <a:gd name="connsiteY4" fmla="*/ 1405719 h 1405719"/>
                <a:gd name="connsiteX5" fmla="*/ 791570 w 1856096"/>
                <a:gd name="connsiteY5" fmla="*/ 1405719 h 1405719"/>
                <a:gd name="connsiteX6" fmla="*/ 0 w 1856096"/>
                <a:gd name="connsiteY6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351129 w 1856096"/>
                <a:gd name="connsiteY3" fmla="*/ 1228299 h 1405719"/>
                <a:gd name="connsiteX4" fmla="*/ 791570 w 1856096"/>
                <a:gd name="connsiteY4" fmla="*/ 1405719 h 1405719"/>
                <a:gd name="connsiteX5" fmla="*/ 0 w 1856096"/>
                <a:gd name="connsiteY5" fmla="*/ 586853 h 1405719"/>
                <a:gd name="connsiteX0" fmla="*/ 0 w 1856096"/>
                <a:gd name="connsiteY0" fmla="*/ 586853 h 1546331"/>
                <a:gd name="connsiteX1" fmla="*/ 1856096 w 1856096"/>
                <a:gd name="connsiteY1" fmla="*/ 0 h 1546331"/>
                <a:gd name="connsiteX2" fmla="*/ 1774210 w 1856096"/>
                <a:gd name="connsiteY2" fmla="*/ 668741 h 1546331"/>
                <a:gd name="connsiteX3" fmla="*/ 1351129 w 1856096"/>
                <a:gd name="connsiteY3" fmla="*/ 1228299 h 1546331"/>
                <a:gd name="connsiteX4" fmla="*/ 791570 w 1856096"/>
                <a:gd name="connsiteY4" fmla="*/ 1405719 h 1546331"/>
                <a:gd name="connsiteX5" fmla="*/ 0 w 1856096"/>
                <a:gd name="connsiteY5" fmla="*/ 586853 h 1546331"/>
                <a:gd name="connsiteX0" fmla="*/ 0 w 1856096"/>
                <a:gd name="connsiteY0" fmla="*/ 586853 h 1563159"/>
                <a:gd name="connsiteX1" fmla="*/ 1856096 w 1856096"/>
                <a:gd name="connsiteY1" fmla="*/ 0 h 1563159"/>
                <a:gd name="connsiteX2" fmla="*/ 1774210 w 1856096"/>
                <a:gd name="connsiteY2" fmla="*/ 668741 h 1563159"/>
                <a:gd name="connsiteX3" fmla="*/ 1351129 w 1856096"/>
                <a:gd name="connsiteY3" fmla="*/ 1228299 h 1563159"/>
                <a:gd name="connsiteX4" fmla="*/ 791570 w 1856096"/>
                <a:gd name="connsiteY4" fmla="*/ 1405719 h 1563159"/>
                <a:gd name="connsiteX5" fmla="*/ 0 w 1856096"/>
                <a:gd name="connsiteY5" fmla="*/ 586853 h 1563159"/>
                <a:gd name="connsiteX0" fmla="*/ 0 w 1856096"/>
                <a:gd name="connsiteY0" fmla="*/ 586853 h 1563159"/>
                <a:gd name="connsiteX1" fmla="*/ 1856096 w 1856096"/>
                <a:gd name="connsiteY1" fmla="*/ 0 h 1563159"/>
                <a:gd name="connsiteX2" fmla="*/ 1774210 w 1856096"/>
                <a:gd name="connsiteY2" fmla="*/ 668741 h 1563159"/>
                <a:gd name="connsiteX3" fmla="*/ 1351129 w 1856096"/>
                <a:gd name="connsiteY3" fmla="*/ 1228299 h 1563159"/>
                <a:gd name="connsiteX4" fmla="*/ 791570 w 1856096"/>
                <a:gd name="connsiteY4" fmla="*/ 1405719 h 1563159"/>
                <a:gd name="connsiteX5" fmla="*/ 0 w 1856096"/>
                <a:gd name="connsiteY5" fmla="*/ 586853 h 1563159"/>
                <a:gd name="connsiteX0" fmla="*/ 0 w 1963128"/>
                <a:gd name="connsiteY0" fmla="*/ 586853 h 1563159"/>
                <a:gd name="connsiteX1" fmla="*/ 1856096 w 1963128"/>
                <a:gd name="connsiteY1" fmla="*/ 0 h 1563159"/>
                <a:gd name="connsiteX2" fmla="*/ 1774210 w 1963128"/>
                <a:gd name="connsiteY2" fmla="*/ 668741 h 1563159"/>
                <a:gd name="connsiteX3" fmla="*/ 1351129 w 1963128"/>
                <a:gd name="connsiteY3" fmla="*/ 1228299 h 1563159"/>
                <a:gd name="connsiteX4" fmla="*/ 791570 w 1963128"/>
                <a:gd name="connsiteY4" fmla="*/ 1405719 h 1563159"/>
                <a:gd name="connsiteX5" fmla="*/ 0 w 1963128"/>
                <a:gd name="connsiteY5" fmla="*/ 586853 h 1563159"/>
                <a:gd name="connsiteX0" fmla="*/ 0 w 2329218"/>
                <a:gd name="connsiteY0" fmla="*/ 586853 h 1563159"/>
                <a:gd name="connsiteX1" fmla="*/ 1856096 w 2329218"/>
                <a:gd name="connsiteY1" fmla="*/ 0 h 1563159"/>
                <a:gd name="connsiteX2" fmla="*/ 1774210 w 2329218"/>
                <a:gd name="connsiteY2" fmla="*/ 668741 h 1563159"/>
                <a:gd name="connsiteX3" fmla="*/ 1351129 w 2329218"/>
                <a:gd name="connsiteY3" fmla="*/ 1228299 h 1563159"/>
                <a:gd name="connsiteX4" fmla="*/ 791570 w 2329218"/>
                <a:gd name="connsiteY4" fmla="*/ 1405719 h 1563159"/>
                <a:gd name="connsiteX5" fmla="*/ 0 w 2329218"/>
                <a:gd name="connsiteY5" fmla="*/ 586853 h 1563159"/>
                <a:gd name="connsiteX0" fmla="*/ 0 w 2377629"/>
                <a:gd name="connsiteY0" fmla="*/ 586853 h 1563159"/>
                <a:gd name="connsiteX1" fmla="*/ 1856096 w 2377629"/>
                <a:gd name="connsiteY1" fmla="*/ 0 h 1563159"/>
                <a:gd name="connsiteX2" fmla="*/ 1774210 w 2377629"/>
                <a:gd name="connsiteY2" fmla="*/ 668741 h 1563159"/>
                <a:gd name="connsiteX3" fmla="*/ 1351129 w 2377629"/>
                <a:gd name="connsiteY3" fmla="*/ 1228299 h 1563159"/>
                <a:gd name="connsiteX4" fmla="*/ 791570 w 2377629"/>
                <a:gd name="connsiteY4" fmla="*/ 1405719 h 1563159"/>
                <a:gd name="connsiteX5" fmla="*/ 0 w 2377629"/>
                <a:gd name="connsiteY5" fmla="*/ 586853 h 1563159"/>
                <a:gd name="connsiteX0" fmla="*/ 0 w 2377629"/>
                <a:gd name="connsiteY0" fmla="*/ 1106069 h 2082375"/>
                <a:gd name="connsiteX1" fmla="*/ 1856096 w 2377629"/>
                <a:gd name="connsiteY1" fmla="*/ 519216 h 2082375"/>
                <a:gd name="connsiteX2" fmla="*/ 1774210 w 2377629"/>
                <a:gd name="connsiteY2" fmla="*/ 1187957 h 2082375"/>
                <a:gd name="connsiteX3" fmla="*/ 1351129 w 2377629"/>
                <a:gd name="connsiteY3" fmla="*/ 1747515 h 2082375"/>
                <a:gd name="connsiteX4" fmla="*/ 791570 w 2377629"/>
                <a:gd name="connsiteY4" fmla="*/ 1924935 h 2082375"/>
                <a:gd name="connsiteX5" fmla="*/ 0 w 2377629"/>
                <a:gd name="connsiteY5" fmla="*/ 1106069 h 2082375"/>
                <a:gd name="connsiteX0" fmla="*/ 0 w 2377629"/>
                <a:gd name="connsiteY0" fmla="*/ 1326547 h 2302853"/>
                <a:gd name="connsiteX1" fmla="*/ 1856096 w 2377629"/>
                <a:gd name="connsiteY1" fmla="*/ 739694 h 2302853"/>
                <a:gd name="connsiteX2" fmla="*/ 1774210 w 2377629"/>
                <a:gd name="connsiteY2" fmla="*/ 1408435 h 2302853"/>
                <a:gd name="connsiteX3" fmla="*/ 1351129 w 2377629"/>
                <a:gd name="connsiteY3" fmla="*/ 1967993 h 2302853"/>
                <a:gd name="connsiteX4" fmla="*/ 791570 w 2377629"/>
                <a:gd name="connsiteY4" fmla="*/ 2145413 h 2302853"/>
                <a:gd name="connsiteX5" fmla="*/ 0 w 2377629"/>
                <a:gd name="connsiteY5" fmla="*/ 1326547 h 230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7629" h="2302853">
                  <a:moveTo>
                    <a:pt x="0" y="1326547"/>
                  </a:moveTo>
                  <a:cubicBezTo>
                    <a:pt x="72788" y="107347"/>
                    <a:pt x="3052549" y="-634181"/>
                    <a:pt x="1856096" y="739694"/>
                  </a:cubicBezTo>
                  <a:cubicBezTo>
                    <a:pt x="1951630" y="771539"/>
                    <a:pt x="3029804" y="1035396"/>
                    <a:pt x="1774210" y="1408435"/>
                  </a:cubicBezTo>
                  <a:cubicBezTo>
                    <a:pt x="1942532" y="1476673"/>
                    <a:pt x="2247332" y="2077176"/>
                    <a:pt x="1351129" y="1967993"/>
                  </a:cubicBezTo>
                  <a:cubicBezTo>
                    <a:pt x="1533098" y="2122667"/>
                    <a:pt x="1401171" y="2523001"/>
                    <a:pt x="791570" y="2145413"/>
                  </a:cubicBezTo>
                  <a:lnTo>
                    <a:pt x="0" y="1326547"/>
                  </a:ln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21E4B1DC-B84A-FD38-46B6-C4AB2558061E}"/>
                </a:ext>
              </a:extLst>
            </p:cNvPr>
            <p:cNvSpPr/>
            <p:nvPr/>
          </p:nvSpPr>
          <p:spPr>
            <a:xfrm rot="3255307">
              <a:off x="7774276" y="2976452"/>
              <a:ext cx="1296160" cy="782130"/>
            </a:xfrm>
            <a:prstGeom prst="rect">
              <a:avLst/>
            </a:pr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A84C10EE-EE5A-F890-94EE-5BF57B57E55F}"/>
                </a:ext>
              </a:extLst>
            </p:cNvPr>
            <p:cNvSpPr/>
            <p:nvPr/>
          </p:nvSpPr>
          <p:spPr>
            <a:xfrm>
              <a:off x="6232664" y="3584858"/>
              <a:ext cx="2127136" cy="1201709"/>
            </a:xfrm>
            <a:custGeom>
              <a:avLst/>
              <a:gdLst>
                <a:gd name="connsiteX0" fmla="*/ 0 w 998775"/>
                <a:gd name="connsiteY0" fmla="*/ 0 h 350585"/>
                <a:gd name="connsiteX1" fmla="*/ 998775 w 998775"/>
                <a:gd name="connsiteY1" fmla="*/ 0 h 350585"/>
                <a:gd name="connsiteX2" fmla="*/ 998775 w 998775"/>
                <a:gd name="connsiteY2" fmla="*/ 350585 h 350585"/>
                <a:gd name="connsiteX3" fmla="*/ 0 w 998775"/>
                <a:gd name="connsiteY3" fmla="*/ 350585 h 350585"/>
                <a:gd name="connsiteX4" fmla="*/ 0 w 998775"/>
                <a:gd name="connsiteY4" fmla="*/ 0 h 350585"/>
                <a:gd name="connsiteX0" fmla="*/ 0 w 1722107"/>
                <a:gd name="connsiteY0" fmla="*/ 177420 h 528005"/>
                <a:gd name="connsiteX1" fmla="*/ 1722107 w 1722107"/>
                <a:gd name="connsiteY1" fmla="*/ 0 h 528005"/>
                <a:gd name="connsiteX2" fmla="*/ 998775 w 1722107"/>
                <a:gd name="connsiteY2" fmla="*/ 528005 h 528005"/>
                <a:gd name="connsiteX3" fmla="*/ 0 w 1722107"/>
                <a:gd name="connsiteY3" fmla="*/ 528005 h 528005"/>
                <a:gd name="connsiteX4" fmla="*/ 0 w 1722107"/>
                <a:gd name="connsiteY4" fmla="*/ 177420 h 528005"/>
                <a:gd name="connsiteX0" fmla="*/ 0 w 1558334"/>
                <a:gd name="connsiteY0" fmla="*/ 27295 h 377880"/>
                <a:gd name="connsiteX1" fmla="*/ 1558334 w 1558334"/>
                <a:gd name="connsiteY1" fmla="*/ 0 h 377880"/>
                <a:gd name="connsiteX2" fmla="*/ 998775 w 1558334"/>
                <a:gd name="connsiteY2" fmla="*/ 377880 h 377880"/>
                <a:gd name="connsiteX3" fmla="*/ 0 w 1558334"/>
                <a:gd name="connsiteY3" fmla="*/ 377880 h 377880"/>
                <a:gd name="connsiteX4" fmla="*/ 0 w 1558334"/>
                <a:gd name="connsiteY4" fmla="*/ 27295 h 377880"/>
                <a:gd name="connsiteX0" fmla="*/ 0 w 1475784"/>
                <a:gd name="connsiteY0" fmla="*/ 8245 h 358830"/>
                <a:gd name="connsiteX1" fmla="*/ 1475784 w 1475784"/>
                <a:gd name="connsiteY1" fmla="*/ 0 h 358830"/>
                <a:gd name="connsiteX2" fmla="*/ 998775 w 1475784"/>
                <a:gd name="connsiteY2" fmla="*/ 358830 h 358830"/>
                <a:gd name="connsiteX3" fmla="*/ 0 w 1475784"/>
                <a:gd name="connsiteY3" fmla="*/ 358830 h 358830"/>
                <a:gd name="connsiteX4" fmla="*/ 0 w 1475784"/>
                <a:gd name="connsiteY4" fmla="*/ 8245 h 358830"/>
                <a:gd name="connsiteX0" fmla="*/ 0 w 1490380"/>
                <a:gd name="connsiteY0" fmla="*/ 8245 h 358830"/>
                <a:gd name="connsiteX1" fmla="*/ 1475784 w 1490380"/>
                <a:gd name="connsiteY1" fmla="*/ 0 h 358830"/>
                <a:gd name="connsiteX2" fmla="*/ 1468680 w 1490380"/>
                <a:gd name="connsiteY2" fmla="*/ 169888 h 358830"/>
                <a:gd name="connsiteX3" fmla="*/ 998775 w 1490380"/>
                <a:gd name="connsiteY3" fmla="*/ 358830 h 358830"/>
                <a:gd name="connsiteX4" fmla="*/ 0 w 1490380"/>
                <a:gd name="connsiteY4" fmla="*/ 358830 h 358830"/>
                <a:gd name="connsiteX5" fmla="*/ 0 w 1490380"/>
                <a:gd name="connsiteY5" fmla="*/ 8245 h 358830"/>
                <a:gd name="connsiteX0" fmla="*/ 0 w 1521973"/>
                <a:gd name="connsiteY0" fmla="*/ 8245 h 358830"/>
                <a:gd name="connsiteX1" fmla="*/ 1475784 w 1521973"/>
                <a:gd name="connsiteY1" fmla="*/ 0 h 358830"/>
                <a:gd name="connsiteX2" fmla="*/ 1468680 w 1521973"/>
                <a:gd name="connsiteY2" fmla="*/ 169888 h 358830"/>
                <a:gd name="connsiteX3" fmla="*/ 1494080 w 1521973"/>
                <a:gd name="connsiteY3" fmla="*/ 334988 h 358830"/>
                <a:gd name="connsiteX4" fmla="*/ 998775 w 1521973"/>
                <a:gd name="connsiteY4" fmla="*/ 358830 h 358830"/>
                <a:gd name="connsiteX5" fmla="*/ 0 w 1521973"/>
                <a:gd name="connsiteY5" fmla="*/ 358830 h 358830"/>
                <a:gd name="connsiteX6" fmla="*/ 0 w 1521973"/>
                <a:gd name="connsiteY6" fmla="*/ 8245 h 358830"/>
                <a:gd name="connsiteX0" fmla="*/ 114300 w 1521973"/>
                <a:gd name="connsiteY0" fmla="*/ 0 h 718885"/>
                <a:gd name="connsiteX1" fmla="*/ 1475784 w 1521973"/>
                <a:gd name="connsiteY1" fmla="*/ 360055 h 718885"/>
                <a:gd name="connsiteX2" fmla="*/ 1468680 w 1521973"/>
                <a:gd name="connsiteY2" fmla="*/ 529943 h 718885"/>
                <a:gd name="connsiteX3" fmla="*/ 1494080 w 1521973"/>
                <a:gd name="connsiteY3" fmla="*/ 695043 h 718885"/>
                <a:gd name="connsiteX4" fmla="*/ 998775 w 1521973"/>
                <a:gd name="connsiteY4" fmla="*/ 718885 h 718885"/>
                <a:gd name="connsiteX5" fmla="*/ 0 w 1521973"/>
                <a:gd name="connsiteY5" fmla="*/ 718885 h 718885"/>
                <a:gd name="connsiteX6" fmla="*/ 114300 w 1521973"/>
                <a:gd name="connsiteY6" fmla="*/ 0 h 718885"/>
                <a:gd name="connsiteX0" fmla="*/ 12700 w 1420373"/>
                <a:gd name="connsiteY0" fmla="*/ 0 h 1099885"/>
                <a:gd name="connsiteX1" fmla="*/ 1374184 w 1420373"/>
                <a:gd name="connsiteY1" fmla="*/ 360055 h 1099885"/>
                <a:gd name="connsiteX2" fmla="*/ 1367080 w 1420373"/>
                <a:gd name="connsiteY2" fmla="*/ 529943 h 1099885"/>
                <a:gd name="connsiteX3" fmla="*/ 1392480 w 1420373"/>
                <a:gd name="connsiteY3" fmla="*/ 695043 h 1099885"/>
                <a:gd name="connsiteX4" fmla="*/ 897175 w 1420373"/>
                <a:gd name="connsiteY4" fmla="*/ 718885 h 1099885"/>
                <a:gd name="connsiteX5" fmla="*/ 0 w 1420373"/>
                <a:gd name="connsiteY5" fmla="*/ 1099885 h 1099885"/>
                <a:gd name="connsiteX6" fmla="*/ 12700 w 1420373"/>
                <a:gd name="connsiteY6" fmla="*/ 0 h 1099885"/>
                <a:gd name="connsiteX0" fmla="*/ 347150 w 1754823"/>
                <a:gd name="connsiteY0" fmla="*/ 0 h 1099885"/>
                <a:gd name="connsiteX1" fmla="*/ 1708634 w 1754823"/>
                <a:gd name="connsiteY1" fmla="*/ 360055 h 1099885"/>
                <a:gd name="connsiteX2" fmla="*/ 1701530 w 1754823"/>
                <a:gd name="connsiteY2" fmla="*/ 529943 h 1099885"/>
                <a:gd name="connsiteX3" fmla="*/ 1726930 w 1754823"/>
                <a:gd name="connsiteY3" fmla="*/ 695043 h 1099885"/>
                <a:gd name="connsiteX4" fmla="*/ 1231625 w 1754823"/>
                <a:gd name="connsiteY4" fmla="*/ 718885 h 1099885"/>
                <a:gd name="connsiteX5" fmla="*/ 334450 w 1754823"/>
                <a:gd name="connsiteY5" fmla="*/ 1099885 h 1099885"/>
                <a:gd name="connsiteX6" fmla="*/ 347150 w 1754823"/>
                <a:gd name="connsiteY6" fmla="*/ 0 h 1099885"/>
                <a:gd name="connsiteX0" fmla="*/ 383189 w 1790862"/>
                <a:gd name="connsiteY0" fmla="*/ 0 h 1099885"/>
                <a:gd name="connsiteX1" fmla="*/ 1744673 w 1790862"/>
                <a:gd name="connsiteY1" fmla="*/ 360055 h 1099885"/>
                <a:gd name="connsiteX2" fmla="*/ 1737569 w 1790862"/>
                <a:gd name="connsiteY2" fmla="*/ 529943 h 1099885"/>
                <a:gd name="connsiteX3" fmla="*/ 1762969 w 1790862"/>
                <a:gd name="connsiteY3" fmla="*/ 695043 h 1099885"/>
                <a:gd name="connsiteX4" fmla="*/ 1267664 w 1790862"/>
                <a:gd name="connsiteY4" fmla="*/ 718885 h 1099885"/>
                <a:gd name="connsiteX5" fmla="*/ 370489 w 1790862"/>
                <a:gd name="connsiteY5" fmla="*/ 1099885 h 1099885"/>
                <a:gd name="connsiteX6" fmla="*/ 383189 w 1790862"/>
                <a:gd name="connsiteY6" fmla="*/ 0 h 1099885"/>
                <a:gd name="connsiteX0" fmla="*/ 383189 w 1790862"/>
                <a:gd name="connsiteY0" fmla="*/ 144 h 1100029"/>
                <a:gd name="connsiteX1" fmla="*/ 1744673 w 1790862"/>
                <a:gd name="connsiteY1" fmla="*/ 360199 h 1100029"/>
                <a:gd name="connsiteX2" fmla="*/ 1737569 w 1790862"/>
                <a:gd name="connsiteY2" fmla="*/ 530087 h 1100029"/>
                <a:gd name="connsiteX3" fmla="*/ 1762969 w 1790862"/>
                <a:gd name="connsiteY3" fmla="*/ 695187 h 1100029"/>
                <a:gd name="connsiteX4" fmla="*/ 1267664 w 1790862"/>
                <a:gd name="connsiteY4" fmla="*/ 719029 h 1100029"/>
                <a:gd name="connsiteX5" fmla="*/ 370489 w 1790862"/>
                <a:gd name="connsiteY5" fmla="*/ 1100029 h 1100029"/>
                <a:gd name="connsiteX6" fmla="*/ 383189 w 1790862"/>
                <a:gd name="connsiteY6" fmla="*/ 144 h 1100029"/>
                <a:gd name="connsiteX0" fmla="*/ 383189 w 2003082"/>
                <a:gd name="connsiteY0" fmla="*/ 161 h 1100046"/>
                <a:gd name="connsiteX1" fmla="*/ 1744673 w 2003082"/>
                <a:gd name="connsiteY1" fmla="*/ 360216 h 1100046"/>
                <a:gd name="connsiteX2" fmla="*/ 1737569 w 2003082"/>
                <a:gd name="connsiteY2" fmla="*/ 530104 h 1100046"/>
                <a:gd name="connsiteX3" fmla="*/ 1762969 w 2003082"/>
                <a:gd name="connsiteY3" fmla="*/ 695204 h 1100046"/>
                <a:gd name="connsiteX4" fmla="*/ 1267664 w 2003082"/>
                <a:gd name="connsiteY4" fmla="*/ 719046 h 1100046"/>
                <a:gd name="connsiteX5" fmla="*/ 370489 w 2003082"/>
                <a:gd name="connsiteY5" fmla="*/ 1100046 h 1100046"/>
                <a:gd name="connsiteX6" fmla="*/ 383189 w 2003082"/>
                <a:gd name="connsiteY6" fmla="*/ 161 h 1100046"/>
                <a:gd name="connsiteX0" fmla="*/ 383189 w 1988312"/>
                <a:gd name="connsiteY0" fmla="*/ 0 h 1099885"/>
                <a:gd name="connsiteX1" fmla="*/ 1744673 w 1988312"/>
                <a:gd name="connsiteY1" fmla="*/ 360055 h 1099885"/>
                <a:gd name="connsiteX2" fmla="*/ 1737569 w 1988312"/>
                <a:gd name="connsiteY2" fmla="*/ 529943 h 1099885"/>
                <a:gd name="connsiteX3" fmla="*/ 1762969 w 1988312"/>
                <a:gd name="connsiteY3" fmla="*/ 695043 h 1099885"/>
                <a:gd name="connsiteX4" fmla="*/ 1267664 w 1988312"/>
                <a:gd name="connsiteY4" fmla="*/ 718885 h 1099885"/>
                <a:gd name="connsiteX5" fmla="*/ 370489 w 1988312"/>
                <a:gd name="connsiteY5" fmla="*/ 1099885 h 1099885"/>
                <a:gd name="connsiteX6" fmla="*/ 383189 w 1988312"/>
                <a:gd name="connsiteY6" fmla="*/ 0 h 1099885"/>
                <a:gd name="connsiteX0" fmla="*/ 383189 w 2028598"/>
                <a:gd name="connsiteY0" fmla="*/ 0 h 1099885"/>
                <a:gd name="connsiteX1" fmla="*/ 1744673 w 2028598"/>
                <a:gd name="connsiteY1" fmla="*/ 360055 h 1099885"/>
                <a:gd name="connsiteX2" fmla="*/ 1737569 w 2028598"/>
                <a:gd name="connsiteY2" fmla="*/ 529943 h 1099885"/>
                <a:gd name="connsiteX3" fmla="*/ 1762969 w 2028598"/>
                <a:gd name="connsiteY3" fmla="*/ 695043 h 1099885"/>
                <a:gd name="connsiteX4" fmla="*/ 1267664 w 2028598"/>
                <a:gd name="connsiteY4" fmla="*/ 718885 h 1099885"/>
                <a:gd name="connsiteX5" fmla="*/ 370489 w 2028598"/>
                <a:gd name="connsiteY5" fmla="*/ 1099885 h 1099885"/>
                <a:gd name="connsiteX6" fmla="*/ 383189 w 2028598"/>
                <a:gd name="connsiteY6" fmla="*/ 0 h 1099885"/>
                <a:gd name="connsiteX0" fmla="*/ 383189 w 2026758"/>
                <a:gd name="connsiteY0" fmla="*/ 0 h 1099885"/>
                <a:gd name="connsiteX1" fmla="*/ 1744673 w 2026758"/>
                <a:gd name="connsiteY1" fmla="*/ 360055 h 1099885"/>
                <a:gd name="connsiteX2" fmla="*/ 1737569 w 2026758"/>
                <a:gd name="connsiteY2" fmla="*/ 529943 h 1099885"/>
                <a:gd name="connsiteX3" fmla="*/ 1762969 w 2026758"/>
                <a:gd name="connsiteY3" fmla="*/ 695043 h 1099885"/>
                <a:gd name="connsiteX4" fmla="*/ 1267664 w 2026758"/>
                <a:gd name="connsiteY4" fmla="*/ 718885 h 1099885"/>
                <a:gd name="connsiteX5" fmla="*/ 370489 w 2026758"/>
                <a:gd name="connsiteY5" fmla="*/ 1099885 h 1099885"/>
                <a:gd name="connsiteX6" fmla="*/ 383189 w 2026758"/>
                <a:gd name="connsiteY6" fmla="*/ 0 h 1099885"/>
                <a:gd name="connsiteX0" fmla="*/ 383189 w 2057477"/>
                <a:gd name="connsiteY0" fmla="*/ 0 h 1099885"/>
                <a:gd name="connsiteX1" fmla="*/ 1744673 w 2057477"/>
                <a:gd name="connsiteY1" fmla="*/ 360055 h 1099885"/>
                <a:gd name="connsiteX2" fmla="*/ 1737569 w 2057477"/>
                <a:gd name="connsiteY2" fmla="*/ 529943 h 1099885"/>
                <a:gd name="connsiteX3" fmla="*/ 1762969 w 2057477"/>
                <a:gd name="connsiteY3" fmla="*/ 695043 h 1099885"/>
                <a:gd name="connsiteX4" fmla="*/ 1267664 w 2057477"/>
                <a:gd name="connsiteY4" fmla="*/ 718885 h 1099885"/>
                <a:gd name="connsiteX5" fmla="*/ 370489 w 2057477"/>
                <a:gd name="connsiteY5" fmla="*/ 1099885 h 1099885"/>
                <a:gd name="connsiteX6" fmla="*/ 383189 w 2057477"/>
                <a:gd name="connsiteY6" fmla="*/ 0 h 1099885"/>
                <a:gd name="connsiteX0" fmla="*/ 383189 w 2098574"/>
                <a:gd name="connsiteY0" fmla="*/ 0 h 1099885"/>
                <a:gd name="connsiteX1" fmla="*/ 1744673 w 2098574"/>
                <a:gd name="connsiteY1" fmla="*/ 360055 h 1099885"/>
                <a:gd name="connsiteX2" fmla="*/ 1737569 w 2098574"/>
                <a:gd name="connsiteY2" fmla="*/ 529943 h 1099885"/>
                <a:gd name="connsiteX3" fmla="*/ 1762969 w 2098574"/>
                <a:gd name="connsiteY3" fmla="*/ 695043 h 1099885"/>
                <a:gd name="connsiteX4" fmla="*/ 1267664 w 2098574"/>
                <a:gd name="connsiteY4" fmla="*/ 718885 h 1099885"/>
                <a:gd name="connsiteX5" fmla="*/ 370489 w 2098574"/>
                <a:gd name="connsiteY5" fmla="*/ 1099885 h 1099885"/>
                <a:gd name="connsiteX6" fmla="*/ 383189 w 2098574"/>
                <a:gd name="connsiteY6" fmla="*/ 0 h 1099885"/>
                <a:gd name="connsiteX0" fmla="*/ 383189 w 2098574"/>
                <a:gd name="connsiteY0" fmla="*/ 0 h 1099885"/>
                <a:gd name="connsiteX1" fmla="*/ 1744673 w 2098574"/>
                <a:gd name="connsiteY1" fmla="*/ 360055 h 1099885"/>
                <a:gd name="connsiteX2" fmla="*/ 1737569 w 2098574"/>
                <a:gd name="connsiteY2" fmla="*/ 529943 h 1099885"/>
                <a:gd name="connsiteX3" fmla="*/ 1762969 w 2098574"/>
                <a:gd name="connsiteY3" fmla="*/ 695043 h 1099885"/>
                <a:gd name="connsiteX4" fmla="*/ 1267664 w 2098574"/>
                <a:gd name="connsiteY4" fmla="*/ 718885 h 1099885"/>
                <a:gd name="connsiteX5" fmla="*/ 370489 w 2098574"/>
                <a:gd name="connsiteY5" fmla="*/ 1099885 h 1099885"/>
                <a:gd name="connsiteX6" fmla="*/ 383189 w 2098574"/>
                <a:gd name="connsiteY6" fmla="*/ 0 h 1099885"/>
                <a:gd name="connsiteX0" fmla="*/ 383189 w 2121769"/>
                <a:gd name="connsiteY0" fmla="*/ 0 h 1099885"/>
                <a:gd name="connsiteX1" fmla="*/ 1744673 w 2121769"/>
                <a:gd name="connsiteY1" fmla="*/ 360055 h 1099885"/>
                <a:gd name="connsiteX2" fmla="*/ 1737569 w 2121769"/>
                <a:gd name="connsiteY2" fmla="*/ 529943 h 1099885"/>
                <a:gd name="connsiteX3" fmla="*/ 1762969 w 2121769"/>
                <a:gd name="connsiteY3" fmla="*/ 695043 h 1099885"/>
                <a:gd name="connsiteX4" fmla="*/ 1267664 w 2121769"/>
                <a:gd name="connsiteY4" fmla="*/ 718885 h 1099885"/>
                <a:gd name="connsiteX5" fmla="*/ 370489 w 2121769"/>
                <a:gd name="connsiteY5" fmla="*/ 1099885 h 1099885"/>
                <a:gd name="connsiteX6" fmla="*/ 383189 w 2121769"/>
                <a:gd name="connsiteY6" fmla="*/ 0 h 1099885"/>
                <a:gd name="connsiteX0" fmla="*/ 383189 w 2152767"/>
                <a:gd name="connsiteY0" fmla="*/ 0 h 1099885"/>
                <a:gd name="connsiteX1" fmla="*/ 1744673 w 2152767"/>
                <a:gd name="connsiteY1" fmla="*/ 360055 h 1099885"/>
                <a:gd name="connsiteX2" fmla="*/ 1737569 w 2152767"/>
                <a:gd name="connsiteY2" fmla="*/ 529943 h 1099885"/>
                <a:gd name="connsiteX3" fmla="*/ 1762969 w 2152767"/>
                <a:gd name="connsiteY3" fmla="*/ 695043 h 1099885"/>
                <a:gd name="connsiteX4" fmla="*/ 1267664 w 2152767"/>
                <a:gd name="connsiteY4" fmla="*/ 718885 h 1099885"/>
                <a:gd name="connsiteX5" fmla="*/ 370489 w 2152767"/>
                <a:gd name="connsiteY5" fmla="*/ 1099885 h 1099885"/>
                <a:gd name="connsiteX6" fmla="*/ 383189 w 2152767"/>
                <a:gd name="connsiteY6" fmla="*/ 0 h 1099885"/>
                <a:gd name="connsiteX0" fmla="*/ 383189 w 2121769"/>
                <a:gd name="connsiteY0" fmla="*/ 0 h 1119704"/>
                <a:gd name="connsiteX1" fmla="*/ 1744673 w 2121769"/>
                <a:gd name="connsiteY1" fmla="*/ 360055 h 1119704"/>
                <a:gd name="connsiteX2" fmla="*/ 1737569 w 2121769"/>
                <a:gd name="connsiteY2" fmla="*/ 529943 h 1119704"/>
                <a:gd name="connsiteX3" fmla="*/ 1762969 w 2121769"/>
                <a:gd name="connsiteY3" fmla="*/ 695043 h 1119704"/>
                <a:gd name="connsiteX4" fmla="*/ 370489 w 2121769"/>
                <a:gd name="connsiteY4" fmla="*/ 1099885 h 1119704"/>
                <a:gd name="connsiteX5" fmla="*/ 383189 w 2121769"/>
                <a:gd name="connsiteY5" fmla="*/ 0 h 1119704"/>
                <a:gd name="connsiteX0" fmla="*/ 383189 w 2121769"/>
                <a:gd name="connsiteY0" fmla="*/ 0 h 1167941"/>
                <a:gd name="connsiteX1" fmla="*/ 1744673 w 2121769"/>
                <a:gd name="connsiteY1" fmla="*/ 360055 h 1167941"/>
                <a:gd name="connsiteX2" fmla="*/ 1737569 w 2121769"/>
                <a:gd name="connsiteY2" fmla="*/ 529943 h 1167941"/>
                <a:gd name="connsiteX3" fmla="*/ 1762969 w 2121769"/>
                <a:gd name="connsiteY3" fmla="*/ 695043 h 1167941"/>
                <a:gd name="connsiteX4" fmla="*/ 370489 w 2121769"/>
                <a:gd name="connsiteY4" fmla="*/ 1099885 h 1167941"/>
                <a:gd name="connsiteX5" fmla="*/ 383189 w 2121769"/>
                <a:gd name="connsiteY5" fmla="*/ 0 h 1167941"/>
                <a:gd name="connsiteX0" fmla="*/ 383189 w 2121769"/>
                <a:gd name="connsiteY0" fmla="*/ 0 h 1148351"/>
                <a:gd name="connsiteX1" fmla="*/ 1744673 w 2121769"/>
                <a:gd name="connsiteY1" fmla="*/ 360055 h 1148351"/>
                <a:gd name="connsiteX2" fmla="*/ 1737569 w 2121769"/>
                <a:gd name="connsiteY2" fmla="*/ 529943 h 1148351"/>
                <a:gd name="connsiteX3" fmla="*/ 1762969 w 2121769"/>
                <a:gd name="connsiteY3" fmla="*/ 695043 h 1148351"/>
                <a:gd name="connsiteX4" fmla="*/ 370489 w 2121769"/>
                <a:gd name="connsiteY4" fmla="*/ 1099885 h 1148351"/>
                <a:gd name="connsiteX5" fmla="*/ 383189 w 2121769"/>
                <a:gd name="connsiteY5" fmla="*/ 0 h 1148351"/>
                <a:gd name="connsiteX0" fmla="*/ 383189 w 2121769"/>
                <a:gd name="connsiteY0" fmla="*/ 0 h 1172083"/>
                <a:gd name="connsiteX1" fmla="*/ 1744673 w 2121769"/>
                <a:gd name="connsiteY1" fmla="*/ 360055 h 1172083"/>
                <a:gd name="connsiteX2" fmla="*/ 1737569 w 2121769"/>
                <a:gd name="connsiteY2" fmla="*/ 529943 h 1172083"/>
                <a:gd name="connsiteX3" fmla="*/ 1762969 w 2121769"/>
                <a:gd name="connsiteY3" fmla="*/ 695043 h 1172083"/>
                <a:gd name="connsiteX4" fmla="*/ 370489 w 2121769"/>
                <a:gd name="connsiteY4" fmla="*/ 1099885 h 1172083"/>
                <a:gd name="connsiteX5" fmla="*/ 383189 w 2121769"/>
                <a:gd name="connsiteY5" fmla="*/ 0 h 1172083"/>
                <a:gd name="connsiteX0" fmla="*/ 383189 w 2121769"/>
                <a:gd name="connsiteY0" fmla="*/ 0 h 1193907"/>
                <a:gd name="connsiteX1" fmla="*/ 1744673 w 2121769"/>
                <a:gd name="connsiteY1" fmla="*/ 360055 h 1193907"/>
                <a:gd name="connsiteX2" fmla="*/ 1737569 w 2121769"/>
                <a:gd name="connsiteY2" fmla="*/ 529943 h 1193907"/>
                <a:gd name="connsiteX3" fmla="*/ 1762969 w 2121769"/>
                <a:gd name="connsiteY3" fmla="*/ 695043 h 1193907"/>
                <a:gd name="connsiteX4" fmla="*/ 370489 w 2121769"/>
                <a:gd name="connsiteY4" fmla="*/ 1099885 h 1193907"/>
                <a:gd name="connsiteX5" fmla="*/ 383189 w 2121769"/>
                <a:gd name="connsiteY5" fmla="*/ 0 h 119390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8556 w 2127136"/>
                <a:gd name="connsiteY0" fmla="*/ 0 h 1200117"/>
                <a:gd name="connsiteX1" fmla="*/ 1750040 w 2127136"/>
                <a:gd name="connsiteY1" fmla="*/ 360055 h 1200117"/>
                <a:gd name="connsiteX2" fmla="*/ 1742936 w 2127136"/>
                <a:gd name="connsiteY2" fmla="*/ 529943 h 1200117"/>
                <a:gd name="connsiteX3" fmla="*/ 1768336 w 2127136"/>
                <a:gd name="connsiteY3" fmla="*/ 695043 h 1200117"/>
                <a:gd name="connsiteX4" fmla="*/ 375856 w 2127136"/>
                <a:gd name="connsiteY4" fmla="*/ 1099885 h 1200117"/>
                <a:gd name="connsiteX5" fmla="*/ 388556 w 2127136"/>
                <a:gd name="connsiteY5" fmla="*/ 0 h 1200117"/>
                <a:gd name="connsiteX0" fmla="*/ 388556 w 2127136"/>
                <a:gd name="connsiteY0" fmla="*/ 0 h 1201709"/>
                <a:gd name="connsiteX1" fmla="*/ 1750040 w 2127136"/>
                <a:gd name="connsiteY1" fmla="*/ 360055 h 1201709"/>
                <a:gd name="connsiteX2" fmla="*/ 1742936 w 2127136"/>
                <a:gd name="connsiteY2" fmla="*/ 529943 h 1201709"/>
                <a:gd name="connsiteX3" fmla="*/ 1768336 w 2127136"/>
                <a:gd name="connsiteY3" fmla="*/ 695043 h 1201709"/>
                <a:gd name="connsiteX4" fmla="*/ 375856 w 2127136"/>
                <a:gd name="connsiteY4" fmla="*/ 1099885 h 1201709"/>
                <a:gd name="connsiteX5" fmla="*/ 388556 w 2127136"/>
                <a:gd name="connsiteY5" fmla="*/ 0 h 1201709"/>
                <a:gd name="connsiteX0" fmla="*/ 388556 w 2127136"/>
                <a:gd name="connsiteY0" fmla="*/ 0 h 1201709"/>
                <a:gd name="connsiteX1" fmla="*/ 1750040 w 2127136"/>
                <a:gd name="connsiteY1" fmla="*/ 360055 h 1201709"/>
                <a:gd name="connsiteX2" fmla="*/ 1742936 w 2127136"/>
                <a:gd name="connsiteY2" fmla="*/ 529943 h 1201709"/>
                <a:gd name="connsiteX3" fmla="*/ 1768336 w 2127136"/>
                <a:gd name="connsiteY3" fmla="*/ 695043 h 1201709"/>
                <a:gd name="connsiteX4" fmla="*/ 375856 w 2127136"/>
                <a:gd name="connsiteY4" fmla="*/ 1099885 h 1201709"/>
                <a:gd name="connsiteX5" fmla="*/ 388556 w 2127136"/>
                <a:gd name="connsiteY5" fmla="*/ 0 h 120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7136" h="1201709">
                  <a:moveTo>
                    <a:pt x="388556" y="0"/>
                  </a:moveTo>
                  <a:cubicBezTo>
                    <a:pt x="1591684" y="100968"/>
                    <a:pt x="2521762" y="151137"/>
                    <a:pt x="1750040" y="360055"/>
                  </a:cubicBezTo>
                  <a:cubicBezTo>
                    <a:pt x="2420772" y="380701"/>
                    <a:pt x="1986059" y="542138"/>
                    <a:pt x="1742936" y="529943"/>
                  </a:cubicBezTo>
                  <a:cubicBezTo>
                    <a:pt x="2468953" y="527826"/>
                    <a:pt x="1982119" y="677449"/>
                    <a:pt x="1768336" y="695043"/>
                  </a:cubicBezTo>
                  <a:cubicBezTo>
                    <a:pt x="2570280" y="571524"/>
                    <a:pt x="1166170" y="1502802"/>
                    <a:pt x="375856" y="1099885"/>
                  </a:cubicBezTo>
                  <a:cubicBezTo>
                    <a:pt x="-394066" y="690913"/>
                    <a:pt x="231923" y="55478"/>
                    <a:pt x="388556" y="0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2E8015A6-7733-6A91-1B0F-250286B7142B}"/>
                </a:ext>
              </a:extLst>
            </p:cNvPr>
            <p:cNvSpPr/>
            <p:nvPr/>
          </p:nvSpPr>
          <p:spPr>
            <a:xfrm>
              <a:off x="6586843" y="3547419"/>
              <a:ext cx="790711" cy="407332"/>
            </a:xfrm>
            <a:prstGeom prst="rect">
              <a:avLst/>
            </a:pr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A661E6-253E-38F3-8722-6CEF8A87AE70}"/>
              </a:ext>
            </a:extLst>
          </p:cNvPr>
          <p:cNvGrpSpPr/>
          <p:nvPr/>
        </p:nvGrpSpPr>
        <p:grpSpPr>
          <a:xfrm>
            <a:off x="-936905" y="1117691"/>
            <a:ext cx="6319586" cy="6431943"/>
            <a:chOff x="4794250" y="630348"/>
            <a:chExt cx="5376250" cy="5471835"/>
          </a:xfrm>
          <a:solidFill>
            <a:schemeClr val="bg1"/>
          </a:solidFill>
        </p:grpSpPr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50FADD2C-C858-5A8A-0CB6-43B0F9252302}"/>
                </a:ext>
              </a:extLst>
            </p:cNvPr>
            <p:cNvSpPr/>
            <p:nvPr/>
          </p:nvSpPr>
          <p:spPr>
            <a:xfrm>
              <a:off x="6263443" y="4934612"/>
              <a:ext cx="975167" cy="1130133"/>
            </a:xfrm>
            <a:custGeom>
              <a:avLst/>
              <a:gdLst>
                <a:gd name="connsiteX0" fmla="*/ 0 w 142875"/>
                <a:gd name="connsiteY0" fmla="*/ 0 h 714264"/>
                <a:gd name="connsiteX1" fmla="*/ 142875 w 142875"/>
                <a:gd name="connsiteY1" fmla="*/ 0 h 714264"/>
                <a:gd name="connsiteX2" fmla="*/ 142875 w 142875"/>
                <a:gd name="connsiteY2" fmla="*/ 714264 h 714264"/>
                <a:gd name="connsiteX3" fmla="*/ 0 w 142875"/>
                <a:gd name="connsiteY3" fmla="*/ 714264 h 714264"/>
                <a:gd name="connsiteX4" fmla="*/ 0 w 142875"/>
                <a:gd name="connsiteY4" fmla="*/ 0 h 714264"/>
                <a:gd name="connsiteX0" fmla="*/ 0 w 214313"/>
                <a:gd name="connsiteY0" fmla="*/ 0 h 728551"/>
                <a:gd name="connsiteX1" fmla="*/ 142875 w 214313"/>
                <a:gd name="connsiteY1" fmla="*/ 0 h 728551"/>
                <a:gd name="connsiteX2" fmla="*/ 214313 w 214313"/>
                <a:gd name="connsiteY2" fmla="*/ 728551 h 728551"/>
                <a:gd name="connsiteX3" fmla="*/ 0 w 214313"/>
                <a:gd name="connsiteY3" fmla="*/ 714264 h 728551"/>
                <a:gd name="connsiteX4" fmla="*/ 0 w 214313"/>
                <a:gd name="connsiteY4" fmla="*/ 0 h 728551"/>
                <a:gd name="connsiteX0" fmla="*/ 47625 w 261938"/>
                <a:gd name="connsiteY0" fmla="*/ 0 h 757127"/>
                <a:gd name="connsiteX1" fmla="*/ 190500 w 261938"/>
                <a:gd name="connsiteY1" fmla="*/ 0 h 757127"/>
                <a:gd name="connsiteX2" fmla="*/ 261938 w 261938"/>
                <a:gd name="connsiteY2" fmla="*/ 728551 h 757127"/>
                <a:gd name="connsiteX3" fmla="*/ 0 w 261938"/>
                <a:gd name="connsiteY3" fmla="*/ 757127 h 757127"/>
                <a:gd name="connsiteX4" fmla="*/ 47625 w 261938"/>
                <a:gd name="connsiteY4" fmla="*/ 0 h 757127"/>
                <a:gd name="connsiteX0" fmla="*/ 604837 w 819150"/>
                <a:gd name="connsiteY0" fmla="*/ 0 h 1023938"/>
                <a:gd name="connsiteX1" fmla="*/ 747712 w 819150"/>
                <a:gd name="connsiteY1" fmla="*/ 0 h 1023938"/>
                <a:gd name="connsiteX2" fmla="*/ 819150 w 819150"/>
                <a:gd name="connsiteY2" fmla="*/ 728551 h 1023938"/>
                <a:gd name="connsiteX3" fmla="*/ 0 w 819150"/>
                <a:gd name="connsiteY3" fmla="*/ 1023938 h 1023938"/>
                <a:gd name="connsiteX4" fmla="*/ 557212 w 819150"/>
                <a:gd name="connsiteY4" fmla="*/ 757127 h 1023938"/>
                <a:gd name="connsiteX5" fmla="*/ 604837 w 819150"/>
                <a:gd name="connsiteY5" fmla="*/ 0 h 1023938"/>
                <a:gd name="connsiteX0" fmla="*/ 618078 w 832391"/>
                <a:gd name="connsiteY0" fmla="*/ 0 h 1135458"/>
                <a:gd name="connsiteX1" fmla="*/ 760953 w 832391"/>
                <a:gd name="connsiteY1" fmla="*/ 0 h 1135458"/>
                <a:gd name="connsiteX2" fmla="*/ 832391 w 832391"/>
                <a:gd name="connsiteY2" fmla="*/ 728551 h 1135458"/>
                <a:gd name="connsiteX3" fmla="*/ 170403 w 832391"/>
                <a:gd name="connsiteY3" fmla="*/ 1123949 h 1135458"/>
                <a:gd name="connsiteX4" fmla="*/ 13241 w 832391"/>
                <a:gd name="connsiteY4" fmla="*/ 1023938 h 1135458"/>
                <a:gd name="connsiteX5" fmla="*/ 570453 w 832391"/>
                <a:gd name="connsiteY5" fmla="*/ 757127 h 1135458"/>
                <a:gd name="connsiteX6" fmla="*/ 618078 w 832391"/>
                <a:gd name="connsiteY6" fmla="*/ 0 h 1135458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9996"/>
                <a:gd name="connsiteX1" fmla="*/ 767353 w 838791"/>
                <a:gd name="connsiteY1" fmla="*/ 0 h 1139996"/>
                <a:gd name="connsiteX2" fmla="*/ 838791 w 838791"/>
                <a:gd name="connsiteY2" fmla="*/ 728551 h 1139996"/>
                <a:gd name="connsiteX3" fmla="*/ 157753 w 838791"/>
                <a:gd name="connsiteY3" fmla="*/ 1128711 h 1139996"/>
                <a:gd name="connsiteX4" fmla="*/ 205379 w 838791"/>
                <a:gd name="connsiteY4" fmla="*/ 966787 h 1139996"/>
                <a:gd name="connsiteX5" fmla="*/ 19641 w 838791"/>
                <a:gd name="connsiteY5" fmla="*/ 1023938 h 1139996"/>
                <a:gd name="connsiteX6" fmla="*/ 576853 w 838791"/>
                <a:gd name="connsiteY6" fmla="*/ 757127 h 1139996"/>
                <a:gd name="connsiteX7" fmla="*/ 624478 w 838791"/>
                <a:gd name="connsiteY7" fmla="*/ 0 h 1139996"/>
                <a:gd name="connsiteX0" fmla="*/ 624478 w 970397"/>
                <a:gd name="connsiteY0" fmla="*/ 0 h 1139996"/>
                <a:gd name="connsiteX1" fmla="*/ 767353 w 970397"/>
                <a:gd name="connsiteY1" fmla="*/ 0 h 1139996"/>
                <a:gd name="connsiteX2" fmla="*/ 838791 w 970397"/>
                <a:gd name="connsiteY2" fmla="*/ 728551 h 1139996"/>
                <a:gd name="connsiteX3" fmla="*/ 157753 w 970397"/>
                <a:gd name="connsiteY3" fmla="*/ 1128711 h 1139996"/>
                <a:gd name="connsiteX4" fmla="*/ 205379 w 970397"/>
                <a:gd name="connsiteY4" fmla="*/ 966787 h 1139996"/>
                <a:gd name="connsiteX5" fmla="*/ 19641 w 970397"/>
                <a:gd name="connsiteY5" fmla="*/ 1023938 h 1139996"/>
                <a:gd name="connsiteX6" fmla="*/ 576853 w 970397"/>
                <a:gd name="connsiteY6" fmla="*/ 757127 h 1139996"/>
                <a:gd name="connsiteX7" fmla="*/ 624478 w 970397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90634"/>
                <a:gd name="connsiteY0" fmla="*/ 0 h 1139996"/>
                <a:gd name="connsiteX1" fmla="*/ 767353 w 990634"/>
                <a:gd name="connsiteY1" fmla="*/ 0 h 1139996"/>
                <a:gd name="connsiteX2" fmla="*/ 838791 w 990634"/>
                <a:gd name="connsiteY2" fmla="*/ 728551 h 1139996"/>
                <a:gd name="connsiteX3" fmla="*/ 157753 w 990634"/>
                <a:gd name="connsiteY3" fmla="*/ 1128711 h 1139996"/>
                <a:gd name="connsiteX4" fmla="*/ 205379 w 990634"/>
                <a:gd name="connsiteY4" fmla="*/ 966787 h 1139996"/>
                <a:gd name="connsiteX5" fmla="*/ 19641 w 990634"/>
                <a:gd name="connsiteY5" fmla="*/ 1023938 h 1139996"/>
                <a:gd name="connsiteX6" fmla="*/ 576853 w 990634"/>
                <a:gd name="connsiteY6" fmla="*/ 757127 h 1139996"/>
                <a:gd name="connsiteX7" fmla="*/ 624478 w 990634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73366"/>
                <a:gd name="connsiteY0" fmla="*/ 0 h 1130133"/>
                <a:gd name="connsiteX1" fmla="*/ 767353 w 973366"/>
                <a:gd name="connsiteY1" fmla="*/ 0 h 1130133"/>
                <a:gd name="connsiteX2" fmla="*/ 838791 w 973366"/>
                <a:gd name="connsiteY2" fmla="*/ 728551 h 1130133"/>
                <a:gd name="connsiteX3" fmla="*/ 157753 w 973366"/>
                <a:gd name="connsiteY3" fmla="*/ 1128711 h 1130133"/>
                <a:gd name="connsiteX4" fmla="*/ 205379 w 973366"/>
                <a:gd name="connsiteY4" fmla="*/ 966787 h 1130133"/>
                <a:gd name="connsiteX5" fmla="*/ 19641 w 973366"/>
                <a:gd name="connsiteY5" fmla="*/ 1023938 h 1130133"/>
                <a:gd name="connsiteX6" fmla="*/ 576853 w 973366"/>
                <a:gd name="connsiteY6" fmla="*/ 757127 h 1130133"/>
                <a:gd name="connsiteX7" fmla="*/ 624478 w 973366"/>
                <a:gd name="connsiteY7" fmla="*/ 0 h 1130133"/>
                <a:gd name="connsiteX0" fmla="*/ 624478 w 975167"/>
                <a:gd name="connsiteY0" fmla="*/ 0 h 1130133"/>
                <a:gd name="connsiteX1" fmla="*/ 767353 w 975167"/>
                <a:gd name="connsiteY1" fmla="*/ 0 h 1130133"/>
                <a:gd name="connsiteX2" fmla="*/ 838791 w 975167"/>
                <a:gd name="connsiteY2" fmla="*/ 728551 h 1130133"/>
                <a:gd name="connsiteX3" fmla="*/ 157753 w 975167"/>
                <a:gd name="connsiteY3" fmla="*/ 1128711 h 1130133"/>
                <a:gd name="connsiteX4" fmla="*/ 205379 w 975167"/>
                <a:gd name="connsiteY4" fmla="*/ 966787 h 1130133"/>
                <a:gd name="connsiteX5" fmla="*/ 19641 w 975167"/>
                <a:gd name="connsiteY5" fmla="*/ 1023938 h 1130133"/>
                <a:gd name="connsiteX6" fmla="*/ 576853 w 975167"/>
                <a:gd name="connsiteY6" fmla="*/ 757127 h 1130133"/>
                <a:gd name="connsiteX7" fmla="*/ 624478 w 975167"/>
                <a:gd name="connsiteY7" fmla="*/ 0 h 113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5167" h="1130133">
                  <a:moveTo>
                    <a:pt x="624478" y="0"/>
                  </a:moveTo>
                  <a:lnTo>
                    <a:pt x="767353" y="0"/>
                  </a:lnTo>
                  <a:lnTo>
                    <a:pt x="838791" y="728551"/>
                  </a:lnTo>
                  <a:cubicBezTo>
                    <a:pt x="1335678" y="1090500"/>
                    <a:pt x="327616" y="846118"/>
                    <a:pt x="157753" y="1128711"/>
                  </a:cubicBezTo>
                  <a:cubicBezTo>
                    <a:pt x="109334" y="1146986"/>
                    <a:pt x="231573" y="983455"/>
                    <a:pt x="205379" y="966787"/>
                  </a:cubicBezTo>
                  <a:cubicBezTo>
                    <a:pt x="179185" y="950119"/>
                    <a:pt x="-70846" y="1080313"/>
                    <a:pt x="19641" y="1023938"/>
                  </a:cubicBezTo>
                  <a:cubicBezTo>
                    <a:pt x="110128" y="768314"/>
                    <a:pt x="472079" y="784151"/>
                    <a:pt x="576853" y="757127"/>
                  </a:cubicBezTo>
                  <a:lnTo>
                    <a:pt x="62447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Rectangle 10">
              <a:extLst>
                <a:ext uri="{FF2B5EF4-FFF2-40B4-BE49-F238E27FC236}">
                  <a16:creationId xmlns:a16="http://schemas.microsoft.com/office/drawing/2014/main" id="{7F1C7697-7C31-D1EA-9124-B3A003C3E4C7}"/>
                </a:ext>
              </a:extLst>
            </p:cNvPr>
            <p:cNvSpPr/>
            <p:nvPr/>
          </p:nvSpPr>
          <p:spPr>
            <a:xfrm>
              <a:off x="6814546" y="4972050"/>
              <a:ext cx="975167" cy="1130133"/>
            </a:xfrm>
            <a:custGeom>
              <a:avLst/>
              <a:gdLst>
                <a:gd name="connsiteX0" fmla="*/ 0 w 142875"/>
                <a:gd name="connsiteY0" fmla="*/ 0 h 714264"/>
                <a:gd name="connsiteX1" fmla="*/ 142875 w 142875"/>
                <a:gd name="connsiteY1" fmla="*/ 0 h 714264"/>
                <a:gd name="connsiteX2" fmla="*/ 142875 w 142875"/>
                <a:gd name="connsiteY2" fmla="*/ 714264 h 714264"/>
                <a:gd name="connsiteX3" fmla="*/ 0 w 142875"/>
                <a:gd name="connsiteY3" fmla="*/ 714264 h 714264"/>
                <a:gd name="connsiteX4" fmla="*/ 0 w 142875"/>
                <a:gd name="connsiteY4" fmla="*/ 0 h 714264"/>
                <a:gd name="connsiteX0" fmla="*/ 0 w 214313"/>
                <a:gd name="connsiteY0" fmla="*/ 0 h 728551"/>
                <a:gd name="connsiteX1" fmla="*/ 142875 w 214313"/>
                <a:gd name="connsiteY1" fmla="*/ 0 h 728551"/>
                <a:gd name="connsiteX2" fmla="*/ 214313 w 214313"/>
                <a:gd name="connsiteY2" fmla="*/ 728551 h 728551"/>
                <a:gd name="connsiteX3" fmla="*/ 0 w 214313"/>
                <a:gd name="connsiteY3" fmla="*/ 714264 h 728551"/>
                <a:gd name="connsiteX4" fmla="*/ 0 w 214313"/>
                <a:gd name="connsiteY4" fmla="*/ 0 h 728551"/>
                <a:gd name="connsiteX0" fmla="*/ 47625 w 261938"/>
                <a:gd name="connsiteY0" fmla="*/ 0 h 757127"/>
                <a:gd name="connsiteX1" fmla="*/ 190500 w 261938"/>
                <a:gd name="connsiteY1" fmla="*/ 0 h 757127"/>
                <a:gd name="connsiteX2" fmla="*/ 261938 w 261938"/>
                <a:gd name="connsiteY2" fmla="*/ 728551 h 757127"/>
                <a:gd name="connsiteX3" fmla="*/ 0 w 261938"/>
                <a:gd name="connsiteY3" fmla="*/ 757127 h 757127"/>
                <a:gd name="connsiteX4" fmla="*/ 47625 w 261938"/>
                <a:gd name="connsiteY4" fmla="*/ 0 h 757127"/>
                <a:gd name="connsiteX0" fmla="*/ 604837 w 819150"/>
                <a:gd name="connsiteY0" fmla="*/ 0 h 1023938"/>
                <a:gd name="connsiteX1" fmla="*/ 747712 w 819150"/>
                <a:gd name="connsiteY1" fmla="*/ 0 h 1023938"/>
                <a:gd name="connsiteX2" fmla="*/ 819150 w 819150"/>
                <a:gd name="connsiteY2" fmla="*/ 728551 h 1023938"/>
                <a:gd name="connsiteX3" fmla="*/ 0 w 819150"/>
                <a:gd name="connsiteY3" fmla="*/ 1023938 h 1023938"/>
                <a:gd name="connsiteX4" fmla="*/ 557212 w 819150"/>
                <a:gd name="connsiteY4" fmla="*/ 757127 h 1023938"/>
                <a:gd name="connsiteX5" fmla="*/ 604837 w 819150"/>
                <a:gd name="connsiteY5" fmla="*/ 0 h 1023938"/>
                <a:gd name="connsiteX0" fmla="*/ 618078 w 832391"/>
                <a:gd name="connsiteY0" fmla="*/ 0 h 1135458"/>
                <a:gd name="connsiteX1" fmla="*/ 760953 w 832391"/>
                <a:gd name="connsiteY1" fmla="*/ 0 h 1135458"/>
                <a:gd name="connsiteX2" fmla="*/ 832391 w 832391"/>
                <a:gd name="connsiteY2" fmla="*/ 728551 h 1135458"/>
                <a:gd name="connsiteX3" fmla="*/ 170403 w 832391"/>
                <a:gd name="connsiteY3" fmla="*/ 1123949 h 1135458"/>
                <a:gd name="connsiteX4" fmla="*/ 13241 w 832391"/>
                <a:gd name="connsiteY4" fmla="*/ 1023938 h 1135458"/>
                <a:gd name="connsiteX5" fmla="*/ 570453 w 832391"/>
                <a:gd name="connsiteY5" fmla="*/ 757127 h 1135458"/>
                <a:gd name="connsiteX6" fmla="*/ 618078 w 832391"/>
                <a:gd name="connsiteY6" fmla="*/ 0 h 1135458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9996"/>
                <a:gd name="connsiteX1" fmla="*/ 767353 w 838791"/>
                <a:gd name="connsiteY1" fmla="*/ 0 h 1139996"/>
                <a:gd name="connsiteX2" fmla="*/ 838791 w 838791"/>
                <a:gd name="connsiteY2" fmla="*/ 728551 h 1139996"/>
                <a:gd name="connsiteX3" fmla="*/ 157753 w 838791"/>
                <a:gd name="connsiteY3" fmla="*/ 1128711 h 1139996"/>
                <a:gd name="connsiteX4" fmla="*/ 205379 w 838791"/>
                <a:gd name="connsiteY4" fmla="*/ 966787 h 1139996"/>
                <a:gd name="connsiteX5" fmla="*/ 19641 w 838791"/>
                <a:gd name="connsiteY5" fmla="*/ 1023938 h 1139996"/>
                <a:gd name="connsiteX6" fmla="*/ 576853 w 838791"/>
                <a:gd name="connsiteY6" fmla="*/ 757127 h 1139996"/>
                <a:gd name="connsiteX7" fmla="*/ 624478 w 838791"/>
                <a:gd name="connsiteY7" fmla="*/ 0 h 1139996"/>
                <a:gd name="connsiteX0" fmla="*/ 624478 w 970397"/>
                <a:gd name="connsiteY0" fmla="*/ 0 h 1139996"/>
                <a:gd name="connsiteX1" fmla="*/ 767353 w 970397"/>
                <a:gd name="connsiteY1" fmla="*/ 0 h 1139996"/>
                <a:gd name="connsiteX2" fmla="*/ 838791 w 970397"/>
                <a:gd name="connsiteY2" fmla="*/ 728551 h 1139996"/>
                <a:gd name="connsiteX3" fmla="*/ 157753 w 970397"/>
                <a:gd name="connsiteY3" fmla="*/ 1128711 h 1139996"/>
                <a:gd name="connsiteX4" fmla="*/ 205379 w 970397"/>
                <a:gd name="connsiteY4" fmla="*/ 966787 h 1139996"/>
                <a:gd name="connsiteX5" fmla="*/ 19641 w 970397"/>
                <a:gd name="connsiteY5" fmla="*/ 1023938 h 1139996"/>
                <a:gd name="connsiteX6" fmla="*/ 576853 w 970397"/>
                <a:gd name="connsiteY6" fmla="*/ 757127 h 1139996"/>
                <a:gd name="connsiteX7" fmla="*/ 624478 w 970397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90634"/>
                <a:gd name="connsiteY0" fmla="*/ 0 h 1139996"/>
                <a:gd name="connsiteX1" fmla="*/ 767353 w 990634"/>
                <a:gd name="connsiteY1" fmla="*/ 0 h 1139996"/>
                <a:gd name="connsiteX2" fmla="*/ 838791 w 990634"/>
                <a:gd name="connsiteY2" fmla="*/ 728551 h 1139996"/>
                <a:gd name="connsiteX3" fmla="*/ 157753 w 990634"/>
                <a:gd name="connsiteY3" fmla="*/ 1128711 h 1139996"/>
                <a:gd name="connsiteX4" fmla="*/ 205379 w 990634"/>
                <a:gd name="connsiteY4" fmla="*/ 966787 h 1139996"/>
                <a:gd name="connsiteX5" fmla="*/ 19641 w 990634"/>
                <a:gd name="connsiteY5" fmla="*/ 1023938 h 1139996"/>
                <a:gd name="connsiteX6" fmla="*/ 576853 w 990634"/>
                <a:gd name="connsiteY6" fmla="*/ 757127 h 1139996"/>
                <a:gd name="connsiteX7" fmla="*/ 624478 w 990634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73366"/>
                <a:gd name="connsiteY0" fmla="*/ 0 h 1130133"/>
                <a:gd name="connsiteX1" fmla="*/ 767353 w 973366"/>
                <a:gd name="connsiteY1" fmla="*/ 0 h 1130133"/>
                <a:gd name="connsiteX2" fmla="*/ 838791 w 973366"/>
                <a:gd name="connsiteY2" fmla="*/ 728551 h 1130133"/>
                <a:gd name="connsiteX3" fmla="*/ 157753 w 973366"/>
                <a:gd name="connsiteY3" fmla="*/ 1128711 h 1130133"/>
                <a:gd name="connsiteX4" fmla="*/ 205379 w 973366"/>
                <a:gd name="connsiteY4" fmla="*/ 966787 h 1130133"/>
                <a:gd name="connsiteX5" fmla="*/ 19641 w 973366"/>
                <a:gd name="connsiteY5" fmla="*/ 1023938 h 1130133"/>
                <a:gd name="connsiteX6" fmla="*/ 576853 w 973366"/>
                <a:gd name="connsiteY6" fmla="*/ 757127 h 1130133"/>
                <a:gd name="connsiteX7" fmla="*/ 624478 w 973366"/>
                <a:gd name="connsiteY7" fmla="*/ 0 h 1130133"/>
                <a:gd name="connsiteX0" fmla="*/ 624478 w 975167"/>
                <a:gd name="connsiteY0" fmla="*/ 0 h 1130133"/>
                <a:gd name="connsiteX1" fmla="*/ 767353 w 975167"/>
                <a:gd name="connsiteY1" fmla="*/ 0 h 1130133"/>
                <a:gd name="connsiteX2" fmla="*/ 838791 w 975167"/>
                <a:gd name="connsiteY2" fmla="*/ 728551 h 1130133"/>
                <a:gd name="connsiteX3" fmla="*/ 157753 w 975167"/>
                <a:gd name="connsiteY3" fmla="*/ 1128711 h 1130133"/>
                <a:gd name="connsiteX4" fmla="*/ 205379 w 975167"/>
                <a:gd name="connsiteY4" fmla="*/ 966787 h 1130133"/>
                <a:gd name="connsiteX5" fmla="*/ 19641 w 975167"/>
                <a:gd name="connsiteY5" fmla="*/ 1023938 h 1130133"/>
                <a:gd name="connsiteX6" fmla="*/ 576853 w 975167"/>
                <a:gd name="connsiteY6" fmla="*/ 757127 h 1130133"/>
                <a:gd name="connsiteX7" fmla="*/ 624478 w 975167"/>
                <a:gd name="connsiteY7" fmla="*/ 0 h 113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5167" h="1130133">
                  <a:moveTo>
                    <a:pt x="624478" y="0"/>
                  </a:moveTo>
                  <a:lnTo>
                    <a:pt x="767353" y="0"/>
                  </a:lnTo>
                  <a:lnTo>
                    <a:pt x="838791" y="728551"/>
                  </a:lnTo>
                  <a:cubicBezTo>
                    <a:pt x="1335678" y="1090500"/>
                    <a:pt x="327616" y="846118"/>
                    <a:pt x="157753" y="1128711"/>
                  </a:cubicBezTo>
                  <a:cubicBezTo>
                    <a:pt x="109334" y="1146986"/>
                    <a:pt x="231573" y="983455"/>
                    <a:pt x="205379" y="966787"/>
                  </a:cubicBezTo>
                  <a:cubicBezTo>
                    <a:pt x="179185" y="950119"/>
                    <a:pt x="-70846" y="1080313"/>
                    <a:pt x="19641" y="1023938"/>
                  </a:cubicBezTo>
                  <a:cubicBezTo>
                    <a:pt x="110128" y="768314"/>
                    <a:pt x="472079" y="784151"/>
                    <a:pt x="576853" y="757127"/>
                  </a:cubicBezTo>
                  <a:lnTo>
                    <a:pt x="62447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Rectangle 1">
              <a:extLst>
                <a:ext uri="{FF2B5EF4-FFF2-40B4-BE49-F238E27FC236}">
                  <a16:creationId xmlns:a16="http://schemas.microsoft.com/office/drawing/2014/main" id="{BAB0B8FF-7B89-E454-6DD6-3CD41906A420}"/>
                </a:ext>
              </a:extLst>
            </p:cNvPr>
            <p:cNvSpPr/>
            <p:nvPr/>
          </p:nvSpPr>
          <p:spPr>
            <a:xfrm>
              <a:off x="5281343" y="2755044"/>
              <a:ext cx="3651475" cy="2497055"/>
            </a:xfrm>
            <a:custGeom>
              <a:avLst/>
              <a:gdLst>
                <a:gd name="connsiteX0" fmla="*/ 0 w 874238"/>
                <a:gd name="connsiteY0" fmla="*/ 0 h 534066"/>
                <a:gd name="connsiteX1" fmla="*/ 874238 w 874238"/>
                <a:gd name="connsiteY1" fmla="*/ 0 h 534066"/>
                <a:gd name="connsiteX2" fmla="*/ 874238 w 874238"/>
                <a:gd name="connsiteY2" fmla="*/ 534066 h 534066"/>
                <a:gd name="connsiteX3" fmla="*/ 0 w 874238"/>
                <a:gd name="connsiteY3" fmla="*/ 534066 h 534066"/>
                <a:gd name="connsiteX4" fmla="*/ 0 w 874238"/>
                <a:gd name="connsiteY4" fmla="*/ 0 h 534066"/>
                <a:gd name="connsiteX0" fmla="*/ 0 w 3330054"/>
                <a:gd name="connsiteY0" fmla="*/ 0 h 1325636"/>
                <a:gd name="connsiteX1" fmla="*/ 874238 w 3330054"/>
                <a:gd name="connsiteY1" fmla="*/ 0 h 1325636"/>
                <a:gd name="connsiteX2" fmla="*/ 874238 w 3330054"/>
                <a:gd name="connsiteY2" fmla="*/ 534066 h 1325636"/>
                <a:gd name="connsiteX3" fmla="*/ 3330054 w 3330054"/>
                <a:gd name="connsiteY3" fmla="*/ 1325636 h 1325636"/>
                <a:gd name="connsiteX4" fmla="*/ 0 w 3330054"/>
                <a:gd name="connsiteY4" fmla="*/ 0 h 1325636"/>
                <a:gd name="connsiteX0" fmla="*/ 0 w 3330054"/>
                <a:gd name="connsiteY0" fmla="*/ 0 h 2164345"/>
                <a:gd name="connsiteX1" fmla="*/ 874238 w 3330054"/>
                <a:gd name="connsiteY1" fmla="*/ 0 h 2164345"/>
                <a:gd name="connsiteX2" fmla="*/ 874238 w 3330054"/>
                <a:gd name="connsiteY2" fmla="*/ 534066 h 2164345"/>
                <a:gd name="connsiteX3" fmla="*/ 3330054 w 3330054"/>
                <a:gd name="connsiteY3" fmla="*/ 1325636 h 2164345"/>
                <a:gd name="connsiteX4" fmla="*/ 0 w 3330054"/>
                <a:gd name="connsiteY4" fmla="*/ 0 h 2164345"/>
                <a:gd name="connsiteX0" fmla="*/ 349113 w 3679167"/>
                <a:gd name="connsiteY0" fmla="*/ 0 h 2680110"/>
                <a:gd name="connsiteX1" fmla="*/ 1223351 w 3679167"/>
                <a:gd name="connsiteY1" fmla="*/ 0 h 2680110"/>
                <a:gd name="connsiteX2" fmla="*/ 1223351 w 3679167"/>
                <a:gd name="connsiteY2" fmla="*/ 534066 h 2680110"/>
                <a:gd name="connsiteX3" fmla="*/ 3679167 w 3679167"/>
                <a:gd name="connsiteY3" fmla="*/ 1325636 h 2680110"/>
                <a:gd name="connsiteX4" fmla="*/ 349113 w 3679167"/>
                <a:gd name="connsiteY4" fmla="*/ 0 h 2680110"/>
                <a:gd name="connsiteX0" fmla="*/ 331481 w 3661535"/>
                <a:gd name="connsiteY0" fmla="*/ 0 h 2609359"/>
                <a:gd name="connsiteX1" fmla="*/ 1205719 w 3661535"/>
                <a:gd name="connsiteY1" fmla="*/ 0 h 2609359"/>
                <a:gd name="connsiteX2" fmla="*/ 1205719 w 3661535"/>
                <a:gd name="connsiteY2" fmla="*/ 534066 h 2609359"/>
                <a:gd name="connsiteX3" fmla="*/ 3661535 w 3661535"/>
                <a:gd name="connsiteY3" fmla="*/ 1325636 h 2609359"/>
                <a:gd name="connsiteX4" fmla="*/ 331481 w 3661535"/>
                <a:gd name="connsiteY4" fmla="*/ 0 h 2609359"/>
                <a:gd name="connsiteX0" fmla="*/ 379891 w 3709945"/>
                <a:gd name="connsiteY0" fmla="*/ 0 h 2621274"/>
                <a:gd name="connsiteX1" fmla="*/ 1254129 w 3709945"/>
                <a:gd name="connsiteY1" fmla="*/ 0 h 2621274"/>
                <a:gd name="connsiteX2" fmla="*/ 1254129 w 3709945"/>
                <a:gd name="connsiteY2" fmla="*/ 534066 h 2621274"/>
                <a:gd name="connsiteX3" fmla="*/ 3709945 w 3709945"/>
                <a:gd name="connsiteY3" fmla="*/ 1325636 h 2621274"/>
                <a:gd name="connsiteX4" fmla="*/ 379891 w 3709945"/>
                <a:gd name="connsiteY4" fmla="*/ 0 h 2621274"/>
                <a:gd name="connsiteX0" fmla="*/ 388559 w 3582135"/>
                <a:gd name="connsiteY0" fmla="*/ 218364 h 2702814"/>
                <a:gd name="connsiteX1" fmla="*/ 1126319 w 3582135"/>
                <a:gd name="connsiteY1" fmla="*/ 0 h 2702814"/>
                <a:gd name="connsiteX2" fmla="*/ 1126319 w 3582135"/>
                <a:gd name="connsiteY2" fmla="*/ 534066 h 2702814"/>
                <a:gd name="connsiteX3" fmla="*/ 3582135 w 3582135"/>
                <a:gd name="connsiteY3" fmla="*/ 1325636 h 2702814"/>
                <a:gd name="connsiteX4" fmla="*/ 388559 w 3582135"/>
                <a:gd name="connsiteY4" fmla="*/ 218364 h 2702814"/>
                <a:gd name="connsiteX0" fmla="*/ 457899 w 3651475"/>
                <a:gd name="connsiteY0" fmla="*/ 218364 h 2619867"/>
                <a:gd name="connsiteX1" fmla="*/ 1195659 w 3651475"/>
                <a:gd name="connsiteY1" fmla="*/ 0 h 2619867"/>
                <a:gd name="connsiteX2" fmla="*/ 1195659 w 3651475"/>
                <a:gd name="connsiteY2" fmla="*/ 534066 h 2619867"/>
                <a:gd name="connsiteX3" fmla="*/ 3651475 w 3651475"/>
                <a:gd name="connsiteY3" fmla="*/ 1325636 h 2619867"/>
                <a:gd name="connsiteX4" fmla="*/ 457899 w 3651475"/>
                <a:gd name="connsiteY4" fmla="*/ 218364 h 2619867"/>
                <a:gd name="connsiteX0" fmla="*/ 457899 w 3651475"/>
                <a:gd name="connsiteY0" fmla="*/ 218364 h 2578941"/>
                <a:gd name="connsiteX1" fmla="*/ 1195659 w 3651475"/>
                <a:gd name="connsiteY1" fmla="*/ 0 h 2578941"/>
                <a:gd name="connsiteX2" fmla="*/ 1195659 w 3651475"/>
                <a:gd name="connsiteY2" fmla="*/ 534066 h 2578941"/>
                <a:gd name="connsiteX3" fmla="*/ 3651475 w 3651475"/>
                <a:gd name="connsiteY3" fmla="*/ 1325636 h 2578941"/>
                <a:gd name="connsiteX4" fmla="*/ 457899 w 3651475"/>
                <a:gd name="connsiteY4" fmla="*/ 218364 h 2578941"/>
                <a:gd name="connsiteX0" fmla="*/ 457899 w 3651475"/>
                <a:gd name="connsiteY0" fmla="*/ 218364 h 2578941"/>
                <a:gd name="connsiteX1" fmla="*/ 1195659 w 3651475"/>
                <a:gd name="connsiteY1" fmla="*/ 0 h 2578941"/>
                <a:gd name="connsiteX2" fmla="*/ 3638608 w 3651475"/>
                <a:gd name="connsiteY2" fmla="*/ 465827 h 2578941"/>
                <a:gd name="connsiteX3" fmla="*/ 3651475 w 3651475"/>
                <a:gd name="connsiteY3" fmla="*/ 1325636 h 2578941"/>
                <a:gd name="connsiteX4" fmla="*/ 457899 w 3651475"/>
                <a:gd name="connsiteY4" fmla="*/ 218364 h 2578941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383941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288407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288407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1475" h="2497055">
                  <a:moveTo>
                    <a:pt x="457899" y="136478"/>
                  </a:moveTo>
                  <a:lnTo>
                    <a:pt x="1182011" y="0"/>
                  </a:lnTo>
                  <a:cubicBezTo>
                    <a:pt x="2041820" y="232614"/>
                    <a:pt x="2819742" y="192271"/>
                    <a:pt x="3638608" y="288407"/>
                  </a:cubicBezTo>
                  <a:lnTo>
                    <a:pt x="3651475" y="1243750"/>
                  </a:lnTo>
                  <a:cubicBezTo>
                    <a:pt x="3455856" y="3313059"/>
                    <a:pt x="-1502829" y="2734704"/>
                    <a:pt x="457899" y="13647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Rectangle 8">
              <a:extLst>
                <a:ext uri="{FF2B5EF4-FFF2-40B4-BE49-F238E27FC236}">
                  <a16:creationId xmlns:a16="http://schemas.microsoft.com/office/drawing/2014/main" id="{D7752B22-8354-6741-D347-7EBA3EEC9DBA}"/>
                </a:ext>
              </a:extLst>
            </p:cNvPr>
            <p:cNvSpPr/>
            <p:nvPr/>
          </p:nvSpPr>
          <p:spPr>
            <a:xfrm>
              <a:off x="5602765" y="630348"/>
              <a:ext cx="1445802" cy="1153999"/>
            </a:xfrm>
            <a:custGeom>
              <a:avLst/>
              <a:gdLst>
                <a:gd name="connsiteX0" fmla="*/ 0 w 952500"/>
                <a:gd name="connsiteY0" fmla="*/ 0 h 311150"/>
                <a:gd name="connsiteX1" fmla="*/ 952500 w 952500"/>
                <a:gd name="connsiteY1" fmla="*/ 0 h 311150"/>
                <a:gd name="connsiteX2" fmla="*/ 952500 w 952500"/>
                <a:gd name="connsiteY2" fmla="*/ 311150 h 311150"/>
                <a:gd name="connsiteX3" fmla="*/ 0 w 952500"/>
                <a:gd name="connsiteY3" fmla="*/ 311150 h 311150"/>
                <a:gd name="connsiteX4" fmla="*/ 0 w 952500"/>
                <a:gd name="connsiteY4" fmla="*/ 0 h 311150"/>
                <a:gd name="connsiteX0" fmla="*/ 374650 w 952500"/>
                <a:gd name="connsiteY0" fmla="*/ 0 h 844550"/>
                <a:gd name="connsiteX1" fmla="*/ 952500 w 952500"/>
                <a:gd name="connsiteY1" fmla="*/ 533400 h 844550"/>
                <a:gd name="connsiteX2" fmla="*/ 952500 w 952500"/>
                <a:gd name="connsiteY2" fmla="*/ 844550 h 844550"/>
                <a:gd name="connsiteX3" fmla="*/ 0 w 952500"/>
                <a:gd name="connsiteY3" fmla="*/ 844550 h 844550"/>
                <a:gd name="connsiteX4" fmla="*/ 374650 w 952500"/>
                <a:gd name="connsiteY4" fmla="*/ 0 h 844550"/>
                <a:gd name="connsiteX0" fmla="*/ 374650 w 952500"/>
                <a:gd name="connsiteY0" fmla="*/ 9023 h 853573"/>
                <a:gd name="connsiteX1" fmla="*/ 838200 w 952500"/>
                <a:gd name="connsiteY1" fmla="*/ 28073 h 853573"/>
                <a:gd name="connsiteX2" fmla="*/ 952500 w 952500"/>
                <a:gd name="connsiteY2" fmla="*/ 542423 h 853573"/>
                <a:gd name="connsiteX3" fmla="*/ 952500 w 952500"/>
                <a:gd name="connsiteY3" fmla="*/ 853573 h 853573"/>
                <a:gd name="connsiteX4" fmla="*/ 0 w 952500"/>
                <a:gd name="connsiteY4" fmla="*/ 853573 h 853573"/>
                <a:gd name="connsiteX5" fmla="*/ 374650 w 952500"/>
                <a:gd name="connsiteY5" fmla="*/ 9023 h 853573"/>
                <a:gd name="connsiteX0" fmla="*/ 374650 w 1162050"/>
                <a:gd name="connsiteY0" fmla="*/ 9023 h 853573"/>
                <a:gd name="connsiteX1" fmla="*/ 838200 w 1162050"/>
                <a:gd name="connsiteY1" fmla="*/ 28073 h 853573"/>
                <a:gd name="connsiteX2" fmla="*/ 1162050 w 1162050"/>
                <a:gd name="connsiteY2" fmla="*/ 243974 h 853573"/>
                <a:gd name="connsiteX3" fmla="*/ 952500 w 1162050"/>
                <a:gd name="connsiteY3" fmla="*/ 542423 h 853573"/>
                <a:gd name="connsiteX4" fmla="*/ 952500 w 1162050"/>
                <a:gd name="connsiteY4" fmla="*/ 853573 h 853573"/>
                <a:gd name="connsiteX5" fmla="*/ 0 w 1162050"/>
                <a:gd name="connsiteY5" fmla="*/ 853573 h 853573"/>
                <a:gd name="connsiteX6" fmla="*/ 374650 w 1162050"/>
                <a:gd name="connsiteY6" fmla="*/ 9023 h 853573"/>
                <a:gd name="connsiteX0" fmla="*/ 374650 w 1162050"/>
                <a:gd name="connsiteY0" fmla="*/ 9023 h 853573"/>
                <a:gd name="connsiteX1" fmla="*/ 838200 w 1162050"/>
                <a:gd name="connsiteY1" fmla="*/ 28073 h 853573"/>
                <a:gd name="connsiteX2" fmla="*/ 1162050 w 1162050"/>
                <a:gd name="connsiteY2" fmla="*/ 243974 h 853573"/>
                <a:gd name="connsiteX3" fmla="*/ 1047750 w 1162050"/>
                <a:gd name="connsiteY3" fmla="*/ 656723 h 853573"/>
                <a:gd name="connsiteX4" fmla="*/ 952500 w 1162050"/>
                <a:gd name="connsiteY4" fmla="*/ 853573 h 853573"/>
                <a:gd name="connsiteX5" fmla="*/ 0 w 1162050"/>
                <a:gd name="connsiteY5" fmla="*/ 853573 h 853573"/>
                <a:gd name="connsiteX6" fmla="*/ 374650 w 1162050"/>
                <a:gd name="connsiteY6" fmla="*/ 9023 h 853573"/>
                <a:gd name="connsiteX0" fmla="*/ 374650 w 1336225"/>
                <a:gd name="connsiteY0" fmla="*/ 9023 h 853573"/>
                <a:gd name="connsiteX1" fmla="*/ 838200 w 1336225"/>
                <a:gd name="connsiteY1" fmla="*/ 28073 h 853573"/>
                <a:gd name="connsiteX2" fmla="*/ 1162050 w 1336225"/>
                <a:gd name="connsiteY2" fmla="*/ 243974 h 853573"/>
                <a:gd name="connsiteX3" fmla="*/ 1047750 w 1336225"/>
                <a:gd name="connsiteY3" fmla="*/ 656723 h 853573"/>
                <a:gd name="connsiteX4" fmla="*/ 952500 w 1336225"/>
                <a:gd name="connsiteY4" fmla="*/ 853573 h 853573"/>
                <a:gd name="connsiteX5" fmla="*/ 0 w 1336225"/>
                <a:gd name="connsiteY5" fmla="*/ 853573 h 853573"/>
                <a:gd name="connsiteX6" fmla="*/ 374650 w 1336225"/>
                <a:gd name="connsiteY6" fmla="*/ 9023 h 853573"/>
                <a:gd name="connsiteX0" fmla="*/ 374650 w 1371666"/>
                <a:gd name="connsiteY0" fmla="*/ 9023 h 853573"/>
                <a:gd name="connsiteX1" fmla="*/ 838200 w 1371666"/>
                <a:gd name="connsiteY1" fmla="*/ 28073 h 853573"/>
                <a:gd name="connsiteX2" fmla="*/ 1162050 w 1371666"/>
                <a:gd name="connsiteY2" fmla="*/ 243974 h 853573"/>
                <a:gd name="connsiteX3" fmla="*/ 1047750 w 1371666"/>
                <a:gd name="connsiteY3" fmla="*/ 656723 h 853573"/>
                <a:gd name="connsiteX4" fmla="*/ 952500 w 1371666"/>
                <a:gd name="connsiteY4" fmla="*/ 853573 h 853573"/>
                <a:gd name="connsiteX5" fmla="*/ 0 w 1371666"/>
                <a:gd name="connsiteY5" fmla="*/ 853573 h 853573"/>
                <a:gd name="connsiteX6" fmla="*/ 374650 w 1371666"/>
                <a:gd name="connsiteY6" fmla="*/ 9023 h 853573"/>
                <a:gd name="connsiteX0" fmla="*/ 374650 w 1371666"/>
                <a:gd name="connsiteY0" fmla="*/ 14518 h 859068"/>
                <a:gd name="connsiteX1" fmla="*/ 800100 w 1371666"/>
                <a:gd name="connsiteY1" fmla="*/ 27218 h 859068"/>
                <a:gd name="connsiteX2" fmla="*/ 1162050 w 1371666"/>
                <a:gd name="connsiteY2" fmla="*/ 249469 h 859068"/>
                <a:gd name="connsiteX3" fmla="*/ 1047750 w 1371666"/>
                <a:gd name="connsiteY3" fmla="*/ 662218 h 859068"/>
                <a:gd name="connsiteX4" fmla="*/ 952500 w 1371666"/>
                <a:gd name="connsiteY4" fmla="*/ 859068 h 859068"/>
                <a:gd name="connsiteX5" fmla="*/ 0 w 1371666"/>
                <a:gd name="connsiteY5" fmla="*/ 859068 h 859068"/>
                <a:gd name="connsiteX6" fmla="*/ 374650 w 1371666"/>
                <a:gd name="connsiteY6" fmla="*/ 14518 h 859068"/>
                <a:gd name="connsiteX0" fmla="*/ 374650 w 1371666"/>
                <a:gd name="connsiteY0" fmla="*/ 129061 h 973611"/>
                <a:gd name="connsiteX1" fmla="*/ 800100 w 1371666"/>
                <a:gd name="connsiteY1" fmla="*/ 141761 h 973611"/>
                <a:gd name="connsiteX2" fmla="*/ 1162050 w 1371666"/>
                <a:gd name="connsiteY2" fmla="*/ 364012 h 973611"/>
                <a:gd name="connsiteX3" fmla="*/ 1047750 w 1371666"/>
                <a:gd name="connsiteY3" fmla="*/ 776761 h 973611"/>
                <a:gd name="connsiteX4" fmla="*/ 952500 w 1371666"/>
                <a:gd name="connsiteY4" fmla="*/ 973611 h 973611"/>
                <a:gd name="connsiteX5" fmla="*/ 0 w 1371666"/>
                <a:gd name="connsiteY5" fmla="*/ 973611 h 973611"/>
                <a:gd name="connsiteX6" fmla="*/ 374650 w 1371666"/>
                <a:gd name="connsiteY6" fmla="*/ 129061 h 973611"/>
                <a:gd name="connsiteX0" fmla="*/ 374650 w 1371666"/>
                <a:gd name="connsiteY0" fmla="*/ 133027 h 977577"/>
                <a:gd name="connsiteX1" fmla="*/ 800100 w 1371666"/>
                <a:gd name="connsiteY1" fmla="*/ 145727 h 977577"/>
                <a:gd name="connsiteX2" fmla="*/ 1162050 w 1371666"/>
                <a:gd name="connsiteY2" fmla="*/ 367978 h 977577"/>
                <a:gd name="connsiteX3" fmla="*/ 1047750 w 1371666"/>
                <a:gd name="connsiteY3" fmla="*/ 780727 h 977577"/>
                <a:gd name="connsiteX4" fmla="*/ 952500 w 1371666"/>
                <a:gd name="connsiteY4" fmla="*/ 977577 h 977577"/>
                <a:gd name="connsiteX5" fmla="*/ 0 w 1371666"/>
                <a:gd name="connsiteY5" fmla="*/ 977577 h 977577"/>
                <a:gd name="connsiteX6" fmla="*/ 374650 w 1371666"/>
                <a:gd name="connsiteY6" fmla="*/ 133027 h 977577"/>
                <a:gd name="connsiteX0" fmla="*/ 374650 w 1371666"/>
                <a:gd name="connsiteY0" fmla="*/ 259360 h 1103910"/>
                <a:gd name="connsiteX1" fmla="*/ 800100 w 1371666"/>
                <a:gd name="connsiteY1" fmla="*/ 272060 h 1103910"/>
                <a:gd name="connsiteX2" fmla="*/ 1162050 w 1371666"/>
                <a:gd name="connsiteY2" fmla="*/ 494311 h 1103910"/>
                <a:gd name="connsiteX3" fmla="*/ 1047750 w 1371666"/>
                <a:gd name="connsiteY3" fmla="*/ 907060 h 1103910"/>
                <a:gd name="connsiteX4" fmla="*/ 952500 w 1371666"/>
                <a:gd name="connsiteY4" fmla="*/ 1103910 h 1103910"/>
                <a:gd name="connsiteX5" fmla="*/ 0 w 1371666"/>
                <a:gd name="connsiteY5" fmla="*/ 1103910 h 1103910"/>
                <a:gd name="connsiteX6" fmla="*/ 374650 w 1371666"/>
                <a:gd name="connsiteY6" fmla="*/ 259360 h 1103910"/>
                <a:gd name="connsiteX0" fmla="*/ 374650 w 1371666"/>
                <a:gd name="connsiteY0" fmla="*/ 309449 h 1153999"/>
                <a:gd name="connsiteX1" fmla="*/ 800100 w 1371666"/>
                <a:gd name="connsiteY1" fmla="*/ 322149 h 1153999"/>
                <a:gd name="connsiteX2" fmla="*/ 1162050 w 1371666"/>
                <a:gd name="connsiteY2" fmla="*/ 544400 h 1153999"/>
                <a:gd name="connsiteX3" fmla="*/ 1047750 w 1371666"/>
                <a:gd name="connsiteY3" fmla="*/ 957149 h 1153999"/>
                <a:gd name="connsiteX4" fmla="*/ 952500 w 1371666"/>
                <a:gd name="connsiteY4" fmla="*/ 1153999 h 1153999"/>
                <a:gd name="connsiteX5" fmla="*/ 0 w 1371666"/>
                <a:gd name="connsiteY5" fmla="*/ 1153999 h 1153999"/>
                <a:gd name="connsiteX6" fmla="*/ 374650 w 1371666"/>
                <a:gd name="connsiteY6" fmla="*/ 309449 h 1153999"/>
                <a:gd name="connsiteX0" fmla="*/ 374650 w 1371666"/>
                <a:gd name="connsiteY0" fmla="*/ 309449 h 1153999"/>
                <a:gd name="connsiteX1" fmla="*/ 800100 w 1371666"/>
                <a:gd name="connsiteY1" fmla="*/ 322149 h 1153999"/>
                <a:gd name="connsiteX2" fmla="*/ 1162050 w 1371666"/>
                <a:gd name="connsiteY2" fmla="*/ 544400 h 1153999"/>
                <a:gd name="connsiteX3" fmla="*/ 1047750 w 1371666"/>
                <a:gd name="connsiteY3" fmla="*/ 957149 h 1153999"/>
                <a:gd name="connsiteX4" fmla="*/ 952500 w 1371666"/>
                <a:gd name="connsiteY4" fmla="*/ 1153999 h 1153999"/>
                <a:gd name="connsiteX5" fmla="*/ 0 w 1371666"/>
                <a:gd name="connsiteY5" fmla="*/ 1153999 h 1153999"/>
                <a:gd name="connsiteX6" fmla="*/ 374650 w 1371666"/>
                <a:gd name="connsiteY6" fmla="*/ 309449 h 1153999"/>
                <a:gd name="connsiteX0" fmla="*/ 448786 w 1445802"/>
                <a:gd name="connsiteY0" fmla="*/ 309449 h 1153999"/>
                <a:gd name="connsiteX1" fmla="*/ 874236 w 1445802"/>
                <a:gd name="connsiteY1" fmla="*/ 322149 h 1153999"/>
                <a:gd name="connsiteX2" fmla="*/ 1236186 w 1445802"/>
                <a:gd name="connsiteY2" fmla="*/ 544400 h 1153999"/>
                <a:gd name="connsiteX3" fmla="*/ 1121886 w 1445802"/>
                <a:gd name="connsiteY3" fmla="*/ 957149 h 1153999"/>
                <a:gd name="connsiteX4" fmla="*/ 1026636 w 1445802"/>
                <a:gd name="connsiteY4" fmla="*/ 1153999 h 1153999"/>
                <a:gd name="connsiteX5" fmla="*/ 74136 w 1445802"/>
                <a:gd name="connsiteY5" fmla="*/ 1153999 h 1153999"/>
                <a:gd name="connsiteX6" fmla="*/ 448786 w 1445802"/>
                <a:gd name="connsiteY6" fmla="*/ 309449 h 115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802" h="1153999">
                  <a:moveTo>
                    <a:pt x="448786" y="309449"/>
                  </a:moveTo>
                  <a:cubicBezTo>
                    <a:pt x="463603" y="182449"/>
                    <a:pt x="1221369" y="-325551"/>
                    <a:pt x="874236" y="322149"/>
                  </a:cubicBezTo>
                  <a:cubicBezTo>
                    <a:pt x="1524053" y="-69434"/>
                    <a:pt x="1430919" y="440683"/>
                    <a:pt x="1236186" y="544400"/>
                  </a:cubicBezTo>
                  <a:cubicBezTo>
                    <a:pt x="1325086" y="516883"/>
                    <a:pt x="1718786" y="705266"/>
                    <a:pt x="1121886" y="957149"/>
                  </a:cubicBezTo>
                  <a:lnTo>
                    <a:pt x="1026636" y="1153999"/>
                  </a:lnTo>
                  <a:lnTo>
                    <a:pt x="74136" y="1153999"/>
                  </a:lnTo>
                  <a:cubicBezTo>
                    <a:pt x="-207381" y="529582"/>
                    <a:pt x="400103" y="-374234"/>
                    <a:pt x="448786" y="30944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Rectangle 7">
              <a:extLst>
                <a:ext uri="{FF2B5EF4-FFF2-40B4-BE49-F238E27FC236}">
                  <a16:creationId xmlns:a16="http://schemas.microsoft.com/office/drawing/2014/main" id="{7805BA9D-85C4-C69B-0E6A-F3C1EAF0CE20}"/>
                </a:ext>
              </a:extLst>
            </p:cNvPr>
            <p:cNvSpPr/>
            <p:nvPr/>
          </p:nvSpPr>
          <p:spPr>
            <a:xfrm rot="594583">
              <a:off x="5103760" y="1950378"/>
              <a:ext cx="822491" cy="1106430"/>
            </a:xfrm>
            <a:custGeom>
              <a:avLst/>
              <a:gdLst>
                <a:gd name="connsiteX0" fmla="*/ 0 w 241300"/>
                <a:gd name="connsiteY0" fmla="*/ 0 h 421987"/>
                <a:gd name="connsiteX1" fmla="*/ 241300 w 241300"/>
                <a:gd name="connsiteY1" fmla="*/ 0 h 421987"/>
                <a:gd name="connsiteX2" fmla="*/ 241300 w 241300"/>
                <a:gd name="connsiteY2" fmla="*/ 421987 h 421987"/>
                <a:gd name="connsiteX3" fmla="*/ 0 w 241300"/>
                <a:gd name="connsiteY3" fmla="*/ 421987 h 421987"/>
                <a:gd name="connsiteX4" fmla="*/ 0 w 241300"/>
                <a:gd name="connsiteY4" fmla="*/ 0 h 421987"/>
                <a:gd name="connsiteX0" fmla="*/ 0 w 355600"/>
                <a:gd name="connsiteY0" fmla="*/ 0 h 421987"/>
                <a:gd name="connsiteX1" fmla="*/ 355600 w 355600"/>
                <a:gd name="connsiteY1" fmla="*/ 0 h 421987"/>
                <a:gd name="connsiteX2" fmla="*/ 355600 w 355600"/>
                <a:gd name="connsiteY2" fmla="*/ 421987 h 421987"/>
                <a:gd name="connsiteX3" fmla="*/ 114300 w 355600"/>
                <a:gd name="connsiteY3" fmla="*/ 421987 h 421987"/>
                <a:gd name="connsiteX4" fmla="*/ 0 w 355600"/>
                <a:gd name="connsiteY4" fmla="*/ 0 h 421987"/>
                <a:gd name="connsiteX0" fmla="*/ 0 w 355600"/>
                <a:gd name="connsiteY0" fmla="*/ 0 h 929987"/>
                <a:gd name="connsiteX1" fmla="*/ 355600 w 355600"/>
                <a:gd name="connsiteY1" fmla="*/ 0 h 929987"/>
                <a:gd name="connsiteX2" fmla="*/ 355600 w 355600"/>
                <a:gd name="connsiteY2" fmla="*/ 421987 h 929987"/>
                <a:gd name="connsiteX3" fmla="*/ 44450 w 355600"/>
                <a:gd name="connsiteY3" fmla="*/ 929987 h 929987"/>
                <a:gd name="connsiteX4" fmla="*/ 0 w 355600"/>
                <a:gd name="connsiteY4" fmla="*/ 0 h 929987"/>
                <a:gd name="connsiteX0" fmla="*/ 464404 w 820004"/>
                <a:gd name="connsiteY0" fmla="*/ 0 h 1066959"/>
                <a:gd name="connsiteX1" fmla="*/ 820004 w 820004"/>
                <a:gd name="connsiteY1" fmla="*/ 0 h 1066959"/>
                <a:gd name="connsiteX2" fmla="*/ 820004 w 820004"/>
                <a:gd name="connsiteY2" fmla="*/ 421987 h 1066959"/>
                <a:gd name="connsiteX3" fmla="*/ 508854 w 820004"/>
                <a:gd name="connsiteY3" fmla="*/ 929987 h 1066959"/>
                <a:gd name="connsiteX4" fmla="*/ 464404 w 820004"/>
                <a:gd name="connsiteY4" fmla="*/ 0 h 1066959"/>
                <a:gd name="connsiteX0" fmla="*/ 369475 w 858425"/>
                <a:gd name="connsiteY0" fmla="*/ 0 h 1066959"/>
                <a:gd name="connsiteX1" fmla="*/ 858425 w 858425"/>
                <a:gd name="connsiteY1" fmla="*/ 0 h 1066959"/>
                <a:gd name="connsiteX2" fmla="*/ 858425 w 858425"/>
                <a:gd name="connsiteY2" fmla="*/ 421987 h 1066959"/>
                <a:gd name="connsiteX3" fmla="*/ 547275 w 858425"/>
                <a:gd name="connsiteY3" fmla="*/ 929987 h 1066959"/>
                <a:gd name="connsiteX4" fmla="*/ 369475 w 858425"/>
                <a:gd name="connsiteY4" fmla="*/ 0 h 1066959"/>
                <a:gd name="connsiteX0" fmla="*/ 342530 w 831480"/>
                <a:gd name="connsiteY0" fmla="*/ 0 h 1097215"/>
                <a:gd name="connsiteX1" fmla="*/ 831480 w 831480"/>
                <a:gd name="connsiteY1" fmla="*/ 0 h 1097215"/>
                <a:gd name="connsiteX2" fmla="*/ 831480 w 831480"/>
                <a:gd name="connsiteY2" fmla="*/ 421987 h 1097215"/>
                <a:gd name="connsiteX3" fmla="*/ 520330 w 831480"/>
                <a:gd name="connsiteY3" fmla="*/ 929987 h 1097215"/>
                <a:gd name="connsiteX4" fmla="*/ 342530 w 831480"/>
                <a:gd name="connsiteY4" fmla="*/ 0 h 1097215"/>
                <a:gd name="connsiteX0" fmla="*/ 302140 w 848240"/>
                <a:gd name="connsiteY0" fmla="*/ 0 h 1102769"/>
                <a:gd name="connsiteX1" fmla="*/ 848240 w 848240"/>
                <a:gd name="connsiteY1" fmla="*/ 6350 h 1102769"/>
                <a:gd name="connsiteX2" fmla="*/ 848240 w 848240"/>
                <a:gd name="connsiteY2" fmla="*/ 428337 h 1102769"/>
                <a:gd name="connsiteX3" fmla="*/ 537090 w 848240"/>
                <a:gd name="connsiteY3" fmla="*/ 936337 h 1102769"/>
                <a:gd name="connsiteX4" fmla="*/ 302140 w 848240"/>
                <a:gd name="connsiteY4" fmla="*/ 0 h 1102769"/>
                <a:gd name="connsiteX0" fmla="*/ 281757 w 827857"/>
                <a:gd name="connsiteY0" fmla="*/ 0 h 1108732"/>
                <a:gd name="connsiteX1" fmla="*/ 827857 w 827857"/>
                <a:gd name="connsiteY1" fmla="*/ 6350 h 1108732"/>
                <a:gd name="connsiteX2" fmla="*/ 827857 w 827857"/>
                <a:gd name="connsiteY2" fmla="*/ 428337 h 1108732"/>
                <a:gd name="connsiteX3" fmla="*/ 516707 w 827857"/>
                <a:gd name="connsiteY3" fmla="*/ 936337 h 1108732"/>
                <a:gd name="connsiteX4" fmla="*/ 281757 w 827857"/>
                <a:gd name="connsiteY4" fmla="*/ 0 h 1108732"/>
                <a:gd name="connsiteX0" fmla="*/ 259159 w 837009"/>
                <a:gd name="connsiteY0" fmla="*/ 0 h 1103228"/>
                <a:gd name="connsiteX1" fmla="*/ 837009 w 837009"/>
                <a:gd name="connsiteY1" fmla="*/ 0 h 1103228"/>
                <a:gd name="connsiteX2" fmla="*/ 837009 w 837009"/>
                <a:gd name="connsiteY2" fmla="*/ 421987 h 1103228"/>
                <a:gd name="connsiteX3" fmla="*/ 525859 w 837009"/>
                <a:gd name="connsiteY3" fmla="*/ 929987 h 1103228"/>
                <a:gd name="connsiteX4" fmla="*/ 259159 w 837009"/>
                <a:gd name="connsiteY4" fmla="*/ 0 h 1103228"/>
                <a:gd name="connsiteX0" fmla="*/ 264780 w 842630"/>
                <a:gd name="connsiteY0" fmla="*/ 0 h 1005931"/>
                <a:gd name="connsiteX1" fmla="*/ 842630 w 842630"/>
                <a:gd name="connsiteY1" fmla="*/ 0 h 1005931"/>
                <a:gd name="connsiteX2" fmla="*/ 842630 w 842630"/>
                <a:gd name="connsiteY2" fmla="*/ 421987 h 1005931"/>
                <a:gd name="connsiteX3" fmla="*/ 531480 w 842630"/>
                <a:gd name="connsiteY3" fmla="*/ 929987 h 1005931"/>
                <a:gd name="connsiteX4" fmla="*/ 264780 w 842630"/>
                <a:gd name="connsiteY4" fmla="*/ 0 h 1005931"/>
                <a:gd name="connsiteX0" fmla="*/ 190513 w 768363"/>
                <a:gd name="connsiteY0" fmla="*/ 0 h 746710"/>
                <a:gd name="connsiteX1" fmla="*/ 768363 w 768363"/>
                <a:gd name="connsiteY1" fmla="*/ 0 h 746710"/>
                <a:gd name="connsiteX2" fmla="*/ 768363 w 768363"/>
                <a:gd name="connsiteY2" fmla="*/ 421987 h 746710"/>
                <a:gd name="connsiteX3" fmla="*/ 565163 w 768363"/>
                <a:gd name="connsiteY3" fmla="*/ 631537 h 746710"/>
                <a:gd name="connsiteX4" fmla="*/ 190513 w 768363"/>
                <a:gd name="connsiteY4" fmla="*/ 0 h 746710"/>
                <a:gd name="connsiteX0" fmla="*/ 259988 w 837838"/>
                <a:gd name="connsiteY0" fmla="*/ 0 h 941911"/>
                <a:gd name="connsiteX1" fmla="*/ 837838 w 837838"/>
                <a:gd name="connsiteY1" fmla="*/ 0 h 941911"/>
                <a:gd name="connsiteX2" fmla="*/ 837838 w 837838"/>
                <a:gd name="connsiteY2" fmla="*/ 421987 h 941911"/>
                <a:gd name="connsiteX3" fmla="*/ 634638 w 837838"/>
                <a:gd name="connsiteY3" fmla="*/ 631537 h 941911"/>
                <a:gd name="connsiteX4" fmla="*/ 259988 w 837838"/>
                <a:gd name="connsiteY4" fmla="*/ 0 h 941911"/>
                <a:gd name="connsiteX0" fmla="*/ 13726 w 591576"/>
                <a:gd name="connsiteY0" fmla="*/ 0 h 898964"/>
                <a:gd name="connsiteX1" fmla="*/ 591576 w 591576"/>
                <a:gd name="connsiteY1" fmla="*/ 0 h 898964"/>
                <a:gd name="connsiteX2" fmla="*/ 591576 w 591576"/>
                <a:gd name="connsiteY2" fmla="*/ 421987 h 898964"/>
                <a:gd name="connsiteX3" fmla="*/ 388376 w 591576"/>
                <a:gd name="connsiteY3" fmla="*/ 631537 h 898964"/>
                <a:gd name="connsiteX4" fmla="*/ 242326 w 591576"/>
                <a:gd name="connsiteY4" fmla="*/ 876300 h 898964"/>
                <a:gd name="connsiteX5" fmla="*/ 13726 w 591576"/>
                <a:gd name="connsiteY5" fmla="*/ 0 h 898964"/>
                <a:gd name="connsiteX0" fmla="*/ 259974 w 837824"/>
                <a:gd name="connsiteY0" fmla="*/ 0 h 1091100"/>
                <a:gd name="connsiteX1" fmla="*/ 837824 w 837824"/>
                <a:gd name="connsiteY1" fmla="*/ 0 h 1091100"/>
                <a:gd name="connsiteX2" fmla="*/ 837824 w 837824"/>
                <a:gd name="connsiteY2" fmla="*/ 421987 h 1091100"/>
                <a:gd name="connsiteX3" fmla="*/ 634624 w 837824"/>
                <a:gd name="connsiteY3" fmla="*/ 631537 h 1091100"/>
                <a:gd name="connsiteX4" fmla="*/ 488574 w 837824"/>
                <a:gd name="connsiteY4" fmla="*/ 876300 h 1091100"/>
                <a:gd name="connsiteX5" fmla="*/ 259974 w 837824"/>
                <a:gd name="connsiteY5" fmla="*/ 0 h 1091100"/>
                <a:gd name="connsiteX0" fmla="*/ 174179 w 752029"/>
                <a:gd name="connsiteY0" fmla="*/ 0 h 1123511"/>
                <a:gd name="connsiteX1" fmla="*/ 752029 w 752029"/>
                <a:gd name="connsiteY1" fmla="*/ 0 h 1123511"/>
                <a:gd name="connsiteX2" fmla="*/ 752029 w 752029"/>
                <a:gd name="connsiteY2" fmla="*/ 421987 h 1123511"/>
                <a:gd name="connsiteX3" fmla="*/ 548829 w 752029"/>
                <a:gd name="connsiteY3" fmla="*/ 631537 h 1123511"/>
                <a:gd name="connsiteX4" fmla="*/ 402779 w 752029"/>
                <a:gd name="connsiteY4" fmla="*/ 876300 h 1123511"/>
                <a:gd name="connsiteX5" fmla="*/ 174179 w 752029"/>
                <a:gd name="connsiteY5" fmla="*/ 0 h 1123511"/>
                <a:gd name="connsiteX0" fmla="*/ 2556 w 580406"/>
                <a:gd name="connsiteY0" fmla="*/ 0 h 631537"/>
                <a:gd name="connsiteX1" fmla="*/ 580406 w 580406"/>
                <a:gd name="connsiteY1" fmla="*/ 0 h 631537"/>
                <a:gd name="connsiteX2" fmla="*/ 580406 w 580406"/>
                <a:gd name="connsiteY2" fmla="*/ 421987 h 631537"/>
                <a:gd name="connsiteX3" fmla="*/ 377206 w 580406"/>
                <a:gd name="connsiteY3" fmla="*/ 631537 h 631537"/>
                <a:gd name="connsiteX4" fmla="*/ 2556 w 580406"/>
                <a:gd name="connsiteY4" fmla="*/ 0 h 631537"/>
                <a:gd name="connsiteX0" fmla="*/ 3553 w 581403"/>
                <a:gd name="connsiteY0" fmla="*/ 0 h 720437"/>
                <a:gd name="connsiteX1" fmla="*/ 581403 w 581403"/>
                <a:gd name="connsiteY1" fmla="*/ 0 h 720437"/>
                <a:gd name="connsiteX2" fmla="*/ 581403 w 581403"/>
                <a:gd name="connsiteY2" fmla="*/ 421987 h 720437"/>
                <a:gd name="connsiteX3" fmla="*/ 282953 w 581403"/>
                <a:gd name="connsiteY3" fmla="*/ 720437 h 720437"/>
                <a:gd name="connsiteX4" fmla="*/ 3553 w 581403"/>
                <a:gd name="connsiteY4" fmla="*/ 0 h 720437"/>
                <a:gd name="connsiteX0" fmla="*/ 128234 w 706084"/>
                <a:gd name="connsiteY0" fmla="*/ 0 h 720437"/>
                <a:gd name="connsiteX1" fmla="*/ 706084 w 706084"/>
                <a:gd name="connsiteY1" fmla="*/ 0 h 720437"/>
                <a:gd name="connsiteX2" fmla="*/ 706084 w 706084"/>
                <a:gd name="connsiteY2" fmla="*/ 421987 h 720437"/>
                <a:gd name="connsiteX3" fmla="*/ 407634 w 706084"/>
                <a:gd name="connsiteY3" fmla="*/ 720437 h 720437"/>
                <a:gd name="connsiteX4" fmla="*/ 13934 w 706084"/>
                <a:gd name="connsiteY4" fmla="*/ 610919 h 720437"/>
                <a:gd name="connsiteX5" fmla="*/ 128234 w 706084"/>
                <a:gd name="connsiteY5" fmla="*/ 0 h 720437"/>
                <a:gd name="connsiteX0" fmla="*/ 118331 w 696181"/>
                <a:gd name="connsiteY0" fmla="*/ 0 h 720437"/>
                <a:gd name="connsiteX1" fmla="*/ 696181 w 696181"/>
                <a:gd name="connsiteY1" fmla="*/ 0 h 720437"/>
                <a:gd name="connsiteX2" fmla="*/ 696181 w 696181"/>
                <a:gd name="connsiteY2" fmla="*/ 421987 h 720437"/>
                <a:gd name="connsiteX3" fmla="*/ 397731 w 696181"/>
                <a:gd name="connsiteY3" fmla="*/ 720437 h 720437"/>
                <a:gd name="connsiteX4" fmla="*/ 4031 w 696181"/>
                <a:gd name="connsiteY4" fmla="*/ 610919 h 720437"/>
                <a:gd name="connsiteX5" fmla="*/ 118331 w 696181"/>
                <a:gd name="connsiteY5" fmla="*/ 0 h 720437"/>
                <a:gd name="connsiteX0" fmla="*/ 119351 w 697201"/>
                <a:gd name="connsiteY0" fmla="*/ 0 h 720437"/>
                <a:gd name="connsiteX1" fmla="*/ 697201 w 697201"/>
                <a:gd name="connsiteY1" fmla="*/ 0 h 720437"/>
                <a:gd name="connsiteX2" fmla="*/ 697201 w 697201"/>
                <a:gd name="connsiteY2" fmla="*/ 421987 h 720437"/>
                <a:gd name="connsiteX3" fmla="*/ 398751 w 697201"/>
                <a:gd name="connsiteY3" fmla="*/ 720437 h 720437"/>
                <a:gd name="connsiteX4" fmla="*/ 5051 w 697201"/>
                <a:gd name="connsiteY4" fmla="*/ 610919 h 720437"/>
                <a:gd name="connsiteX5" fmla="*/ 119351 w 697201"/>
                <a:gd name="connsiteY5" fmla="*/ 0 h 720437"/>
                <a:gd name="connsiteX0" fmla="*/ 69513 w 647363"/>
                <a:gd name="connsiteY0" fmla="*/ 0 h 720437"/>
                <a:gd name="connsiteX1" fmla="*/ 647363 w 647363"/>
                <a:gd name="connsiteY1" fmla="*/ 0 h 720437"/>
                <a:gd name="connsiteX2" fmla="*/ 647363 w 647363"/>
                <a:gd name="connsiteY2" fmla="*/ 421987 h 720437"/>
                <a:gd name="connsiteX3" fmla="*/ 348913 w 647363"/>
                <a:gd name="connsiteY3" fmla="*/ 720437 h 720437"/>
                <a:gd name="connsiteX4" fmla="*/ 6013 w 647363"/>
                <a:gd name="connsiteY4" fmla="*/ 591869 h 720437"/>
                <a:gd name="connsiteX5" fmla="*/ 69513 w 647363"/>
                <a:gd name="connsiteY5" fmla="*/ 0 h 720437"/>
                <a:gd name="connsiteX0" fmla="*/ 26274 w 648574"/>
                <a:gd name="connsiteY0" fmla="*/ 6350 h 720437"/>
                <a:gd name="connsiteX1" fmla="*/ 648574 w 648574"/>
                <a:gd name="connsiteY1" fmla="*/ 0 h 720437"/>
                <a:gd name="connsiteX2" fmla="*/ 648574 w 648574"/>
                <a:gd name="connsiteY2" fmla="*/ 421987 h 720437"/>
                <a:gd name="connsiteX3" fmla="*/ 350124 w 648574"/>
                <a:gd name="connsiteY3" fmla="*/ 720437 h 720437"/>
                <a:gd name="connsiteX4" fmla="*/ 7224 w 648574"/>
                <a:gd name="connsiteY4" fmla="*/ 591869 h 720437"/>
                <a:gd name="connsiteX5" fmla="*/ 26274 w 648574"/>
                <a:gd name="connsiteY5" fmla="*/ 6350 h 720437"/>
                <a:gd name="connsiteX0" fmla="*/ 87621 w 709921"/>
                <a:gd name="connsiteY0" fmla="*/ 6350 h 1075640"/>
                <a:gd name="connsiteX1" fmla="*/ 709921 w 709921"/>
                <a:gd name="connsiteY1" fmla="*/ 0 h 1075640"/>
                <a:gd name="connsiteX2" fmla="*/ 709921 w 709921"/>
                <a:gd name="connsiteY2" fmla="*/ 421987 h 1075640"/>
                <a:gd name="connsiteX3" fmla="*/ 411471 w 709921"/>
                <a:gd name="connsiteY3" fmla="*/ 720437 h 1075640"/>
                <a:gd name="connsiteX4" fmla="*/ 68571 w 709921"/>
                <a:gd name="connsiteY4" fmla="*/ 591869 h 1075640"/>
                <a:gd name="connsiteX5" fmla="*/ 87621 w 709921"/>
                <a:gd name="connsiteY5" fmla="*/ 6350 h 1075640"/>
                <a:gd name="connsiteX0" fmla="*/ 224501 w 846801"/>
                <a:gd name="connsiteY0" fmla="*/ 6350 h 1086675"/>
                <a:gd name="connsiteX1" fmla="*/ 846801 w 846801"/>
                <a:gd name="connsiteY1" fmla="*/ 0 h 1086675"/>
                <a:gd name="connsiteX2" fmla="*/ 846801 w 846801"/>
                <a:gd name="connsiteY2" fmla="*/ 421987 h 1086675"/>
                <a:gd name="connsiteX3" fmla="*/ 548351 w 846801"/>
                <a:gd name="connsiteY3" fmla="*/ 720437 h 1086675"/>
                <a:gd name="connsiteX4" fmla="*/ 205451 w 846801"/>
                <a:gd name="connsiteY4" fmla="*/ 591869 h 1086675"/>
                <a:gd name="connsiteX5" fmla="*/ 224501 w 846801"/>
                <a:gd name="connsiteY5" fmla="*/ 6350 h 1086675"/>
                <a:gd name="connsiteX0" fmla="*/ 200191 w 822491"/>
                <a:gd name="connsiteY0" fmla="*/ 6350 h 1106430"/>
                <a:gd name="connsiteX1" fmla="*/ 822491 w 822491"/>
                <a:gd name="connsiteY1" fmla="*/ 0 h 1106430"/>
                <a:gd name="connsiteX2" fmla="*/ 822491 w 822491"/>
                <a:gd name="connsiteY2" fmla="*/ 421987 h 1106430"/>
                <a:gd name="connsiteX3" fmla="*/ 524041 w 822491"/>
                <a:gd name="connsiteY3" fmla="*/ 720437 h 1106430"/>
                <a:gd name="connsiteX4" fmla="*/ 181141 w 822491"/>
                <a:gd name="connsiteY4" fmla="*/ 591869 h 1106430"/>
                <a:gd name="connsiteX5" fmla="*/ 200191 w 822491"/>
                <a:gd name="connsiteY5" fmla="*/ 6350 h 1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491" h="1106430">
                  <a:moveTo>
                    <a:pt x="200191" y="6350"/>
                  </a:moveTo>
                  <a:lnTo>
                    <a:pt x="822491" y="0"/>
                  </a:lnTo>
                  <a:lnTo>
                    <a:pt x="822491" y="421987"/>
                  </a:lnTo>
                  <a:lnTo>
                    <a:pt x="524041" y="720437"/>
                  </a:lnTo>
                  <a:cubicBezTo>
                    <a:pt x="-79209" y="1578484"/>
                    <a:pt x="-115192" y="762742"/>
                    <a:pt x="181141" y="591869"/>
                  </a:cubicBezTo>
                  <a:cubicBezTo>
                    <a:pt x="134574" y="471796"/>
                    <a:pt x="333541" y="223528"/>
                    <a:pt x="200191" y="63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Isosceles Triangle 5">
              <a:extLst>
                <a:ext uri="{FF2B5EF4-FFF2-40B4-BE49-F238E27FC236}">
                  <a16:creationId xmlns:a16="http://schemas.microsoft.com/office/drawing/2014/main" id="{F47B4F50-E5E6-8163-94FE-F27C7EE6E4A5}"/>
                </a:ext>
              </a:extLst>
            </p:cNvPr>
            <p:cNvSpPr/>
            <p:nvPr/>
          </p:nvSpPr>
          <p:spPr>
            <a:xfrm flipV="1">
              <a:off x="4857750" y="2273108"/>
              <a:ext cx="609600" cy="400050"/>
            </a:xfrm>
            <a:custGeom>
              <a:avLst/>
              <a:gdLst>
                <a:gd name="connsiteX0" fmla="*/ 0 w 692150"/>
                <a:gd name="connsiteY0" fmla="*/ 381000 h 381000"/>
                <a:gd name="connsiteX1" fmla="*/ 346075 w 692150"/>
                <a:gd name="connsiteY1" fmla="*/ 0 h 381000"/>
                <a:gd name="connsiteX2" fmla="*/ 692150 w 692150"/>
                <a:gd name="connsiteY2" fmla="*/ 381000 h 381000"/>
                <a:gd name="connsiteX3" fmla="*/ 0 w 692150"/>
                <a:gd name="connsiteY3" fmla="*/ 381000 h 381000"/>
                <a:gd name="connsiteX0" fmla="*/ 0 w 711200"/>
                <a:gd name="connsiteY0" fmla="*/ 165100 h 381000"/>
                <a:gd name="connsiteX1" fmla="*/ 365125 w 711200"/>
                <a:gd name="connsiteY1" fmla="*/ 0 h 381000"/>
                <a:gd name="connsiteX2" fmla="*/ 711200 w 711200"/>
                <a:gd name="connsiteY2" fmla="*/ 381000 h 381000"/>
                <a:gd name="connsiteX3" fmla="*/ 0 w 711200"/>
                <a:gd name="connsiteY3" fmla="*/ 165100 h 381000"/>
                <a:gd name="connsiteX0" fmla="*/ 0 w 711200"/>
                <a:gd name="connsiteY0" fmla="*/ 292100 h 508000"/>
                <a:gd name="connsiteX1" fmla="*/ 587375 w 711200"/>
                <a:gd name="connsiteY1" fmla="*/ 0 h 508000"/>
                <a:gd name="connsiteX2" fmla="*/ 711200 w 711200"/>
                <a:gd name="connsiteY2" fmla="*/ 508000 h 508000"/>
                <a:gd name="connsiteX3" fmla="*/ 0 w 711200"/>
                <a:gd name="connsiteY3" fmla="*/ 292100 h 508000"/>
                <a:gd name="connsiteX0" fmla="*/ 0 w 673100"/>
                <a:gd name="connsiteY0" fmla="*/ 292100 h 311150"/>
                <a:gd name="connsiteX1" fmla="*/ 587375 w 673100"/>
                <a:gd name="connsiteY1" fmla="*/ 0 h 311150"/>
                <a:gd name="connsiteX2" fmla="*/ 673100 w 673100"/>
                <a:gd name="connsiteY2" fmla="*/ 311150 h 311150"/>
                <a:gd name="connsiteX3" fmla="*/ 0 w 673100"/>
                <a:gd name="connsiteY3" fmla="*/ 292100 h 311150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  <a:gd name="connsiteX0" fmla="*/ 0 w 596900"/>
                <a:gd name="connsiteY0" fmla="*/ 292100 h 379486"/>
                <a:gd name="connsiteX1" fmla="*/ 587375 w 596900"/>
                <a:gd name="connsiteY1" fmla="*/ 0 h 379486"/>
                <a:gd name="connsiteX2" fmla="*/ 596900 w 596900"/>
                <a:gd name="connsiteY2" fmla="*/ 374650 h 379486"/>
                <a:gd name="connsiteX3" fmla="*/ 0 w 596900"/>
                <a:gd name="connsiteY3" fmla="*/ 292100 h 379486"/>
                <a:gd name="connsiteX0" fmla="*/ 0 w 603250"/>
                <a:gd name="connsiteY0" fmla="*/ 323850 h 395207"/>
                <a:gd name="connsiteX1" fmla="*/ 593725 w 603250"/>
                <a:gd name="connsiteY1" fmla="*/ 0 h 395207"/>
                <a:gd name="connsiteX2" fmla="*/ 603250 w 603250"/>
                <a:gd name="connsiteY2" fmla="*/ 374650 h 395207"/>
                <a:gd name="connsiteX3" fmla="*/ 0 w 603250"/>
                <a:gd name="connsiteY3" fmla="*/ 323850 h 395207"/>
                <a:gd name="connsiteX0" fmla="*/ 0 w 603250"/>
                <a:gd name="connsiteY0" fmla="*/ 323850 h 374650"/>
                <a:gd name="connsiteX1" fmla="*/ 593725 w 603250"/>
                <a:gd name="connsiteY1" fmla="*/ 0 h 374650"/>
                <a:gd name="connsiteX2" fmla="*/ 603250 w 603250"/>
                <a:gd name="connsiteY2" fmla="*/ 374650 h 374650"/>
                <a:gd name="connsiteX3" fmla="*/ 0 w 603250"/>
                <a:gd name="connsiteY3" fmla="*/ 323850 h 374650"/>
                <a:gd name="connsiteX0" fmla="*/ 0 w 603250"/>
                <a:gd name="connsiteY0" fmla="*/ 323850 h 374650"/>
                <a:gd name="connsiteX1" fmla="*/ 593725 w 603250"/>
                <a:gd name="connsiteY1" fmla="*/ 0 h 374650"/>
                <a:gd name="connsiteX2" fmla="*/ 603250 w 603250"/>
                <a:gd name="connsiteY2" fmla="*/ 374650 h 374650"/>
                <a:gd name="connsiteX3" fmla="*/ 0 w 603250"/>
                <a:gd name="connsiteY3" fmla="*/ 323850 h 374650"/>
                <a:gd name="connsiteX0" fmla="*/ 0 w 603250"/>
                <a:gd name="connsiteY0" fmla="*/ 32385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23850 h 400050"/>
                <a:gd name="connsiteX0" fmla="*/ 0 w 603250"/>
                <a:gd name="connsiteY0" fmla="*/ 32385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23850 h 400050"/>
                <a:gd name="connsiteX0" fmla="*/ 0 w 603250"/>
                <a:gd name="connsiteY0" fmla="*/ 34290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42900 h 400050"/>
                <a:gd name="connsiteX0" fmla="*/ 0 w 603250"/>
                <a:gd name="connsiteY0" fmla="*/ 34290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42900 h 400050"/>
                <a:gd name="connsiteX0" fmla="*/ 0 w 603250"/>
                <a:gd name="connsiteY0" fmla="*/ 342900 h 368300"/>
                <a:gd name="connsiteX1" fmla="*/ 593725 w 603250"/>
                <a:gd name="connsiteY1" fmla="*/ 0 h 368300"/>
                <a:gd name="connsiteX2" fmla="*/ 603250 w 603250"/>
                <a:gd name="connsiteY2" fmla="*/ 368300 h 368300"/>
                <a:gd name="connsiteX3" fmla="*/ 0 w 603250"/>
                <a:gd name="connsiteY3" fmla="*/ 342900 h 368300"/>
                <a:gd name="connsiteX0" fmla="*/ 0 w 609600"/>
                <a:gd name="connsiteY0" fmla="*/ 342900 h 400050"/>
                <a:gd name="connsiteX1" fmla="*/ 593725 w 609600"/>
                <a:gd name="connsiteY1" fmla="*/ 0 h 400050"/>
                <a:gd name="connsiteX2" fmla="*/ 609600 w 609600"/>
                <a:gd name="connsiteY2" fmla="*/ 400050 h 400050"/>
                <a:gd name="connsiteX3" fmla="*/ 0 w 609600"/>
                <a:gd name="connsiteY3" fmla="*/ 342900 h 400050"/>
                <a:gd name="connsiteX0" fmla="*/ 0 w 609600"/>
                <a:gd name="connsiteY0" fmla="*/ 368300 h 400050"/>
                <a:gd name="connsiteX1" fmla="*/ 593725 w 609600"/>
                <a:gd name="connsiteY1" fmla="*/ 0 h 400050"/>
                <a:gd name="connsiteX2" fmla="*/ 609600 w 609600"/>
                <a:gd name="connsiteY2" fmla="*/ 400050 h 400050"/>
                <a:gd name="connsiteX3" fmla="*/ 0 w 609600"/>
                <a:gd name="connsiteY3" fmla="*/ 36830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00050">
                  <a:moveTo>
                    <a:pt x="0" y="368300"/>
                  </a:moveTo>
                  <a:cubicBezTo>
                    <a:pt x="170392" y="150283"/>
                    <a:pt x="397933" y="97367"/>
                    <a:pt x="593725" y="0"/>
                  </a:cubicBezTo>
                  <a:lnTo>
                    <a:pt x="609600" y="400050"/>
                  </a:lnTo>
                  <a:cubicBezTo>
                    <a:pt x="385233" y="393700"/>
                    <a:pt x="173567" y="381000"/>
                    <a:pt x="0" y="3683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Isosceles Triangle 5">
              <a:extLst>
                <a:ext uri="{FF2B5EF4-FFF2-40B4-BE49-F238E27FC236}">
                  <a16:creationId xmlns:a16="http://schemas.microsoft.com/office/drawing/2014/main" id="{C8D30183-803C-93C0-E51E-A3ADFC9A546D}"/>
                </a:ext>
              </a:extLst>
            </p:cNvPr>
            <p:cNvSpPr/>
            <p:nvPr/>
          </p:nvSpPr>
          <p:spPr>
            <a:xfrm>
              <a:off x="4794250" y="1968500"/>
              <a:ext cx="673100" cy="352329"/>
            </a:xfrm>
            <a:custGeom>
              <a:avLst/>
              <a:gdLst>
                <a:gd name="connsiteX0" fmla="*/ 0 w 692150"/>
                <a:gd name="connsiteY0" fmla="*/ 381000 h 381000"/>
                <a:gd name="connsiteX1" fmla="*/ 346075 w 692150"/>
                <a:gd name="connsiteY1" fmla="*/ 0 h 381000"/>
                <a:gd name="connsiteX2" fmla="*/ 692150 w 692150"/>
                <a:gd name="connsiteY2" fmla="*/ 381000 h 381000"/>
                <a:gd name="connsiteX3" fmla="*/ 0 w 692150"/>
                <a:gd name="connsiteY3" fmla="*/ 381000 h 381000"/>
                <a:gd name="connsiteX0" fmla="*/ 0 w 711200"/>
                <a:gd name="connsiteY0" fmla="*/ 165100 h 381000"/>
                <a:gd name="connsiteX1" fmla="*/ 365125 w 711200"/>
                <a:gd name="connsiteY1" fmla="*/ 0 h 381000"/>
                <a:gd name="connsiteX2" fmla="*/ 711200 w 711200"/>
                <a:gd name="connsiteY2" fmla="*/ 381000 h 381000"/>
                <a:gd name="connsiteX3" fmla="*/ 0 w 711200"/>
                <a:gd name="connsiteY3" fmla="*/ 165100 h 381000"/>
                <a:gd name="connsiteX0" fmla="*/ 0 w 711200"/>
                <a:gd name="connsiteY0" fmla="*/ 292100 h 508000"/>
                <a:gd name="connsiteX1" fmla="*/ 587375 w 711200"/>
                <a:gd name="connsiteY1" fmla="*/ 0 h 508000"/>
                <a:gd name="connsiteX2" fmla="*/ 711200 w 711200"/>
                <a:gd name="connsiteY2" fmla="*/ 508000 h 508000"/>
                <a:gd name="connsiteX3" fmla="*/ 0 w 711200"/>
                <a:gd name="connsiteY3" fmla="*/ 292100 h 508000"/>
                <a:gd name="connsiteX0" fmla="*/ 0 w 673100"/>
                <a:gd name="connsiteY0" fmla="*/ 292100 h 311150"/>
                <a:gd name="connsiteX1" fmla="*/ 587375 w 673100"/>
                <a:gd name="connsiteY1" fmla="*/ 0 h 311150"/>
                <a:gd name="connsiteX2" fmla="*/ 673100 w 673100"/>
                <a:gd name="connsiteY2" fmla="*/ 311150 h 311150"/>
                <a:gd name="connsiteX3" fmla="*/ 0 w 673100"/>
                <a:gd name="connsiteY3" fmla="*/ 292100 h 311150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352329">
                  <a:moveTo>
                    <a:pt x="0" y="292100"/>
                  </a:moveTo>
                  <a:lnTo>
                    <a:pt x="587375" y="0"/>
                  </a:lnTo>
                  <a:lnTo>
                    <a:pt x="673100" y="311150"/>
                  </a:lnTo>
                  <a:cubicBezTo>
                    <a:pt x="448733" y="304800"/>
                    <a:pt x="173567" y="419100"/>
                    <a:pt x="0" y="2921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Rectangle 4">
              <a:extLst>
                <a:ext uri="{FF2B5EF4-FFF2-40B4-BE49-F238E27FC236}">
                  <a16:creationId xmlns:a16="http://schemas.microsoft.com/office/drawing/2014/main" id="{F9E616D6-4EAB-9CC8-864F-2CD5097BD35B}"/>
                </a:ext>
              </a:extLst>
            </p:cNvPr>
            <p:cNvSpPr/>
            <p:nvPr/>
          </p:nvSpPr>
          <p:spPr>
            <a:xfrm>
              <a:off x="5154304" y="1169580"/>
              <a:ext cx="2160896" cy="2420382"/>
            </a:xfrm>
            <a:custGeom>
              <a:avLst/>
              <a:gdLst>
                <a:gd name="connsiteX0" fmla="*/ 0 w 782472"/>
                <a:gd name="connsiteY0" fmla="*/ 0 h 300251"/>
                <a:gd name="connsiteX1" fmla="*/ 782472 w 782472"/>
                <a:gd name="connsiteY1" fmla="*/ 0 h 300251"/>
                <a:gd name="connsiteX2" fmla="*/ 782472 w 782472"/>
                <a:gd name="connsiteY2" fmla="*/ 300251 h 300251"/>
                <a:gd name="connsiteX3" fmla="*/ 0 w 782472"/>
                <a:gd name="connsiteY3" fmla="*/ 300251 h 300251"/>
                <a:gd name="connsiteX4" fmla="*/ 0 w 782472"/>
                <a:gd name="connsiteY4" fmla="*/ 0 h 300251"/>
                <a:gd name="connsiteX0" fmla="*/ 941696 w 1724168"/>
                <a:gd name="connsiteY0" fmla="*/ 0 h 1009935"/>
                <a:gd name="connsiteX1" fmla="*/ 1724168 w 1724168"/>
                <a:gd name="connsiteY1" fmla="*/ 0 h 1009935"/>
                <a:gd name="connsiteX2" fmla="*/ 1724168 w 1724168"/>
                <a:gd name="connsiteY2" fmla="*/ 300251 h 1009935"/>
                <a:gd name="connsiteX3" fmla="*/ 0 w 1724168"/>
                <a:gd name="connsiteY3" fmla="*/ 1009935 h 1009935"/>
                <a:gd name="connsiteX4" fmla="*/ 941696 w 1724168"/>
                <a:gd name="connsiteY4" fmla="*/ 0 h 1009935"/>
                <a:gd name="connsiteX0" fmla="*/ 941696 w 2160896"/>
                <a:gd name="connsiteY0" fmla="*/ 0 h 1009935"/>
                <a:gd name="connsiteX1" fmla="*/ 1724168 w 2160896"/>
                <a:gd name="connsiteY1" fmla="*/ 0 h 1009935"/>
                <a:gd name="connsiteX2" fmla="*/ 2160896 w 2160896"/>
                <a:gd name="connsiteY2" fmla="*/ 204717 h 1009935"/>
                <a:gd name="connsiteX3" fmla="*/ 0 w 2160896"/>
                <a:gd name="connsiteY3" fmla="*/ 1009935 h 1009935"/>
                <a:gd name="connsiteX4" fmla="*/ 941696 w 2160896"/>
                <a:gd name="connsiteY4" fmla="*/ 0 h 1009935"/>
                <a:gd name="connsiteX0" fmla="*/ 941696 w 2160896"/>
                <a:gd name="connsiteY0" fmla="*/ 40943 h 1050878"/>
                <a:gd name="connsiteX1" fmla="*/ 1806054 w 2160896"/>
                <a:gd name="connsiteY1" fmla="*/ 0 h 1050878"/>
                <a:gd name="connsiteX2" fmla="*/ 2160896 w 2160896"/>
                <a:gd name="connsiteY2" fmla="*/ 245660 h 1050878"/>
                <a:gd name="connsiteX3" fmla="*/ 0 w 2160896"/>
                <a:gd name="connsiteY3" fmla="*/ 1050878 h 1050878"/>
                <a:gd name="connsiteX4" fmla="*/ 941696 w 2160896"/>
                <a:gd name="connsiteY4" fmla="*/ 40943 h 1050878"/>
                <a:gd name="connsiteX0" fmla="*/ 136478 w 2160896"/>
                <a:gd name="connsiteY0" fmla="*/ 682388 h 1050878"/>
                <a:gd name="connsiteX1" fmla="*/ 1806054 w 2160896"/>
                <a:gd name="connsiteY1" fmla="*/ 0 h 1050878"/>
                <a:gd name="connsiteX2" fmla="*/ 2160896 w 2160896"/>
                <a:gd name="connsiteY2" fmla="*/ 245660 h 1050878"/>
                <a:gd name="connsiteX3" fmla="*/ 0 w 2160896"/>
                <a:gd name="connsiteY3" fmla="*/ 1050878 h 1050878"/>
                <a:gd name="connsiteX4" fmla="*/ 136478 w 2160896"/>
                <a:gd name="connsiteY4" fmla="*/ 682388 h 1050878"/>
                <a:gd name="connsiteX0" fmla="*/ 136478 w 2160896"/>
                <a:gd name="connsiteY0" fmla="*/ 1683494 h 2051984"/>
                <a:gd name="connsiteX1" fmla="*/ 1806054 w 2160896"/>
                <a:gd name="connsiteY1" fmla="*/ 1001106 h 2051984"/>
                <a:gd name="connsiteX2" fmla="*/ 2160896 w 2160896"/>
                <a:gd name="connsiteY2" fmla="*/ 1246766 h 2051984"/>
                <a:gd name="connsiteX3" fmla="*/ 0 w 2160896"/>
                <a:gd name="connsiteY3" fmla="*/ 2051984 h 2051984"/>
                <a:gd name="connsiteX4" fmla="*/ 136478 w 2160896"/>
                <a:gd name="connsiteY4" fmla="*/ 1683494 h 2051984"/>
                <a:gd name="connsiteX0" fmla="*/ 136478 w 2160896"/>
                <a:gd name="connsiteY0" fmla="*/ 2089551 h 2458041"/>
                <a:gd name="connsiteX1" fmla="*/ 1806054 w 2160896"/>
                <a:gd name="connsiteY1" fmla="*/ 1407163 h 2458041"/>
                <a:gd name="connsiteX2" fmla="*/ 2160896 w 2160896"/>
                <a:gd name="connsiteY2" fmla="*/ 1652823 h 2458041"/>
                <a:gd name="connsiteX3" fmla="*/ 0 w 2160896"/>
                <a:gd name="connsiteY3" fmla="*/ 2458041 h 2458041"/>
                <a:gd name="connsiteX4" fmla="*/ 136478 w 2160896"/>
                <a:gd name="connsiteY4" fmla="*/ 2089551 h 2458041"/>
                <a:gd name="connsiteX0" fmla="*/ 136478 w 2160896"/>
                <a:gd name="connsiteY0" fmla="*/ 2093611 h 2462101"/>
                <a:gd name="connsiteX1" fmla="*/ 1844154 w 2160896"/>
                <a:gd name="connsiteY1" fmla="*/ 1401698 h 2462101"/>
                <a:gd name="connsiteX2" fmla="*/ 2160896 w 2160896"/>
                <a:gd name="connsiteY2" fmla="*/ 1656883 h 2462101"/>
                <a:gd name="connsiteX3" fmla="*/ 0 w 2160896"/>
                <a:gd name="connsiteY3" fmla="*/ 2462101 h 2462101"/>
                <a:gd name="connsiteX4" fmla="*/ 136478 w 2160896"/>
                <a:gd name="connsiteY4" fmla="*/ 2093611 h 2462101"/>
                <a:gd name="connsiteX0" fmla="*/ 136478 w 2160896"/>
                <a:gd name="connsiteY0" fmla="*/ 2106417 h 2474907"/>
                <a:gd name="connsiteX1" fmla="*/ 1844154 w 2160896"/>
                <a:gd name="connsiteY1" fmla="*/ 1414504 h 2474907"/>
                <a:gd name="connsiteX2" fmla="*/ 2160896 w 2160896"/>
                <a:gd name="connsiteY2" fmla="*/ 1669689 h 2474907"/>
                <a:gd name="connsiteX3" fmla="*/ 0 w 2160896"/>
                <a:gd name="connsiteY3" fmla="*/ 2474907 h 2474907"/>
                <a:gd name="connsiteX4" fmla="*/ 136478 w 2160896"/>
                <a:gd name="connsiteY4" fmla="*/ 2106417 h 2474907"/>
                <a:gd name="connsiteX0" fmla="*/ 136478 w 2160896"/>
                <a:gd name="connsiteY0" fmla="*/ 2138739 h 2507229"/>
                <a:gd name="connsiteX1" fmla="*/ 1844154 w 2160896"/>
                <a:gd name="connsiteY1" fmla="*/ 1446826 h 2507229"/>
                <a:gd name="connsiteX2" fmla="*/ 2160896 w 2160896"/>
                <a:gd name="connsiteY2" fmla="*/ 1702011 h 2507229"/>
                <a:gd name="connsiteX3" fmla="*/ 0 w 2160896"/>
                <a:gd name="connsiteY3" fmla="*/ 2507229 h 2507229"/>
                <a:gd name="connsiteX4" fmla="*/ 136478 w 2160896"/>
                <a:gd name="connsiteY4" fmla="*/ 2138739 h 2507229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0 w 2160896"/>
                <a:gd name="connsiteY3" fmla="*/ 2419782 h 2419782"/>
                <a:gd name="connsiteX4" fmla="*/ 136478 w 2160896"/>
                <a:gd name="connsiteY4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0 w 2160896"/>
                <a:gd name="connsiteY4" fmla="*/ 2419782 h 2419782"/>
                <a:gd name="connsiteX5" fmla="*/ 136478 w 2160896"/>
                <a:gd name="connsiteY5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0 w 2160896"/>
                <a:gd name="connsiteY5" fmla="*/ 2419782 h 2419782"/>
                <a:gd name="connsiteX6" fmla="*/ 136478 w 2160896"/>
                <a:gd name="connsiteY6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0 w 2160896"/>
                <a:gd name="connsiteY6" fmla="*/ 2419782 h 2419782"/>
                <a:gd name="connsiteX7" fmla="*/ 136478 w 2160896"/>
                <a:gd name="connsiteY7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0 w 2160896"/>
                <a:gd name="connsiteY7" fmla="*/ 2419782 h 2419782"/>
                <a:gd name="connsiteX8" fmla="*/ 136478 w 2160896"/>
                <a:gd name="connsiteY8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0 w 2160896"/>
                <a:gd name="connsiteY8" fmla="*/ 2419782 h 2419782"/>
                <a:gd name="connsiteX9" fmla="*/ 136478 w 2160896"/>
                <a:gd name="connsiteY9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0 w 2160896"/>
                <a:gd name="connsiteY9" fmla="*/ 2419782 h 2419782"/>
                <a:gd name="connsiteX10" fmla="*/ 136478 w 2160896"/>
                <a:gd name="connsiteY10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560696 w 2160896"/>
                <a:gd name="connsiteY9" fmla="*/ 2173695 h 2419782"/>
                <a:gd name="connsiteX10" fmla="*/ 0 w 2160896"/>
                <a:gd name="connsiteY10" fmla="*/ 2419782 h 2419782"/>
                <a:gd name="connsiteX11" fmla="*/ 136478 w 2160896"/>
                <a:gd name="connsiteY11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560696 w 2160896"/>
                <a:gd name="connsiteY9" fmla="*/ 2173695 h 2419782"/>
                <a:gd name="connsiteX10" fmla="*/ 0 w 2160896"/>
                <a:gd name="connsiteY10" fmla="*/ 2419782 h 2419782"/>
                <a:gd name="connsiteX11" fmla="*/ 136478 w 2160896"/>
                <a:gd name="connsiteY11" fmla="*/ 2051292 h 24197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0896" h="2420382">
                  <a:moveTo>
                    <a:pt x="136478" y="2051292"/>
                  </a:moveTo>
                  <a:cubicBezTo>
                    <a:pt x="-207750" y="-1205973"/>
                    <a:pt x="2241978" y="88716"/>
                    <a:pt x="1844154" y="1359379"/>
                  </a:cubicBezTo>
                  <a:lnTo>
                    <a:pt x="2160896" y="1614564"/>
                  </a:lnTo>
                  <a:cubicBezTo>
                    <a:pt x="2018021" y="1667591"/>
                    <a:pt x="1894196" y="1863493"/>
                    <a:pt x="1732271" y="1773645"/>
                  </a:cubicBezTo>
                  <a:cubicBezTo>
                    <a:pt x="1662421" y="1799045"/>
                    <a:pt x="1897371" y="2053045"/>
                    <a:pt x="1827521" y="2078445"/>
                  </a:cubicBezTo>
                  <a:cubicBezTo>
                    <a:pt x="1700521" y="2107020"/>
                    <a:pt x="1459221" y="2097495"/>
                    <a:pt x="1341746" y="2011770"/>
                  </a:cubicBezTo>
                  <a:cubicBezTo>
                    <a:pt x="1278246" y="2033995"/>
                    <a:pt x="1281421" y="2294345"/>
                    <a:pt x="1217921" y="2316570"/>
                  </a:cubicBezTo>
                  <a:cubicBezTo>
                    <a:pt x="1148071" y="2322920"/>
                    <a:pt x="973446" y="2186395"/>
                    <a:pt x="970271" y="2087970"/>
                  </a:cubicBezTo>
                  <a:cubicBezTo>
                    <a:pt x="894071" y="2110195"/>
                    <a:pt x="846446" y="2370545"/>
                    <a:pt x="770246" y="2392770"/>
                  </a:cubicBezTo>
                  <a:cubicBezTo>
                    <a:pt x="741671" y="2361020"/>
                    <a:pt x="589271" y="2284820"/>
                    <a:pt x="560696" y="2173695"/>
                  </a:cubicBezTo>
                  <a:cubicBezTo>
                    <a:pt x="364272" y="2417649"/>
                    <a:pt x="167849" y="2423478"/>
                    <a:pt x="0" y="2419782"/>
                  </a:cubicBezTo>
                  <a:lnTo>
                    <a:pt x="136478" y="205129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AE390C2-909A-6815-59D3-F779D57E9AE1}"/>
                </a:ext>
              </a:extLst>
            </p:cNvPr>
            <p:cNvSpPr/>
            <p:nvPr/>
          </p:nvSpPr>
          <p:spPr>
            <a:xfrm>
              <a:off x="5519713" y="1838340"/>
              <a:ext cx="362829" cy="35233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7A59AEB-03EF-5F25-6981-ABAD578BDE7D}"/>
                </a:ext>
              </a:extLst>
            </p:cNvPr>
            <p:cNvSpPr/>
            <p:nvPr/>
          </p:nvSpPr>
          <p:spPr>
            <a:xfrm>
              <a:off x="5665848" y="1853315"/>
              <a:ext cx="150368" cy="14601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Rectangle 2">
              <a:extLst>
                <a:ext uri="{FF2B5EF4-FFF2-40B4-BE49-F238E27FC236}">
                  <a16:creationId xmlns:a16="http://schemas.microsoft.com/office/drawing/2014/main" id="{56811245-7BC7-D65E-9B05-D689186061A9}"/>
                </a:ext>
              </a:extLst>
            </p:cNvPr>
            <p:cNvSpPr/>
            <p:nvPr/>
          </p:nvSpPr>
          <p:spPr>
            <a:xfrm>
              <a:off x="7792871" y="1812437"/>
              <a:ext cx="2377629" cy="230285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33015"/>
                <a:gd name="connsiteY0" fmla="*/ 477671 h 914400"/>
                <a:gd name="connsiteX1" fmla="*/ 1433015 w 1433015"/>
                <a:gd name="connsiteY1" fmla="*/ 0 h 914400"/>
                <a:gd name="connsiteX2" fmla="*/ 1433015 w 1433015"/>
                <a:gd name="connsiteY2" fmla="*/ 914400 h 914400"/>
                <a:gd name="connsiteX3" fmla="*/ 518615 w 1433015"/>
                <a:gd name="connsiteY3" fmla="*/ 914400 h 914400"/>
                <a:gd name="connsiteX4" fmla="*/ 0 w 1433015"/>
                <a:gd name="connsiteY4" fmla="*/ 477671 h 914400"/>
                <a:gd name="connsiteX0" fmla="*/ 0 w 1433015"/>
                <a:gd name="connsiteY0" fmla="*/ 477671 h 914400"/>
                <a:gd name="connsiteX1" fmla="*/ 1433015 w 1433015"/>
                <a:gd name="connsiteY1" fmla="*/ 0 h 914400"/>
                <a:gd name="connsiteX2" fmla="*/ 1433015 w 1433015"/>
                <a:gd name="connsiteY2" fmla="*/ 914400 h 914400"/>
                <a:gd name="connsiteX3" fmla="*/ 1173707 w 1433015"/>
                <a:gd name="connsiteY3" fmla="*/ 914400 h 914400"/>
                <a:gd name="connsiteX4" fmla="*/ 0 w 1433015"/>
                <a:gd name="connsiteY4" fmla="*/ 477671 h 914400"/>
                <a:gd name="connsiteX0" fmla="*/ 0 w 1050878"/>
                <a:gd name="connsiteY0" fmla="*/ 95534 h 914400"/>
                <a:gd name="connsiteX1" fmla="*/ 1050878 w 1050878"/>
                <a:gd name="connsiteY1" fmla="*/ 0 h 914400"/>
                <a:gd name="connsiteX2" fmla="*/ 1050878 w 1050878"/>
                <a:gd name="connsiteY2" fmla="*/ 914400 h 914400"/>
                <a:gd name="connsiteX3" fmla="*/ 791570 w 1050878"/>
                <a:gd name="connsiteY3" fmla="*/ 914400 h 914400"/>
                <a:gd name="connsiteX4" fmla="*/ 0 w 1050878"/>
                <a:gd name="connsiteY4" fmla="*/ 95534 h 914400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050878 w 1856096"/>
                <a:gd name="connsiteY2" fmla="*/ 1405719 h 1405719"/>
                <a:gd name="connsiteX3" fmla="*/ 791570 w 1856096"/>
                <a:gd name="connsiteY3" fmla="*/ 1405719 h 1405719"/>
                <a:gd name="connsiteX4" fmla="*/ 0 w 1856096"/>
                <a:gd name="connsiteY4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050878 w 1856096"/>
                <a:gd name="connsiteY3" fmla="*/ 1405719 h 1405719"/>
                <a:gd name="connsiteX4" fmla="*/ 791570 w 1856096"/>
                <a:gd name="connsiteY4" fmla="*/ 1405719 h 1405719"/>
                <a:gd name="connsiteX5" fmla="*/ 0 w 1856096"/>
                <a:gd name="connsiteY5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351129 w 1856096"/>
                <a:gd name="connsiteY3" fmla="*/ 1228299 h 1405719"/>
                <a:gd name="connsiteX4" fmla="*/ 1050878 w 1856096"/>
                <a:gd name="connsiteY4" fmla="*/ 1405719 h 1405719"/>
                <a:gd name="connsiteX5" fmla="*/ 791570 w 1856096"/>
                <a:gd name="connsiteY5" fmla="*/ 1405719 h 1405719"/>
                <a:gd name="connsiteX6" fmla="*/ 0 w 1856096"/>
                <a:gd name="connsiteY6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351129 w 1856096"/>
                <a:gd name="connsiteY3" fmla="*/ 1228299 h 1405719"/>
                <a:gd name="connsiteX4" fmla="*/ 791570 w 1856096"/>
                <a:gd name="connsiteY4" fmla="*/ 1405719 h 1405719"/>
                <a:gd name="connsiteX5" fmla="*/ 0 w 1856096"/>
                <a:gd name="connsiteY5" fmla="*/ 586853 h 1405719"/>
                <a:gd name="connsiteX0" fmla="*/ 0 w 1856096"/>
                <a:gd name="connsiteY0" fmla="*/ 586853 h 1546331"/>
                <a:gd name="connsiteX1" fmla="*/ 1856096 w 1856096"/>
                <a:gd name="connsiteY1" fmla="*/ 0 h 1546331"/>
                <a:gd name="connsiteX2" fmla="*/ 1774210 w 1856096"/>
                <a:gd name="connsiteY2" fmla="*/ 668741 h 1546331"/>
                <a:gd name="connsiteX3" fmla="*/ 1351129 w 1856096"/>
                <a:gd name="connsiteY3" fmla="*/ 1228299 h 1546331"/>
                <a:gd name="connsiteX4" fmla="*/ 791570 w 1856096"/>
                <a:gd name="connsiteY4" fmla="*/ 1405719 h 1546331"/>
                <a:gd name="connsiteX5" fmla="*/ 0 w 1856096"/>
                <a:gd name="connsiteY5" fmla="*/ 586853 h 1546331"/>
                <a:gd name="connsiteX0" fmla="*/ 0 w 1856096"/>
                <a:gd name="connsiteY0" fmla="*/ 586853 h 1563159"/>
                <a:gd name="connsiteX1" fmla="*/ 1856096 w 1856096"/>
                <a:gd name="connsiteY1" fmla="*/ 0 h 1563159"/>
                <a:gd name="connsiteX2" fmla="*/ 1774210 w 1856096"/>
                <a:gd name="connsiteY2" fmla="*/ 668741 h 1563159"/>
                <a:gd name="connsiteX3" fmla="*/ 1351129 w 1856096"/>
                <a:gd name="connsiteY3" fmla="*/ 1228299 h 1563159"/>
                <a:gd name="connsiteX4" fmla="*/ 791570 w 1856096"/>
                <a:gd name="connsiteY4" fmla="*/ 1405719 h 1563159"/>
                <a:gd name="connsiteX5" fmla="*/ 0 w 1856096"/>
                <a:gd name="connsiteY5" fmla="*/ 586853 h 1563159"/>
                <a:gd name="connsiteX0" fmla="*/ 0 w 1856096"/>
                <a:gd name="connsiteY0" fmla="*/ 586853 h 1563159"/>
                <a:gd name="connsiteX1" fmla="*/ 1856096 w 1856096"/>
                <a:gd name="connsiteY1" fmla="*/ 0 h 1563159"/>
                <a:gd name="connsiteX2" fmla="*/ 1774210 w 1856096"/>
                <a:gd name="connsiteY2" fmla="*/ 668741 h 1563159"/>
                <a:gd name="connsiteX3" fmla="*/ 1351129 w 1856096"/>
                <a:gd name="connsiteY3" fmla="*/ 1228299 h 1563159"/>
                <a:gd name="connsiteX4" fmla="*/ 791570 w 1856096"/>
                <a:gd name="connsiteY4" fmla="*/ 1405719 h 1563159"/>
                <a:gd name="connsiteX5" fmla="*/ 0 w 1856096"/>
                <a:gd name="connsiteY5" fmla="*/ 586853 h 1563159"/>
                <a:gd name="connsiteX0" fmla="*/ 0 w 1963128"/>
                <a:gd name="connsiteY0" fmla="*/ 586853 h 1563159"/>
                <a:gd name="connsiteX1" fmla="*/ 1856096 w 1963128"/>
                <a:gd name="connsiteY1" fmla="*/ 0 h 1563159"/>
                <a:gd name="connsiteX2" fmla="*/ 1774210 w 1963128"/>
                <a:gd name="connsiteY2" fmla="*/ 668741 h 1563159"/>
                <a:gd name="connsiteX3" fmla="*/ 1351129 w 1963128"/>
                <a:gd name="connsiteY3" fmla="*/ 1228299 h 1563159"/>
                <a:gd name="connsiteX4" fmla="*/ 791570 w 1963128"/>
                <a:gd name="connsiteY4" fmla="*/ 1405719 h 1563159"/>
                <a:gd name="connsiteX5" fmla="*/ 0 w 1963128"/>
                <a:gd name="connsiteY5" fmla="*/ 586853 h 1563159"/>
                <a:gd name="connsiteX0" fmla="*/ 0 w 2329218"/>
                <a:gd name="connsiteY0" fmla="*/ 586853 h 1563159"/>
                <a:gd name="connsiteX1" fmla="*/ 1856096 w 2329218"/>
                <a:gd name="connsiteY1" fmla="*/ 0 h 1563159"/>
                <a:gd name="connsiteX2" fmla="*/ 1774210 w 2329218"/>
                <a:gd name="connsiteY2" fmla="*/ 668741 h 1563159"/>
                <a:gd name="connsiteX3" fmla="*/ 1351129 w 2329218"/>
                <a:gd name="connsiteY3" fmla="*/ 1228299 h 1563159"/>
                <a:gd name="connsiteX4" fmla="*/ 791570 w 2329218"/>
                <a:gd name="connsiteY4" fmla="*/ 1405719 h 1563159"/>
                <a:gd name="connsiteX5" fmla="*/ 0 w 2329218"/>
                <a:gd name="connsiteY5" fmla="*/ 586853 h 1563159"/>
                <a:gd name="connsiteX0" fmla="*/ 0 w 2377629"/>
                <a:gd name="connsiteY0" fmla="*/ 586853 h 1563159"/>
                <a:gd name="connsiteX1" fmla="*/ 1856096 w 2377629"/>
                <a:gd name="connsiteY1" fmla="*/ 0 h 1563159"/>
                <a:gd name="connsiteX2" fmla="*/ 1774210 w 2377629"/>
                <a:gd name="connsiteY2" fmla="*/ 668741 h 1563159"/>
                <a:gd name="connsiteX3" fmla="*/ 1351129 w 2377629"/>
                <a:gd name="connsiteY3" fmla="*/ 1228299 h 1563159"/>
                <a:gd name="connsiteX4" fmla="*/ 791570 w 2377629"/>
                <a:gd name="connsiteY4" fmla="*/ 1405719 h 1563159"/>
                <a:gd name="connsiteX5" fmla="*/ 0 w 2377629"/>
                <a:gd name="connsiteY5" fmla="*/ 586853 h 1563159"/>
                <a:gd name="connsiteX0" fmla="*/ 0 w 2377629"/>
                <a:gd name="connsiteY0" fmla="*/ 1106069 h 2082375"/>
                <a:gd name="connsiteX1" fmla="*/ 1856096 w 2377629"/>
                <a:gd name="connsiteY1" fmla="*/ 519216 h 2082375"/>
                <a:gd name="connsiteX2" fmla="*/ 1774210 w 2377629"/>
                <a:gd name="connsiteY2" fmla="*/ 1187957 h 2082375"/>
                <a:gd name="connsiteX3" fmla="*/ 1351129 w 2377629"/>
                <a:gd name="connsiteY3" fmla="*/ 1747515 h 2082375"/>
                <a:gd name="connsiteX4" fmla="*/ 791570 w 2377629"/>
                <a:gd name="connsiteY4" fmla="*/ 1924935 h 2082375"/>
                <a:gd name="connsiteX5" fmla="*/ 0 w 2377629"/>
                <a:gd name="connsiteY5" fmla="*/ 1106069 h 2082375"/>
                <a:gd name="connsiteX0" fmla="*/ 0 w 2377629"/>
                <a:gd name="connsiteY0" fmla="*/ 1326547 h 2302853"/>
                <a:gd name="connsiteX1" fmla="*/ 1856096 w 2377629"/>
                <a:gd name="connsiteY1" fmla="*/ 739694 h 2302853"/>
                <a:gd name="connsiteX2" fmla="*/ 1774210 w 2377629"/>
                <a:gd name="connsiteY2" fmla="*/ 1408435 h 2302853"/>
                <a:gd name="connsiteX3" fmla="*/ 1351129 w 2377629"/>
                <a:gd name="connsiteY3" fmla="*/ 1967993 h 2302853"/>
                <a:gd name="connsiteX4" fmla="*/ 791570 w 2377629"/>
                <a:gd name="connsiteY4" fmla="*/ 2145413 h 2302853"/>
                <a:gd name="connsiteX5" fmla="*/ 0 w 2377629"/>
                <a:gd name="connsiteY5" fmla="*/ 1326547 h 230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7629" h="2302853">
                  <a:moveTo>
                    <a:pt x="0" y="1326547"/>
                  </a:moveTo>
                  <a:cubicBezTo>
                    <a:pt x="72788" y="107347"/>
                    <a:pt x="3052549" y="-634181"/>
                    <a:pt x="1856096" y="739694"/>
                  </a:cubicBezTo>
                  <a:cubicBezTo>
                    <a:pt x="1951630" y="771539"/>
                    <a:pt x="3029804" y="1035396"/>
                    <a:pt x="1774210" y="1408435"/>
                  </a:cubicBezTo>
                  <a:cubicBezTo>
                    <a:pt x="1942532" y="1476673"/>
                    <a:pt x="2247332" y="2077176"/>
                    <a:pt x="1351129" y="1967993"/>
                  </a:cubicBezTo>
                  <a:cubicBezTo>
                    <a:pt x="1533098" y="2122667"/>
                    <a:pt x="1401171" y="2523001"/>
                    <a:pt x="791570" y="2145413"/>
                  </a:cubicBezTo>
                  <a:lnTo>
                    <a:pt x="0" y="1326547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Rectangle 9">
              <a:extLst>
                <a:ext uri="{FF2B5EF4-FFF2-40B4-BE49-F238E27FC236}">
                  <a16:creationId xmlns:a16="http://schemas.microsoft.com/office/drawing/2014/main" id="{B920B75F-024F-C305-98E7-14683AFA0D9B}"/>
                </a:ext>
              </a:extLst>
            </p:cNvPr>
            <p:cNvSpPr/>
            <p:nvPr/>
          </p:nvSpPr>
          <p:spPr>
            <a:xfrm rot="3255307">
              <a:off x="7774276" y="2976452"/>
              <a:ext cx="1296160" cy="782130"/>
            </a:xfrm>
            <a:prstGeom prst="rect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Rectangle 9">
              <a:extLst>
                <a:ext uri="{FF2B5EF4-FFF2-40B4-BE49-F238E27FC236}">
                  <a16:creationId xmlns:a16="http://schemas.microsoft.com/office/drawing/2014/main" id="{8102DCA0-39AC-15C3-6405-6882BBC38F24}"/>
                </a:ext>
              </a:extLst>
            </p:cNvPr>
            <p:cNvSpPr/>
            <p:nvPr/>
          </p:nvSpPr>
          <p:spPr>
            <a:xfrm>
              <a:off x="6232664" y="3584858"/>
              <a:ext cx="2127136" cy="1201709"/>
            </a:xfrm>
            <a:custGeom>
              <a:avLst/>
              <a:gdLst>
                <a:gd name="connsiteX0" fmla="*/ 0 w 998775"/>
                <a:gd name="connsiteY0" fmla="*/ 0 h 350585"/>
                <a:gd name="connsiteX1" fmla="*/ 998775 w 998775"/>
                <a:gd name="connsiteY1" fmla="*/ 0 h 350585"/>
                <a:gd name="connsiteX2" fmla="*/ 998775 w 998775"/>
                <a:gd name="connsiteY2" fmla="*/ 350585 h 350585"/>
                <a:gd name="connsiteX3" fmla="*/ 0 w 998775"/>
                <a:gd name="connsiteY3" fmla="*/ 350585 h 350585"/>
                <a:gd name="connsiteX4" fmla="*/ 0 w 998775"/>
                <a:gd name="connsiteY4" fmla="*/ 0 h 350585"/>
                <a:gd name="connsiteX0" fmla="*/ 0 w 1722107"/>
                <a:gd name="connsiteY0" fmla="*/ 177420 h 528005"/>
                <a:gd name="connsiteX1" fmla="*/ 1722107 w 1722107"/>
                <a:gd name="connsiteY1" fmla="*/ 0 h 528005"/>
                <a:gd name="connsiteX2" fmla="*/ 998775 w 1722107"/>
                <a:gd name="connsiteY2" fmla="*/ 528005 h 528005"/>
                <a:gd name="connsiteX3" fmla="*/ 0 w 1722107"/>
                <a:gd name="connsiteY3" fmla="*/ 528005 h 528005"/>
                <a:gd name="connsiteX4" fmla="*/ 0 w 1722107"/>
                <a:gd name="connsiteY4" fmla="*/ 177420 h 528005"/>
                <a:gd name="connsiteX0" fmla="*/ 0 w 1558334"/>
                <a:gd name="connsiteY0" fmla="*/ 27295 h 377880"/>
                <a:gd name="connsiteX1" fmla="*/ 1558334 w 1558334"/>
                <a:gd name="connsiteY1" fmla="*/ 0 h 377880"/>
                <a:gd name="connsiteX2" fmla="*/ 998775 w 1558334"/>
                <a:gd name="connsiteY2" fmla="*/ 377880 h 377880"/>
                <a:gd name="connsiteX3" fmla="*/ 0 w 1558334"/>
                <a:gd name="connsiteY3" fmla="*/ 377880 h 377880"/>
                <a:gd name="connsiteX4" fmla="*/ 0 w 1558334"/>
                <a:gd name="connsiteY4" fmla="*/ 27295 h 377880"/>
                <a:gd name="connsiteX0" fmla="*/ 0 w 1475784"/>
                <a:gd name="connsiteY0" fmla="*/ 8245 h 358830"/>
                <a:gd name="connsiteX1" fmla="*/ 1475784 w 1475784"/>
                <a:gd name="connsiteY1" fmla="*/ 0 h 358830"/>
                <a:gd name="connsiteX2" fmla="*/ 998775 w 1475784"/>
                <a:gd name="connsiteY2" fmla="*/ 358830 h 358830"/>
                <a:gd name="connsiteX3" fmla="*/ 0 w 1475784"/>
                <a:gd name="connsiteY3" fmla="*/ 358830 h 358830"/>
                <a:gd name="connsiteX4" fmla="*/ 0 w 1475784"/>
                <a:gd name="connsiteY4" fmla="*/ 8245 h 358830"/>
                <a:gd name="connsiteX0" fmla="*/ 0 w 1490380"/>
                <a:gd name="connsiteY0" fmla="*/ 8245 h 358830"/>
                <a:gd name="connsiteX1" fmla="*/ 1475784 w 1490380"/>
                <a:gd name="connsiteY1" fmla="*/ 0 h 358830"/>
                <a:gd name="connsiteX2" fmla="*/ 1468680 w 1490380"/>
                <a:gd name="connsiteY2" fmla="*/ 169888 h 358830"/>
                <a:gd name="connsiteX3" fmla="*/ 998775 w 1490380"/>
                <a:gd name="connsiteY3" fmla="*/ 358830 h 358830"/>
                <a:gd name="connsiteX4" fmla="*/ 0 w 1490380"/>
                <a:gd name="connsiteY4" fmla="*/ 358830 h 358830"/>
                <a:gd name="connsiteX5" fmla="*/ 0 w 1490380"/>
                <a:gd name="connsiteY5" fmla="*/ 8245 h 358830"/>
                <a:gd name="connsiteX0" fmla="*/ 0 w 1521973"/>
                <a:gd name="connsiteY0" fmla="*/ 8245 h 358830"/>
                <a:gd name="connsiteX1" fmla="*/ 1475784 w 1521973"/>
                <a:gd name="connsiteY1" fmla="*/ 0 h 358830"/>
                <a:gd name="connsiteX2" fmla="*/ 1468680 w 1521973"/>
                <a:gd name="connsiteY2" fmla="*/ 169888 h 358830"/>
                <a:gd name="connsiteX3" fmla="*/ 1494080 w 1521973"/>
                <a:gd name="connsiteY3" fmla="*/ 334988 h 358830"/>
                <a:gd name="connsiteX4" fmla="*/ 998775 w 1521973"/>
                <a:gd name="connsiteY4" fmla="*/ 358830 h 358830"/>
                <a:gd name="connsiteX5" fmla="*/ 0 w 1521973"/>
                <a:gd name="connsiteY5" fmla="*/ 358830 h 358830"/>
                <a:gd name="connsiteX6" fmla="*/ 0 w 1521973"/>
                <a:gd name="connsiteY6" fmla="*/ 8245 h 358830"/>
                <a:gd name="connsiteX0" fmla="*/ 114300 w 1521973"/>
                <a:gd name="connsiteY0" fmla="*/ 0 h 718885"/>
                <a:gd name="connsiteX1" fmla="*/ 1475784 w 1521973"/>
                <a:gd name="connsiteY1" fmla="*/ 360055 h 718885"/>
                <a:gd name="connsiteX2" fmla="*/ 1468680 w 1521973"/>
                <a:gd name="connsiteY2" fmla="*/ 529943 h 718885"/>
                <a:gd name="connsiteX3" fmla="*/ 1494080 w 1521973"/>
                <a:gd name="connsiteY3" fmla="*/ 695043 h 718885"/>
                <a:gd name="connsiteX4" fmla="*/ 998775 w 1521973"/>
                <a:gd name="connsiteY4" fmla="*/ 718885 h 718885"/>
                <a:gd name="connsiteX5" fmla="*/ 0 w 1521973"/>
                <a:gd name="connsiteY5" fmla="*/ 718885 h 718885"/>
                <a:gd name="connsiteX6" fmla="*/ 114300 w 1521973"/>
                <a:gd name="connsiteY6" fmla="*/ 0 h 718885"/>
                <a:gd name="connsiteX0" fmla="*/ 12700 w 1420373"/>
                <a:gd name="connsiteY0" fmla="*/ 0 h 1099885"/>
                <a:gd name="connsiteX1" fmla="*/ 1374184 w 1420373"/>
                <a:gd name="connsiteY1" fmla="*/ 360055 h 1099885"/>
                <a:gd name="connsiteX2" fmla="*/ 1367080 w 1420373"/>
                <a:gd name="connsiteY2" fmla="*/ 529943 h 1099885"/>
                <a:gd name="connsiteX3" fmla="*/ 1392480 w 1420373"/>
                <a:gd name="connsiteY3" fmla="*/ 695043 h 1099885"/>
                <a:gd name="connsiteX4" fmla="*/ 897175 w 1420373"/>
                <a:gd name="connsiteY4" fmla="*/ 718885 h 1099885"/>
                <a:gd name="connsiteX5" fmla="*/ 0 w 1420373"/>
                <a:gd name="connsiteY5" fmla="*/ 1099885 h 1099885"/>
                <a:gd name="connsiteX6" fmla="*/ 12700 w 1420373"/>
                <a:gd name="connsiteY6" fmla="*/ 0 h 1099885"/>
                <a:gd name="connsiteX0" fmla="*/ 347150 w 1754823"/>
                <a:gd name="connsiteY0" fmla="*/ 0 h 1099885"/>
                <a:gd name="connsiteX1" fmla="*/ 1708634 w 1754823"/>
                <a:gd name="connsiteY1" fmla="*/ 360055 h 1099885"/>
                <a:gd name="connsiteX2" fmla="*/ 1701530 w 1754823"/>
                <a:gd name="connsiteY2" fmla="*/ 529943 h 1099885"/>
                <a:gd name="connsiteX3" fmla="*/ 1726930 w 1754823"/>
                <a:gd name="connsiteY3" fmla="*/ 695043 h 1099885"/>
                <a:gd name="connsiteX4" fmla="*/ 1231625 w 1754823"/>
                <a:gd name="connsiteY4" fmla="*/ 718885 h 1099885"/>
                <a:gd name="connsiteX5" fmla="*/ 334450 w 1754823"/>
                <a:gd name="connsiteY5" fmla="*/ 1099885 h 1099885"/>
                <a:gd name="connsiteX6" fmla="*/ 347150 w 1754823"/>
                <a:gd name="connsiteY6" fmla="*/ 0 h 1099885"/>
                <a:gd name="connsiteX0" fmla="*/ 383189 w 1790862"/>
                <a:gd name="connsiteY0" fmla="*/ 0 h 1099885"/>
                <a:gd name="connsiteX1" fmla="*/ 1744673 w 1790862"/>
                <a:gd name="connsiteY1" fmla="*/ 360055 h 1099885"/>
                <a:gd name="connsiteX2" fmla="*/ 1737569 w 1790862"/>
                <a:gd name="connsiteY2" fmla="*/ 529943 h 1099885"/>
                <a:gd name="connsiteX3" fmla="*/ 1762969 w 1790862"/>
                <a:gd name="connsiteY3" fmla="*/ 695043 h 1099885"/>
                <a:gd name="connsiteX4" fmla="*/ 1267664 w 1790862"/>
                <a:gd name="connsiteY4" fmla="*/ 718885 h 1099885"/>
                <a:gd name="connsiteX5" fmla="*/ 370489 w 1790862"/>
                <a:gd name="connsiteY5" fmla="*/ 1099885 h 1099885"/>
                <a:gd name="connsiteX6" fmla="*/ 383189 w 1790862"/>
                <a:gd name="connsiteY6" fmla="*/ 0 h 1099885"/>
                <a:gd name="connsiteX0" fmla="*/ 383189 w 1790862"/>
                <a:gd name="connsiteY0" fmla="*/ 144 h 1100029"/>
                <a:gd name="connsiteX1" fmla="*/ 1744673 w 1790862"/>
                <a:gd name="connsiteY1" fmla="*/ 360199 h 1100029"/>
                <a:gd name="connsiteX2" fmla="*/ 1737569 w 1790862"/>
                <a:gd name="connsiteY2" fmla="*/ 530087 h 1100029"/>
                <a:gd name="connsiteX3" fmla="*/ 1762969 w 1790862"/>
                <a:gd name="connsiteY3" fmla="*/ 695187 h 1100029"/>
                <a:gd name="connsiteX4" fmla="*/ 1267664 w 1790862"/>
                <a:gd name="connsiteY4" fmla="*/ 719029 h 1100029"/>
                <a:gd name="connsiteX5" fmla="*/ 370489 w 1790862"/>
                <a:gd name="connsiteY5" fmla="*/ 1100029 h 1100029"/>
                <a:gd name="connsiteX6" fmla="*/ 383189 w 1790862"/>
                <a:gd name="connsiteY6" fmla="*/ 144 h 1100029"/>
                <a:gd name="connsiteX0" fmla="*/ 383189 w 2003082"/>
                <a:gd name="connsiteY0" fmla="*/ 161 h 1100046"/>
                <a:gd name="connsiteX1" fmla="*/ 1744673 w 2003082"/>
                <a:gd name="connsiteY1" fmla="*/ 360216 h 1100046"/>
                <a:gd name="connsiteX2" fmla="*/ 1737569 w 2003082"/>
                <a:gd name="connsiteY2" fmla="*/ 530104 h 1100046"/>
                <a:gd name="connsiteX3" fmla="*/ 1762969 w 2003082"/>
                <a:gd name="connsiteY3" fmla="*/ 695204 h 1100046"/>
                <a:gd name="connsiteX4" fmla="*/ 1267664 w 2003082"/>
                <a:gd name="connsiteY4" fmla="*/ 719046 h 1100046"/>
                <a:gd name="connsiteX5" fmla="*/ 370489 w 2003082"/>
                <a:gd name="connsiteY5" fmla="*/ 1100046 h 1100046"/>
                <a:gd name="connsiteX6" fmla="*/ 383189 w 2003082"/>
                <a:gd name="connsiteY6" fmla="*/ 161 h 1100046"/>
                <a:gd name="connsiteX0" fmla="*/ 383189 w 1988312"/>
                <a:gd name="connsiteY0" fmla="*/ 0 h 1099885"/>
                <a:gd name="connsiteX1" fmla="*/ 1744673 w 1988312"/>
                <a:gd name="connsiteY1" fmla="*/ 360055 h 1099885"/>
                <a:gd name="connsiteX2" fmla="*/ 1737569 w 1988312"/>
                <a:gd name="connsiteY2" fmla="*/ 529943 h 1099885"/>
                <a:gd name="connsiteX3" fmla="*/ 1762969 w 1988312"/>
                <a:gd name="connsiteY3" fmla="*/ 695043 h 1099885"/>
                <a:gd name="connsiteX4" fmla="*/ 1267664 w 1988312"/>
                <a:gd name="connsiteY4" fmla="*/ 718885 h 1099885"/>
                <a:gd name="connsiteX5" fmla="*/ 370489 w 1988312"/>
                <a:gd name="connsiteY5" fmla="*/ 1099885 h 1099885"/>
                <a:gd name="connsiteX6" fmla="*/ 383189 w 1988312"/>
                <a:gd name="connsiteY6" fmla="*/ 0 h 1099885"/>
                <a:gd name="connsiteX0" fmla="*/ 383189 w 2028598"/>
                <a:gd name="connsiteY0" fmla="*/ 0 h 1099885"/>
                <a:gd name="connsiteX1" fmla="*/ 1744673 w 2028598"/>
                <a:gd name="connsiteY1" fmla="*/ 360055 h 1099885"/>
                <a:gd name="connsiteX2" fmla="*/ 1737569 w 2028598"/>
                <a:gd name="connsiteY2" fmla="*/ 529943 h 1099885"/>
                <a:gd name="connsiteX3" fmla="*/ 1762969 w 2028598"/>
                <a:gd name="connsiteY3" fmla="*/ 695043 h 1099885"/>
                <a:gd name="connsiteX4" fmla="*/ 1267664 w 2028598"/>
                <a:gd name="connsiteY4" fmla="*/ 718885 h 1099885"/>
                <a:gd name="connsiteX5" fmla="*/ 370489 w 2028598"/>
                <a:gd name="connsiteY5" fmla="*/ 1099885 h 1099885"/>
                <a:gd name="connsiteX6" fmla="*/ 383189 w 2028598"/>
                <a:gd name="connsiteY6" fmla="*/ 0 h 1099885"/>
                <a:gd name="connsiteX0" fmla="*/ 383189 w 2026758"/>
                <a:gd name="connsiteY0" fmla="*/ 0 h 1099885"/>
                <a:gd name="connsiteX1" fmla="*/ 1744673 w 2026758"/>
                <a:gd name="connsiteY1" fmla="*/ 360055 h 1099885"/>
                <a:gd name="connsiteX2" fmla="*/ 1737569 w 2026758"/>
                <a:gd name="connsiteY2" fmla="*/ 529943 h 1099885"/>
                <a:gd name="connsiteX3" fmla="*/ 1762969 w 2026758"/>
                <a:gd name="connsiteY3" fmla="*/ 695043 h 1099885"/>
                <a:gd name="connsiteX4" fmla="*/ 1267664 w 2026758"/>
                <a:gd name="connsiteY4" fmla="*/ 718885 h 1099885"/>
                <a:gd name="connsiteX5" fmla="*/ 370489 w 2026758"/>
                <a:gd name="connsiteY5" fmla="*/ 1099885 h 1099885"/>
                <a:gd name="connsiteX6" fmla="*/ 383189 w 2026758"/>
                <a:gd name="connsiteY6" fmla="*/ 0 h 1099885"/>
                <a:gd name="connsiteX0" fmla="*/ 383189 w 2057477"/>
                <a:gd name="connsiteY0" fmla="*/ 0 h 1099885"/>
                <a:gd name="connsiteX1" fmla="*/ 1744673 w 2057477"/>
                <a:gd name="connsiteY1" fmla="*/ 360055 h 1099885"/>
                <a:gd name="connsiteX2" fmla="*/ 1737569 w 2057477"/>
                <a:gd name="connsiteY2" fmla="*/ 529943 h 1099885"/>
                <a:gd name="connsiteX3" fmla="*/ 1762969 w 2057477"/>
                <a:gd name="connsiteY3" fmla="*/ 695043 h 1099885"/>
                <a:gd name="connsiteX4" fmla="*/ 1267664 w 2057477"/>
                <a:gd name="connsiteY4" fmla="*/ 718885 h 1099885"/>
                <a:gd name="connsiteX5" fmla="*/ 370489 w 2057477"/>
                <a:gd name="connsiteY5" fmla="*/ 1099885 h 1099885"/>
                <a:gd name="connsiteX6" fmla="*/ 383189 w 2057477"/>
                <a:gd name="connsiteY6" fmla="*/ 0 h 1099885"/>
                <a:gd name="connsiteX0" fmla="*/ 383189 w 2098574"/>
                <a:gd name="connsiteY0" fmla="*/ 0 h 1099885"/>
                <a:gd name="connsiteX1" fmla="*/ 1744673 w 2098574"/>
                <a:gd name="connsiteY1" fmla="*/ 360055 h 1099885"/>
                <a:gd name="connsiteX2" fmla="*/ 1737569 w 2098574"/>
                <a:gd name="connsiteY2" fmla="*/ 529943 h 1099885"/>
                <a:gd name="connsiteX3" fmla="*/ 1762969 w 2098574"/>
                <a:gd name="connsiteY3" fmla="*/ 695043 h 1099885"/>
                <a:gd name="connsiteX4" fmla="*/ 1267664 w 2098574"/>
                <a:gd name="connsiteY4" fmla="*/ 718885 h 1099885"/>
                <a:gd name="connsiteX5" fmla="*/ 370489 w 2098574"/>
                <a:gd name="connsiteY5" fmla="*/ 1099885 h 1099885"/>
                <a:gd name="connsiteX6" fmla="*/ 383189 w 2098574"/>
                <a:gd name="connsiteY6" fmla="*/ 0 h 1099885"/>
                <a:gd name="connsiteX0" fmla="*/ 383189 w 2098574"/>
                <a:gd name="connsiteY0" fmla="*/ 0 h 1099885"/>
                <a:gd name="connsiteX1" fmla="*/ 1744673 w 2098574"/>
                <a:gd name="connsiteY1" fmla="*/ 360055 h 1099885"/>
                <a:gd name="connsiteX2" fmla="*/ 1737569 w 2098574"/>
                <a:gd name="connsiteY2" fmla="*/ 529943 h 1099885"/>
                <a:gd name="connsiteX3" fmla="*/ 1762969 w 2098574"/>
                <a:gd name="connsiteY3" fmla="*/ 695043 h 1099885"/>
                <a:gd name="connsiteX4" fmla="*/ 1267664 w 2098574"/>
                <a:gd name="connsiteY4" fmla="*/ 718885 h 1099885"/>
                <a:gd name="connsiteX5" fmla="*/ 370489 w 2098574"/>
                <a:gd name="connsiteY5" fmla="*/ 1099885 h 1099885"/>
                <a:gd name="connsiteX6" fmla="*/ 383189 w 2098574"/>
                <a:gd name="connsiteY6" fmla="*/ 0 h 1099885"/>
                <a:gd name="connsiteX0" fmla="*/ 383189 w 2121769"/>
                <a:gd name="connsiteY0" fmla="*/ 0 h 1099885"/>
                <a:gd name="connsiteX1" fmla="*/ 1744673 w 2121769"/>
                <a:gd name="connsiteY1" fmla="*/ 360055 h 1099885"/>
                <a:gd name="connsiteX2" fmla="*/ 1737569 w 2121769"/>
                <a:gd name="connsiteY2" fmla="*/ 529943 h 1099885"/>
                <a:gd name="connsiteX3" fmla="*/ 1762969 w 2121769"/>
                <a:gd name="connsiteY3" fmla="*/ 695043 h 1099885"/>
                <a:gd name="connsiteX4" fmla="*/ 1267664 w 2121769"/>
                <a:gd name="connsiteY4" fmla="*/ 718885 h 1099885"/>
                <a:gd name="connsiteX5" fmla="*/ 370489 w 2121769"/>
                <a:gd name="connsiteY5" fmla="*/ 1099885 h 1099885"/>
                <a:gd name="connsiteX6" fmla="*/ 383189 w 2121769"/>
                <a:gd name="connsiteY6" fmla="*/ 0 h 1099885"/>
                <a:gd name="connsiteX0" fmla="*/ 383189 w 2152767"/>
                <a:gd name="connsiteY0" fmla="*/ 0 h 1099885"/>
                <a:gd name="connsiteX1" fmla="*/ 1744673 w 2152767"/>
                <a:gd name="connsiteY1" fmla="*/ 360055 h 1099885"/>
                <a:gd name="connsiteX2" fmla="*/ 1737569 w 2152767"/>
                <a:gd name="connsiteY2" fmla="*/ 529943 h 1099885"/>
                <a:gd name="connsiteX3" fmla="*/ 1762969 w 2152767"/>
                <a:gd name="connsiteY3" fmla="*/ 695043 h 1099885"/>
                <a:gd name="connsiteX4" fmla="*/ 1267664 w 2152767"/>
                <a:gd name="connsiteY4" fmla="*/ 718885 h 1099885"/>
                <a:gd name="connsiteX5" fmla="*/ 370489 w 2152767"/>
                <a:gd name="connsiteY5" fmla="*/ 1099885 h 1099885"/>
                <a:gd name="connsiteX6" fmla="*/ 383189 w 2152767"/>
                <a:gd name="connsiteY6" fmla="*/ 0 h 1099885"/>
                <a:gd name="connsiteX0" fmla="*/ 383189 w 2121769"/>
                <a:gd name="connsiteY0" fmla="*/ 0 h 1119704"/>
                <a:gd name="connsiteX1" fmla="*/ 1744673 w 2121769"/>
                <a:gd name="connsiteY1" fmla="*/ 360055 h 1119704"/>
                <a:gd name="connsiteX2" fmla="*/ 1737569 w 2121769"/>
                <a:gd name="connsiteY2" fmla="*/ 529943 h 1119704"/>
                <a:gd name="connsiteX3" fmla="*/ 1762969 w 2121769"/>
                <a:gd name="connsiteY3" fmla="*/ 695043 h 1119704"/>
                <a:gd name="connsiteX4" fmla="*/ 370489 w 2121769"/>
                <a:gd name="connsiteY4" fmla="*/ 1099885 h 1119704"/>
                <a:gd name="connsiteX5" fmla="*/ 383189 w 2121769"/>
                <a:gd name="connsiteY5" fmla="*/ 0 h 1119704"/>
                <a:gd name="connsiteX0" fmla="*/ 383189 w 2121769"/>
                <a:gd name="connsiteY0" fmla="*/ 0 h 1167941"/>
                <a:gd name="connsiteX1" fmla="*/ 1744673 w 2121769"/>
                <a:gd name="connsiteY1" fmla="*/ 360055 h 1167941"/>
                <a:gd name="connsiteX2" fmla="*/ 1737569 w 2121769"/>
                <a:gd name="connsiteY2" fmla="*/ 529943 h 1167941"/>
                <a:gd name="connsiteX3" fmla="*/ 1762969 w 2121769"/>
                <a:gd name="connsiteY3" fmla="*/ 695043 h 1167941"/>
                <a:gd name="connsiteX4" fmla="*/ 370489 w 2121769"/>
                <a:gd name="connsiteY4" fmla="*/ 1099885 h 1167941"/>
                <a:gd name="connsiteX5" fmla="*/ 383189 w 2121769"/>
                <a:gd name="connsiteY5" fmla="*/ 0 h 1167941"/>
                <a:gd name="connsiteX0" fmla="*/ 383189 w 2121769"/>
                <a:gd name="connsiteY0" fmla="*/ 0 h 1148351"/>
                <a:gd name="connsiteX1" fmla="*/ 1744673 w 2121769"/>
                <a:gd name="connsiteY1" fmla="*/ 360055 h 1148351"/>
                <a:gd name="connsiteX2" fmla="*/ 1737569 w 2121769"/>
                <a:gd name="connsiteY2" fmla="*/ 529943 h 1148351"/>
                <a:gd name="connsiteX3" fmla="*/ 1762969 w 2121769"/>
                <a:gd name="connsiteY3" fmla="*/ 695043 h 1148351"/>
                <a:gd name="connsiteX4" fmla="*/ 370489 w 2121769"/>
                <a:gd name="connsiteY4" fmla="*/ 1099885 h 1148351"/>
                <a:gd name="connsiteX5" fmla="*/ 383189 w 2121769"/>
                <a:gd name="connsiteY5" fmla="*/ 0 h 1148351"/>
                <a:gd name="connsiteX0" fmla="*/ 383189 w 2121769"/>
                <a:gd name="connsiteY0" fmla="*/ 0 h 1172083"/>
                <a:gd name="connsiteX1" fmla="*/ 1744673 w 2121769"/>
                <a:gd name="connsiteY1" fmla="*/ 360055 h 1172083"/>
                <a:gd name="connsiteX2" fmla="*/ 1737569 w 2121769"/>
                <a:gd name="connsiteY2" fmla="*/ 529943 h 1172083"/>
                <a:gd name="connsiteX3" fmla="*/ 1762969 w 2121769"/>
                <a:gd name="connsiteY3" fmla="*/ 695043 h 1172083"/>
                <a:gd name="connsiteX4" fmla="*/ 370489 w 2121769"/>
                <a:gd name="connsiteY4" fmla="*/ 1099885 h 1172083"/>
                <a:gd name="connsiteX5" fmla="*/ 383189 w 2121769"/>
                <a:gd name="connsiteY5" fmla="*/ 0 h 1172083"/>
                <a:gd name="connsiteX0" fmla="*/ 383189 w 2121769"/>
                <a:gd name="connsiteY0" fmla="*/ 0 h 1193907"/>
                <a:gd name="connsiteX1" fmla="*/ 1744673 w 2121769"/>
                <a:gd name="connsiteY1" fmla="*/ 360055 h 1193907"/>
                <a:gd name="connsiteX2" fmla="*/ 1737569 w 2121769"/>
                <a:gd name="connsiteY2" fmla="*/ 529943 h 1193907"/>
                <a:gd name="connsiteX3" fmla="*/ 1762969 w 2121769"/>
                <a:gd name="connsiteY3" fmla="*/ 695043 h 1193907"/>
                <a:gd name="connsiteX4" fmla="*/ 370489 w 2121769"/>
                <a:gd name="connsiteY4" fmla="*/ 1099885 h 1193907"/>
                <a:gd name="connsiteX5" fmla="*/ 383189 w 2121769"/>
                <a:gd name="connsiteY5" fmla="*/ 0 h 119390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8556 w 2127136"/>
                <a:gd name="connsiteY0" fmla="*/ 0 h 1200117"/>
                <a:gd name="connsiteX1" fmla="*/ 1750040 w 2127136"/>
                <a:gd name="connsiteY1" fmla="*/ 360055 h 1200117"/>
                <a:gd name="connsiteX2" fmla="*/ 1742936 w 2127136"/>
                <a:gd name="connsiteY2" fmla="*/ 529943 h 1200117"/>
                <a:gd name="connsiteX3" fmla="*/ 1768336 w 2127136"/>
                <a:gd name="connsiteY3" fmla="*/ 695043 h 1200117"/>
                <a:gd name="connsiteX4" fmla="*/ 375856 w 2127136"/>
                <a:gd name="connsiteY4" fmla="*/ 1099885 h 1200117"/>
                <a:gd name="connsiteX5" fmla="*/ 388556 w 2127136"/>
                <a:gd name="connsiteY5" fmla="*/ 0 h 1200117"/>
                <a:gd name="connsiteX0" fmla="*/ 388556 w 2127136"/>
                <a:gd name="connsiteY0" fmla="*/ 0 h 1201709"/>
                <a:gd name="connsiteX1" fmla="*/ 1750040 w 2127136"/>
                <a:gd name="connsiteY1" fmla="*/ 360055 h 1201709"/>
                <a:gd name="connsiteX2" fmla="*/ 1742936 w 2127136"/>
                <a:gd name="connsiteY2" fmla="*/ 529943 h 1201709"/>
                <a:gd name="connsiteX3" fmla="*/ 1768336 w 2127136"/>
                <a:gd name="connsiteY3" fmla="*/ 695043 h 1201709"/>
                <a:gd name="connsiteX4" fmla="*/ 375856 w 2127136"/>
                <a:gd name="connsiteY4" fmla="*/ 1099885 h 1201709"/>
                <a:gd name="connsiteX5" fmla="*/ 388556 w 2127136"/>
                <a:gd name="connsiteY5" fmla="*/ 0 h 1201709"/>
                <a:gd name="connsiteX0" fmla="*/ 388556 w 2127136"/>
                <a:gd name="connsiteY0" fmla="*/ 0 h 1201709"/>
                <a:gd name="connsiteX1" fmla="*/ 1750040 w 2127136"/>
                <a:gd name="connsiteY1" fmla="*/ 360055 h 1201709"/>
                <a:gd name="connsiteX2" fmla="*/ 1742936 w 2127136"/>
                <a:gd name="connsiteY2" fmla="*/ 529943 h 1201709"/>
                <a:gd name="connsiteX3" fmla="*/ 1768336 w 2127136"/>
                <a:gd name="connsiteY3" fmla="*/ 695043 h 1201709"/>
                <a:gd name="connsiteX4" fmla="*/ 375856 w 2127136"/>
                <a:gd name="connsiteY4" fmla="*/ 1099885 h 1201709"/>
                <a:gd name="connsiteX5" fmla="*/ 388556 w 2127136"/>
                <a:gd name="connsiteY5" fmla="*/ 0 h 120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7136" h="1201709">
                  <a:moveTo>
                    <a:pt x="388556" y="0"/>
                  </a:moveTo>
                  <a:cubicBezTo>
                    <a:pt x="1591684" y="100968"/>
                    <a:pt x="2521762" y="151137"/>
                    <a:pt x="1750040" y="360055"/>
                  </a:cubicBezTo>
                  <a:cubicBezTo>
                    <a:pt x="2420772" y="380701"/>
                    <a:pt x="1986059" y="542138"/>
                    <a:pt x="1742936" y="529943"/>
                  </a:cubicBezTo>
                  <a:cubicBezTo>
                    <a:pt x="2468953" y="527826"/>
                    <a:pt x="1982119" y="677449"/>
                    <a:pt x="1768336" y="695043"/>
                  </a:cubicBezTo>
                  <a:cubicBezTo>
                    <a:pt x="2570280" y="571524"/>
                    <a:pt x="1166170" y="1502802"/>
                    <a:pt x="375856" y="1099885"/>
                  </a:cubicBezTo>
                  <a:cubicBezTo>
                    <a:pt x="-394066" y="690913"/>
                    <a:pt x="231923" y="55478"/>
                    <a:pt x="388556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4BB36DE1-5005-5855-52D5-72C9716D2420}"/>
                </a:ext>
              </a:extLst>
            </p:cNvPr>
            <p:cNvSpPr/>
            <p:nvPr/>
          </p:nvSpPr>
          <p:spPr>
            <a:xfrm>
              <a:off x="6586843" y="3547419"/>
              <a:ext cx="790711" cy="407332"/>
            </a:xfrm>
            <a:prstGeom prst="rect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72CF1B2-BE6B-4C22-6EA7-89CB503E4A11}"/>
              </a:ext>
            </a:extLst>
          </p:cNvPr>
          <p:cNvGrpSpPr/>
          <p:nvPr/>
        </p:nvGrpSpPr>
        <p:grpSpPr>
          <a:xfrm>
            <a:off x="2057416" y="2080920"/>
            <a:ext cx="6319586" cy="6431943"/>
            <a:chOff x="4794250" y="630348"/>
            <a:chExt cx="5376250" cy="5471835"/>
          </a:xfrm>
        </p:grpSpPr>
        <p:sp>
          <p:nvSpPr>
            <p:cNvPr id="65" name="Rectangle 10">
              <a:extLst>
                <a:ext uri="{FF2B5EF4-FFF2-40B4-BE49-F238E27FC236}">
                  <a16:creationId xmlns:a16="http://schemas.microsoft.com/office/drawing/2014/main" id="{E5916A87-658A-9F5B-032C-5F40A1C03CD2}"/>
                </a:ext>
              </a:extLst>
            </p:cNvPr>
            <p:cNvSpPr/>
            <p:nvPr/>
          </p:nvSpPr>
          <p:spPr>
            <a:xfrm>
              <a:off x="6263443" y="4934612"/>
              <a:ext cx="975167" cy="1130133"/>
            </a:xfrm>
            <a:custGeom>
              <a:avLst/>
              <a:gdLst>
                <a:gd name="connsiteX0" fmla="*/ 0 w 142875"/>
                <a:gd name="connsiteY0" fmla="*/ 0 h 714264"/>
                <a:gd name="connsiteX1" fmla="*/ 142875 w 142875"/>
                <a:gd name="connsiteY1" fmla="*/ 0 h 714264"/>
                <a:gd name="connsiteX2" fmla="*/ 142875 w 142875"/>
                <a:gd name="connsiteY2" fmla="*/ 714264 h 714264"/>
                <a:gd name="connsiteX3" fmla="*/ 0 w 142875"/>
                <a:gd name="connsiteY3" fmla="*/ 714264 h 714264"/>
                <a:gd name="connsiteX4" fmla="*/ 0 w 142875"/>
                <a:gd name="connsiteY4" fmla="*/ 0 h 714264"/>
                <a:gd name="connsiteX0" fmla="*/ 0 w 214313"/>
                <a:gd name="connsiteY0" fmla="*/ 0 h 728551"/>
                <a:gd name="connsiteX1" fmla="*/ 142875 w 214313"/>
                <a:gd name="connsiteY1" fmla="*/ 0 h 728551"/>
                <a:gd name="connsiteX2" fmla="*/ 214313 w 214313"/>
                <a:gd name="connsiteY2" fmla="*/ 728551 h 728551"/>
                <a:gd name="connsiteX3" fmla="*/ 0 w 214313"/>
                <a:gd name="connsiteY3" fmla="*/ 714264 h 728551"/>
                <a:gd name="connsiteX4" fmla="*/ 0 w 214313"/>
                <a:gd name="connsiteY4" fmla="*/ 0 h 728551"/>
                <a:gd name="connsiteX0" fmla="*/ 47625 w 261938"/>
                <a:gd name="connsiteY0" fmla="*/ 0 h 757127"/>
                <a:gd name="connsiteX1" fmla="*/ 190500 w 261938"/>
                <a:gd name="connsiteY1" fmla="*/ 0 h 757127"/>
                <a:gd name="connsiteX2" fmla="*/ 261938 w 261938"/>
                <a:gd name="connsiteY2" fmla="*/ 728551 h 757127"/>
                <a:gd name="connsiteX3" fmla="*/ 0 w 261938"/>
                <a:gd name="connsiteY3" fmla="*/ 757127 h 757127"/>
                <a:gd name="connsiteX4" fmla="*/ 47625 w 261938"/>
                <a:gd name="connsiteY4" fmla="*/ 0 h 757127"/>
                <a:gd name="connsiteX0" fmla="*/ 604837 w 819150"/>
                <a:gd name="connsiteY0" fmla="*/ 0 h 1023938"/>
                <a:gd name="connsiteX1" fmla="*/ 747712 w 819150"/>
                <a:gd name="connsiteY1" fmla="*/ 0 h 1023938"/>
                <a:gd name="connsiteX2" fmla="*/ 819150 w 819150"/>
                <a:gd name="connsiteY2" fmla="*/ 728551 h 1023938"/>
                <a:gd name="connsiteX3" fmla="*/ 0 w 819150"/>
                <a:gd name="connsiteY3" fmla="*/ 1023938 h 1023938"/>
                <a:gd name="connsiteX4" fmla="*/ 557212 w 819150"/>
                <a:gd name="connsiteY4" fmla="*/ 757127 h 1023938"/>
                <a:gd name="connsiteX5" fmla="*/ 604837 w 819150"/>
                <a:gd name="connsiteY5" fmla="*/ 0 h 1023938"/>
                <a:gd name="connsiteX0" fmla="*/ 618078 w 832391"/>
                <a:gd name="connsiteY0" fmla="*/ 0 h 1135458"/>
                <a:gd name="connsiteX1" fmla="*/ 760953 w 832391"/>
                <a:gd name="connsiteY1" fmla="*/ 0 h 1135458"/>
                <a:gd name="connsiteX2" fmla="*/ 832391 w 832391"/>
                <a:gd name="connsiteY2" fmla="*/ 728551 h 1135458"/>
                <a:gd name="connsiteX3" fmla="*/ 170403 w 832391"/>
                <a:gd name="connsiteY3" fmla="*/ 1123949 h 1135458"/>
                <a:gd name="connsiteX4" fmla="*/ 13241 w 832391"/>
                <a:gd name="connsiteY4" fmla="*/ 1023938 h 1135458"/>
                <a:gd name="connsiteX5" fmla="*/ 570453 w 832391"/>
                <a:gd name="connsiteY5" fmla="*/ 757127 h 1135458"/>
                <a:gd name="connsiteX6" fmla="*/ 618078 w 832391"/>
                <a:gd name="connsiteY6" fmla="*/ 0 h 1135458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9996"/>
                <a:gd name="connsiteX1" fmla="*/ 767353 w 838791"/>
                <a:gd name="connsiteY1" fmla="*/ 0 h 1139996"/>
                <a:gd name="connsiteX2" fmla="*/ 838791 w 838791"/>
                <a:gd name="connsiteY2" fmla="*/ 728551 h 1139996"/>
                <a:gd name="connsiteX3" fmla="*/ 157753 w 838791"/>
                <a:gd name="connsiteY3" fmla="*/ 1128711 h 1139996"/>
                <a:gd name="connsiteX4" fmla="*/ 205379 w 838791"/>
                <a:gd name="connsiteY4" fmla="*/ 966787 h 1139996"/>
                <a:gd name="connsiteX5" fmla="*/ 19641 w 838791"/>
                <a:gd name="connsiteY5" fmla="*/ 1023938 h 1139996"/>
                <a:gd name="connsiteX6" fmla="*/ 576853 w 838791"/>
                <a:gd name="connsiteY6" fmla="*/ 757127 h 1139996"/>
                <a:gd name="connsiteX7" fmla="*/ 624478 w 838791"/>
                <a:gd name="connsiteY7" fmla="*/ 0 h 1139996"/>
                <a:gd name="connsiteX0" fmla="*/ 624478 w 970397"/>
                <a:gd name="connsiteY0" fmla="*/ 0 h 1139996"/>
                <a:gd name="connsiteX1" fmla="*/ 767353 w 970397"/>
                <a:gd name="connsiteY1" fmla="*/ 0 h 1139996"/>
                <a:gd name="connsiteX2" fmla="*/ 838791 w 970397"/>
                <a:gd name="connsiteY2" fmla="*/ 728551 h 1139996"/>
                <a:gd name="connsiteX3" fmla="*/ 157753 w 970397"/>
                <a:gd name="connsiteY3" fmla="*/ 1128711 h 1139996"/>
                <a:gd name="connsiteX4" fmla="*/ 205379 w 970397"/>
                <a:gd name="connsiteY4" fmla="*/ 966787 h 1139996"/>
                <a:gd name="connsiteX5" fmla="*/ 19641 w 970397"/>
                <a:gd name="connsiteY5" fmla="*/ 1023938 h 1139996"/>
                <a:gd name="connsiteX6" fmla="*/ 576853 w 970397"/>
                <a:gd name="connsiteY6" fmla="*/ 757127 h 1139996"/>
                <a:gd name="connsiteX7" fmla="*/ 624478 w 970397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90634"/>
                <a:gd name="connsiteY0" fmla="*/ 0 h 1139996"/>
                <a:gd name="connsiteX1" fmla="*/ 767353 w 990634"/>
                <a:gd name="connsiteY1" fmla="*/ 0 h 1139996"/>
                <a:gd name="connsiteX2" fmla="*/ 838791 w 990634"/>
                <a:gd name="connsiteY2" fmla="*/ 728551 h 1139996"/>
                <a:gd name="connsiteX3" fmla="*/ 157753 w 990634"/>
                <a:gd name="connsiteY3" fmla="*/ 1128711 h 1139996"/>
                <a:gd name="connsiteX4" fmla="*/ 205379 w 990634"/>
                <a:gd name="connsiteY4" fmla="*/ 966787 h 1139996"/>
                <a:gd name="connsiteX5" fmla="*/ 19641 w 990634"/>
                <a:gd name="connsiteY5" fmla="*/ 1023938 h 1139996"/>
                <a:gd name="connsiteX6" fmla="*/ 576853 w 990634"/>
                <a:gd name="connsiteY6" fmla="*/ 757127 h 1139996"/>
                <a:gd name="connsiteX7" fmla="*/ 624478 w 990634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73366"/>
                <a:gd name="connsiteY0" fmla="*/ 0 h 1130133"/>
                <a:gd name="connsiteX1" fmla="*/ 767353 w 973366"/>
                <a:gd name="connsiteY1" fmla="*/ 0 h 1130133"/>
                <a:gd name="connsiteX2" fmla="*/ 838791 w 973366"/>
                <a:gd name="connsiteY2" fmla="*/ 728551 h 1130133"/>
                <a:gd name="connsiteX3" fmla="*/ 157753 w 973366"/>
                <a:gd name="connsiteY3" fmla="*/ 1128711 h 1130133"/>
                <a:gd name="connsiteX4" fmla="*/ 205379 w 973366"/>
                <a:gd name="connsiteY4" fmla="*/ 966787 h 1130133"/>
                <a:gd name="connsiteX5" fmla="*/ 19641 w 973366"/>
                <a:gd name="connsiteY5" fmla="*/ 1023938 h 1130133"/>
                <a:gd name="connsiteX6" fmla="*/ 576853 w 973366"/>
                <a:gd name="connsiteY6" fmla="*/ 757127 h 1130133"/>
                <a:gd name="connsiteX7" fmla="*/ 624478 w 973366"/>
                <a:gd name="connsiteY7" fmla="*/ 0 h 1130133"/>
                <a:gd name="connsiteX0" fmla="*/ 624478 w 975167"/>
                <a:gd name="connsiteY0" fmla="*/ 0 h 1130133"/>
                <a:gd name="connsiteX1" fmla="*/ 767353 w 975167"/>
                <a:gd name="connsiteY1" fmla="*/ 0 h 1130133"/>
                <a:gd name="connsiteX2" fmla="*/ 838791 w 975167"/>
                <a:gd name="connsiteY2" fmla="*/ 728551 h 1130133"/>
                <a:gd name="connsiteX3" fmla="*/ 157753 w 975167"/>
                <a:gd name="connsiteY3" fmla="*/ 1128711 h 1130133"/>
                <a:gd name="connsiteX4" fmla="*/ 205379 w 975167"/>
                <a:gd name="connsiteY4" fmla="*/ 966787 h 1130133"/>
                <a:gd name="connsiteX5" fmla="*/ 19641 w 975167"/>
                <a:gd name="connsiteY5" fmla="*/ 1023938 h 1130133"/>
                <a:gd name="connsiteX6" fmla="*/ 576853 w 975167"/>
                <a:gd name="connsiteY6" fmla="*/ 757127 h 1130133"/>
                <a:gd name="connsiteX7" fmla="*/ 624478 w 975167"/>
                <a:gd name="connsiteY7" fmla="*/ 0 h 113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5167" h="1130133">
                  <a:moveTo>
                    <a:pt x="624478" y="0"/>
                  </a:moveTo>
                  <a:lnTo>
                    <a:pt x="767353" y="0"/>
                  </a:lnTo>
                  <a:lnTo>
                    <a:pt x="838791" y="728551"/>
                  </a:lnTo>
                  <a:cubicBezTo>
                    <a:pt x="1335678" y="1090500"/>
                    <a:pt x="327616" y="846118"/>
                    <a:pt x="157753" y="1128711"/>
                  </a:cubicBezTo>
                  <a:cubicBezTo>
                    <a:pt x="109334" y="1146986"/>
                    <a:pt x="231573" y="983455"/>
                    <a:pt x="205379" y="966787"/>
                  </a:cubicBezTo>
                  <a:cubicBezTo>
                    <a:pt x="179185" y="950119"/>
                    <a:pt x="-70846" y="1080313"/>
                    <a:pt x="19641" y="1023938"/>
                  </a:cubicBezTo>
                  <a:cubicBezTo>
                    <a:pt x="110128" y="768314"/>
                    <a:pt x="472079" y="784151"/>
                    <a:pt x="576853" y="757127"/>
                  </a:cubicBezTo>
                  <a:lnTo>
                    <a:pt x="624478" y="0"/>
                  </a:ln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151567B6-B140-92D4-6F21-58A2757312E6}"/>
                </a:ext>
              </a:extLst>
            </p:cNvPr>
            <p:cNvSpPr/>
            <p:nvPr/>
          </p:nvSpPr>
          <p:spPr>
            <a:xfrm>
              <a:off x="6814546" y="4972050"/>
              <a:ext cx="975167" cy="1130133"/>
            </a:xfrm>
            <a:custGeom>
              <a:avLst/>
              <a:gdLst>
                <a:gd name="connsiteX0" fmla="*/ 0 w 142875"/>
                <a:gd name="connsiteY0" fmla="*/ 0 h 714264"/>
                <a:gd name="connsiteX1" fmla="*/ 142875 w 142875"/>
                <a:gd name="connsiteY1" fmla="*/ 0 h 714264"/>
                <a:gd name="connsiteX2" fmla="*/ 142875 w 142875"/>
                <a:gd name="connsiteY2" fmla="*/ 714264 h 714264"/>
                <a:gd name="connsiteX3" fmla="*/ 0 w 142875"/>
                <a:gd name="connsiteY3" fmla="*/ 714264 h 714264"/>
                <a:gd name="connsiteX4" fmla="*/ 0 w 142875"/>
                <a:gd name="connsiteY4" fmla="*/ 0 h 714264"/>
                <a:gd name="connsiteX0" fmla="*/ 0 w 214313"/>
                <a:gd name="connsiteY0" fmla="*/ 0 h 728551"/>
                <a:gd name="connsiteX1" fmla="*/ 142875 w 214313"/>
                <a:gd name="connsiteY1" fmla="*/ 0 h 728551"/>
                <a:gd name="connsiteX2" fmla="*/ 214313 w 214313"/>
                <a:gd name="connsiteY2" fmla="*/ 728551 h 728551"/>
                <a:gd name="connsiteX3" fmla="*/ 0 w 214313"/>
                <a:gd name="connsiteY3" fmla="*/ 714264 h 728551"/>
                <a:gd name="connsiteX4" fmla="*/ 0 w 214313"/>
                <a:gd name="connsiteY4" fmla="*/ 0 h 728551"/>
                <a:gd name="connsiteX0" fmla="*/ 47625 w 261938"/>
                <a:gd name="connsiteY0" fmla="*/ 0 h 757127"/>
                <a:gd name="connsiteX1" fmla="*/ 190500 w 261938"/>
                <a:gd name="connsiteY1" fmla="*/ 0 h 757127"/>
                <a:gd name="connsiteX2" fmla="*/ 261938 w 261938"/>
                <a:gd name="connsiteY2" fmla="*/ 728551 h 757127"/>
                <a:gd name="connsiteX3" fmla="*/ 0 w 261938"/>
                <a:gd name="connsiteY3" fmla="*/ 757127 h 757127"/>
                <a:gd name="connsiteX4" fmla="*/ 47625 w 261938"/>
                <a:gd name="connsiteY4" fmla="*/ 0 h 757127"/>
                <a:gd name="connsiteX0" fmla="*/ 604837 w 819150"/>
                <a:gd name="connsiteY0" fmla="*/ 0 h 1023938"/>
                <a:gd name="connsiteX1" fmla="*/ 747712 w 819150"/>
                <a:gd name="connsiteY1" fmla="*/ 0 h 1023938"/>
                <a:gd name="connsiteX2" fmla="*/ 819150 w 819150"/>
                <a:gd name="connsiteY2" fmla="*/ 728551 h 1023938"/>
                <a:gd name="connsiteX3" fmla="*/ 0 w 819150"/>
                <a:gd name="connsiteY3" fmla="*/ 1023938 h 1023938"/>
                <a:gd name="connsiteX4" fmla="*/ 557212 w 819150"/>
                <a:gd name="connsiteY4" fmla="*/ 757127 h 1023938"/>
                <a:gd name="connsiteX5" fmla="*/ 604837 w 819150"/>
                <a:gd name="connsiteY5" fmla="*/ 0 h 1023938"/>
                <a:gd name="connsiteX0" fmla="*/ 618078 w 832391"/>
                <a:gd name="connsiteY0" fmla="*/ 0 h 1135458"/>
                <a:gd name="connsiteX1" fmla="*/ 760953 w 832391"/>
                <a:gd name="connsiteY1" fmla="*/ 0 h 1135458"/>
                <a:gd name="connsiteX2" fmla="*/ 832391 w 832391"/>
                <a:gd name="connsiteY2" fmla="*/ 728551 h 1135458"/>
                <a:gd name="connsiteX3" fmla="*/ 170403 w 832391"/>
                <a:gd name="connsiteY3" fmla="*/ 1123949 h 1135458"/>
                <a:gd name="connsiteX4" fmla="*/ 13241 w 832391"/>
                <a:gd name="connsiteY4" fmla="*/ 1023938 h 1135458"/>
                <a:gd name="connsiteX5" fmla="*/ 570453 w 832391"/>
                <a:gd name="connsiteY5" fmla="*/ 757127 h 1135458"/>
                <a:gd name="connsiteX6" fmla="*/ 618078 w 832391"/>
                <a:gd name="connsiteY6" fmla="*/ 0 h 1135458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5454"/>
                <a:gd name="connsiteX1" fmla="*/ 767353 w 838791"/>
                <a:gd name="connsiteY1" fmla="*/ 0 h 1135454"/>
                <a:gd name="connsiteX2" fmla="*/ 838791 w 838791"/>
                <a:gd name="connsiteY2" fmla="*/ 728551 h 1135454"/>
                <a:gd name="connsiteX3" fmla="*/ 176803 w 838791"/>
                <a:gd name="connsiteY3" fmla="*/ 1123949 h 1135454"/>
                <a:gd name="connsiteX4" fmla="*/ 205379 w 838791"/>
                <a:gd name="connsiteY4" fmla="*/ 966787 h 1135454"/>
                <a:gd name="connsiteX5" fmla="*/ 19641 w 838791"/>
                <a:gd name="connsiteY5" fmla="*/ 1023938 h 1135454"/>
                <a:gd name="connsiteX6" fmla="*/ 576853 w 838791"/>
                <a:gd name="connsiteY6" fmla="*/ 757127 h 1135454"/>
                <a:gd name="connsiteX7" fmla="*/ 624478 w 838791"/>
                <a:gd name="connsiteY7" fmla="*/ 0 h 1135454"/>
                <a:gd name="connsiteX0" fmla="*/ 624478 w 838791"/>
                <a:gd name="connsiteY0" fmla="*/ 0 h 1139996"/>
                <a:gd name="connsiteX1" fmla="*/ 767353 w 838791"/>
                <a:gd name="connsiteY1" fmla="*/ 0 h 1139996"/>
                <a:gd name="connsiteX2" fmla="*/ 838791 w 838791"/>
                <a:gd name="connsiteY2" fmla="*/ 728551 h 1139996"/>
                <a:gd name="connsiteX3" fmla="*/ 157753 w 838791"/>
                <a:gd name="connsiteY3" fmla="*/ 1128711 h 1139996"/>
                <a:gd name="connsiteX4" fmla="*/ 205379 w 838791"/>
                <a:gd name="connsiteY4" fmla="*/ 966787 h 1139996"/>
                <a:gd name="connsiteX5" fmla="*/ 19641 w 838791"/>
                <a:gd name="connsiteY5" fmla="*/ 1023938 h 1139996"/>
                <a:gd name="connsiteX6" fmla="*/ 576853 w 838791"/>
                <a:gd name="connsiteY6" fmla="*/ 757127 h 1139996"/>
                <a:gd name="connsiteX7" fmla="*/ 624478 w 838791"/>
                <a:gd name="connsiteY7" fmla="*/ 0 h 1139996"/>
                <a:gd name="connsiteX0" fmla="*/ 624478 w 970397"/>
                <a:gd name="connsiteY0" fmla="*/ 0 h 1139996"/>
                <a:gd name="connsiteX1" fmla="*/ 767353 w 970397"/>
                <a:gd name="connsiteY1" fmla="*/ 0 h 1139996"/>
                <a:gd name="connsiteX2" fmla="*/ 838791 w 970397"/>
                <a:gd name="connsiteY2" fmla="*/ 728551 h 1139996"/>
                <a:gd name="connsiteX3" fmla="*/ 157753 w 970397"/>
                <a:gd name="connsiteY3" fmla="*/ 1128711 h 1139996"/>
                <a:gd name="connsiteX4" fmla="*/ 205379 w 970397"/>
                <a:gd name="connsiteY4" fmla="*/ 966787 h 1139996"/>
                <a:gd name="connsiteX5" fmla="*/ 19641 w 970397"/>
                <a:gd name="connsiteY5" fmla="*/ 1023938 h 1139996"/>
                <a:gd name="connsiteX6" fmla="*/ 576853 w 970397"/>
                <a:gd name="connsiteY6" fmla="*/ 757127 h 1139996"/>
                <a:gd name="connsiteX7" fmla="*/ 624478 w 970397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90634"/>
                <a:gd name="connsiteY0" fmla="*/ 0 h 1139996"/>
                <a:gd name="connsiteX1" fmla="*/ 767353 w 990634"/>
                <a:gd name="connsiteY1" fmla="*/ 0 h 1139996"/>
                <a:gd name="connsiteX2" fmla="*/ 838791 w 990634"/>
                <a:gd name="connsiteY2" fmla="*/ 728551 h 1139996"/>
                <a:gd name="connsiteX3" fmla="*/ 157753 w 990634"/>
                <a:gd name="connsiteY3" fmla="*/ 1128711 h 1139996"/>
                <a:gd name="connsiteX4" fmla="*/ 205379 w 990634"/>
                <a:gd name="connsiteY4" fmla="*/ 966787 h 1139996"/>
                <a:gd name="connsiteX5" fmla="*/ 19641 w 990634"/>
                <a:gd name="connsiteY5" fmla="*/ 1023938 h 1139996"/>
                <a:gd name="connsiteX6" fmla="*/ 576853 w 990634"/>
                <a:gd name="connsiteY6" fmla="*/ 757127 h 1139996"/>
                <a:gd name="connsiteX7" fmla="*/ 624478 w 990634"/>
                <a:gd name="connsiteY7" fmla="*/ 0 h 1139996"/>
                <a:gd name="connsiteX0" fmla="*/ 624478 w 984997"/>
                <a:gd name="connsiteY0" fmla="*/ 0 h 1139996"/>
                <a:gd name="connsiteX1" fmla="*/ 767353 w 984997"/>
                <a:gd name="connsiteY1" fmla="*/ 0 h 1139996"/>
                <a:gd name="connsiteX2" fmla="*/ 838791 w 984997"/>
                <a:gd name="connsiteY2" fmla="*/ 728551 h 1139996"/>
                <a:gd name="connsiteX3" fmla="*/ 157753 w 984997"/>
                <a:gd name="connsiteY3" fmla="*/ 1128711 h 1139996"/>
                <a:gd name="connsiteX4" fmla="*/ 205379 w 984997"/>
                <a:gd name="connsiteY4" fmla="*/ 966787 h 1139996"/>
                <a:gd name="connsiteX5" fmla="*/ 19641 w 984997"/>
                <a:gd name="connsiteY5" fmla="*/ 1023938 h 1139996"/>
                <a:gd name="connsiteX6" fmla="*/ 576853 w 984997"/>
                <a:gd name="connsiteY6" fmla="*/ 757127 h 1139996"/>
                <a:gd name="connsiteX7" fmla="*/ 624478 w 984997"/>
                <a:gd name="connsiteY7" fmla="*/ 0 h 1139996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84997"/>
                <a:gd name="connsiteY0" fmla="*/ 0 h 1130133"/>
                <a:gd name="connsiteX1" fmla="*/ 767353 w 984997"/>
                <a:gd name="connsiteY1" fmla="*/ 0 h 1130133"/>
                <a:gd name="connsiteX2" fmla="*/ 838791 w 984997"/>
                <a:gd name="connsiteY2" fmla="*/ 728551 h 1130133"/>
                <a:gd name="connsiteX3" fmla="*/ 157753 w 984997"/>
                <a:gd name="connsiteY3" fmla="*/ 1128711 h 1130133"/>
                <a:gd name="connsiteX4" fmla="*/ 205379 w 984997"/>
                <a:gd name="connsiteY4" fmla="*/ 966787 h 1130133"/>
                <a:gd name="connsiteX5" fmla="*/ 19641 w 984997"/>
                <a:gd name="connsiteY5" fmla="*/ 1023938 h 1130133"/>
                <a:gd name="connsiteX6" fmla="*/ 576853 w 984997"/>
                <a:gd name="connsiteY6" fmla="*/ 757127 h 1130133"/>
                <a:gd name="connsiteX7" fmla="*/ 624478 w 984997"/>
                <a:gd name="connsiteY7" fmla="*/ 0 h 1130133"/>
                <a:gd name="connsiteX0" fmla="*/ 624478 w 973366"/>
                <a:gd name="connsiteY0" fmla="*/ 0 h 1130133"/>
                <a:gd name="connsiteX1" fmla="*/ 767353 w 973366"/>
                <a:gd name="connsiteY1" fmla="*/ 0 h 1130133"/>
                <a:gd name="connsiteX2" fmla="*/ 838791 w 973366"/>
                <a:gd name="connsiteY2" fmla="*/ 728551 h 1130133"/>
                <a:gd name="connsiteX3" fmla="*/ 157753 w 973366"/>
                <a:gd name="connsiteY3" fmla="*/ 1128711 h 1130133"/>
                <a:gd name="connsiteX4" fmla="*/ 205379 w 973366"/>
                <a:gd name="connsiteY4" fmla="*/ 966787 h 1130133"/>
                <a:gd name="connsiteX5" fmla="*/ 19641 w 973366"/>
                <a:gd name="connsiteY5" fmla="*/ 1023938 h 1130133"/>
                <a:gd name="connsiteX6" fmla="*/ 576853 w 973366"/>
                <a:gd name="connsiteY6" fmla="*/ 757127 h 1130133"/>
                <a:gd name="connsiteX7" fmla="*/ 624478 w 973366"/>
                <a:gd name="connsiteY7" fmla="*/ 0 h 1130133"/>
                <a:gd name="connsiteX0" fmla="*/ 624478 w 975167"/>
                <a:gd name="connsiteY0" fmla="*/ 0 h 1130133"/>
                <a:gd name="connsiteX1" fmla="*/ 767353 w 975167"/>
                <a:gd name="connsiteY1" fmla="*/ 0 h 1130133"/>
                <a:gd name="connsiteX2" fmla="*/ 838791 w 975167"/>
                <a:gd name="connsiteY2" fmla="*/ 728551 h 1130133"/>
                <a:gd name="connsiteX3" fmla="*/ 157753 w 975167"/>
                <a:gd name="connsiteY3" fmla="*/ 1128711 h 1130133"/>
                <a:gd name="connsiteX4" fmla="*/ 205379 w 975167"/>
                <a:gd name="connsiteY4" fmla="*/ 966787 h 1130133"/>
                <a:gd name="connsiteX5" fmla="*/ 19641 w 975167"/>
                <a:gd name="connsiteY5" fmla="*/ 1023938 h 1130133"/>
                <a:gd name="connsiteX6" fmla="*/ 576853 w 975167"/>
                <a:gd name="connsiteY6" fmla="*/ 757127 h 1130133"/>
                <a:gd name="connsiteX7" fmla="*/ 624478 w 975167"/>
                <a:gd name="connsiteY7" fmla="*/ 0 h 113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5167" h="1130133">
                  <a:moveTo>
                    <a:pt x="624478" y="0"/>
                  </a:moveTo>
                  <a:lnTo>
                    <a:pt x="767353" y="0"/>
                  </a:lnTo>
                  <a:lnTo>
                    <a:pt x="838791" y="728551"/>
                  </a:lnTo>
                  <a:cubicBezTo>
                    <a:pt x="1335678" y="1090500"/>
                    <a:pt x="327616" y="846118"/>
                    <a:pt x="157753" y="1128711"/>
                  </a:cubicBezTo>
                  <a:cubicBezTo>
                    <a:pt x="109334" y="1146986"/>
                    <a:pt x="231573" y="983455"/>
                    <a:pt x="205379" y="966787"/>
                  </a:cubicBezTo>
                  <a:cubicBezTo>
                    <a:pt x="179185" y="950119"/>
                    <a:pt x="-70846" y="1080313"/>
                    <a:pt x="19641" y="1023938"/>
                  </a:cubicBezTo>
                  <a:cubicBezTo>
                    <a:pt x="110128" y="768314"/>
                    <a:pt x="472079" y="784151"/>
                    <a:pt x="576853" y="757127"/>
                  </a:cubicBezTo>
                  <a:lnTo>
                    <a:pt x="624478" y="0"/>
                  </a:ln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34B8F3FE-A083-1CA9-20F2-713357105C31}"/>
                </a:ext>
              </a:extLst>
            </p:cNvPr>
            <p:cNvSpPr/>
            <p:nvPr/>
          </p:nvSpPr>
          <p:spPr>
            <a:xfrm>
              <a:off x="5281343" y="2755044"/>
              <a:ext cx="3651475" cy="2497055"/>
            </a:xfrm>
            <a:custGeom>
              <a:avLst/>
              <a:gdLst>
                <a:gd name="connsiteX0" fmla="*/ 0 w 874238"/>
                <a:gd name="connsiteY0" fmla="*/ 0 h 534066"/>
                <a:gd name="connsiteX1" fmla="*/ 874238 w 874238"/>
                <a:gd name="connsiteY1" fmla="*/ 0 h 534066"/>
                <a:gd name="connsiteX2" fmla="*/ 874238 w 874238"/>
                <a:gd name="connsiteY2" fmla="*/ 534066 h 534066"/>
                <a:gd name="connsiteX3" fmla="*/ 0 w 874238"/>
                <a:gd name="connsiteY3" fmla="*/ 534066 h 534066"/>
                <a:gd name="connsiteX4" fmla="*/ 0 w 874238"/>
                <a:gd name="connsiteY4" fmla="*/ 0 h 534066"/>
                <a:gd name="connsiteX0" fmla="*/ 0 w 3330054"/>
                <a:gd name="connsiteY0" fmla="*/ 0 h 1325636"/>
                <a:gd name="connsiteX1" fmla="*/ 874238 w 3330054"/>
                <a:gd name="connsiteY1" fmla="*/ 0 h 1325636"/>
                <a:gd name="connsiteX2" fmla="*/ 874238 w 3330054"/>
                <a:gd name="connsiteY2" fmla="*/ 534066 h 1325636"/>
                <a:gd name="connsiteX3" fmla="*/ 3330054 w 3330054"/>
                <a:gd name="connsiteY3" fmla="*/ 1325636 h 1325636"/>
                <a:gd name="connsiteX4" fmla="*/ 0 w 3330054"/>
                <a:gd name="connsiteY4" fmla="*/ 0 h 1325636"/>
                <a:gd name="connsiteX0" fmla="*/ 0 w 3330054"/>
                <a:gd name="connsiteY0" fmla="*/ 0 h 2164345"/>
                <a:gd name="connsiteX1" fmla="*/ 874238 w 3330054"/>
                <a:gd name="connsiteY1" fmla="*/ 0 h 2164345"/>
                <a:gd name="connsiteX2" fmla="*/ 874238 w 3330054"/>
                <a:gd name="connsiteY2" fmla="*/ 534066 h 2164345"/>
                <a:gd name="connsiteX3" fmla="*/ 3330054 w 3330054"/>
                <a:gd name="connsiteY3" fmla="*/ 1325636 h 2164345"/>
                <a:gd name="connsiteX4" fmla="*/ 0 w 3330054"/>
                <a:gd name="connsiteY4" fmla="*/ 0 h 2164345"/>
                <a:gd name="connsiteX0" fmla="*/ 349113 w 3679167"/>
                <a:gd name="connsiteY0" fmla="*/ 0 h 2680110"/>
                <a:gd name="connsiteX1" fmla="*/ 1223351 w 3679167"/>
                <a:gd name="connsiteY1" fmla="*/ 0 h 2680110"/>
                <a:gd name="connsiteX2" fmla="*/ 1223351 w 3679167"/>
                <a:gd name="connsiteY2" fmla="*/ 534066 h 2680110"/>
                <a:gd name="connsiteX3" fmla="*/ 3679167 w 3679167"/>
                <a:gd name="connsiteY3" fmla="*/ 1325636 h 2680110"/>
                <a:gd name="connsiteX4" fmla="*/ 349113 w 3679167"/>
                <a:gd name="connsiteY4" fmla="*/ 0 h 2680110"/>
                <a:gd name="connsiteX0" fmla="*/ 331481 w 3661535"/>
                <a:gd name="connsiteY0" fmla="*/ 0 h 2609359"/>
                <a:gd name="connsiteX1" fmla="*/ 1205719 w 3661535"/>
                <a:gd name="connsiteY1" fmla="*/ 0 h 2609359"/>
                <a:gd name="connsiteX2" fmla="*/ 1205719 w 3661535"/>
                <a:gd name="connsiteY2" fmla="*/ 534066 h 2609359"/>
                <a:gd name="connsiteX3" fmla="*/ 3661535 w 3661535"/>
                <a:gd name="connsiteY3" fmla="*/ 1325636 h 2609359"/>
                <a:gd name="connsiteX4" fmla="*/ 331481 w 3661535"/>
                <a:gd name="connsiteY4" fmla="*/ 0 h 2609359"/>
                <a:gd name="connsiteX0" fmla="*/ 379891 w 3709945"/>
                <a:gd name="connsiteY0" fmla="*/ 0 h 2621274"/>
                <a:gd name="connsiteX1" fmla="*/ 1254129 w 3709945"/>
                <a:gd name="connsiteY1" fmla="*/ 0 h 2621274"/>
                <a:gd name="connsiteX2" fmla="*/ 1254129 w 3709945"/>
                <a:gd name="connsiteY2" fmla="*/ 534066 h 2621274"/>
                <a:gd name="connsiteX3" fmla="*/ 3709945 w 3709945"/>
                <a:gd name="connsiteY3" fmla="*/ 1325636 h 2621274"/>
                <a:gd name="connsiteX4" fmla="*/ 379891 w 3709945"/>
                <a:gd name="connsiteY4" fmla="*/ 0 h 2621274"/>
                <a:gd name="connsiteX0" fmla="*/ 388559 w 3582135"/>
                <a:gd name="connsiteY0" fmla="*/ 218364 h 2702814"/>
                <a:gd name="connsiteX1" fmla="*/ 1126319 w 3582135"/>
                <a:gd name="connsiteY1" fmla="*/ 0 h 2702814"/>
                <a:gd name="connsiteX2" fmla="*/ 1126319 w 3582135"/>
                <a:gd name="connsiteY2" fmla="*/ 534066 h 2702814"/>
                <a:gd name="connsiteX3" fmla="*/ 3582135 w 3582135"/>
                <a:gd name="connsiteY3" fmla="*/ 1325636 h 2702814"/>
                <a:gd name="connsiteX4" fmla="*/ 388559 w 3582135"/>
                <a:gd name="connsiteY4" fmla="*/ 218364 h 2702814"/>
                <a:gd name="connsiteX0" fmla="*/ 457899 w 3651475"/>
                <a:gd name="connsiteY0" fmla="*/ 218364 h 2619867"/>
                <a:gd name="connsiteX1" fmla="*/ 1195659 w 3651475"/>
                <a:gd name="connsiteY1" fmla="*/ 0 h 2619867"/>
                <a:gd name="connsiteX2" fmla="*/ 1195659 w 3651475"/>
                <a:gd name="connsiteY2" fmla="*/ 534066 h 2619867"/>
                <a:gd name="connsiteX3" fmla="*/ 3651475 w 3651475"/>
                <a:gd name="connsiteY3" fmla="*/ 1325636 h 2619867"/>
                <a:gd name="connsiteX4" fmla="*/ 457899 w 3651475"/>
                <a:gd name="connsiteY4" fmla="*/ 218364 h 2619867"/>
                <a:gd name="connsiteX0" fmla="*/ 457899 w 3651475"/>
                <a:gd name="connsiteY0" fmla="*/ 218364 h 2578941"/>
                <a:gd name="connsiteX1" fmla="*/ 1195659 w 3651475"/>
                <a:gd name="connsiteY1" fmla="*/ 0 h 2578941"/>
                <a:gd name="connsiteX2" fmla="*/ 1195659 w 3651475"/>
                <a:gd name="connsiteY2" fmla="*/ 534066 h 2578941"/>
                <a:gd name="connsiteX3" fmla="*/ 3651475 w 3651475"/>
                <a:gd name="connsiteY3" fmla="*/ 1325636 h 2578941"/>
                <a:gd name="connsiteX4" fmla="*/ 457899 w 3651475"/>
                <a:gd name="connsiteY4" fmla="*/ 218364 h 2578941"/>
                <a:gd name="connsiteX0" fmla="*/ 457899 w 3651475"/>
                <a:gd name="connsiteY0" fmla="*/ 218364 h 2578941"/>
                <a:gd name="connsiteX1" fmla="*/ 1195659 w 3651475"/>
                <a:gd name="connsiteY1" fmla="*/ 0 h 2578941"/>
                <a:gd name="connsiteX2" fmla="*/ 3638608 w 3651475"/>
                <a:gd name="connsiteY2" fmla="*/ 465827 h 2578941"/>
                <a:gd name="connsiteX3" fmla="*/ 3651475 w 3651475"/>
                <a:gd name="connsiteY3" fmla="*/ 1325636 h 2578941"/>
                <a:gd name="connsiteX4" fmla="*/ 457899 w 3651475"/>
                <a:gd name="connsiteY4" fmla="*/ 218364 h 2578941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383941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288407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  <a:gd name="connsiteX0" fmla="*/ 457899 w 3651475"/>
                <a:gd name="connsiteY0" fmla="*/ 136478 h 2497055"/>
                <a:gd name="connsiteX1" fmla="*/ 1182011 w 3651475"/>
                <a:gd name="connsiteY1" fmla="*/ 0 h 2497055"/>
                <a:gd name="connsiteX2" fmla="*/ 3638608 w 3651475"/>
                <a:gd name="connsiteY2" fmla="*/ 288407 h 2497055"/>
                <a:gd name="connsiteX3" fmla="*/ 3651475 w 3651475"/>
                <a:gd name="connsiteY3" fmla="*/ 1243750 h 2497055"/>
                <a:gd name="connsiteX4" fmla="*/ 457899 w 3651475"/>
                <a:gd name="connsiteY4" fmla="*/ 136478 h 249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1475" h="2497055">
                  <a:moveTo>
                    <a:pt x="457899" y="136478"/>
                  </a:moveTo>
                  <a:lnTo>
                    <a:pt x="1182011" y="0"/>
                  </a:lnTo>
                  <a:cubicBezTo>
                    <a:pt x="2041820" y="232614"/>
                    <a:pt x="2819742" y="192271"/>
                    <a:pt x="3638608" y="288407"/>
                  </a:cubicBezTo>
                  <a:lnTo>
                    <a:pt x="3651475" y="1243750"/>
                  </a:lnTo>
                  <a:cubicBezTo>
                    <a:pt x="3455856" y="3313059"/>
                    <a:pt x="-1502829" y="2734704"/>
                    <a:pt x="457899" y="136478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Rectangle 8">
              <a:extLst>
                <a:ext uri="{FF2B5EF4-FFF2-40B4-BE49-F238E27FC236}">
                  <a16:creationId xmlns:a16="http://schemas.microsoft.com/office/drawing/2014/main" id="{EF2FD65B-8B82-769F-E314-E7B9A32B8A9D}"/>
                </a:ext>
              </a:extLst>
            </p:cNvPr>
            <p:cNvSpPr/>
            <p:nvPr/>
          </p:nvSpPr>
          <p:spPr>
            <a:xfrm>
              <a:off x="5602765" y="630348"/>
              <a:ext cx="1445802" cy="1153999"/>
            </a:xfrm>
            <a:custGeom>
              <a:avLst/>
              <a:gdLst>
                <a:gd name="connsiteX0" fmla="*/ 0 w 952500"/>
                <a:gd name="connsiteY0" fmla="*/ 0 h 311150"/>
                <a:gd name="connsiteX1" fmla="*/ 952500 w 952500"/>
                <a:gd name="connsiteY1" fmla="*/ 0 h 311150"/>
                <a:gd name="connsiteX2" fmla="*/ 952500 w 952500"/>
                <a:gd name="connsiteY2" fmla="*/ 311150 h 311150"/>
                <a:gd name="connsiteX3" fmla="*/ 0 w 952500"/>
                <a:gd name="connsiteY3" fmla="*/ 311150 h 311150"/>
                <a:gd name="connsiteX4" fmla="*/ 0 w 952500"/>
                <a:gd name="connsiteY4" fmla="*/ 0 h 311150"/>
                <a:gd name="connsiteX0" fmla="*/ 374650 w 952500"/>
                <a:gd name="connsiteY0" fmla="*/ 0 h 844550"/>
                <a:gd name="connsiteX1" fmla="*/ 952500 w 952500"/>
                <a:gd name="connsiteY1" fmla="*/ 533400 h 844550"/>
                <a:gd name="connsiteX2" fmla="*/ 952500 w 952500"/>
                <a:gd name="connsiteY2" fmla="*/ 844550 h 844550"/>
                <a:gd name="connsiteX3" fmla="*/ 0 w 952500"/>
                <a:gd name="connsiteY3" fmla="*/ 844550 h 844550"/>
                <a:gd name="connsiteX4" fmla="*/ 374650 w 952500"/>
                <a:gd name="connsiteY4" fmla="*/ 0 h 844550"/>
                <a:gd name="connsiteX0" fmla="*/ 374650 w 952500"/>
                <a:gd name="connsiteY0" fmla="*/ 9023 h 853573"/>
                <a:gd name="connsiteX1" fmla="*/ 838200 w 952500"/>
                <a:gd name="connsiteY1" fmla="*/ 28073 h 853573"/>
                <a:gd name="connsiteX2" fmla="*/ 952500 w 952500"/>
                <a:gd name="connsiteY2" fmla="*/ 542423 h 853573"/>
                <a:gd name="connsiteX3" fmla="*/ 952500 w 952500"/>
                <a:gd name="connsiteY3" fmla="*/ 853573 h 853573"/>
                <a:gd name="connsiteX4" fmla="*/ 0 w 952500"/>
                <a:gd name="connsiteY4" fmla="*/ 853573 h 853573"/>
                <a:gd name="connsiteX5" fmla="*/ 374650 w 952500"/>
                <a:gd name="connsiteY5" fmla="*/ 9023 h 853573"/>
                <a:gd name="connsiteX0" fmla="*/ 374650 w 1162050"/>
                <a:gd name="connsiteY0" fmla="*/ 9023 h 853573"/>
                <a:gd name="connsiteX1" fmla="*/ 838200 w 1162050"/>
                <a:gd name="connsiteY1" fmla="*/ 28073 h 853573"/>
                <a:gd name="connsiteX2" fmla="*/ 1162050 w 1162050"/>
                <a:gd name="connsiteY2" fmla="*/ 243974 h 853573"/>
                <a:gd name="connsiteX3" fmla="*/ 952500 w 1162050"/>
                <a:gd name="connsiteY3" fmla="*/ 542423 h 853573"/>
                <a:gd name="connsiteX4" fmla="*/ 952500 w 1162050"/>
                <a:gd name="connsiteY4" fmla="*/ 853573 h 853573"/>
                <a:gd name="connsiteX5" fmla="*/ 0 w 1162050"/>
                <a:gd name="connsiteY5" fmla="*/ 853573 h 853573"/>
                <a:gd name="connsiteX6" fmla="*/ 374650 w 1162050"/>
                <a:gd name="connsiteY6" fmla="*/ 9023 h 853573"/>
                <a:gd name="connsiteX0" fmla="*/ 374650 w 1162050"/>
                <a:gd name="connsiteY0" fmla="*/ 9023 h 853573"/>
                <a:gd name="connsiteX1" fmla="*/ 838200 w 1162050"/>
                <a:gd name="connsiteY1" fmla="*/ 28073 h 853573"/>
                <a:gd name="connsiteX2" fmla="*/ 1162050 w 1162050"/>
                <a:gd name="connsiteY2" fmla="*/ 243974 h 853573"/>
                <a:gd name="connsiteX3" fmla="*/ 1047750 w 1162050"/>
                <a:gd name="connsiteY3" fmla="*/ 656723 h 853573"/>
                <a:gd name="connsiteX4" fmla="*/ 952500 w 1162050"/>
                <a:gd name="connsiteY4" fmla="*/ 853573 h 853573"/>
                <a:gd name="connsiteX5" fmla="*/ 0 w 1162050"/>
                <a:gd name="connsiteY5" fmla="*/ 853573 h 853573"/>
                <a:gd name="connsiteX6" fmla="*/ 374650 w 1162050"/>
                <a:gd name="connsiteY6" fmla="*/ 9023 h 853573"/>
                <a:gd name="connsiteX0" fmla="*/ 374650 w 1336225"/>
                <a:gd name="connsiteY0" fmla="*/ 9023 h 853573"/>
                <a:gd name="connsiteX1" fmla="*/ 838200 w 1336225"/>
                <a:gd name="connsiteY1" fmla="*/ 28073 h 853573"/>
                <a:gd name="connsiteX2" fmla="*/ 1162050 w 1336225"/>
                <a:gd name="connsiteY2" fmla="*/ 243974 h 853573"/>
                <a:gd name="connsiteX3" fmla="*/ 1047750 w 1336225"/>
                <a:gd name="connsiteY3" fmla="*/ 656723 h 853573"/>
                <a:gd name="connsiteX4" fmla="*/ 952500 w 1336225"/>
                <a:gd name="connsiteY4" fmla="*/ 853573 h 853573"/>
                <a:gd name="connsiteX5" fmla="*/ 0 w 1336225"/>
                <a:gd name="connsiteY5" fmla="*/ 853573 h 853573"/>
                <a:gd name="connsiteX6" fmla="*/ 374650 w 1336225"/>
                <a:gd name="connsiteY6" fmla="*/ 9023 h 853573"/>
                <a:gd name="connsiteX0" fmla="*/ 374650 w 1371666"/>
                <a:gd name="connsiteY0" fmla="*/ 9023 h 853573"/>
                <a:gd name="connsiteX1" fmla="*/ 838200 w 1371666"/>
                <a:gd name="connsiteY1" fmla="*/ 28073 h 853573"/>
                <a:gd name="connsiteX2" fmla="*/ 1162050 w 1371666"/>
                <a:gd name="connsiteY2" fmla="*/ 243974 h 853573"/>
                <a:gd name="connsiteX3" fmla="*/ 1047750 w 1371666"/>
                <a:gd name="connsiteY3" fmla="*/ 656723 h 853573"/>
                <a:gd name="connsiteX4" fmla="*/ 952500 w 1371666"/>
                <a:gd name="connsiteY4" fmla="*/ 853573 h 853573"/>
                <a:gd name="connsiteX5" fmla="*/ 0 w 1371666"/>
                <a:gd name="connsiteY5" fmla="*/ 853573 h 853573"/>
                <a:gd name="connsiteX6" fmla="*/ 374650 w 1371666"/>
                <a:gd name="connsiteY6" fmla="*/ 9023 h 853573"/>
                <a:gd name="connsiteX0" fmla="*/ 374650 w 1371666"/>
                <a:gd name="connsiteY0" fmla="*/ 14518 h 859068"/>
                <a:gd name="connsiteX1" fmla="*/ 800100 w 1371666"/>
                <a:gd name="connsiteY1" fmla="*/ 27218 h 859068"/>
                <a:gd name="connsiteX2" fmla="*/ 1162050 w 1371666"/>
                <a:gd name="connsiteY2" fmla="*/ 249469 h 859068"/>
                <a:gd name="connsiteX3" fmla="*/ 1047750 w 1371666"/>
                <a:gd name="connsiteY3" fmla="*/ 662218 h 859068"/>
                <a:gd name="connsiteX4" fmla="*/ 952500 w 1371666"/>
                <a:gd name="connsiteY4" fmla="*/ 859068 h 859068"/>
                <a:gd name="connsiteX5" fmla="*/ 0 w 1371666"/>
                <a:gd name="connsiteY5" fmla="*/ 859068 h 859068"/>
                <a:gd name="connsiteX6" fmla="*/ 374650 w 1371666"/>
                <a:gd name="connsiteY6" fmla="*/ 14518 h 859068"/>
                <a:gd name="connsiteX0" fmla="*/ 374650 w 1371666"/>
                <a:gd name="connsiteY0" fmla="*/ 129061 h 973611"/>
                <a:gd name="connsiteX1" fmla="*/ 800100 w 1371666"/>
                <a:gd name="connsiteY1" fmla="*/ 141761 h 973611"/>
                <a:gd name="connsiteX2" fmla="*/ 1162050 w 1371666"/>
                <a:gd name="connsiteY2" fmla="*/ 364012 h 973611"/>
                <a:gd name="connsiteX3" fmla="*/ 1047750 w 1371666"/>
                <a:gd name="connsiteY3" fmla="*/ 776761 h 973611"/>
                <a:gd name="connsiteX4" fmla="*/ 952500 w 1371666"/>
                <a:gd name="connsiteY4" fmla="*/ 973611 h 973611"/>
                <a:gd name="connsiteX5" fmla="*/ 0 w 1371666"/>
                <a:gd name="connsiteY5" fmla="*/ 973611 h 973611"/>
                <a:gd name="connsiteX6" fmla="*/ 374650 w 1371666"/>
                <a:gd name="connsiteY6" fmla="*/ 129061 h 973611"/>
                <a:gd name="connsiteX0" fmla="*/ 374650 w 1371666"/>
                <a:gd name="connsiteY0" fmla="*/ 133027 h 977577"/>
                <a:gd name="connsiteX1" fmla="*/ 800100 w 1371666"/>
                <a:gd name="connsiteY1" fmla="*/ 145727 h 977577"/>
                <a:gd name="connsiteX2" fmla="*/ 1162050 w 1371666"/>
                <a:gd name="connsiteY2" fmla="*/ 367978 h 977577"/>
                <a:gd name="connsiteX3" fmla="*/ 1047750 w 1371666"/>
                <a:gd name="connsiteY3" fmla="*/ 780727 h 977577"/>
                <a:gd name="connsiteX4" fmla="*/ 952500 w 1371666"/>
                <a:gd name="connsiteY4" fmla="*/ 977577 h 977577"/>
                <a:gd name="connsiteX5" fmla="*/ 0 w 1371666"/>
                <a:gd name="connsiteY5" fmla="*/ 977577 h 977577"/>
                <a:gd name="connsiteX6" fmla="*/ 374650 w 1371666"/>
                <a:gd name="connsiteY6" fmla="*/ 133027 h 977577"/>
                <a:gd name="connsiteX0" fmla="*/ 374650 w 1371666"/>
                <a:gd name="connsiteY0" fmla="*/ 259360 h 1103910"/>
                <a:gd name="connsiteX1" fmla="*/ 800100 w 1371666"/>
                <a:gd name="connsiteY1" fmla="*/ 272060 h 1103910"/>
                <a:gd name="connsiteX2" fmla="*/ 1162050 w 1371666"/>
                <a:gd name="connsiteY2" fmla="*/ 494311 h 1103910"/>
                <a:gd name="connsiteX3" fmla="*/ 1047750 w 1371666"/>
                <a:gd name="connsiteY3" fmla="*/ 907060 h 1103910"/>
                <a:gd name="connsiteX4" fmla="*/ 952500 w 1371666"/>
                <a:gd name="connsiteY4" fmla="*/ 1103910 h 1103910"/>
                <a:gd name="connsiteX5" fmla="*/ 0 w 1371666"/>
                <a:gd name="connsiteY5" fmla="*/ 1103910 h 1103910"/>
                <a:gd name="connsiteX6" fmla="*/ 374650 w 1371666"/>
                <a:gd name="connsiteY6" fmla="*/ 259360 h 1103910"/>
                <a:gd name="connsiteX0" fmla="*/ 374650 w 1371666"/>
                <a:gd name="connsiteY0" fmla="*/ 309449 h 1153999"/>
                <a:gd name="connsiteX1" fmla="*/ 800100 w 1371666"/>
                <a:gd name="connsiteY1" fmla="*/ 322149 h 1153999"/>
                <a:gd name="connsiteX2" fmla="*/ 1162050 w 1371666"/>
                <a:gd name="connsiteY2" fmla="*/ 544400 h 1153999"/>
                <a:gd name="connsiteX3" fmla="*/ 1047750 w 1371666"/>
                <a:gd name="connsiteY3" fmla="*/ 957149 h 1153999"/>
                <a:gd name="connsiteX4" fmla="*/ 952500 w 1371666"/>
                <a:gd name="connsiteY4" fmla="*/ 1153999 h 1153999"/>
                <a:gd name="connsiteX5" fmla="*/ 0 w 1371666"/>
                <a:gd name="connsiteY5" fmla="*/ 1153999 h 1153999"/>
                <a:gd name="connsiteX6" fmla="*/ 374650 w 1371666"/>
                <a:gd name="connsiteY6" fmla="*/ 309449 h 1153999"/>
                <a:gd name="connsiteX0" fmla="*/ 374650 w 1371666"/>
                <a:gd name="connsiteY0" fmla="*/ 309449 h 1153999"/>
                <a:gd name="connsiteX1" fmla="*/ 800100 w 1371666"/>
                <a:gd name="connsiteY1" fmla="*/ 322149 h 1153999"/>
                <a:gd name="connsiteX2" fmla="*/ 1162050 w 1371666"/>
                <a:gd name="connsiteY2" fmla="*/ 544400 h 1153999"/>
                <a:gd name="connsiteX3" fmla="*/ 1047750 w 1371666"/>
                <a:gd name="connsiteY3" fmla="*/ 957149 h 1153999"/>
                <a:gd name="connsiteX4" fmla="*/ 952500 w 1371666"/>
                <a:gd name="connsiteY4" fmla="*/ 1153999 h 1153999"/>
                <a:gd name="connsiteX5" fmla="*/ 0 w 1371666"/>
                <a:gd name="connsiteY5" fmla="*/ 1153999 h 1153999"/>
                <a:gd name="connsiteX6" fmla="*/ 374650 w 1371666"/>
                <a:gd name="connsiteY6" fmla="*/ 309449 h 1153999"/>
                <a:gd name="connsiteX0" fmla="*/ 448786 w 1445802"/>
                <a:gd name="connsiteY0" fmla="*/ 309449 h 1153999"/>
                <a:gd name="connsiteX1" fmla="*/ 874236 w 1445802"/>
                <a:gd name="connsiteY1" fmla="*/ 322149 h 1153999"/>
                <a:gd name="connsiteX2" fmla="*/ 1236186 w 1445802"/>
                <a:gd name="connsiteY2" fmla="*/ 544400 h 1153999"/>
                <a:gd name="connsiteX3" fmla="*/ 1121886 w 1445802"/>
                <a:gd name="connsiteY3" fmla="*/ 957149 h 1153999"/>
                <a:gd name="connsiteX4" fmla="*/ 1026636 w 1445802"/>
                <a:gd name="connsiteY4" fmla="*/ 1153999 h 1153999"/>
                <a:gd name="connsiteX5" fmla="*/ 74136 w 1445802"/>
                <a:gd name="connsiteY5" fmla="*/ 1153999 h 1153999"/>
                <a:gd name="connsiteX6" fmla="*/ 448786 w 1445802"/>
                <a:gd name="connsiteY6" fmla="*/ 309449 h 115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802" h="1153999">
                  <a:moveTo>
                    <a:pt x="448786" y="309449"/>
                  </a:moveTo>
                  <a:cubicBezTo>
                    <a:pt x="463603" y="182449"/>
                    <a:pt x="1221369" y="-325551"/>
                    <a:pt x="874236" y="322149"/>
                  </a:cubicBezTo>
                  <a:cubicBezTo>
                    <a:pt x="1524053" y="-69434"/>
                    <a:pt x="1430919" y="440683"/>
                    <a:pt x="1236186" y="544400"/>
                  </a:cubicBezTo>
                  <a:cubicBezTo>
                    <a:pt x="1325086" y="516883"/>
                    <a:pt x="1718786" y="705266"/>
                    <a:pt x="1121886" y="957149"/>
                  </a:cubicBezTo>
                  <a:lnTo>
                    <a:pt x="1026636" y="1153999"/>
                  </a:lnTo>
                  <a:lnTo>
                    <a:pt x="74136" y="1153999"/>
                  </a:lnTo>
                  <a:cubicBezTo>
                    <a:pt x="-207381" y="529582"/>
                    <a:pt x="400103" y="-374234"/>
                    <a:pt x="448786" y="309449"/>
                  </a:cubicBezTo>
                  <a:close/>
                </a:path>
              </a:pathLst>
            </a:custGeom>
            <a:solidFill>
              <a:srgbClr val="EC320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Rectangle 7">
              <a:extLst>
                <a:ext uri="{FF2B5EF4-FFF2-40B4-BE49-F238E27FC236}">
                  <a16:creationId xmlns:a16="http://schemas.microsoft.com/office/drawing/2014/main" id="{1B3E581A-1EBF-CF1B-22E6-7E75D9F452BA}"/>
                </a:ext>
              </a:extLst>
            </p:cNvPr>
            <p:cNvSpPr/>
            <p:nvPr/>
          </p:nvSpPr>
          <p:spPr>
            <a:xfrm rot="594583">
              <a:off x="5103760" y="1950378"/>
              <a:ext cx="822491" cy="1106430"/>
            </a:xfrm>
            <a:custGeom>
              <a:avLst/>
              <a:gdLst>
                <a:gd name="connsiteX0" fmla="*/ 0 w 241300"/>
                <a:gd name="connsiteY0" fmla="*/ 0 h 421987"/>
                <a:gd name="connsiteX1" fmla="*/ 241300 w 241300"/>
                <a:gd name="connsiteY1" fmla="*/ 0 h 421987"/>
                <a:gd name="connsiteX2" fmla="*/ 241300 w 241300"/>
                <a:gd name="connsiteY2" fmla="*/ 421987 h 421987"/>
                <a:gd name="connsiteX3" fmla="*/ 0 w 241300"/>
                <a:gd name="connsiteY3" fmla="*/ 421987 h 421987"/>
                <a:gd name="connsiteX4" fmla="*/ 0 w 241300"/>
                <a:gd name="connsiteY4" fmla="*/ 0 h 421987"/>
                <a:gd name="connsiteX0" fmla="*/ 0 w 355600"/>
                <a:gd name="connsiteY0" fmla="*/ 0 h 421987"/>
                <a:gd name="connsiteX1" fmla="*/ 355600 w 355600"/>
                <a:gd name="connsiteY1" fmla="*/ 0 h 421987"/>
                <a:gd name="connsiteX2" fmla="*/ 355600 w 355600"/>
                <a:gd name="connsiteY2" fmla="*/ 421987 h 421987"/>
                <a:gd name="connsiteX3" fmla="*/ 114300 w 355600"/>
                <a:gd name="connsiteY3" fmla="*/ 421987 h 421987"/>
                <a:gd name="connsiteX4" fmla="*/ 0 w 355600"/>
                <a:gd name="connsiteY4" fmla="*/ 0 h 421987"/>
                <a:gd name="connsiteX0" fmla="*/ 0 w 355600"/>
                <a:gd name="connsiteY0" fmla="*/ 0 h 929987"/>
                <a:gd name="connsiteX1" fmla="*/ 355600 w 355600"/>
                <a:gd name="connsiteY1" fmla="*/ 0 h 929987"/>
                <a:gd name="connsiteX2" fmla="*/ 355600 w 355600"/>
                <a:gd name="connsiteY2" fmla="*/ 421987 h 929987"/>
                <a:gd name="connsiteX3" fmla="*/ 44450 w 355600"/>
                <a:gd name="connsiteY3" fmla="*/ 929987 h 929987"/>
                <a:gd name="connsiteX4" fmla="*/ 0 w 355600"/>
                <a:gd name="connsiteY4" fmla="*/ 0 h 929987"/>
                <a:gd name="connsiteX0" fmla="*/ 464404 w 820004"/>
                <a:gd name="connsiteY0" fmla="*/ 0 h 1066959"/>
                <a:gd name="connsiteX1" fmla="*/ 820004 w 820004"/>
                <a:gd name="connsiteY1" fmla="*/ 0 h 1066959"/>
                <a:gd name="connsiteX2" fmla="*/ 820004 w 820004"/>
                <a:gd name="connsiteY2" fmla="*/ 421987 h 1066959"/>
                <a:gd name="connsiteX3" fmla="*/ 508854 w 820004"/>
                <a:gd name="connsiteY3" fmla="*/ 929987 h 1066959"/>
                <a:gd name="connsiteX4" fmla="*/ 464404 w 820004"/>
                <a:gd name="connsiteY4" fmla="*/ 0 h 1066959"/>
                <a:gd name="connsiteX0" fmla="*/ 369475 w 858425"/>
                <a:gd name="connsiteY0" fmla="*/ 0 h 1066959"/>
                <a:gd name="connsiteX1" fmla="*/ 858425 w 858425"/>
                <a:gd name="connsiteY1" fmla="*/ 0 h 1066959"/>
                <a:gd name="connsiteX2" fmla="*/ 858425 w 858425"/>
                <a:gd name="connsiteY2" fmla="*/ 421987 h 1066959"/>
                <a:gd name="connsiteX3" fmla="*/ 547275 w 858425"/>
                <a:gd name="connsiteY3" fmla="*/ 929987 h 1066959"/>
                <a:gd name="connsiteX4" fmla="*/ 369475 w 858425"/>
                <a:gd name="connsiteY4" fmla="*/ 0 h 1066959"/>
                <a:gd name="connsiteX0" fmla="*/ 342530 w 831480"/>
                <a:gd name="connsiteY0" fmla="*/ 0 h 1097215"/>
                <a:gd name="connsiteX1" fmla="*/ 831480 w 831480"/>
                <a:gd name="connsiteY1" fmla="*/ 0 h 1097215"/>
                <a:gd name="connsiteX2" fmla="*/ 831480 w 831480"/>
                <a:gd name="connsiteY2" fmla="*/ 421987 h 1097215"/>
                <a:gd name="connsiteX3" fmla="*/ 520330 w 831480"/>
                <a:gd name="connsiteY3" fmla="*/ 929987 h 1097215"/>
                <a:gd name="connsiteX4" fmla="*/ 342530 w 831480"/>
                <a:gd name="connsiteY4" fmla="*/ 0 h 1097215"/>
                <a:gd name="connsiteX0" fmla="*/ 302140 w 848240"/>
                <a:gd name="connsiteY0" fmla="*/ 0 h 1102769"/>
                <a:gd name="connsiteX1" fmla="*/ 848240 w 848240"/>
                <a:gd name="connsiteY1" fmla="*/ 6350 h 1102769"/>
                <a:gd name="connsiteX2" fmla="*/ 848240 w 848240"/>
                <a:gd name="connsiteY2" fmla="*/ 428337 h 1102769"/>
                <a:gd name="connsiteX3" fmla="*/ 537090 w 848240"/>
                <a:gd name="connsiteY3" fmla="*/ 936337 h 1102769"/>
                <a:gd name="connsiteX4" fmla="*/ 302140 w 848240"/>
                <a:gd name="connsiteY4" fmla="*/ 0 h 1102769"/>
                <a:gd name="connsiteX0" fmla="*/ 281757 w 827857"/>
                <a:gd name="connsiteY0" fmla="*/ 0 h 1108732"/>
                <a:gd name="connsiteX1" fmla="*/ 827857 w 827857"/>
                <a:gd name="connsiteY1" fmla="*/ 6350 h 1108732"/>
                <a:gd name="connsiteX2" fmla="*/ 827857 w 827857"/>
                <a:gd name="connsiteY2" fmla="*/ 428337 h 1108732"/>
                <a:gd name="connsiteX3" fmla="*/ 516707 w 827857"/>
                <a:gd name="connsiteY3" fmla="*/ 936337 h 1108732"/>
                <a:gd name="connsiteX4" fmla="*/ 281757 w 827857"/>
                <a:gd name="connsiteY4" fmla="*/ 0 h 1108732"/>
                <a:gd name="connsiteX0" fmla="*/ 259159 w 837009"/>
                <a:gd name="connsiteY0" fmla="*/ 0 h 1103228"/>
                <a:gd name="connsiteX1" fmla="*/ 837009 w 837009"/>
                <a:gd name="connsiteY1" fmla="*/ 0 h 1103228"/>
                <a:gd name="connsiteX2" fmla="*/ 837009 w 837009"/>
                <a:gd name="connsiteY2" fmla="*/ 421987 h 1103228"/>
                <a:gd name="connsiteX3" fmla="*/ 525859 w 837009"/>
                <a:gd name="connsiteY3" fmla="*/ 929987 h 1103228"/>
                <a:gd name="connsiteX4" fmla="*/ 259159 w 837009"/>
                <a:gd name="connsiteY4" fmla="*/ 0 h 1103228"/>
                <a:gd name="connsiteX0" fmla="*/ 264780 w 842630"/>
                <a:gd name="connsiteY0" fmla="*/ 0 h 1005931"/>
                <a:gd name="connsiteX1" fmla="*/ 842630 w 842630"/>
                <a:gd name="connsiteY1" fmla="*/ 0 h 1005931"/>
                <a:gd name="connsiteX2" fmla="*/ 842630 w 842630"/>
                <a:gd name="connsiteY2" fmla="*/ 421987 h 1005931"/>
                <a:gd name="connsiteX3" fmla="*/ 531480 w 842630"/>
                <a:gd name="connsiteY3" fmla="*/ 929987 h 1005931"/>
                <a:gd name="connsiteX4" fmla="*/ 264780 w 842630"/>
                <a:gd name="connsiteY4" fmla="*/ 0 h 1005931"/>
                <a:gd name="connsiteX0" fmla="*/ 190513 w 768363"/>
                <a:gd name="connsiteY0" fmla="*/ 0 h 746710"/>
                <a:gd name="connsiteX1" fmla="*/ 768363 w 768363"/>
                <a:gd name="connsiteY1" fmla="*/ 0 h 746710"/>
                <a:gd name="connsiteX2" fmla="*/ 768363 w 768363"/>
                <a:gd name="connsiteY2" fmla="*/ 421987 h 746710"/>
                <a:gd name="connsiteX3" fmla="*/ 565163 w 768363"/>
                <a:gd name="connsiteY3" fmla="*/ 631537 h 746710"/>
                <a:gd name="connsiteX4" fmla="*/ 190513 w 768363"/>
                <a:gd name="connsiteY4" fmla="*/ 0 h 746710"/>
                <a:gd name="connsiteX0" fmla="*/ 259988 w 837838"/>
                <a:gd name="connsiteY0" fmla="*/ 0 h 941911"/>
                <a:gd name="connsiteX1" fmla="*/ 837838 w 837838"/>
                <a:gd name="connsiteY1" fmla="*/ 0 h 941911"/>
                <a:gd name="connsiteX2" fmla="*/ 837838 w 837838"/>
                <a:gd name="connsiteY2" fmla="*/ 421987 h 941911"/>
                <a:gd name="connsiteX3" fmla="*/ 634638 w 837838"/>
                <a:gd name="connsiteY3" fmla="*/ 631537 h 941911"/>
                <a:gd name="connsiteX4" fmla="*/ 259988 w 837838"/>
                <a:gd name="connsiteY4" fmla="*/ 0 h 941911"/>
                <a:gd name="connsiteX0" fmla="*/ 13726 w 591576"/>
                <a:gd name="connsiteY0" fmla="*/ 0 h 898964"/>
                <a:gd name="connsiteX1" fmla="*/ 591576 w 591576"/>
                <a:gd name="connsiteY1" fmla="*/ 0 h 898964"/>
                <a:gd name="connsiteX2" fmla="*/ 591576 w 591576"/>
                <a:gd name="connsiteY2" fmla="*/ 421987 h 898964"/>
                <a:gd name="connsiteX3" fmla="*/ 388376 w 591576"/>
                <a:gd name="connsiteY3" fmla="*/ 631537 h 898964"/>
                <a:gd name="connsiteX4" fmla="*/ 242326 w 591576"/>
                <a:gd name="connsiteY4" fmla="*/ 876300 h 898964"/>
                <a:gd name="connsiteX5" fmla="*/ 13726 w 591576"/>
                <a:gd name="connsiteY5" fmla="*/ 0 h 898964"/>
                <a:gd name="connsiteX0" fmla="*/ 259974 w 837824"/>
                <a:gd name="connsiteY0" fmla="*/ 0 h 1091100"/>
                <a:gd name="connsiteX1" fmla="*/ 837824 w 837824"/>
                <a:gd name="connsiteY1" fmla="*/ 0 h 1091100"/>
                <a:gd name="connsiteX2" fmla="*/ 837824 w 837824"/>
                <a:gd name="connsiteY2" fmla="*/ 421987 h 1091100"/>
                <a:gd name="connsiteX3" fmla="*/ 634624 w 837824"/>
                <a:gd name="connsiteY3" fmla="*/ 631537 h 1091100"/>
                <a:gd name="connsiteX4" fmla="*/ 488574 w 837824"/>
                <a:gd name="connsiteY4" fmla="*/ 876300 h 1091100"/>
                <a:gd name="connsiteX5" fmla="*/ 259974 w 837824"/>
                <a:gd name="connsiteY5" fmla="*/ 0 h 1091100"/>
                <a:gd name="connsiteX0" fmla="*/ 174179 w 752029"/>
                <a:gd name="connsiteY0" fmla="*/ 0 h 1123511"/>
                <a:gd name="connsiteX1" fmla="*/ 752029 w 752029"/>
                <a:gd name="connsiteY1" fmla="*/ 0 h 1123511"/>
                <a:gd name="connsiteX2" fmla="*/ 752029 w 752029"/>
                <a:gd name="connsiteY2" fmla="*/ 421987 h 1123511"/>
                <a:gd name="connsiteX3" fmla="*/ 548829 w 752029"/>
                <a:gd name="connsiteY3" fmla="*/ 631537 h 1123511"/>
                <a:gd name="connsiteX4" fmla="*/ 402779 w 752029"/>
                <a:gd name="connsiteY4" fmla="*/ 876300 h 1123511"/>
                <a:gd name="connsiteX5" fmla="*/ 174179 w 752029"/>
                <a:gd name="connsiteY5" fmla="*/ 0 h 1123511"/>
                <a:gd name="connsiteX0" fmla="*/ 2556 w 580406"/>
                <a:gd name="connsiteY0" fmla="*/ 0 h 631537"/>
                <a:gd name="connsiteX1" fmla="*/ 580406 w 580406"/>
                <a:gd name="connsiteY1" fmla="*/ 0 h 631537"/>
                <a:gd name="connsiteX2" fmla="*/ 580406 w 580406"/>
                <a:gd name="connsiteY2" fmla="*/ 421987 h 631537"/>
                <a:gd name="connsiteX3" fmla="*/ 377206 w 580406"/>
                <a:gd name="connsiteY3" fmla="*/ 631537 h 631537"/>
                <a:gd name="connsiteX4" fmla="*/ 2556 w 580406"/>
                <a:gd name="connsiteY4" fmla="*/ 0 h 631537"/>
                <a:gd name="connsiteX0" fmla="*/ 3553 w 581403"/>
                <a:gd name="connsiteY0" fmla="*/ 0 h 720437"/>
                <a:gd name="connsiteX1" fmla="*/ 581403 w 581403"/>
                <a:gd name="connsiteY1" fmla="*/ 0 h 720437"/>
                <a:gd name="connsiteX2" fmla="*/ 581403 w 581403"/>
                <a:gd name="connsiteY2" fmla="*/ 421987 h 720437"/>
                <a:gd name="connsiteX3" fmla="*/ 282953 w 581403"/>
                <a:gd name="connsiteY3" fmla="*/ 720437 h 720437"/>
                <a:gd name="connsiteX4" fmla="*/ 3553 w 581403"/>
                <a:gd name="connsiteY4" fmla="*/ 0 h 720437"/>
                <a:gd name="connsiteX0" fmla="*/ 128234 w 706084"/>
                <a:gd name="connsiteY0" fmla="*/ 0 h 720437"/>
                <a:gd name="connsiteX1" fmla="*/ 706084 w 706084"/>
                <a:gd name="connsiteY1" fmla="*/ 0 h 720437"/>
                <a:gd name="connsiteX2" fmla="*/ 706084 w 706084"/>
                <a:gd name="connsiteY2" fmla="*/ 421987 h 720437"/>
                <a:gd name="connsiteX3" fmla="*/ 407634 w 706084"/>
                <a:gd name="connsiteY3" fmla="*/ 720437 h 720437"/>
                <a:gd name="connsiteX4" fmla="*/ 13934 w 706084"/>
                <a:gd name="connsiteY4" fmla="*/ 610919 h 720437"/>
                <a:gd name="connsiteX5" fmla="*/ 128234 w 706084"/>
                <a:gd name="connsiteY5" fmla="*/ 0 h 720437"/>
                <a:gd name="connsiteX0" fmla="*/ 118331 w 696181"/>
                <a:gd name="connsiteY0" fmla="*/ 0 h 720437"/>
                <a:gd name="connsiteX1" fmla="*/ 696181 w 696181"/>
                <a:gd name="connsiteY1" fmla="*/ 0 h 720437"/>
                <a:gd name="connsiteX2" fmla="*/ 696181 w 696181"/>
                <a:gd name="connsiteY2" fmla="*/ 421987 h 720437"/>
                <a:gd name="connsiteX3" fmla="*/ 397731 w 696181"/>
                <a:gd name="connsiteY3" fmla="*/ 720437 h 720437"/>
                <a:gd name="connsiteX4" fmla="*/ 4031 w 696181"/>
                <a:gd name="connsiteY4" fmla="*/ 610919 h 720437"/>
                <a:gd name="connsiteX5" fmla="*/ 118331 w 696181"/>
                <a:gd name="connsiteY5" fmla="*/ 0 h 720437"/>
                <a:gd name="connsiteX0" fmla="*/ 119351 w 697201"/>
                <a:gd name="connsiteY0" fmla="*/ 0 h 720437"/>
                <a:gd name="connsiteX1" fmla="*/ 697201 w 697201"/>
                <a:gd name="connsiteY1" fmla="*/ 0 h 720437"/>
                <a:gd name="connsiteX2" fmla="*/ 697201 w 697201"/>
                <a:gd name="connsiteY2" fmla="*/ 421987 h 720437"/>
                <a:gd name="connsiteX3" fmla="*/ 398751 w 697201"/>
                <a:gd name="connsiteY3" fmla="*/ 720437 h 720437"/>
                <a:gd name="connsiteX4" fmla="*/ 5051 w 697201"/>
                <a:gd name="connsiteY4" fmla="*/ 610919 h 720437"/>
                <a:gd name="connsiteX5" fmla="*/ 119351 w 697201"/>
                <a:gd name="connsiteY5" fmla="*/ 0 h 720437"/>
                <a:gd name="connsiteX0" fmla="*/ 69513 w 647363"/>
                <a:gd name="connsiteY0" fmla="*/ 0 h 720437"/>
                <a:gd name="connsiteX1" fmla="*/ 647363 w 647363"/>
                <a:gd name="connsiteY1" fmla="*/ 0 h 720437"/>
                <a:gd name="connsiteX2" fmla="*/ 647363 w 647363"/>
                <a:gd name="connsiteY2" fmla="*/ 421987 h 720437"/>
                <a:gd name="connsiteX3" fmla="*/ 348913 w 647363"/>
                <a:gd name="connsiteY3" fmla="*/ 720437 h 720437"/>
                <a:gd name="connsiteX4" fmla="*/ 6013 w 647363"/>
                <a:gd name="connsiteY4" fmla="*/ 591869 h 720437"/>
                <a:gd name="connsiteX5" fmla="*/ 69513 w 647363"/>
                <a:gd name="connsiteY5" fmla="*/ 0 h 720437"/>
                <a:gd name="connsiteX0" fmla="*/ 26274 w 648574"/>
                <a:gd name="connsiteY0" fmla="*/ 6350 h 720437"/>
                <a:gd name="connsiteX1" fmla="*/ 648574 w 648574"/>
                <a:gd name="connsiteY1" fmla="*/ 0 h 720437"/>
                <a:gd name="connsiteX2" fmla="*/ 648574 w 648574"/>
                <a:gd name="connsiteY2" fmla="*/ 421987 h 720437"/>
                <a:gd name="connsiteX3" fmla="*/ 350124 w 648574"/>
                <a:gd name="connsiteY3" fmla="*/ 720437 h 720437"/>
                <a:gd name="connsiteX4" fmla="*/ 7224 w 648574"/>
                <a:gd name="connsiteY4" fmla="*/ 591869 h 720437"/>
                <a:gd name="connsiteX5" fmla="*/ 26274 w 648574"/>
                <a:gd name="connsiteY5" fmla="*/ 6350 h 720437"/>
                <a:gd name="connsiteX0" fmla="*/ 87621 w 709921"/>
                <a:gd name="connsiteY0" fmla="*/ 6350 h 1075640"/>
                <a:gd name="connsiteX1" fmla="*/ 709921 w 709921"/>
                <a:gd name="connsiteY1" fmla="*/ 0 h 1075640"/>
                <a:gd name="connsiteX2" fmla="*/ 709921 w 709921"/>
                <a:gd name="connsiteY2" fmla="*/ 421987 h 1075640"/>
                <a:gd name="connsiteX3" fmla="*/ 411471 w 709921"/>
                <a:gd name="connsiteY3" fmla="*/ 720437 h 1075640"/>
                <a:gd name="connsiteX4" fmla="*/ 68571 w 709921"/>
                <a:gd name="connsiteY4" fmla="*/ 591869 h 1075640"/>
                <a:gd name="connsiteX5" fmla="*/ 87621 w 709921"/>
                <a:gd name="connsiteY5" fmla="*/ 6350 h 1075640"/>
                <a:gd name="connsiteX0" fmla="*/ 224501 w 846801"/>
                <a:gd name="connsiteY0" fmla="*/ 6350 h 1086675"/>
                <a:gd name="connsiteX1" fmla="*/ 846801 w 846801"/>
                <a:gd name="connsiteY1" fmla="*/ 0 h 1086675"/>
                <a:gd name="connsiteX2" fmla="*/ 846801 w 846801"/>
                <a:gd name="connsiteY2" fmla="*/ 421987 h 1086675"/>
                <a:gd name="connsiteX3" fmla="*/ 548351 w 846801"/>
                <a:gd name="connsiteY3" fmla="*/ 720437 h 1086675"/>
                <a:gd name="connsiteX4" fmla="*/ 205451 w 846801"/>
                <a:gd name="connsiteY4" fmla="*/ 591869 h 1086675"/>
                <a:gd name="connsiteX5" fmla="*/ 224501 w 846801"/>
                <a:gd name="connsiteY5" fmla="*/ 6350 h 1086675"/>
                <a:gd name="connsiteX0" fmla="*/ 200191 w 822491"/>
                <a:gd name="connsiteY0" fmla="*/ 6350 h 1106430"/>
                <a:gd name="connsiteX1" fmla="*/ 822491 w 822491"/>
                <a:gd name="connsiteY1" fmla="*/ 0 h 1106430"/>
                <a:gd name="connsiteX2" fmla="*/ 822491 w 822491"/>
                <a:gd name="connsiteY2" fmla="*/ 421987 h 1106430"/>
                <a:gd name="connsiteX3" fmla="*/ 524041 w 822491"/>
                <a:gd name="connsiteY3" fmla="*/ 720437 h 1106430"/>
                <a:gd name="connsiteX4" fmla="*/ 181141 w 822491"/>
                <a:gd name="connsiteY4" fmla="*/ 591869 h 1106430"/>
                <a:gd name="connsiteX5" fmla="*/ 200191 w 822491"/>
                <a:gd name="connsiteY5" fmla="*/ 6350 h 1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491" h="1106430">
                  <a:moveTo>
                    <a:pt x="200191" y="6350"/>
                  </a:moveTo>
                  <a:lnTo>
                    <a:pt x="822491" y="0"/>
                  </a:lnTo>
                  <a:lnTo>
                    <a:pt x="822491" y="421987"/>
                  </a:lnTo>
                  <a:lnTo>
                    <a:pt x="524041" y="720437"/>
                  </a:lnTo>
                  <a:cubicBezTo>
                    <a:pt x="-79209" y="1578484"/>
                    <a:pt x="-115192" y="762742"/>
                    <a:pt x="181141" y="591869"/>
                  </a:cubicBezTo>
                  <a:cubicBezTo>
                    <a:pt x="134574" y="471796"/>
                    <a:pt x="333541" y="223528"/>
                    <a:pt x="200191" y="6350"/>
                  </a:cubicBezTo>
                  <a:close/>
                </a:path>
              </a:pathLst>
            </a:custGeom>
            <a:solidFill>
              <a:srgbClr val="EC320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Isosceles Triangle 5">
              <a:extLst>
                <a:ext uri="{FF2B5EF4-FFF2-40B4-BE49-F238E27FC236}">
                  <a16:creationId xmlns:a16="http://schemas.microsoft.com/office/drawing/2014/main" id="{9FD769D1-C0FB-11DE-3787-1CA7154CF861}"/>
                </a:ext>
              </a:extLst>
            </p:cNvPr>
            <p:cNvSpPr/>
            <p:nvPr/>
          </p:nvSpPr>
          <p:spPr>
            <a:xfrm flipV="1">
              <a:off x="4857750" y="2273108"/>
              <a:ext cx="609600" cy="400050"/>
            </a:xfrm>
            <a:custGeom>
              <a:avLst/>
              <a:gdLst>
                <a:gd name="connsiteX0" fmla="*/ 0 w 692150"/>
                <a:gd name="connsiteY0" fmla="*/ 381000 h 381000"/>
                <a:gd name="connsiteX1" fmla="*/ 346075 w 692150"/>
                <a:gd name="connsiteY1" fmla="*/ 0 h 381000"/>
                <a:gd name="connsiteX2" fmla="*/ 692150 w 692150"/>
                <a:gd name="connsiteY2" fmla="*/ 381000 h 381000"/>
                <a:gd name="connsiteX3" fmla="*/ 0 w 692150"/>
                <a:gd name="connsiteY3" fmla="*/ 381000 h 381000"/>
                <a:gd name="connsiteX0" fmla="*/ 0 w 711200"/>
                <a:gd name="connsiteY0" fmla="*/ 165100 h 381000"/>
                <a:gd name="connsiteX1" fmla="*/ 365125 w 711200"/>
                <a:gd name="connsiteY1" fmla="*/ 0 h 381000"/>
                <a:gd name="connsiteX2" fmla="*/ 711200 w 711200"/>
                <a:gd name="connsiteY2" fmla="*/ 381000 h 381000"/>
                <a:gd name="connsiteX3" fmla="*/ 0 w 711200"/>
                <a:gd name="connsiteY3" fmla="*/ 165100 h 381000"/>
                <a:gd name="connsiteX0" fmla="*/ 0 w 711200"/>
                <a:gd name="connsiteY0" fmla="*/ 292100 h 508000"/>
                <a:gd name="connsiteX1" fmla="*/ 587375 w 711200"/>
                <a:gd name="connsiteY1" fmla="*/ 0 h 508000"/>
                <a:gd name="connsiteX2" fmla="*/ 711200 w 711200"/>
                <a:gd name="connsiteY2" fmla="*/ 508000 h 508000"/>
                <a:gd name="connsiteX3" fmla="*/ 0 w 711200"/>
                <a:gd name="connsiteY3" fmla="*/ 292100 h 508000"/>
                <a:gd name="connsiteX0" fmla="*/ 0 w 673100"/>
                <a:gd name="connsiteY0" fmla="*/ 292100 h 311150"/>
                <a:gd name="connsiteX1" fmla="*/ 587375 w 673100"/>
                <a:gd name="connsiteY1" fmla="*/ 0 h 311150"/>
                <a:gd name="connsiteX2" fmla="*/ 673100 w 673100"/>
                <a:gd name="connsiteY2" fmla="*/ 311150 h 311150"/>
                <a:gd name="connsiteX3" fmla="*/ 0 w 673100"/>
                <a:gd name="connsiteY3" fmla="*/ 292100 h 311150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  <a:gd name="connsiteX0" fmla="*/ 0 w 596900"/>
                <a:gd name="connsiteY0" fmla="*/ 292100 h 379486"/>
                <a:gd name="connsiteX1" fmla="*/ 587375 w 596900"/>
                <a:gd name="connsiteY1" fmla="*/ 0 h 379486"/>
                <a:gd name="connsiteX2" fmla="*/ 596900 w 596900"/>
                <a:gd name="connsiteY2" fmla="*/ 374650 h 379486"/>
                <a:gd name="connsiteX3" fmla="*/ 0 w 596900"/>
                <a:gd name="connsiteY3" fmla="*/ 292100 h 379486"/>
                <a:gd name="connsiteX0" fmla="*/ 0 w 603250"/>
                <a:gd name="connsiteY0" fmla="*/ 323850 h 395207"/>
                <a:gd name="connsiteX1" fmla="*/ 593725 w 603250"/>
                <a:gd name="connsiteY1" fmla="*/ 0 h 395207"/>
                <a:gd name="connsiteX2" fmla="*/ 603250 w 603250"/>
                <a:gd name="connsiteY2" fmla="*/ 374650 h 395207"/>
                <a:gd name="connsiteX3" fmla="*/ 0 w 603250"/>
                <a:gd name="connsiteY3" fmla="*/ 323850 h 395207"/>
                <a:gd name="connsiteX0" fmla="*/ 0 w 603250"/>
                <a:gd name="connsiteY0" fmla="*/ 323850 h 374650"/>
                <a:gd name="connsiteX1" fmla="*/ 593725 w 603250"/>
                <a:gd name="connsiteY1" fmla="*/ 0 h 374650"/>
                <a:gd name="connsiteX2" fmla="*/ 603250 w 603250"/>
                <a:gd name="connsiteY2" fmla="*/ 374650 h 374650"/>
                <a:gd name="connsiteX3" fmla="*/ 0 w 603250"/>
                <a:gd name="connsiteY3" fmla="*/ 323850 h 374650"/>
                <a:gd name="connsiteX0" fmla="*/ 0 w 603250"/>
                <a:gd name="connsiteY0" fmla="*/ 323850 h 374650"/>
                <a:gd name="connsiteX1" fmla="*/ 593725 w 603250"/>
                <a:gd name="connsiteY1" fmla="*/ 0 h 374650"/>
                <a:gd name="connsiteX2" fmla="*/ 603250 w 603250"/>
                <a:gd name="connsiteY2" fmla="*/ 374650 h 374650"/>
                <a:gd name="connsiteX3" fmla="*/ 0 w 603250"/>
                <a:gd name="connsiteY3" fmla="*/ 323850 h 374650"/>
                <a:gd name="connsiteX0" fmla="*/ 0 w 603250"/>
                <a:gd name="connsiteY0" fmla="*/ 32385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23850 h 400050"/>
                <a:gd name="connsiteX0" fmla="*/ 0 w 603250"/>
                <a:gd name="connsiteY0" fmla="*/ 32385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23850 h 400050"/>
                <a:gd name="connsiteX0" fmla="*/ 0 w 603250"/>
                <a:gd name="connsiteY0" fmla="*/ 34290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42900 h 400050"/>
                <a:gd name="connsiteX0" fmla="*/ 0 w 603250"/>
                <a:gd name="connsiteY0" fmla="*/ 342900 h 400050"/>
                <a:gd name="connsiteX1" fmla="*/ 593725 w 603250"/>
                <a:gd name="connsiteY1" fmla="*/ 0 h 400050"/>
                <a:gd name="connsiteX2" fmla="*/ 603250 w 603250"/>
                <a:gd name="connsiteY2" fmla="*/ 400050 h 400050"/>
                <a:gd name="connsiteX3" fmla="*/ 0 w 603250"/>
                <a:gd name="connsiteY3" fmla="*/ 342900 h 400050"/>
                <a:gd name="connsiteX0" fmla="*/ 0 w 603250"/>
                <a:gd name="connsiteY0" fmla="*/ 342900 h 368300"/>
                <a:gd name="connsiteX1" fmla="*/ 593725 w 603250"/>
                <a:gd name="connsiteY1" fmla="*/ 0 h 368300"/>
                <a:gd name="connsiteX2" fmla="*/ 603250 w 603250"/>
                <a:gd name="connsiteY2" fmla="*/ 368300 h 368300"/>
                <a:gd name="connsiteX3" fmla="*/ 0 w 603250"/>
                <a:gd name="connsiteY3" fmla="*/ 342900 h 368300"/>
                <a:gd name="connsiteX0" fmla="*/ 0 w 609600"/>
                <a:gd name="connsiteY0" fmla="*/ 342900 h 400050"/>
                <a:gd name="connsiteX1" fmla="*/ 593725 w 609600"/>
                <a:gd name="connsiteY1" fmla="*/ 0 h 400050"/>
                <a:gd name="connsiteX2" fmla="*/ 609600 w 609600"/>
                <a:gd name="connsiteY2" fmla="*/ 400050 h 400050"/>
                <a:gd name="connsiteX3" fmla="*/ 0 w 609600"/>
                <a:gd name="connsiteY3" fmla="*/ 342900 h 400050"/>
                <a:gd name="connsiteX0" fmla="*/ 0 w 609600"/>
                <a:gd name="connsiteY0" fmla="*/ 368300 h 400050"/>
                <a:gd name="connsiteX1" fmla="*/ 593725 w 609600"/>
                <a:gd name="connsiteY1" fmla="*/ 0 h 400050"/>
                <a:gd name="connsiteX2" fmla="*/ 609600 w 609600"/>
                <a:gd name="connsiteY2" fmla="*/ 400050 h 400050"/>
                <a:gd name="connsiteX3" fmla="*/ 0 w 609600"/>
                <a:gd name="connsiteY3" fmla="*/ 36830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00050">
                  <a:moveTo>
                    <a:pt x="0" y="368300"/>
                  </a:moveTo>
                  <a:cubicBezTo>
                    <a:pt x="170392" y="150283"/>
                    <a:pt x="397933" y="97367"/>
                    <a:pt x="593725" y="0"/>
                  </a:cubicBezTo>
                  <a:lnTo>
                    <a:pt x="609600" y="400050"/>
                  </a:lnTo>
                  <a:cubicBezTo>
                    <a:pt x="385233" y="393700"/>
                    <a:pt x="173567" y="381000"/>
                    <a:pt x="0" y="368300"/>
                  </a:cubicBez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Isosceles Triangle 5">
              <a:extLst>
                <a:ext uri="{FF2B5EF4-FFF2-40B4-BE49-F238E27FC236}">
                  <a16:creationId xmlns:a16="http://schemas.microsoft.com/office/drawing/2014/main" id="{B2A0BE9D-D711-724C-78DB-5330F5BEF0AA}"/>
                </a:ext>
              </a:extLst>
            </p:cNvPr>
            <p:cNvSpPr/>
            <p:nvPr/>
          </p:nvSpPr>
          <p:spPr>
            <a:xfrm>
              <a:off x="4794250" y="1968500"/>
              <a:ext cx="673100" cy="352329"/>
            </a:xfrm>
            <a:custGeom>
              <a:avLst/>
              <a:gdLst>
                <a:gd name="connsiteX0" fmla="*/ 0 w 692150"/>
                <a:gd name="connsiteY0" fmla="*/ 381000 h 381000"/>
                <a:gd name="connsiteX1" fmla="*/ 346075 w 692150"/>
                <a:gd name="connsiteY1" fmla="*/ 0 h 381000"/>
                <a:gd name="connsiteX2" fmla="*/ 692150 w 692150"/>
                <a:gd name="connsiteY2" fmla="*/ 381000 h 381000"/>
                <a:gd name="connsiteX3" fmla="*/ 0 w 692150"/>
                <a:gd name="connsiteY3" fmla="*/ 381000 h 381000"/>
                <a:gd name="connsiteX0" fmla="*/ 0 w 711200"/>
                <a:gd name="connsiteY0" fmla="*/ 165100 h 381000"/>
                <a:gd name="connsiteX1" fmla="*/ 365125 w 711200"/>
                <a:gd name="connsiteY1" fmla="*/ 0 h 381000"/>
                <a:gd name="connsiteX2" fmla="*/ 711200 w 711200"/>
                <a:gd name="connsiteY2" fmla="*/ 381000 h 381000"/>
                <a:gd name="connsiteX3" fmla="*/ 0 w 711200"/>
                <a:gd name="connsiteY3" fmla="*/ 165100 h 381000"/>
                <a:gd name="connsiteX0" fmla="*/ 0 w 711200"/>
                <a:gd name="connsiteY0" fmla="*/ 292100 h 508000"/>
                <a:gd name="connsiteX1" fmla="*/ 587375 w 711200"/>
                <a:gd name="connsiteY1" fmla="*/ 0 h 508000"/>
                <a:gd name="connsiteX2" fmla="*/ 711200 w 711200"/>
                <a:gd name="connsiteY2" fmla="*/ 508000 h 508000"/>
                <a:gd name="connsiteX3" fmla="*/ 0 w 711200"/>
                <a:gd name="connsiteY3" fmla="*/ 292100 h 508000"/>
                <a:gd name="connsiteX0" fmla="*/ 0 w 673100"/>
                <a:gd name="connsiteY0" fmla="*/ 292100 h 311150"/>
                <a:gd name="connsiteX1" fmla="*/ 587375 w 673100"/>
                <a:gd name="connsiteY1" fmla="*/ 0 h 311150"/>
                <a:gd name="connsiteX2" fmla="*/ 673100 w 673100"/>
                <a:gd name="connsiteY2" fmla="*/ 311150 h 311150"/>
                <a:gd name="connsiteX3" fmla="*/ 0 w 673100"/>
                <a:gd name="connsiteY3" fmla="*/ 292100 h 311150"/>
                <a:gd name="connsiteX0" fmla="*/ 0 w 673100"/>
                <a:gd name="connsiteY0" fmla="*/ 292100 h 352329"/>
                <a:gd name="connsiteX1" fmla="*/ 587375 w 673100"/>
                <a:gd name="connsiteY1" fmla="*/ 0 h 352329"/>
                <a:gd name="connsiteX2" fmla="*/ 673100 w 673100"/>
                <a:gd name="connsiteY2" fmla="*/ 311150 h 352329"/>
                <a:gd name="connsiteX3" fmla="*/ 0 w 673100"/>
                <a:gd name="connsiteY3" fmla="*/ 292100 h 35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352329">
                  <a:moveTo>
                    <a:pt x="0" y="292100"/>
                  </a:moveTo>
                  <a:lnTo>
                    <a:pt x="587375" y="0"/>
                  </a:lnTo>
                  <a:lnTo>
                    <a:pt x="673100" y="311150"/>
                  </a:lnTo>
                  <a:cubicBezTo>
                    <a:pt x="448733" y="304800"/>
                    <a:pt x="173567" y="419100"/>
                    <a:pt x="0" y="292100"/>
                  </a:cubicBezTo>
                  <a:close/>
                </a:path>
              </a:pathLst>
            </a:custGeom>
            <a:solidFill>
              <a:srgbClr val="F098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Rectangle 4">
              <a:extLst>
                <a:ext uri="{FF2B5EF4-FFF2-40B4-BE49-F238E27FC236}">
                  <a16:creationId xmlns:a16="http://schemas.microsoft.com/office/drawing/2014/main" id="{B0104DD7-8039-0D72-B648-6555C9D11A4A}"/>
                </a:ext>
              </a:extLst>
            </p:cNvPr>
            <p:cNvSpPr/>
            <p:nvPr/>
          </p:nvSpPr>
          <p:spPr>
            <a:xfrm>
              <a:off x="5154304" y="1169580"/>
              <a:ext cx="2160896" cy="2420382"/>
            </a:xfrm>
            <a:custGeom>
              <a:avLst/>
              <a:gdLst>
                <a:gd name="connsiteX0" fmla="*/ 0 w 782472"/>
                <a:gd name="connsiteY0" fmla="*/ 0 h 300251"/>
                <a:gd name="connsiteX1" fmla="*/ 782472 w 782472"/>
                <a:gd name="connsiteY1" fmla="*/ 0 h 300251"/>
                <a:gd name="connsiteX2" fmla="*/ 782472 w 782472"/>
                <a:gd name="connsiteY2" fmla="*/ 300251 h 300251"/>
                <a:gd name="connsiteX3" fmla="*/ 0 w 782472"/>
                <a:gd name="connsiteY3" fmla="*/ 300251 h 300251"/>
                <a:gd name="connsiteX4" fmla="*/ 0 w 782472"/>
                <a:gd name="connsiteY4" fmla="*/ 0 h 300251"/>
                <a:gd name="connsiteX0" fmla="*/ 941696 w 1724168"/>
                <a:gd name="connsiteY0" fmla="*/ 0 h 1009935"/>
                <a:gd name="connsiteX1" fmla="*/ 1724168 w 1724168"/>
                <a:gd name="connsiteY1" fmla="*/ 0 h 1009935"/>
                <a:gd name="connsiteX2" fmla="*/ 1724168 w 1724168"/>
                <a:gd name="connsiteY2" fmla="*/ 300251 h 1009935"/>
                <a:gd name="connsiteX3" fmla="*/ 0 w 1724168"/>
                <a:gd name="connsiteY3" fmla="*/ 1009935 h 1009935"/>
                <a:gd name="connsiteX4" fmla="*/ 941696 w 1724168"/>
                <a:gd name="connsiteY4" fmla="*/ 0 h 1009935"/>
                <a:gd name="connsiteX0" fmla="*/ 941696 w 2160896"/>
                <a:gd name="connsiteY0" fmla="*/ 0 h 1009935"/>
                <a:gd name="connsiteX1" fmla="*/ 1724168 w 2160896"/>
                <a:gd name="connsiteY1" fmla="*/ 0 h 1009935"/>
                <a:gd name="connsiteX2" fmla="*/ 2160896 w 2160896"/>
                <a:gd name="connsiteY2" fmla="*/ 204717 h 1009935"/>
                <a:gd name="connsiteX3" fmla="*/ 0 w 2160896"/>
                <a:gd name="connsiteY3" fmla="*/ 1009935 h 1009935"/>
                <a:gd name="connsiteX4" fmla="*/ 941696 w 2160896"/>
                <a:gd name="connsiteY4" fmla="*/ 0 h 1009935"/>
                <a:gd name="connsiteX0" fmla="*/ 941696 w 2160896"/>
                <a:gd name="connsiteY0" fmla="*/ 40943 h 1050878"/>
                <a:gd name="connsiteX1" fmla="*/ 1806054 w 2160896"/>
                <a:gd name="connsiteY1" fmla="*/ 0 h 1050878"/>
                <a:gd name="connsiteX2" fmla="*/ 2160896 w 2160896"/>
                <a:gd name="connsiteY2" fmla="*/ 245660 h 1050878"/>
                <a:gd name="connsiteX3" fmla="*/ 0 w 2160896"/>
                <a:gd name="connsiteY3" fmla="*/ 1050878 h 1050878"/>
                <a:gd name="connsiteX4" fmla="*/ 941696 w 2160896"/>
                <a:gd name="connsiteY4" fmla="*/ 40943 h 1050878"/>
                <a:gd name="connsiteX0" fmla="*/ 136478 w 2160896"/>
                <a:gd name="connsiteY0" fmla="*/ 682388 h 1050878"/>
                <a:gd name="connsiteX1" fmla="*/ 1806054 w 2160896"/>
                <a:gd name="connsiteY1" fmla="*/ 0 h 1050878"/>
                <a:gd name="connsiteX2" fmla="*/ 2160896 w 2160896"/>
                <a:gd name="connsiteY2" fmla="*/ 245660 h 1050878"/>
                <a:gd name="connsiteX3" fmla="*/ 0 w 2160896"/>
                <a:gd name="connsiteY3" fmla="*/ 1050878 h 1050878"/>
                <a:gd name="connsiteX4" fmla="*/ 136478 w 2160896"/>
                <a:gd name="connsiteY4" fmla="*/ 682388 h 1050878"/>
                <a:gd name="connsiteX0" fmla="*/ 136478 w 2160896"/>
                <a:gd name="connsiteY0" fmla="*/ 1683494 h 2051984"/>
                <a:gd name="connsiteX1" fmla="*/ 1806054 w 2160896"/>
                <a:gd name="connsiteY1" fmla="*/ 1001106 h 2051984"/>
                <a:gd name="connsiteX2" fmla="*/ 2160896 w 2160896"/>
                <a:gd name="connsiteY2" fmla="*/ 1246766 h 2051984"/>
                <a:gd name="connsiteX3" fmla="*/ 0 w 2160896"/>
                <a:gd name="connsiteY3" fmla="*/ 2051984 h 2051984"/>
                <a:gd name="connsiteX4" fmla="*/ 136478 w 2160896"/>
                <a:gd name="connsiteY4" fmla="*/ 1683494 h 2051984"/>
                <a:gd name="connsiteX0" fmla="*/ 136478 w 2160896"/>
                <a:gd name="connsiteY0" fmla="*/ 2089551 h 2458041"/>
                <a:gd name="connsiteX1" fmla="*/ 1806054 w 2160896"/>
                <a:gd name="connsiteY1" fmla="*/ 1407163 h 2458041"/>
                <a:gd name="connsiteX2" fmla="*/ 2160896 w 2160896"/>
                <a:gd name="connsiteY2" fmla="*/ 1652823 h 2458041"/>
                <a:gd name="connsiteX3" fmla="*/ 0 w 2160896"/>
                <a:gd name="connsiteY3" fmla="*/ 2458041 h 2458041"/>
                <a:gd name="connsiteX4" fmla="*/ 136478 w 2160896"/>
                <a:gd name="connsiteY4" fmla="*/ 2089551 h 2458041"/>
                <a:gd name="connsiteX0" fmla="*/ 136478 w 2160896"/>
                <a:gd name="connsiteY0" fmla="*/ 2093611 h 2462101"/>
                <a:gd name="connsiteX1" fmla="*/ 1844154 w 2160896"/>
                <a:gd name="connsiteY1" fmla="*/ 1401698 h 2462101"/>
                <a:gd name="connsiteX2" fmla="*/ 2160896 w 2160896"/>
                <a:gd name="connsiteY2" fmla="*/ 1656883 h 2462101"/>
                <a:gd name="connsiteX3" fmla="*/ 0 w 2160896"/>
                <a:gd name="connsiteY3" fmla="*/ 2462101 h 2462101"/>
                <a:gd name="connsiteX4" fmla="*/ 136478 w 2160896"/>
                <a:gd name="connsiteY4" fmla="*/ 2093611 h 2462101"/>
                <a:gd name="connsiteX0" fmla="*/ 136478 w 2160896"/>
                <a:gd name="connsiteY0" fmla="*/ 2106417 h 2474907"/>
                <a:gd name="connsiteX1" fmla="*/ 1844154 w 2160896"/>
                <a:gd name="connsiteY1" fmla="*/ 1414504 h 2474907"/>
                <a:gd name="connsiteX2" fmla="*/ 2160896 w 2160896"/>
                <a:gd name="connsiteY2" fmla="*/ 1669689 h 2474907"/>
                <a:gd name="connsiteX3" fmla="*/ 0 w 2160896"/>
                <a:gd name="connsiteY3" fmla="*/ 2474907 h 2474907"/>
                <a:gd name="connsiteX4" fmla="*/ 136478 w 2160896"/>
                <a:gd name="connsiteY4" fmla="*/ 2106417 h 2474907"/>
                <a:gd name="connsiteX0" fmla="*/ 136478 w 2160896"/>
                <a:gd name="connsiteY0" fmla="*/ 2138739 h 2507229"/>
                <a:gd name="connsiteX1" fmla="*/ 1844154 w 2160896"/>
                <a:gd name="connsiteY1" fmla="*/ 1446826 h 2507229"/>
                <a:gd name="connsiteX2" fmla="*/ 2160896 w 2160896"/>
                <a:gd name="connsiteY2" fmla="*/ 1702011 h 2507229"/>
                <a:gd name="connsiteX3" fmla="*/ 0 w 2160896"/>
                <a:gd name="connsiteY3" fmla="*/ 2507229 h 2507229"/>
                <a:gd name="connsiteX4" fmla="*/ 136478 w 2160896"/>
                <a:gd name="connsiteY4" fmla="*/ 2138739 h 2507229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0 w 2160896"/>
                <a:gd name="connsiteY3" fmla="*/ 2419782 h 2419782"/>
                <a:gd name="connsiteX4" fmla="*/ 136478 w 2160896"/>
                <a:gd name="connsiteY4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0 w 2160896"/>
                <a:gd name="connsiteY4" fmla="*/ 2419782 h 2419782"/>
                <a:gd name="connsiteX5" fmla="*/ 136478 w 2160896"/>
                <a:gd name="connsiteY5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0 w 2160896"/>
                <a:gd name="connsiteY5" fmla="*/ 2419782 h 2419782"/>
                <a:gd name="connsiteX6" fmla="*/ 136478 w 2160896"/>
                <a:gd name="connsiteY6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0 w 2160896"/>
                <a:gd name="connsiteY6" fmla="*/ 2419782 h 2419782"/>
                <a:gd name="connsiteX7" fmla="*/ 136478 w 2160896"/>
                <a:gd name="connsiteY7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0 w 2160896"/>
                <a:gd name="connsiteY7" fmla="*/ 2419782 h 2419782"/>
                <a:gd name="connsiteX8" fmla="*/ 136478 w 2160896"/>
                <a:gd name="connsiteY8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0 w 2160896"/>
                <a:gd name="connsiteY8" fmla="*/ 2419782 h 2419782"/>
                <a:gd name="connsiteX9" fmla="*/ 136478 w 2160896"/>
                <a:gd name="connsiteY9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0 w 2160896"/>
                <a:gd name="connsiteY9" fmla="*/ 2419782 h 2419782"/>
                <a:gd name="connsiteX10" fmla="*/ 136478 w 2160896"/>
                <a:gd name="connsiteY10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560696 w 2160896"/>
                <a:gd name="connsiteY9" fmla="*/ 2173695 h 2419782"/>
                <a:gd name="connsiteX10" fmla="*/ 0 w 2160896"/>
                <a:gd name="connsiteY10" fmla="*/ 2419782 h 2419782"/>
                <a:gd name="connsiteX11" fmla="*/ 136478 w 2160896"/>
                <a:gd name="connsiteY11" fmla="*/ 2051292 h 2419782"/>
                <a:gd name="connsiteX0" fmla="*/ 136478 w 2160896"/>
                <a:gd name="connsiteY0" fmla="*/ 2051292 h 2419782"/>
                <a:gd name="connsiteX1" fmla="*/ 1844154 w 2160896"/>
                <a:gd name="connsiteY1" fmla="*/ 1359379 h 2419782"/>
                <a:gd name="connsiteX2" fmla="*/ 2160896 w 2160896"/>
                <a:gd name="connsiteY2" fmla="*/ 1614564 h 2419782"/>
                <a:gd name="connsiteX3" fmla="*/ 1732271 w 2160896"/>
                <a:gd name="connsiteY3" fmla="*/ 1773645 h 2419782"/>
                <a:gd name="connsiteX4" fmla="*/ 1827521 w 2160896"/>
                <a:gd name="connsiteY4" fmla="*/ 2078445 h 2419782"/>
                <a:gd name="connsiteX5" fmla="*/ 1341746 w 2160896"/>
                <a:gd name="connsiteY5" fmla="*/ 2011770 h 2419782"/>
                <a:gd name="connsiteX6" fmla="*/ 1217921 w 2160896"/>
                <a:gd name="connsiteY6" fmla="*/ 2316570 h 2419782"/>
                <a:gd name="connsiteX7" fmla="*/ 970271 w 2160896"/>
                <a:gd name="connsiteY7" fmla="*/ 2087970 h 2419782"/>
                <a:gd name="connsiteX8" fmla="*/ 741671 w 2160896"/>
                <a:gd name="connsiteY8" fmla="*/ 2402295 h 2419782"/>
                <a:gd name="connsiteX9" fmla="*/ 560696 w 2160896"/>
                <a:gd name="connsiteY9" fmla="*/ 2173695 h 2419782"/>
                <a:gd name="connsiteX10" fmla="*/ 0 w 2160896"/>
                <a:gd name="connsiteY10" fmla="*/ 2419782 h 2419782"/>
                <a:gd name="connsiteX11" fmla="*/ 136478 w 2160896"/>
                <a:gd name="connsiteY11" fmla="*/ 2051292 h 24197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41671 w 2160896"/>
                <a:gd name="connsiteY8" fmla="*/ 2402295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  <a:gd name="connsiteX0" fmla="*/ 136478 w 2160896"/>
                <a:gd name="connsiteY0" fmla="*/ 2051292 h 2420382"/>
                <a:gd name="connsiteX1" fmla="*/ 1844154 w 2160896"/>
                <a:gd name="connsiteY1" fmla="*/ 1359379 h 2420382"/>
                <a:gd name="connsiteX2" fmla="*/ 2160896 w 2160896"/>
                <a:gd name="connsiteY2" fmla="*/ 1614564 h 2420382"/>
                <a:gd name="connsiteX3" fmla="*/ 1732271 w 2160896"/>
                <a:gd name="connsiteY3" fmla="*/ 1773645 h 2420382"/>
                <a:gd name="connsiteX4" fmla="*/ 1827521 w 2160896"/>
                <a:gd name="connsiteY4" fmla="*/ 2078445 h 2420382"/>
                <a:gd name="connsiteX5" fmla="*/ 1341746 w 2160896"/>
                <a:gd name="connsiteY5" fmla="*/ 2011770 h 2420382"/>
                <a:gd name="connsiteX6" fmla="*/ 1217921 w 2160896"/>
                <a:gd name="connsiteY6" fmla="*/ 2316570 h 2420382"/>
                <a:gd name="connsiteX7" fmla="*/ 970271 w 2160896"/>
                <a:gd name="connsiteY7" fmla="*/ 2087970 h 2420382"/>
                <a:gd name="connsiteX8" fmla="*/ 770246 w 2160896"/>
                <a:gd name="connsiteY8" fmla="*/ 2392770 h 2420382"/>
                <a:gd name="connsiteX9" fmla="*/ 560696 w 2160896"/>
                <a:gd name="connsiteY9" fmla="*/ 2173695 h 2420382"/>
                <a:gd name="connsiteX10" fmla="*/ 0 w 2160896"/>
                <a:gd name="connsiteY10" fmla="*/ 2419782 h 2420382"/>
                <a:gd name="connsiteX11" fmla="*/ 136478 w 2160896"/>
                <a:gd name="connsiteY11" fmla="*/ 2051292 h 242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0896" h="2420382">
                  <a:moveTo>
                    <a:pt x="136478" y="2051292"/>
                  </a:moveTo>
                  <a:cubicBezTo>
                    <a:pt x="-207750" y="-1205973"/>
                    <a:pt x="2241978" y="88716"/>
                    <a:pt x="1844154" y="1359379"/>
                  </a:cubicBezTo>
                  <a:lnTo>
                    <a:pt x="2160896" y="1614564"/>
                  </a:lnTo>
                  <a:cubicBezTo>
                    <a:pt x="2018021" y="1667591"/>
                    <a:pt x="1894196" y="1863493"/>
                    <a:pt x="1732271" y="1773645"/>
                  </a:cubicBezTo>
                  <a:cubicBezTo>
                    <a:pt x="1662421" y="1799045"/>
                    <a:pt x="1897371" y="2053045"/>
                    <a:pt x="1827521" y="2078445"/>
                  </a:cubicBezTo>
                  <a:cubicBezTo>
                    <a:pt x="1700521" y="2107020"/>
                    <a:pt x="1459221" y="2097495"/>
                    <a:pt x="1341746" y="2011770"/>
                  </a:cubicBezTo>
                  <a:cubicBezTo>
                    <a:pt x="1278246" y="2033995"/>
                    <a:pt x="1281421" y="2294345"/>
                    <a:pt x="1217921" y="2316570"/>
                  </a:cubicBezTo>
                  <a:cubicBezTo>
                    <a:pt x="1148071" y="2322920"/>
                    <a:pt x="973446" y="2186395"/>
                    <a:pt x="970271" y="2087970"/>
                  </a:cubicBezTo>
                  <a:cubicBezTo>
                    <a:pt x="894071" y="2110195"/>
                    <a:pt x="846446" y="2370545"/>
                    <a:pt x="770246" y="2392770"/>
                  </a:cubicBezTo>
                  <a:cubicBezTo>
                    <a:pt x="741671" y="2361020"/>
                    <a:pt x="589271" y="2284820"/>
                    <a:pt x="560696" y="2173695"/>
                  </a:cubicBezTo>
                  <a:cubicBezTo>
                    <a:pt x="364272" y="2417649"/>
                    <a:pt x="167849" y="2423478"/>
                    <a:pt x="0" y="2419782"/>
                  </a:cubicBezTo>
                  <a:lnTo>
                    <a:pt x="136478" y="2051292"/>
                  </a:lnTo>
                  <a:close/>
                </a:path>
              </a:pathLst>
            </a:custGeom>
            <a:solidFill>
              <a:srgbClr val="DE4F0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78F4FCD-7A20-B29D-5F8E-861060858308}"/>
                </a:ext>
              </a:extLst>
            </p:cNvPr>
            <p:cNvSpPr/>
            <p:nvPr/>
          </p:nvSpPr>
          <p:spPr>
            <a:xfrm>
              <a:off x="5519713" y="1838340"/>
              <a:ext cx="362829" cy="35233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F3178C7-916B-E963-8902-D8E7DD40A54D}"/>
                </a:ext>
              </a:extLst>
            </p:cNvPr>
            <p:cNvSpPr/>
            <p:nvPr/>
          </p:nvSpPr>
          <p:spPr>
            <a:xfrm>
              <a:off x="5665848" y="1853315"/>
              <a:ext cx="150368" cy="146017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5" name="Rectangle 2">
              <a:extLst>
                <a:ext uri="{FF2B5EF4-FFF2-40B4-BE49-F238E27FC236}">
                  <a16:creationId xmlns:a16="http://schemas.microsoft.com/office/drawing/2014/main" id="{13EE5BD2-F70A-BB97-B737-303571829AE0}"/>
                </a:ext>
              </a:extLst>
            </p:cNvPr>
            <p:cNvSpPr/>
            <p:nvPr/>
          </p:nvSpPr>
          <p:spPr>
            <a:xfrm>
              <a:off x="7792871" y="1812437"/>
              <a:ext cx="2377629" cy="230285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33015"/>
                <a:gd name="connsiteY0" fmla="*/ 477671 h 914400"/>
                <a:gd name="connsiteX1" fmla="*/ 1433015 w 1433015"/>
                <a:gd name="connsiteY1" fmla="*/ 0 h 914400"/>
                <a:gd name="connsiteX2" fmla="*/ 1433015 w 1433015"/>
                <a:gd name="connsiteY2" fmla="*/ 914400 h 914400"/>
                <a:gd name="connsiteX3" fmla="*/ 518615 w 1433015"/>
                <a:gd name="connsiteY3" fmla="*/ 914400 h 914400"/>
                <a:gd name="connsiteX4" fmla="*/ 0 w 1433015"/>
                <a:gd name="connsiteY4" fmla="*/ 477671 h 914400"/>
                <a:gd name="connsiteX0" fmla="*/ 0 w 1433015"/>
                <a:gd name="connsiteY0" fmla="*/ 477671 h 914400"/>
                <a:gd name="connsiteX1" fmla="*/ 1433015 w 1433015"/>
                <a:gd name="connsiteY1" fmla="*/ 0 h 914400"/>
                <a:gd name="connsiteX2" fmla="*/ 1433015 w 1433015"/>
                <a:gd name="connsiteY2" fmla="*/ 914400 h 914400"/>
                <a:gd name="connsiteX3" fmla="*/ 1173707 w 1433015"/>
                <a:gd name="connsiteY3" fmla="*/ 914400 h 914400"/>
                <a:gd name="connsiteX4" fmla="*/ 0 w 1433015"/>
                <a:gd name="connsiteY4" fmla="*/ 477671 h 914400"/>
                <a:gd name="connsiteX0" fmla="*/ 0 w 1050878"/>
                <a:gd name="connsiteY0" fmla="*/ 95534 h 914400"/>
                <a:gd name="connsiteX1" fmla="*/ 1050878 w 1050878"/>
                <a:gd name="connsiteY1" fmla="*/ 0 h 914400"/>
                <a:gd name="connsiteX2" fmla="*/ 1050878 w 1050878"/>
                <a:gd name="connsiteY2" fmla="*/ 914400 h 914400"/>
                <a:gd name="connsiteX3" fmla="*/ 791570 w 1050878"/>
                <a:gd name="connsiteY3" fmla="*/ 914400 h 914400"/>
                <a:gd name="connsiteX4" fmla="*/ 0 w 1050878"/>
                <a:gd name="connsiteY4" fmla="*/ 95534 h 914400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050878 w 1856096"/>
                <a:gd name="connsiteY2" fmla="*/ 1405719 h 1405719"/>
                <a:gd name="connsiteX3" fmla="*/ 791570 w 1856096"/>
                <a:gd name="connsiteY3" fmla="*/ 1405719 h 1405719"/>
                <a:gd name="connsiteX4" fmla="*/ 0 w 1856096"/>
                <a:gd name="connsiteY4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050878 w 1856096"/>
                <a:gd name="connsiteY3" fmla="*/ 1405719 h 1405719"/>
                <a:gd name="connsiteX4" fmla="*/ 791570 w 1856096"/>
                <a:gd name="connsiteY4" fmla="*/ 1405719 h 1405719"/>
                <a:gd name="connsiteX5" fmla="*/ 0 w 1856096"/>
                <a:gd name="connsiteY5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351129 w 1856096"/>
                <a:gd name="connsiteY3" fmla="*/ 1228299 h 1405719"/>
                <a:gd name="connsiteX4" fmla="*/ 1050878 w 1856096"/>
                <a:gd name="connsiteY4" fmla="*/ 1405719 h 1405719"/>
                <a:gd name="connsiteX5" fmla="*/ 791570 w 1856096"/>
                <a:gd name="connsiteY5" fmla="*/ 1405719 h 1405719"/>
                <a:gd name="connsiteX6" fmla="*/ 0 w 1856096"/>
                <a:gd name="connsiteY6" fmla="*/ 586853 h 1405719"/>
                <a:gd name="connsiteX0" fmla="*/ 0 w 1856096"/>
                <a:gd name="connsiteY0" fmla="*/ 586853 h 1405719"/>
                <a:gd name="connsiteX1" fmla="*/ 1856096 w 1856096"/>
                <a:gd name="connsiteY1" fmla="*/ 0 h 1405719"/>
                <a:gd name="connsiteX2" fmla="*/ 1774210 w 1856096"/>
                <a:gd name="connsiteY2" fmla="*/ 668741 h 1405719"/>
                <a:gd name="connsiteX3" fmla="*/ 1351129 w 1856096"/>
                <a:gd name="connsiteY3" fmla="*/ 1228299 h 1405719"/>
                <a:gd name="connsiteX4" fmla="*/ 791570 w 1856096"/>
                <a:gd name="connsiteY4" fmla="*/ 1405719 h 1405719"/>
                <a:gd name="connsiteX5" fmla="*/ 0 w 1856096"/>
                <a:gd name="connsiteY5" fmla="*/ 586853 h 1405719"/>
                <a:gd name="connsiteX0" fmla="*/ 0 w 1856096"/>
                <a:gd name="connsiteY0" fmla="*/ 586853 h 1546331"/>
                <a:gd name="connsiteX1" fmla="*/ 1856096 w 1856096"/>
                <a:gd name="connsiteY1" fmla="*/ 0 h 1546331"/>
                <a:gd name="connsiteX2" fmla="*/ 1774210 w 1856096"/>
                <a:gd name="connsiteY2" fmla="*/ 668741 h 1546331"/>
                <a:gd name="connsiteX3" fmla="*/ 1351129 w 1856096"/>
                <a:gd name="connsiteY3" fmla="*/ 1228299 h 1546331"/>
                <a:gd name="connsiteX4" fmla="*/ 791570 w 1856096"/>
                <a:gd name="connsiteY4" fmla="*/ 1405719 h 1546331"/>
                <a:gd name="connsiteX5" fmla="*/ 0 w 1856096"/>
                <a:gd name="connsiteY5" fmla="*/ 586853 h 1546331"/>
                <a:gd name="connsiteX0" fmla="*/ 0 w 1856096"/>
                <a:gd name="connsiteY0" fmla="*/ 586853 h 1563159"/>
                <a:gd name="connsiteX1" fmla="*/ 1856096 w 1856096"/>
                <a:gd name="connsiteY1" fmla="*/ 0 h 1563159"/>
                <a:gd name="connsiteX2" fmla="*/ 1774210 w 1856096"/>
                <a:gd name="connsiteY2" fmla="*/ 668741 h 1563159"/>
                <a:gd name="connsiteX3" fmla="*/ 1351129 w 1856096"/>
                <a:gd name="connsiteY3" fmla="*/ 1228299 h 1563159"/>
                <a:gd name="connsiteX4" fmla="*/ 791570 w 1856096"/>
                <a:gd name="connsiteY4" fmla="*/ 1405719 h 1563159"/>
                <a:gd name="connsiteX5" fmla="*/ 0 w 1856096"/>
                <a:gd name="connsiteY5" fmla="*/ 586853 h 1563159"/>
                <a:gd name="connsiteX0" fmla="*/ 0 w 1856096"/>
                <a:gd name="connsiteY0" fmla="*/ 586853 h 1563159"/>
                <a:gd name="connsiteX1" fmla="*/ 1856096 w 1856096"/>
                <a:gd name="connsiteY1" fmla="*/ 0 h 1563159"/>
                <a:gd name="connsiteX2" fmla="*/ 1774210 w 1856096"/>
                <a:gd name="connsiteY2" fmla="*/ 668741 h 1563159"/>
                <a:gd name="connsiteX3" fmla="*/ 1351129 w 1856096"/>
                <a:gd name="connsiteY3" fmla="*/ 1228299 h 1563159"/>
                <a:gd name="connsiteX4" fmla="*/ 791570 w 1856096"/>
                <a:gd name="connsiteY4" fmla="*/ 1405719 h 1563159"/>
                <a:gd name="connsiteX5" fmla="*/ 0 w 1856096"/>
                <a:gd name="connsiteY5" fmla="*/ 586853 h 1563159"/>
                <a:gd name="connsiteX0" fmla="*/ 0 w 1963128"/>
                <a:gd name="connsiteY0" fmla="*/ 586853 h 1563159"/>
                <a:gd name="connsiteX1" fmla="*/ 1856096 w 1963128"/>
                <a:gd name="connsiteY1" fmla="*/ 0 h 1563159"/>
                <a:gd name="connsiteX2" fmla="*/ 1774210 w 1963128"/>
                <a:gd name="connsiteY2" fmla="*/ 668741 h 1563159"/>
                <a:gd name="connsiteX3" fmla="*/ 1351129 w 1963128"/>
                <a:gd name="connsiteY3" fmla="*/ 1228299 h 1563159"/>
                <a:gd name="connsiteX4" fmla="*/ 791570 w 1963128"/>
                <a:gd name="connsiteY4" fmla="*/ 1405719 h 1563159"/>
                <a:gd name="connsiteX5" fmla="*/ 0 w 1963128"/>
                <a:gd name="connsiteY5" fmla="*/ 586853 h 1563159"/>
                <a:gd name="connsiteX0" fmla="*/ 0 w 2329218"/>
                <a:gd name="connsiteY0" fmla="*/ 586853 h 1563159"/>
                <a:gd name="connsiteX1" fmla="*/ 1856096 w 2329218"/>
                <a:gd name="connsiteY1" fmla="*/ 0 h 1563159"/>
                <a:gd name="connsiteX2" fmla="*/ 1774210 w 2329218"/>
                <a:gd name="connsiteY2" fmla="*/ 668741 h 1563159"/>
                <a:gd name="connsiteX3" fmla="*/ 1351129 w 2329218"/>
                <a:gd name="connsiteY3" fmla="*/ 1228299 h 1563159"/>
                <a:gd name="connsiteX4" fmla="*/ 791570 w 2329218"/>
                <a:gd name="connsiteY4" fmla="*/ 1405719 h 1563159"/>
                <a:gd name="connsiteX5" fmla="*/ 0 w 2329218"/>
                <a:gd name="connsiteY5" fmla="*/ 586853 h 1563159"/>
                <a:gd name="connsiteX0" fmla="*/ 0 w 2377629"/>
                <a:gd name="connsiteY0" fmla="*/ 586853 h 1563159"/>
                <a:gd name="connsiteX1" fmla="*/ 1856096 w 2377629"/>
                <a:gd name="connsiteY1" fmla="*/ 0 h 1563159"/>
                <a:gd name="connsiteX2" fmla="*/ 1774210 w 2377629"/>
                <a:gd name="connsiteY2" fmla="*/ 668741 h 1563159"/>
                <a:gd name="connsiteX3" fmla="*/ 1351129 w 2377629"/>
                <a:gd name="connsiteY3" fmla="*/ 1228299 h 1563159"/>
                <a:gd name="connsiteX4" fmla="*/ 791570 w 2377629"/>
                <a:gd name="connsiteY4" fmla="*/ 1405719 h 1563159"/>
                <a:gd name="connsiteX5" fmla="*/ 0 w 2377629"/>
                <a:gd name="connsiteY5" fmla="*/ 586853 h 1563159"/>
                <a:gd name="connsiteX0" fmla="*/ 0 w 2377629"/>
                <a:gd name="connsiteY0" fmla="*/ 1106069 h 2082375"/>
                <a:gd name="connsiteX1" fmla="*/ 1856096 w 2377629"/>
                <a:gd name="connsiteY1" fmla="*/ 519216 h 2082375"/>
                <a:gd name="connsiteX2" fmla="*/ 1774210 w 2377629"/>
                <a:gd name="connsiteY2" fmla="*/ 1187957 h 2082375"/>
                <a:gd name="connsiteX3" fmla="*/ 1351129 w 2377629"/>
                <a:gd name="connsiteY3" fmla="*/ 1747515 h 2082375"/>
                <a:gd name="connsiteX4" fmla="*/ 791570 w 2377629"/>
                <a:gd name="connsiteY4" fmla="*/ 1924935 h 2082375"/>
                <a:gd name="connsiteX5" fmla="*/ 0 w 2377629"/>
                <a:gd name="connsiteY5" fmla="*/ 1106069 h 2082375"/>
                <a:gd name="connsiteX0" fmla="*/ 0 w 2377629"/>
                <a:gd name="connsiteY0" fmla="*/ 1326547 h 2302853"/>
                <a:gd name="connsiteX1" fmla="*/ 1856096 w 2377629"/>
                <a:gd name="connsiteY1" fmla="*/ 739694 h 2302853"/>
                <a:gd name="connsiteX2" fmla="*/ 1774210 w 2377629"/>
                <a:gd name="connsiteY2" fmla="*/ 1408435 h 2302853"/>
                <a:gd name="connsiteX3" fmla="*/ 1351129 w 2377629"/>
                <a:gd name="connsiteY3" fmla="*/ 1967993 h 2302853"/>
                <a:gd name="connsiteX4" fmla="*/ 791570 w 2377629"/>
                <a:gd name="connsiteY4" fmla="*/ 2145413 h 2302853"/>
                <a:gd name="connsiteX5" fmla="*/ 0 w 2377629"/>
                <a:gd name="connsiteY5" fmla="*/ 1326547 h 230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7629" h="2302853">
                  <a:moveTo>
                    <a:pt x="0" y="1326547"/>
                  </a:moveTo>
                  <a:cubicBezTo>
                    <a:pt x="72788" y="107347"/>
                    <a:pt x="3052549" y="-634181"/>
                    <a:pt x="1856096" y="739694"/>
                  </a:cubicBezTo>
                  <a:cubicBezTo>
                    <a:pt x="1951630" y="771539"/>
                    <a:pt x="3029804" y="1035396"/>
                    <a:pt x="1774210" y="1408435"/>
                  </a:cubicBezTo>
                  <a:cubicBezTo>
                    <a:pt x="1942532" y="1476673"/>
                    <a:pt x="2247332" y="2077176"/>
                    <a:pt x="1351129" y="1967993"/>
                  </a:cubicBezTo>
                  <a:cubicBezTo>
                    <a:pt x="1533098" y="2122667"/>
                    <a:pt x="1401171" y="2523001"/>
                    <a:pt x="791570" y="2145413"/>
                  </a:cubicBezTo>
                  <a:lnTo>
                    <a:pt x="0" y="1326547"/>
                  </a:ln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6" name="Rectangle 9">
              <a:extLst>
                <a:ext uri="{FF2B5EF4-FFF2-40B4-BE49-F238E27FC236}">
                  <a16:creationId xmlns:a16="http://schemas.microsoft.com/office/drawing/2014/main" id="{EB747779-5A2A-B302-D59A-DE3B75EE82E2}"/>
                </a:ext>
              </a:extLst>
            </p:cNvPr>
            <p:cNvSpPr/>
            <p:nvPr/>
          </p:nvSpPr>
          <p:spPr>
            <a:xfrm rot="3255307">
              <a:off x="7774276" y="2976452"/>
              <a:ext cx="1296160" cy="782130"/>
            </a:xfrm>
            <a:prstGeom prst="rect">
              <a:avLst/>
            </a:pr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7" name="Rectangle 9">
              <a:extLst>
                <a:ext uri="{FF2B5EF4-FFF2-40B4-BE49-F238E27FC236}">
                  <a16:creationId xmlns:a16="http://schemas.microsoft.com/office/drawing/2014/main" id="{CD99958A-C0CF-9ECB-10FE-C215F8ABA77B}"/>
                </a:ext>
              </a:extLst>
            </p:cNvPr>
            <p:cNvSpPr/>
            <p:nvPr/>
          </p:nvSpPr>
          <p:spPr>
            <a:xfrm>
              <a:off x="6232664" y="3584858"/>
              <a:ext cx="2127136" cy="1201709"/>
            </a:xfrm>
            <a:custGeom>
              <a:avLst/>
              <a:gdLst>
                <a:gd name="connsiteX0" fmla="*/ 0 w 998775"/>
                <a:gd name="connsiteY0" fmla="*/ 0 h 350585"/>
                <a:gd name="connsiteX1" fmla="*/ 998775 w 998775"/>
                <a:gd name="connsiteY1" fmla="*/ 0 h 350585"/>
                <a:gd name="connsiteX2" fmla="*/ 998775 w 998775"/>
                <a:gd name="connsiteY2" fmla="*/ 350585 h 350585"/>
                <a:gd name="connsiteX3" fmla="*/ 0 w 998775"/>
                <a:gd name="connsiteY3" fmla="*/ 350585 h 350585"/>
                <a:gd name="connsiteX4" fmla="*/ 0 w 998775"/>
                <a:gd name="connsiteY4" fmla="*/ 0 h 350585"/>
                <a:gd name="connsiteX0" fmla="*/ 0 w 1722107"/>
                <a:gd name="connsiteY0" fmla="*/ 177420 h 528005"/>
                <a:gd name="connsiteX1" fmla="*/ 1722107 w 1722107"/>
                <a:gd name="connsiteY1" fmla="*/ 0 h 528005"/>
                <a:gd name="connsiteX2" fmla="*/ 998775 w 1722107"/>
                <a:gd name="connsiteY2" fmla="*/ 528005 h 528005"/>
                <a:gd name="connsiteX3" fmla="*/ 0 w 1722107"/>
                <a:gd name="connsiteY3" fmla="*/ 528005 h 528005"/>
                <a:gd name="connsiteX4" fmla="*/ 0 w 1722107"/>
                <a:gd name="connsiteY4" fmla="*/ 177420 h 528005"/>
                <a:gd name="connsiteX0" fmla="*/ 0 w 1558334"/>
                <a:gd name="connsiteY0" fmla="*/ 27295 h 377880"/>
                <a:gd name="connsiteX1" fmla="*/ 1558334 w 1558334"/>
                <a:gd name="connsiteY1" fmla="*/ 0 h 377880"/>
                <a:gd name="connsiteX2" fmla="*/ 998775 w 1558334"/>
                <a:gd name="connsiteY2" fmla="*/ 377880 h 377880"/>
                <a:gd name="connsiteX3" fmla="*/ 0 w 1558334"/>
                <a:gd name="connsiteY3" fmla="*/ 377880 h 377880"/>
                <a:gd name="connsiteX4" fmla="*/ 0 w 1558334"/>
                <a:gd name="connsiteY4" fmla="*/ 27295 h 377880"/>
                <a:gd name="connsiteX0" fmla="*/ 0 w 1475784"/>
                <a:gd name="connsiteY0" fmla="*/ 8245 h 358830"/>
                <a:gd name="connsiteX1" fmla="*/ 1475784 w 1475784"/>
                <a:gd name="connsiteY1" fmla="*/ 0 h 358830"/>
                <a:gd name="connsiteX2" fmla="*/ 998775 w 1475784"/>
                <a:gd name="connsiteY2" fmla="*/ 358830 h 358830"/>
                <a:gd name="connsiteX3" fmla="*/ 0 w 1475784"/>
                <a:gd name="connsiteY3" fmla="*/ 358830 h 358830"/>
                <a:gd name="connsiteX4" fmla="*/ 0 w 1475784"/>
                <a:gd name="connsiteY4" fmla="*/ 8245 h 358830"/>
                <a:gd name="connsiteX0" fmla="*/ 0 w 1490380"/>
                <a:gd name="connsiteY0" fmla="*/ 8245 h 358830"/>
                <a:gd name="connsiteX1" fmla="*/ 1475784 w 1490380"/>
                <a:gd name="connsiteY1" fmla="*/ 0 h 358830"/>
                <a:gd name="connsiteX2" fmla="*/ 1468680 w 1490380"/>
                <a:gd name="connsiteY2" fmla="*/ 169888 h 358830"/>
                <a:gd name="connsiteX3" fmla="*/ 998775 w 1490380"/>
                <a:gd name="connsiteY3" fmla="*/ 358830 h 358830"/>
                <a:gd name="connsiteX4" fmla="*/ 0 w 1490380"/>
                <a:gd name="connsiteY4" fmla="*/ 358830 h 358830"/>
                <a:gd name="connsiteX5" fmla="*/ 0 w 1490380"/>
                <a:gd name="connsiteY5" fmla="*/ 8245 h 358830"/>
                <a:gd name="connsiteX0" fmla="*/ 0 w 1521973"/>
                <a:gd name="connsiteY0" fmla="*/ 8245 h 358830"/>
                <a:gd name="connsiteX1" fmla="*/ 1475784 w 1521973"/>
                <a:gd name="connsiteY1" fmla="*/ 0 h 358830"/>
                <a:gd name="connsiteX2" fmla="*/ 1468680 w 1521973"/>
                <a:gd name="connsiteY2" fmla="*/ 169888 h 358830"/>
                <a:gd name="connsiteX3" fmla="*/ 1494080 w 1521973"/>
                <a:gd name="connsiteY3" fmla="*/ 334988 h 358830"/>
                <a:gd name="connsiteX4" fmla="*/ 998775 w 1521973"/>
                <a:gd name="connsiteY4" fmla="*/ 358830 h 358830"/>
                <a:gd name="connsiteX5" fmla="*/ 0 w 1521973"/>
                <a:gd name="connsiteY5" fmla="*/ 358830 h 358830"/>
                <a:gd name="connsiteX6" fmla="*/ 0 w 1521973"/>
                <a:gd name="connsiteY6" fmla="*/ 8245 h 358830"/>
                <a:gd name="connsiteX0" fmla="*/ 114300 w 1521973"/>
                <a:gd name="connsiteY0" fmla="*/ 0 h 718885"/>
                <a:gd name="connsiteX1" fmla="*/ 1475784 w 1521973"/>
                <a:gd name="connsiteY1" fmla="*/ 360055 h 718885"/>
                <a:gd name="connsiteX2" fmla="*/ 1468680 w 1521973"/>
                <a:gd name="connsiteY2" fmla="*/ 529943 h 718885"/>
                <a:gd name="connsiteX3" fmla="*/ 1494080 w 1521973"/>
                <a:gd name="connsiteY3" fmla="*/ 695043 h 718885"/>
                <a:gd name="connsiteX4" fmla="*/ 998775 w 1521973"/>
                <a:gd name="connsiteY4" fmla="*/ 718885 h 718885"/>
                <a:gd name="connsiteX5" fmla="*/ 0 w 1521973"/>
                <a:gd name="connsiteY5" fmla="*/ 718885 h 718885"/>
                <a:gd name="connsiteX6" fmla="*/ 114300 w 1521973"/>
                <a:gd name="connsiteY6" fmla="*/ 0 h 718885"/>
                <a:gd name="connsiteX0" fmla="*/ 12700 w 1420373"/>
                <a:gd name="connsiteY0" fmla="*/ 0 h 1099885"/>
                <a:gd name="connsiteX1" fmla="*/ 1374184 w 1420373"/>
                <a:gd name="connsiteY1" fmla="*/ 360055 h 1099885"/>
                <a:gd name="connsiteX2" fmla="*/ 1367080 w 1420373"/>
                <a:gd name="connsiteY2" fmla="*/ 529943 h 1099885"/>
                <a:gd name="connsiteX3" fmla="*/ 1392480 w 1420373"/>
                <a:gd name="connsiteY3" fmla="*/ 695043 h 1099885"/>
                <a:gd name="connsiteX4" fmla="*/ 897175 w 1420373"/>
                <a:gd name="connsiteY4" fmla="*/ 718885 h 1099885"/>
                <a:gd name="connsiteX5" fmla="*/ 0 w 1420373"/>
                <a:gd name="connsiteY5" fmla="*/ 1099885 h 1099885"/>
                <a:gd name="connsiteX6" fmla="*/ 12700 w 1420373"/>
                <a:gd name="connsiteY6" fmla="*/ 0 h 1099885"/>
                <a:gd name="connsiteX0" fmla="*/ 347150 w 1754823"/>
                <a:gd name="connsiteY0" fmla="*/ 0 h 1099885"/>
                <a:gd name="connsiteX1" fmla="*/ 1708634 w 1754823"/>
                <a:gd name="connsiteY1" fmla="*/ 360055 h 1099885"/>
                <a:gd name="connsiteX2" fmla="*/ 1701530 w 1754823"/>
                <a:gd name="connsiteY2" fmla="*/ 529943 h 1099885"/>
                <a:gd name="connsiteX3" fmla="*/ 1726930 w 1754823"/>
                <a:gd name="connsiteY3" fmla="*/ 695043 h 1099885"/>
                <a:gd name="connsiteX4" fmla="*/ 1231625 w 1754823"/>
                <a:gd name="connsiteY4" fmla="*/ 718885 h 1099885"/>
                <a:gd name="connsiteX5" fmla="*/ 334450 w 1754823"/>
                <a:gd name="connsiteY5" fmla="*/ 1099885 h 1099885"/>
                <a:gd name="connsiteX6" fmla="*/ 347150 w 1754823"/>
                <a:gd name="connsiteY6" fmla="*/ 0 h 1099885"/>
                <a:gd name="connsiteX0" fmla="*/ 383189 w 1790862"/>
                <a:gd name="connsiteY0" fmla="*/ 0 h 1099885"/>
                <a:gd name="connsiteX1" fmla="*/ 1744673 w 1790862"/>
                <a:gd name="connsiteY1" fmla="*/ 360055 h 1099885"/>
                <a:gd name="connsiteX2" fmla="*/ 1737569 w 1790862"/>
                <a:gd name="connsiteY2" fmla="*/ 529943 h 1099885"/>
                <a:gd name="connsiteX3" fmla="*/ 1762969 w 1790862"/>
                <a:gd name="connsiteY3" fmla="*/ 695043 h 1099885"/>
                <a:gd name="connsiteX4" fmla="*/ 1267664 w 1790862"/>
                <a:gd name="connsiteY4" fmla="*/ 718885 h 1099885"/>
                <a:gd name="connsiteX5" fmla="*/ 370489 w 1790862"/>
                <a:gd name="connsiteY5" fmla="*/ 1099885 h 1099885"/>
                <a:gd name="connsiteX6" fmla="*/ 383189 w 1790862"/>
                <a:gd name="connsiteY6" fmla="*/ 0 h 1099885"/>
                <a:gd name="connsiteX0" fmla="*/ 383189 w 1790862"/>
                <a:gd name="connsiteY0" fmla="*/ 144 h 1100029"/>
                <a:gd name="connsiteX1" fmla="*/ 1744673 w 1790862"/>
                <a:gd name="connsiteY1" fmla="*/ 360199 h 1100029"/>
                <a:gd name="connsiteX2" fmla="*/ 1737569 w 1790862"/>
                <a:gd name="connsiteY2" fmla="*/ 530087 h 1100029"/>
                <a:gd name="connsiteX3" fmla="*/ 1762969 w 1790862"/>
                <a:gd name="connsiteY3" fmla="*/ 695187 h 1100029"/>
                <a:gd name="connsiteX4" fmla="*/ 1267664 w 1790862"/>
                <a:gd name="connsiteY4" fmla="*/ 719029 h 1100029"/>
                <a:gd name="connsiteX5" fmla="*/ 370489 w 1790862"/>
                <a:gd name="connsiteY5" fmla="*/ 1100029 h 1100029"/>
                <a:gd name="connsiteX6" fmla="*/ 383189 w 1790862"/>
                <a:gd name="connsiteY6" fmla="*/ 144 h 1100029"/>
                <a:gd name="connsiteX0" fmla="*/ 383189 w 2003082"/>
                <a:gd name="connsiteY0" fmla="*/ 161 h 1100046"/>
                <a:gd name="connsiteX1" fmla="*/ 1744673 w 2003082"/>
                <a:gd name="connsiteY1" fmla="*/ 360216 h 1100046"/>
                <a:gd name="connsiteX2" fmla="*/ 1737569 w 2003082"/>
                <a:gd name="connsiteY2" fmla="*/ 530104 h 1100046"/>
                <a:gd name="connsiteX3" fmla="*/ 1762969 w 2003082"/>
                <a:gd name="connsiteY3" fmla="*/ 695204 h 1100046"/>
                <a:gd name="connsiteX4" fmla="*/ 1267664 w 2003082"/>
                <a:gd name="connsiteY4" fmla="*/ 719046 h 1100046"/>
                <a:gd name="connsiteX5" fmla="*/ 370489 w 2003082"/>
                <a:gd name="connsiteY5" fmla="*/ 1100046 h 1100046"/>
                <a:gd name="connsiteX6" fmla="*/ 383189 w 2003082"/>
                <a:gd name="connsiteY6" fmla="*/ 161 h 1100046"/>
                <a:gd name="connsiteX0" fmla="*/ 383189 w 1988312"/>
                <a:gd name="connsiteY0" fmla="*/ 0 h 1099885"/>
                <a:gd name="connsiteX1" fmla="*/ 1744673 w 1988312"/>
                <a:gd name="connsiteY1" fmla="*/ 360055 h 1099885"/>
                <a:gd name="connsiteX2" fmla="*/ 1737569 w 1988312"/>
                <a:gd name="connsiteY2" fmla="*/ 529943 h 1099885"/>
                <a:gd name="connsiteX3" fmla="*/ 1762969 w 1988312"/>
                <a:gd name="connsiteY3" fmla="*/ 695043 h 1099885"/>
                <a:gd name="connsiteX4" fmla="*/ 1267664 w 1988312"/>
                <a:gd name="connsiteY4" fmla="*/ 718885 h 1099885"/>
                <a:gd name="connsiteX5" fmla="*/ 370489 w 1988312"/>
                <a:gd name="connsiteY5" fmla="*/ 1099885 h 1099885"/>
                <a:gd name="connsiteX6" fmla="*/ 383189 w 1988312"/>
                <a:gd name="connsiteY6" fmla="*/ 0 h 1099885"/>
                <a:gd name="connsiteX0" fmla="*/ 383189 w 2028598"/>
                <a:gd name="connsiteY0" fmla="*/ 0 h 1099885"/>
                <a:gd name="connsiteX1" fmla="*/ 1744673 w 2028598"/>
                <a:gd name="connsiteY1" fmla="*/ 360055 h 1099885"/>
                <a:gd name="connsiteX2" fmla="*/ 1737569 w 2028598"/>
                <a:gd name="connsiteY2" fmla="*/ 529943 h 1099885"/>
                <a:gd name="connsiteX3" fmla="*/ 1762969 w 2028598"/>
                <a:gd name="connsiteY3" fmla="*/ 695043 h 1099885"/>
                <a:gd name="connsiteX4" fmla="*/ 1267664 w 2028598"/>
                <a:gd name="connsiteY4" fmla="*/ 718885 h 1099885"/>
                <a:gd name="connsiteX5" fmla="*/ 370489 w 2028598"/>
                <a:gd name="connsiteY5" fmla="*/ 1099885 h 1099885"/>
                <a:gd name="connsiteX6" fmla="*/ 383189 w 2028598"/>
                <a:gd name="connsiteY6" fmla="*/ 0 h 1099885"/>
                <a:gd name="connsiteX0" fmla="*/ 383189 w 2026758"/>
                <a:gd name="connsiteY0" fmla="*/ 0 h 1099885"/>
                <a:gd name="connsiteX1" fmla="*/ 1744673 w 2026758"/>
                <a:gd name="connsiteY1" fmla="*/ 360055 h 1099885"/>
                <a:gd name="connsiteX2" fmla="*/ 1737569 w 2026758"/>
                <a:gd name="connsiteY2" fmla="*/ 529943 h 1099885"/>
                <a:gd name="connsiteX3" fmla="*/ 1762969 w 2026758"/>
                <a:gd name="connsiteY3" fmla="*/ 695043 h 1099885"/>
                <a:gd name="connsiteX4" fmla="*/ 1267664 w 2026758"/>
                <a:gd name="connsiteY4" fmla="*/ 718885 h 1099885"/>
                <a:gd name="connsiteX5" fmla="*/ 370489 w 2026758"/>
                <a:gd name="connsiteY5" fmla="*/ 1099885 h 1099885"/>
                <a:gd name="connsiteX6" fmla="*/ 383189 w 2026758"/>
                <a:gd name="connsiteY6" fmla="*/ 0 h 1099885"/>
                <a:gd name="connsiteX0" fmla="*/ 383189 w 2057477"/>
                <a:gd name="connsiteY0" fmla="*/ 0 h 1099885"/>
                <a:gd name="connsiteX1" fmla="*/ 1744673 w 2057477"/>
                <a:gd name="connsiteY1" fmla="*/ 360055 h 1099885"/>
                <a:gd name="connsiteX2" fmla="*/ 1737569 w 2057477"/>
                <a:gd name="connsiteY2" fmla="*/ 529943 h 1099885"/>
                <a:gd name="connsiteX3" fmla="*/ 1762969 w 2057477"/>
                <a:gd name="connsiteY3" fmla="*/ 695043 h 1099885"/>
                <a:gd name="connsiteX4" fmla="*/ 1267664 w 2057477"/>
                <a:gd name="connsiteY4" fmla="*/ 718885 h 1099885"/>
                <a:gd name="connsiteX5" fmla="*/ 370489 w 2057477"/>
                <a:gd name="connsiteY5" fmla="*/ 1099885 h 1099885"/>
                <a:gd name="connsiteX6" fmla="*/ 383189 w 2057477"/>
                <a:gd name="connsiteY6" fmla="*/ 0 h 1099885"/>
                <a:gd name="connsiteX0" fmla="*/ 383189 w 2098574"/>
                <a:gd name="connsiteY0" fmla="*/ 0 h 1099885"/>
                <a:gd name="connsiteX1" fmla="*/ 1744673 w 2098574"/>
                <a:gd name="connsiteY1" fmla="*/ 360055 h 1099885"/>
                <a:gd name="connsiteX2" fmla="*/ 1737569 w 2098574"/>
                <a:gd name="connsiteY2" fmla="*/ 529943 h 1099885"/>
                <a:gd name="connsiteX3" fmla="*/ 1762969 w 2098574"/>
                <a:gd name="connsiteY3" fmla="*/ 695043 h 1099885"/>
                <a:gd name="connsiteX4" fmla="*/ 1267664 w 2098574"/>
                <a:gd name="connsiteY4" fmla="*/ 718885 h 1099885"/>
                <a:gd name="connsiteX5" fmla="*/ 370489 w 2098574"/>
                <a:gd name="connsiteY5" fmla="*/ 1099885 h 1099885"/>
                <a:gd name="connsiteX6" fmla="*/ 383189 w 2098574"/>
                <a:gd name="connsiteY6" fmla="*/ 0 h 1099885"/>
                <a:gd name="connsiteX0" fmla="*/ 383189 w 2098574"/>
                <a:gd name="connsiteY0" fmla="*/ 0 h 1099885"/>
                <a:gd name="connsiteX1" fmla="*/ 1744673 w 2098574"/>
                <a:gd name="connsiteY1" fmla="*/ 360055 h 1099885"/>
                <a:gd name="connsiteX2" fmla="*/ 1737569 w 2098574"/>
                <a:gd name="connsiteY2" fmla="*/ 529943 h 1099885"/>
                <a:gd name="connsiteX3" fmla="*/ 1762969 w 2098574"/>
                <a:gd name="connsiteY3" fmla="*/ 695043 h 1099885"/>
                <a:gd name="connsiteX4" fmla="*/ 1267664 w 2098574"/>
                <a:gd name="connsiteY4" fmla="*/ 718885 h 1099885"/>
                <a:gd name="connsiteX5" fmla="*/ 370489 w 2098574"/>
                <a:gd name="connsiteY5" fmla="*/ 1099885 h 1099885"/>
                <a:gd name="connsiteX6" fmla="*/ 383189 w 2098574"/>
                <a:gd name="connsiteY6" fmla="*/ 0 h 1099885"/>
                <a:gd name="connsiteX0" fmla="*/ 383189 w 2121769"/>
                <a:gd name="connsiteY0" fmla="*/ 0 h 1099885"/>
                <a:gd name="connsiteX1" fmla="*/ 1744673 w 2121769"/>
                <a:gd name="connsiteY1" fmla="*/ 360055 h 1099885"/>
                <a:gd name="connsiteX2" fmla="*/ 1737569 w 2121769"/>
                <a:gd name="connsiteY2" fmla="*/ 529943 h 1099885"/>
                <a:gd name="connsiteX3" fmla="*/ 1762969 w 2121769"/>
                <a:gd name="connsiteY3" fmla="*/ 695043 h 1099885"/>
                <a:gd name="connsiteX4" fmla="*/ 1267664 w 2121769"/>
                <a:gd name="connsiteY4" fmla="*/ 718885 h 1099885"/>
                <a:gd name="connsiteX5" fmla="*/ 370489 w 2121769"/>
                <a:gd name="connsiteY5" fmla="*/ 1099885 h 1099885"/>
                <a:gd name="connsiteX6" fmla="*/ 383189 w 2121769"/>
                <a:gd name="connsiteY6" fmla="*/ 0 h 1099885"/>
                <a:gd name="connsiteX0" fmla="*/ 383189 w 2152767"/>
                <a:gd name="connsiteY0" fmla="*/ 0 h 1099885"/>
                <a:gd name="connsiteX1" fmla="*/ 1744673 w 2152767"/>
                <a:gd name="connsiteY1" fmla="*/ 360055 h 1099885"/>
                <a:gd name="connsiteX2" fmla="*/ 1737569 w 2152767"/>
                <a:gd name="connsiteY2" fmla="*/ 529943 h 1099885"/>
                <a:gd name="connsiteX3" fmla="*/ 1762969 w 2152767"/>
                <a:gd name="connsiteY3" fmla="*/ 695043 h 1099885"/>
                <a:gd name="connsiteX4" fmla="*/ 1267664 w 2152767"/>
                <a:gd name="connsiteY4" fmla="*/ 718885 h 1099885"/>
                <a:gd name="connsiteX5" fmla="*/ 370489 w 2152767"/>
                <a:gd name="connsiteY5" fmla="*/ 1099885 h 1099885"/>
                <a:gd name="connsiteX6" fmla="*/ 383189 w 2152767"/>
                <a:gd name="connsiteY6" fmla="*/ 0 h 1099885"/>
                <a:gd name="connsiteX0" fmla="*/ 383189 w 2121769"/>
                <a:gd name="connsiteY0" fmla="*/ 0 h 1119704"/>
                <a:gd name="connsiteX1" fmla="*/ 1744673 w 2121769"/>
                <a:gd name="connsiteY1" fmla="*/ 360055 h 1119704"/>
                <a:gd name="connsiteX2" fmla="*/ 1737569 w 2121769"/>
                <a:gd name="connsiteY2" fmla="*/ 529943 h 1119704"/>
                <a:gd name="connsiteX3" fmla="*/ 1762969 w 2121769"/>
                <a:gd name="connsiteY3" fmla="*/ 695043 h 1119704"/>
                <a:gd name="connsiteX4" fmla="*/ 370489 w 2121769"/>
                <a:gd name="connsiteY4" fmla="*/ 1099885 h 1119704"/>
                <a:gd name="connsiteX5" fmla="*/ 383189 w 2121769"/>
                <a:gd name="connsiteY5" fmla="*/ 0 h 1119704"/>
                <a:gd name="connsiteX0" fmla="*/ 383189 w 2121769"/>
                <a:gd name="connsiteY0" fmla="*/ 0 h 1167941"/>
                <a:gd name="connsiteX1" fmla="*/ 1744673 w 2121769"/>
                <a:gd name="connsiteY1" fmla="*/ 360055 h 1167941"/>
                <a:gd name="connsiteX2" fmla="*/ 1737569 w 2121769"/>
                <a:gd name="connsiteY2" fmla="*/ 529943 h 1167941"/>
                <a:gd name="connsiteX3" fmla="*/ 1762969 w 2121769"/>
                <a:gd name="connsiteY3" fmla="*/ 695043 h 1167941"/>
                <a:gd name="connsiteX4" fmla="*/ 370489 w 2121769"/>
                <a:gd name="connsiteY4" fmla="*/ 1099885 h 1167941"/>
                <a:gd name="connsiteX5" fmla="*/ 383189 w 2121769"/>
                <a:gd name="connsiteY5" fmla="*/ 0 h 1167941"/>
                <a:gd name="connsiteX0" fmla="*/ 383189 w 2121769"/>
                <a:gd name="connsiteY0" fmla="*/ 0 h 1148351"/>
                <a:gd name="connsiteX1" fmla="*/ 1744673 w 2121769"/>
                <a:gd name="connsiteY1" fmla="*/ 360055 h 1148351"/>
                <a:gd name="connsiteX2" fmla="*/ 1737569 w 2121769"/>
                <a:gd name="connsiteY2" fmla="*/ 529943 h 1148351"/>
                <a:gd name="connsiteX3" fmla="*/ 1762969 w 2121769"/>
                <a:gd name="connsiteY3" fmla="*/ 695043 h 1148351"/>
                <a:gd name="connsiteX4" fmla="*/ 370489 w 2121769"/>
                <a:gd name="connsiteY4" fmla="*/ 1099885 h 1148351"/>
                <a:gd name="connsiteX5" fmla="*/ 383189 w 2121769"/>
                <a:gd name="connsiteY5" fmla="*/ 0 h 1148351"/>
                <a:gd name="connsiteX0" fmla="*/ 383189 w 2121769"/>
                <a:gd name="connsiteY0" fmla="*/ 0 h 1172083"/>
                <a:gd name="connsiteX1" fmla="*/ 1744673 w 2121769"/>
                <a:gd name="connsiteY1" fmla="*/ 360055 h 1172083"/>
                <a:gd name="connsiteX2" fmla="*/ 1737569 w 2121769"/>
                <a:gd name="connsiteY2" fmla="*/ 529943 h 1172083"/>
                <a:gd name="connsiteX3" fmla="*/ 1762969 w 2121769"/>
                <a:gd name="connsiteY3" fmla="*/ 695043 h 1172083"/>
                <a:gd name="connsiteX4" fmla="*/ 370489 w 2121769"/>
                <a:gd name="connsiteY4" fmla="*/ 1099885 h 1172083"/>
                <a:gd name="connsiteX5" fmla="*/ 383189 w 2121769"/>
                <a:gd name="connsiteY5" fmla="*/ 0 h 1172083"/>
                <a:gd name="connsiteX0" fmla="*/ 383189 w 2121769"/>
                <a:gd name="connsiteY0" fmla="*/ 0 h 1193907"/>
                <a:gd name="connsiteX1" fmla="*/ 1744673 w 2121769"/>
                <a:gd name="connsiteY1" fmla="*/ 360055 h 1193907"/>
                <a:gd name="connsiteX2" fmla="*/ 1737569 w 2121769"/>
                <a:gd name="connsiteY2" fmla="*/ 529943 h 1193907"/>
                <a:gd name="connsiteX3" fmla="*/ 1762969 w 2121769"/>
                <a:gd name="connsiteY3" fmla="*/ 695043 h 1193907"/>
                <a:gd name="connsiteX4" fmla="*/ 370489 w 2121769"/>
                <a:gd name="connsiteY4" fmla="*/ 1099885 h 1193907"/>
                <a:gd name="connsiteX5" fmla="*/ 383189 w 2121769"/>
                <a:gd name="connsiteY5" fmla="*/ 0 h 119390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3189 w 2121769"/>
                <a:gd name="connsiteY0" fmla="*/ 0 h 1200117"/>
                <a:gd name="connsiteX1" fmla="*/ 1744673 w 2121769"/>
                <a:gd name="connsiteY1" fmla="*/ 360055 h 1200117"/>
                <a:gd name="connsiteX2" fmla="*/ 1737569 w 2121769"/>
                <a:gd name="connsiteY2" fmla="*/ 529943 h 1200117"/>
                <a:gd name="connsiteX3" fmla="*/ 1762969 w 2121769"/>
                <a:gd name="connsiteY3" fmla="*/ 695043 h 1200117"/>
                <a:gd name="connsiteX4" fmla="*/ 370489 w 2121769"/>
                <a:gd name="connsiteY4" fmla="*/ 1099885 h 1200117"/>
                <a:gd name="connsiteX5" fmla="*/ 383189 w 2121769"/>
                <a:gd name="connsiteY5" fmla="*/ 0 h 1200117"/>
                <a:gd name="connsiteX0" fmla="*/ 388556 w 2127136"/>
                <a:gd name="connsiteY0" fmla="*/ 0 h 1200117"/>
                <a:gd name="connsiteX1" fmla="*/ 1750040 w 2127136"/>
                <a:gd name="connsiteY1" fmla="*/ 360055 h 1200117"/>
                <a:gd name="connsiteX2" fmla="*/ 1742936 w 2127136"/>
                <a:gd name="connsiteY2" fmla="*/ 529943 h 1200117"/>
                <a:gd name="connsiteX3" fmla="*/ 1768336 w 2127136"/>
                <a:gd name="connsiteY3" fmla="*/ 695043 h 1200117"/>
                <a:gd name="connsiteX4" fmla="*/ 375856 w 2127136"/>
                <a:gd name="connsiteY4" fmla="*/ 1099885 h 1200117"/>
                <a:gd name="connsiteX5" fmla="*/ 388556 w 2127136"/>
                <a:gd name="connsiteY5" fmla="*/ 0 h 1200117"/>
                <a:gd name="connsiteX0" fmla="*/ 388556 w 2127136"/>
                <a:gd name="connsiteY0" fmla="*/ 0 h 1201709"/>
                <a:gd name="connsiteX1" fmla="*/ 1750040 w 2127136"/>
                <a:gd name="connsiteY1" fmla="*/ 360055 h 1201709"/>
                <a:gd name="connsiteX2" fmla="*/ 1742936 w 2127136"/>
                <a:gd name="connsiteY2" fmla="*/ 529943 h 1201709"/>
                <a:gd name="connsiteX3" fmla="*/ 1768336 w 2127136"/>
                <a:gd name="connsiteY3" fmla="*/ 695043 h 1201709"/>
                <a:gd name="connsiteX4" fmla="*/ 375856 w 2127136"/>
                <a:gd name="connsiteY4" fmla="*/ 1099885 h 1201709"/>
                <a:gd name="connsiteX5" fmla="*/ 388556 w 2127136"/>
                <a:gd name="connsiteY5" fmla="*/ 0 h 1201709"/>
                <a:gd name="connsiteX0" fmla="*/ 388556 w 2127136"/>
                <a:gd name="connsiteY0" fmla="*/ 0 h 1201709"/>
                <a:gd name="connsiteX1" fmla="*/ 1750040 w 2127136"/>
                <a:gd name="connsiteY1" fmla="*/ 360055 h 1201709"/>
                <a:gd name="connsiteX2" fmla="*/ 1742936 w 2127136"/>
                <a:gd name="connsiteY2" fmla="*/ 529943 h 1201709"/>
                <a:gd name="connsiteX3" fmla="*/ 1768336 w 2127136"/>
                <a:gd name="connsiteY3" fmla="*/ 695043 h 1201709"/>
                <a:gd name="connsiteX4" fmla="*/ 375856 w 2127136"/>
                <a:gd name="connsiteY4" fmla="*/ 1099885 h 1201709"/>
                <a:gd name="connsiteX5" fmla="*/ 388556 w 2127136"/>
                <a:gd name="connsiteY5" fmla="*/ 0 h 120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7136" h="1201709">
                  <a:moveTo>
                    <a:pt x="388556" y="0"/>
                  </a:moveTo>
                  <a:cubicBezTo>
                    <a:pt x="1591684" y="100968"/>
                    <a:pt x="2521762" y="151137"/>
                    <a:pt x="1750040" y="360055"/>
                  </a:cubicBezTo>
                  <a:cubicBezTo>
                    <a:pt x="2420772" y="380701"/>
                    <a:pt x="1986059" y="542138"/>
                    <a:pt x="1742936" y="529943"/>
                  </a:cubicBezTo>
                  <a:cubicBezTo>
                    <a:pt x="2468953" y="527826"/>
                    <a:pt x="1982119" y="677449"/>
                    <a:pt x="1768336" y="695043"/>
                  </a:cubicBezTo>
                  <a:cubicBezTo>
                    <a:pt x="2570280" y="571524"/>
                    <a:pt x="1166170" y="1502802"/>
                    <a:pt x="375856" y="1099885"/>
                  </a:cubicBezTo>
                  <a:cubicBezTo>
                    <a:pt x="-394066" y="690913"/>
                    <a:pt x="231923" y="55478"/>
                    <a:pt x="388556" y="0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9">
              <a:extLst>
                <a:ext uri="{FF2B5EF4-FFF2-40B4-BE49-F238E27FC236}">
                  <a16:creationId xmlns:a16="http://schemas.microsoft.com/office/drawing/2014/main" id="{695FF2E3-66A0-84CF-0975-767DA8C754F6}"/>
                </a:ext>
              </a:extLst>
            </p:cNvPr>
            <p:cNvSpPr/>
            <p:nvPr/>
          </p:nvSpPr>
          <p:spPr>
            <a:xfrm>
              <a:off x="6586843" y="3547419"/>
              <a:ext cx="790711" cy="407332"/>
            </a:xfrm>
            <a:prstGeom prst="rect">
              <a:avLst/>
            </a:pr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6360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4AC702-D4BA-0D48-B9FD-94F169432636}"/>
              </a:ext>
            </a:extLst>
          </p:cNvPr>
          <p:cNvGrpSpPr/>
          <p:nvPr/>
        </p:nvGrpSpPr>
        <p:grpSpPr>
          <a:xfrm>
            <a:off x="342125" y="257309"/>
            <a:ext cx="8325187" cy="6078597"/>
            <a:chOff x="578138" y="133120"/>
            <a:chExt cx="7983839" cy="582936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7EAC580-A883-CB2A-6A39-926964B6375A}"/>
                </a:ext>
              </a:extLst>
            </p:cNvPr>
            <p:cNvSpPr/>
            <p:nvPr/>
          </p:nvSpPr>
          <p:spPr>
            <a:xfrm rot="10800000">
              <a:off x="4692630" y="4489724"/>
              <a:ext cx="1183240" cy="919121"/>
            </a:xfrm>
            <a:custGeom>
              <a:avLst/>
              <a:gdLst>
                <a:gd name="connsiteX0" fmla="*/ 454786 w 986971"/>
                <a:gd name="connsiteY0" fmla="*/ 0 h 832205"/>
                <a:gd name="connsiteX1" fmla="*/ 532185 w 986971"/>
                <a:gd name="connsiteY1" fmla="*/ 0 h 832205"/>
                <a:gd name="connsiteX2" fmla="*/ 986971 w 986971"/>
                <a:gd name="connsiteY2" fmla="*/ 454786 h 832205"/>
                <a:gd name="connsiteX3" fmla="*/ 986971 w 986971"/>
                <a:gd name="connsiteY3" fmla="*/ 810758 h 832205"/>
                <a:gd name="connsiteX4" fmla="*/ 986638 w 986971"/>
                <a:gd name="connsiteY4" fmla="*/ 814064 h 832205"/>
                <a:gd name="connsiteX5" fmla="*/ 910924 w 986971"/>
                <a:gd name="connsiteY5" fmla="*/ 784192 h 832205"/>
                <a:gd name="connsiteX6" fmla="*/ 514706 w 986971"/>
                <a:gd name="connsiteY6" fmla="*/ 726319 h 832205"/>
                <a:gd name="connsiteX7" fmla="*/ 13608 w 986971"/>
                <a:gd name="connsiteY7" fmla="*/ 825571 h 832205"/>
                <a:gd name="connsiteX8" fmla="*/ 2162 w 986971"/>
                <a:gd name="connsiteY8" fmla="*/ 832205 h 832205"/>
                <a:gd name="connsiteX9" fmla="*/ 0 w 986971"/>
                <a:gd name="connsiteY9" fmla="*/ 810758 h 832205"/>
                <a:gd name="connsiteX10" fmla="*/ 0 w 986971"/>
                <a:gd name="connsiteY10" fmla="*/ 454786 h 832205"/>
                <a:gd name="connsiteX11" fmla="*/ 454786 w 986971"/>
                <a:gd name="connsiteY11" fmla="*/ 0 h 832205"/>
                <a:gd name="connsiteX0" fmla="*/ 454786 w 1082167"/>
                <a:gd name="connsiteY0" fmla="*/ 0 h 832205"/>
                <a:gd name="connsiteX1" fmla="*/ 532185 w 1082167"/>
                <a:gd name="connsiteY1" fmla="*/ 0 h 832205"/>
                <a:gd name="connsiteX2" fmla="*/ 1082167 w 1082167"/>
                <a:gd name="connsiteY2" fmla="*/ 499584 h 832205"/>
                <a:gd name="connsiteX3" fmla="*/ 986971 w 1082167"/>
                <a:gd name="connsiteY3" fmla="*/ 810758 h 832205"/>
                <a:gd name="connsiteX4" fmla="*/ 986638 w 1082167"/>
                <a:gd name="connsiteY4" fmla="*/ 814064 h 832205"/>
                <a:gd name="connsiteX5" fmla="*/ 910924 w 1082167"/>
                <a:gd name="connsiteY5" fmla="*/ 784192 h 832205"/>
                <a:gd name="connsiteX6" fmla="*/ 514706 w 1082167"/>
                <a:gd name="connsiteY6" fmla="*/ 726319 h 832205"/>
                <a:gd name="connsiteX7" fmla="*/ 13608 w 1082167"/>
                <a:gd name="connsiteY7" fmla="*/ 825571 h 832205"/>
                <a:gd name="connsiteX8" fmla="*/ 2162 w 1082167"/>
                <a:gd name="connsiteY8" fmla="*/ 832205 h 832205"/>
                <a:gd name="connsiteX9" fmla="*/ 0 w 1082167"/>
                <a:gd name="connsiteY9" fmla="*/ 810758 h 832205"/>
                <a:gd name="connsiteX10" fmla="*/ 0 w 1082167"/>
                <a:gd name="connsiteY10" fmla="*/ 454786 h 832205"/>
                <a:gd name="connsiteX11" fmla="*/ 454786 w 1082167"/>
                <a:gd name="connsiteY11" fmla="*/ 0 h 832205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1082167 w 1082167"/>
                <a:gd name="connsiteY3" fmla="*/ 558659 h 891280"/>
                <a:gd name="connsiteX4" fmla="*/ 986971 w 1082167"/>
                <a:gd name="connsiteY4" fmla="*/ 869833 h 891280"/>
                <a:gd name="connsiteX5" fmla="*/ 986638 w 1082167"/>
                <a:gd name="connsiteY5" fmla="*/ 873139 h 891280"/>
                <a:gd name="connsiteX6" fmla="*/ 910924 w 1082167"/>
                <a:gd name="connsiteY6" fmla="*/ 843267 h 891280"/>
                <a:gd name="connsiteX7" fmla="*/ 514706 w 1082167"/>
                <a:gd name="connsiteY7" fmla="*/ 785394 h 891280"/>
                <a:gd name="connsiteX8" fmla="*/ 13608 w 1082167"/>
                <a:gd name="connsiteY8" fmla="*/ 884646 h 891280"/>
                <a:gd name="connsiteX9" fmla="*/ 2162 w 1082167"/>
                <a:gd name="connsiteY9" fmla="*/ 891280 h 891280"/>
                <a:gd name="connsiteX10" fmla="*/ 0 w 1082167"/>
                <a:gd name="connsiteY10" fmla="*/ 869833 h 891280"/>
                <a:gd name="connsiteX11" fmla="*/ 0 w 1082167"/>
                <a:gd name="connsiteY11" fmla="*/ 513861 h 891280"/>
                <a:gd name="connsiteX12" fmla="*/ 454786 w 1082167"/>
                <a:gd name="connsiteY12" fmla="*/ 59075 h 891280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936978 w 1082167"/>
                <a:gd name="connsiteY3" fmla="*/ 269683 h 891280"/>
                <a:gd name="connsiteX4" fmla="*/ 1082167 w 1082167"/>
                <a:gd name="connsiteY4" fmla="*/ 558659 h 891280"/>
                <a:gd name="connsiteX5" fmla="*/ 986971 w 1082167"/>
                <a:gd name="connsiteY5" fmla="*/ 869833 h 891280"/>
                <a:gd name="connsiteX6" fmla="*/ 986638 w 1082167"/>
                <a:gd name="connsiteY6" fmla="*/ 873139 h 891280"/>
                <a:gd name="connsiteX7" fmla="*/ 910924 w 1082167"/>
                <a:gd name="connsiteY7" fmla="*/ 843267 h 891280"/>
                <a:gd name="connsiteX8" fmla="*/ 514706 w 1082167"/>
                <a:gd name="connsiteY8" fmla="*/ 785394 h 891280"/>
                <a:gd name="connsiteX9" fmla="*/ 13608 w 1082167"/>
                <a:gd name="connsiteY9" fmla="*/ 884646 h 891280"/>
                <a:gd name="connsiteX10" fmla="*/ 2162 w 1082167"/>
                <a:gd name="connsiteY10" fmla="*/ 891280 h 891280"/>
                <a:gd name="connsiteX11" fmla="*/ 0 w 1082167"/>
                <a:gd name="connsiteY11" fmla="*/ 869833 h 891280"/>
                <a:gd name="connsiteX12" fmla="*/ 0 w 1082167"/>
                <a:gd name="connsiteY12" fmla="*/ 513861 h 891280"/>
                <a:gd name="connsiteX13" fmla="*/ 454786 w 1082167"/>
                <a:gd name="connsiteY13" fmla="*/ 59075 h 891280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892180 w 1082167"/>
                <a:gd name="connsiteY3" fmla="*/ 275284 h 891280"/>
                <a:gd name="connsiteX4" fmla="*/ 1082167 w 1082167"/>
                <a:gd name="connsiteY4" fmla="*/ 558659 h 891280"/>
                <a:gd name="connsiteX5" fmla="*/ 986971 w 1082167"/>
                <a:gd name="connsiteY5" fmla="*/ 869833 h 891280"/>
                <a:gd name="connsiteX6" fmla="*/ 986638 w 1082167"/>
                <a:gd name="connsiteY6" fmla="*/ 873139 h 891280"/>
                <a:gd name="connsiteX7" fmla="*/ 910924 w 1082167"/>
                <a:gd name="connsiteY7" fmla="*/ 843267 h 891280"/>
                <a:gd name="connsiteX8" fmla="*/ 514706 w 1082167"/>
                <a:gd name="connsiteY8" fmla="*/ 785394 h 891280"/>
                <a:gd name="connsiteX9" fmla="*/ 13608 w 1082167"/>
                <a:gd name="connsiteY9" fmla="*/ 884646 h 891280"/>
                <a:gd name="connsiteX10" fmla="*/ 2162 w 1082167"/>
                <a:gd name="connsiteY10" fmla="*/ 891280 h 891280"/>
                <a:gd name="connsiteX11" fmla="*/ 0 w 1082167"/>
                <a:gd name="connsiteY11" fmla="*/ 869833 h 891280"/>
                <a:gd name="connsiteX12" fmla="*/ 0 w 1082167"/>
                <a:gd name="connsiteY12" fmla="*/ 513861 h 891280"/>
                <a:gd name="connsiteX13" fmla="*/ 454786 w 1082167"/>
                <a:gd name="connsiteY13" fmla="*/ 59075 h 891280"/>
                <a:gd name="connsiteX0" fmla="*/ 454786 w 1082167"/>
                <a:gd name="connsiteY0" fmla="*/ 44664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454786 w 1082167"/>
                <a:gd name="connsiteY13" fmla="*/ 44664 h 876869"/>
                <a:gd name="connsiteX0" fmla="*/ 359590 w 1082167"/>
                <a:gd name="connsiteY0" fmla="*/ 201458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359590 w 1082167"/>
                <a:gd name="connsiteY13" fmla="*/ 201458 h 876869"/>
                <a:gd name="connsiteX0" fmla="*/ 359590 w 1082167"/>
                <a:gd name="connsiteY0" fmla="*/ 201458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158609 w 1082167"/>
                <a:gd name="connsiteY13" fmla="*/ 277671 h 876869"/>
                <a:gd name="connsiteX14" fmla="*/ 359590 w 1082167"/>
                <a:gd name="connsiteY14" fmla="*/ 201458 h 876869"/>
                <a:gd name="connsiteX0" fmla="*/ 361354 w 1083931"/>
                <a:gd name="connsiteY0" fmla="*/ 201458 h 876869"/>
                <a:gd name="connsiteX1" fmla="*/ 629148 w 1083931"/>
                <a:gd name="connsiteY1" fmla="*/ 223857 h 876869"/>
                <a:gd name="connsiteX2" fmla="*/ 815549 w 1083931"/>
                <a:gd name="connsiteY2" fmla="*/ 14481 h 876869"/>
                <a:gd name="connsiteX3" fmla="*/ 893944 w 1083931"/>
                <a:gd name="connsiteY3" fmla="*/ 260873 h 876869"/>
                <a:gd name="connsiteX4" fmla="*/ 1083931 w 1083931"/>
                <a:gd name="connsiteY4" fmla="*/ 544248 h 876869"/>
                <a:gd name="connsiteX5" fmla="*/ 988735 w 1083931"/>
                <a:gd name="connsiteY5" fmla="*/ 855422 h 876869"/>
                <a:gd name="connsiteX6" fmla="*/ 988402 w 1083931"/>
                <a:gd name="connsiteY6" fmla="*/ 858728 h 876869"/>
                <a:gd name="connsiteX7" fmla="*/ 912688 w 1083931"/>
                <a:gd name="connsiteY7" fmla="*/ 828856 h 876869"/>
                <a:gd name="connsiteX8" fmla="*/ 516470 w 1083931"/>
                <a:gd name="connsiteY8" fmla="*/ 770983 h 876869"/>
                <a:gd name="connsiteX9" fmla="*/ 15372 w 1083931"/>
                <a:gd name="connsiteY9" fmla="*/ 870235 h 876869"/>
                <a:gd name="connsiteX10" fmla="*/ 3926 w 1083931"/>
                <a:gd name="connsiteY10" fmla="*/ 876869 h 876869"/>
                <a:gd name="connsiteX11" fmla="*/ 1764 w 1083931"/>
                <a:gd name="connsiteY11" fmla="*/ 855422 h 876869"/>
                <a:gd name="connsiteX12" fmla="*/ 1764 w 1083931"/>
                <a:gd name="connsiteY12" fmla="*/ 499450 h 876869"/>
                <a:gd name="connsiteX13" fmla="*/ 160373 w 1083931"/>
                <a:gd name="connsiteY13" fmla="*/ 277671 h 876869"/>
                <a:gd name="connsiteX14" fmla="*/ 361354 w 1083931"/>
                <a:gd name="connsiteY14" fmla="*/ 201458 h 876869"/>
                <a:gd name="connsiteX0" fmla="*/ 400144 w 1122721"/>
                <a:gd name="connsiteY0" fmla="*/ 201458 h 876869"/>
                <a:gd name="connsiteX1" fmla="*/ 667938 w 1122721"/>
                <a:gd name="connsiteY1" fmla="*/ 223857 h 876869"/>
                <a:gd name="connsiteX2" fmla="*/ 854339 w 1122721"/>
                <a:gd name="connsiteY2" fmla="*/ 14481 h 876869"/>
                <a:gd name="connsiteX3" fmla="*/ 932734 w 1122721"/>
                <a:gd name="connsiteY3" fmla="*/ 260873 h 876869"/>
                <a:gd name="connsiteX4" fmla="*/ 1122721 w 1122721"/>
                <a:gd name="connsiteY4" fmla="*/ 544248 h 876869"/>
                <a:gd name="connsiteX5" fmla="*/ 1027525 w 1122721"/>
                <a:gd name="connsiteY5" fmla="*/ 855422 h 876869"/>
                <a:gd name="connsiteX6" fmla="*/ 1027192 w 1122721"/>
                <a:gd name="connsiteY6" fmla="*/ 858728 h 876869"/>
                <a:gd name="connsiteX7" fmla="*/ 951478 w 1122721"/>
                <a:gd name="connsiteY7" fmla="*/ 828856 h 876869"/>
                <a:gd name="connsiteX8" fmla="*/ 555260 w 1122721"/>
                <a:gd name="connsiteY8" fmla="*/ 770983 h 876869"/>
                <a:gd name="connsiteX9" fmla="*/ 54162 w 1122721"/>
                <a:gd name="connsiteY9" fmla="*/ 870235 h 876869"/>
                <a:gd name="connsiteX10" fmla="*/ 42716 w 1122721"/>
                <a:gd name="connsiteY10" fmla="*/ 876869 h 876869"/>
                <a:gd name="connsiteX11" fmla="*/ 40554 w 1122721"/>
                <a:gd name="connsiteY11" fmla="*/ 855422 h 876869"/>
                <a:gd name="connsiteX12" fmla="*/ 1355 w 1122721"/>
                <a:gd name="connsiteY12" fmla="*/ 555448 h 876869"/>
                <a:gd name="connsiteX13" fmla="*/ 199163 w 1122721"/>
                <a:gd name="connsiteY13" fmla="*/ 277671 h 876869"/>
                <a:gd name="connsiteX14" fmla="*/ 400144 w 1122721"/>
                <a:gd name="connsiteY14" fmla="*/ 201458 h 876869"/>
                <a:gd name="connsiteX0" fmla="*/ 400144 w 1122721"/>
                <a:gd name="connsiteY0" fmla="*/ 216106 h 891517"/>
                <a:gd name="connsiteX1" fmla="*/ 667938 w 1122721"/>
                <a:gd name="connsiteY1" fmla="*/ 238505 h 891517"/>
                <a:gd name="connsiteX2" fmla="*/ 854339 w 1122721"/>
                <a:gd name="connsiteY2" fmla="*/ 29129 h 891517"/>
                <a:gd name="connsiteX3" fmla="*/ 932734 w 1122721"/>
                <a:gd name="connsiteY3" fmla="*/ 275521 h 891517"/>
                <a:gd name="connsiteX4" fmla="*/ 1122721 w 1122721"/>
                <a:gd name="connsiteY4" fmla="*/ 558896 h 891517"/>
                <a:gd name="connsiteX5" fmla="*/ 1027525 w 1122721"/>
                <a:gd name="connsiteY5" fmla="*/ 870070 h 891517"/>
                <a:gd name="connsiteX6" fmla="*/ 1027192 w 1122721"/>
                <a:gd name="connsiteY6" fmla="*/ 873376 h 891517"/>
                <a:gd name="connsiteX7" fmla="*/ 951478 w 1122721"/>
                <a:gd name="connsiteY7" fmla="*/ 843504 h 891517"/>
                <a:gd name="connsiteX8" fmla="*/ 555260 w 1122721"/>
                <a:gd name="connsiteY8" fmla="*/ 785631 h 891517"/>
                <a:gd name="connsiteX9" fmla="*/ 54162 w 1122721"/>
                <a:gd name="connsiteY9" fmla="*/ 884883 h 891517"/>
                <a:gd name="connsiteX10" fmla="*/ 42716 w 1122721"/>
                <a:gd name="connsiteY10" fmla="*/ 891517 h 891517"/>
                <a:gd name="connsiteX11" fmla="*/ 40554 w 1122721"/>
                <a:gd name="connsiteY11" fmla="*/ 870070 h 891517"/>
                <a:gd name="connsiteX12" fmla="*/ 1355 w 1122721"/>
                <a:gd name="connsiteY12" fmla="*/ 570096 h 891517"/>
                <a:gd name="connsiteX13" fmla="*/ 199163 w 1122721"/>
                <a:gd name="connsiteY13" fmla="*/ 292319 h 891517"/>
                <a:gd name="connsiteX14" fmla="*/ 400144 w 1122721"/>
                <a:gd name="connsiteY14" fmla="*/ 216106 h 891517"/>
                <a:gd name="connsiteX0" fmla="*/ 400144 w 1122721"/>
                <a:gd name="connsiteY0" fmla="*/ 252855 h 928266"/>
                <a:gd name="connsiteX1" fmla="*/ 667938 w 1122721"/>
                <a:gd name="connsiteY1" fmla="*/ 275254 h 928266"/>
                <a:gd name="connsiteX2" fmla="*/ 854339 w 1122721"/>
                <a:gd name="connsiteY2" fmla="*/ 65878 h 928266"/>
                <a:gd name="connsiteX3" fmla="*/ 932734 w 1122721"/>
                <a:gd name="connsiteY3" fmla="*/ 312270 h 928266"/>
                <a:gd name="connsiteX4" fmla="*/ 1122721 w 1122721"/>
                <a:gd name="connsiteY4" fmla="*/ 595645 h 928266"/>
                <a:gd name="connsiteX5" fmla="*/ 1027525 w 1122721"/>
                <a:gd name="connsiteY5" fmla="*/ 906819 h 928266"/>
                <a:gd name="connsiteX6" fmla="*/ 1027192 w 1122721"/>
                <a:gd name="connsiteY6" fmla="*/ 910125 h 928266"/>
                <a:gd name="connsiteX7" fmla="*/ 951478 w 1122721"/>
                <a:gd name="connsiteY7" fmla="*/ 880253 h 928266"/>
                <a:gd name="connsiteX8" fmla="*/ 555260 w 1122721"/>
                <a:gd name="connsiteY8" fmla="*/ 822380 h 928266"/>
                <a:gd name="connsiteX9" fmla="*/ 54162 w 1122721"/>
                <a:gd name="connsiteY9" fmla="*/ 921632 h 928266"/>
                <a:gd name="connsiteX10" fmla="*/ 42716 w 1122721"/>
                <a:gd name="connsiteY10" fmla="*/ 928266 h 928266"/>
                <a:gd name="connsiteX11" fmla="*/ 40554 w 1122721"/>
                <a:gd name="connsiteY11" fmla="*/ 906819 h 928266"/>
                <a:gd name="connsiteX12" fmla="*/ 1355 w 1122721"/>
                <a:gd name="connsiteY12" fmla="*/ 606845 h 928266"/>
                <a:gd name="connsiteX13" fmla="*/ 199163 w 1122721"/>
                <a:gd name="connsiteY13" fmla="*/ 329068 h 928266"/>
                <a:gd name="connsiteX14" fmla="*/ 400144 w 1122721"/>
                <a:gd name="connsiteY14" fmla="*/ 252855 h 928266"/>
                <a:gd name="connsiteX0" fmla="*/ 400143 w 1122721"/>
                <a:gd name="connsiteY0" fmla="*/ 263682 h 922293"/>
                <a:gd name="connsiteX1" fmla="*/ 667938 w 1122721"/>
                <a:gd name="connsiteY1" fmla="*/ 269281 h 922293"/>
                <a:gd name="connsiteX2" fmla="*/ 854339 w 1122721"/>
                <a:gd name="connsiteY2" fmla="*/ 59905 h 922293"/>
                <a:gd name="connsiteX3" fmla="*/ 932734 w 1122721"/>
                <a:gd name="connsiteY3" fmla="*/ 306297 h 922293"/>
                <a:gd name="connsiteX4" fmla="*/ 1122721 w 1122721"/>
                <a:gd name="connsiteY4" fmla="*/ 589672 h 922293"/>
                <a:gd name="connsiteX5" fmla="*/ 1027525 w 1122721"/>
                <a:gd name="connsiteY5" fmla="*/ 900846 h 922293"/>
                <a:gd name="connsiteX6" fmla="*/ 1027192 w 1122721"/>
                <a:gd name="connsiteY6" fmla="*/ 904152 h 922293"/>
                <a:gd name="connsiteX7" fmla="*/ 951478 w 1122721"/>
                <a:gd name="connsiteY7" fmla="*/ 874280 h 922293"/>
                <a:gd name="connsiteX8" fmla="*/ 555260 w 1122721"/>
                <a:gd name="connsiteY8" fmla="*/ 816407 h 922293"/>
                <a:gd name="connsiteX9" fmla="*/ 54162 w 1122721"/>
                <a:gd name="connsiteY9" fmla="*/ 915659 h 922293"/>
                <a:gd name="connsiteX10" fmla="*/ 42716 w 1122721"/>
                <a:gd name="connsiteY10" fmla="*/ 922293 h 922293"/>
                <a:gd name="connsiteX11" fmla="*/ 40554 w 1122721"/>
                <a:gd name="connsiteY11" fmla="*/ 900846 h 922293"/>
                <a:gd name="connsiteX12" fmla="*/ 1355 w 1122721"/>
                <a:gd name="connsiteY12" fmla="*/ 600872 h 922293"/>
                <a:gd name="connsiteX13" fmla="*/ 199163 w 1122721"/>
                <a:gd name="connsiteY13" fmla="*/ 323095 h 922293"/>
                <a:gd name="connsiteX14" fmla="*/ 400143 w 1122721"/>
                <a:gd name="connsiteY14" fmla="*/ 263682 h 922293"/>
                <a:gd name="connsiteX0" fmla="*/ 400143 w 1122721"/>
                <a:gd name="connsiteY0" fmla="*/ 218258 h 876869"/>
                <a:gd name="connsiteX1" fmla="*/ 667938 w 1122721"/>
                <a:gd name="connsiteY1" fmla="*/ 223857 h 876869"/>
                <a:gd name="connsiteX2" fmla="*/ 854339 w 1122721"/>
                <a:gd name="connsiteY2" fmla="*/ 14481 h 876869"/>
                <a:gd name="connsiteX3" fmla="*/ 932734 w 1122721"/>
                <a:gd name="connsiteY3" fmla="*/ 260873 h 876869"/>
                <a:gd name="connsiteX4" fmla="*/ 1122721 w 1122721"/>
                <a:gd name="connsiteY4" fmla="*/ 544248 h 876869"/>
                <a:gd name="connsiteX5" fmla="*/ 1027525 w 1122721"/>
                <a:gd name="connsiteY5" fmla="*/ 855422 h 876869"/>
                <a:gd name="connsiteX6" fmla="*/ 1027192 w 1122721"/>
                <a:gd name="connsiteY6" fmla="*/ 858728 h 876869"/>
                <a:gd name="connsiteX7" fmla="*/ 951478 w 1122721"/>
                <a:gd name="connsiteY7" fmla="*/ 828856 h 876869"/>
                <a:gd name="connsiteX8" fmla="*/ 555260 w 1122721"/>
                <a:gd name="connsiteY8" fmla="*/ 770983 h 876869"/>
                <a:gd name="connsiteX9" fmla="*/ 54162 w 1122721"/>
                <a:gd name="connsiteY9" fmla="*/ 870235 h 876869"/>
                <a:gd name="connsiteX10" fmla="*/ 42716 w 1122721"/>
                <a:gd name="connsiteY10" fmla="*/ 876869 h 876869"/>
                <a:gd name="connsiteX11" fmla="*/ 40554 w 1122721"/>
                <a:gd name="connsiteY11" fmla="*/ 855422 h 876869"/>
                <a:gd name="connsiteX12" fmla="*/ 1355 w 1122721"/>
                <a:gd name="connsiteY12" fmla="*/ 555448 h 876869"/>
                <a:gd name="connsiteX13" fmla="*/ 199163 w 1122721"/>
                <a:gd name="connsiteY13" fmla="*/ 277671 h 876869"/>
                <a:gd name="connsiteX14" fmla="*/ 400143 w 1122721"/>
                <a:gd name="connsiteY14" fmla="*/ 218258 h 876869"/>
                <a:gd name="connsiteX0" fmla="*/ 400143 w 1083522"/>
                <a:gd name="connsiteY0" fmla="*/ 218258 h 876869"/>
                <a:gd name="connsiteX1" fmla="*/ 667938 w 1083522"/>
                <a:gd name="connsiteY1" fmla="*/ 223857 h 876869"/>
                <a:gd name="connsiteX2" fmla="*/ 854339 w 1083522"/>
                <a:gd name="connsiteY2" fmla="*/ 14481 h 876869"/>
                <a:gd name="connsiteX3" fmla="*/ 932734 w 1083522"/>
                <a:gd name="connsiteY3" fmla="*/ 260873 h 876869"/>
                <a:gd name="connsiteX4" fmla="*/ 1083522 w 1083522"/>
                <a:gd name="connsiteY4" fmla="*/ 544248 h 876869"/>
                <a:gd name="connsiteX5" fmla="*/ 1027525 w 1083522"/>
                <a:gd name="connsiteY5" fmla="*/ 855422 h 876869"/>
                <a:gd name="connsiteX6" fmla="*/ 1027192 w 1083522"/>
                <a:gd name="connsiteY6" fmla="*/ 858728 h 876869"/>
                <a:gd name="connsiteX7" fmla="*/ 951478 w 1083522"/>
                <a:gd name="connsiteY7" fmla="*/ 828856 h 876869"/>
                <a:gd name="connsiteX8" fmla="*/ 555260 w 1083522"/>
                <a:gd name="connsiteY8" fmla="*/ 770983 h 876869"/>
                <a:gd name="connsiteX9" fmla="*/ 54162 w 1083522"/>
                <a:gd name="connsiteY9" fmla="*/ 870235 h 876869"/>
                <a:gd name="connsiteX10" fmla="*/ 42716 w 1083522"/>
                <a:gd name="connsiteY10" fmla="*/ 876869 h 876869"/>
                <a:gd name="connsiteX11" fmla="*/ 40554 w 1083522"/>
                <a:gd name="connsiteY11" fmla="*/ 855422 h 876869"/>
                <a:gd name="connsiteX12" fmla="*/ 1355 w 1083522"/>
                <a:gd name="connsiteY12" fmla="*/ 555448 h 876869"/>
                <a:gd name="connsiteX13" fmla="*/ 199163 w 1083522"/>
                <a:gd name="connsiteY13" fmla="*/ 277671 h 876869"/>
                <a:gd name="connsiteX14" fmla="*/ 400143 w 1083522"/>
                <a:gd name="connsiteY14" fmla="*/ 218258 h 876869"/>
                <a:gd name="connsiteX0" fmla="*/ 400143 w 1128320"/>
                <a:gd name="connsiteY0" fmla="*/ 218258 h 876869"/>
                <a:gd name="connsiteX1" fmla="*/ 667938 w 1128320"/>
                <a:gd name="connsiteY1" fmla="*/ 223857 h 876869"/>
                <a:gd name="connsiteX2" fmla="*/ 854339 w 1128320"/>
                <a:gd name="connsiteY2" fmla="*/ 14481 h 876869"/>
                <a:gd name="connsiteX3" fmla="*/ 932734 w 1128320"/>
                <a:gd name="connsiteY3" fmla="*/ 260873 h 876869"/>
                <a:gd name="connsiteX4" fmla="*/ 1128320 w 1128320"/>
                <a:gd name="connsiteY4" fmla="*/ 533049 h 876869"/>
                <a:gd name="connsiteX5" fmla="*/ 1027525 w 1128320"/>
                <a:gd name="connsiteY5" fmla="*/ 855422 h 876869"/>
                <a:gd name="connsiteX6" fmla="*/ 1027192 w 1128320"/>
                <a:gd name="connsiteY6" fmla="*/ 858728 h 876869"/>
                <a:gd name="connsiteX7" fmla="*/ 951478 w 1128320"/>
                <a:gd name="connsiteY7" fmla="*/ 828856 h 876869"/>
                <a:gd name="connsiteX8" fmla="*/ 555260 w 1128320"/>
                <a:gd name="connsiteY8" fmla="*/ 770983 h 876869"/>
                <a:gd name="connsiteX9" fmla="*/ 54162 w 1128320"/>
                <a:gd name="connsiteY9" fmla="*/ 870235 h 876869"/>
                <a:gd name="connsiteX10" fmla="*/ 42716 w 1128320"/>
                <a:gd name="connsiteY10" fmla="*/ 876869 h 876869"/>
                <a:gd name="connsiteX11" fmla="*/ 40554 w 1128320"/>
                <a:gd name="connsiteY11" fmla="*/ 855422 h 876869"/>
                <a:gd name="connsiteX12" fmla="*/ 1355 w 1128320"/>
                <a:gd name="connsiteY12" fmla="*/ 555448 h 876869"/>
                <a:gd name="connsiteX13" fmla="*/ 199163 w 1128320"/>
                <a:gd name="connsiteY13" fmla="*/ 277671 h 876869"/>
                <a:gd name="connsiteX14" fmla="*/ 400143 w 1128320"/>
                <a:gd name="connsiteY14" fmla="*/ 218258 h 876869"/>
                <a:gd name="connsiteX0" fmla="*/ 400143 w 1128795"/>
                <a:gd name="connsiteY0" fmla="*/ 218258 h 876869"/>
                <a:gd name="connsiteX1" fmla="*/ 667938 w 1128795"/>
                <a:gd name="connsiteY1" fmla="*/ 223857 h 876869"/>
                <a:gd name="connsiteX2" fmla="*/ 854339 w 1128795"/>
                <a:gd name="connsiteY2" fmla="*/ 14481 h 876869"/>
                <a:gd name="connsiteX3" fmla="*/ 932734 w 1128795"/>
                <a:gd name="connsiteY3" fmla="*/ 260873 h 876869"/>
                <a:gd name="connsiteX4" fmla="*/ 1128320 w 1128795"/>
                <a:gd name="connsiteY4" fmla="*/ 533049 h 876869"/>
                <a:gd name="connsiteX5" fmla="*/ 1027525 w 1128795"/>
                <a:gd name="connsiteY5" fmla="*/ 855422 h 876869"/>
                <a:gd name="connsiteX6" fmla="*/ 1027192 w 1128795"/>
                <a:gd name="connsiteY6" fmla="*/ 858728 h 876869"/>
                <a:gd name="connsiteX7" fmla="*/ 951478 w 1128795"/>
                <a:gd name="connsiteY7" fmla="*/ 828856 h 876869"/>
                <a:gd name="connsiteX8" fmla="*/ 555260 w 1128795"/>
                <a:gd name="connsiteY8" fmla="*/ 770983 h 876869"/>
                <a:gd name="connsiteX9" fmla="*/ 54162 w 1128795"/>
                <a:gd name="connsiteY9" fmla="*/ 870235 h 876869"/>
                <a:gd name="connsiteX10" fmla="*/ 42716 w 1128795"/>
                <a:gd name="connsiteY10" fmla="*/ 876869 h 876869"/>
                <a:gd name="connsiteX11" fmla="*/ 40554 w 1128795"/>
                <a:gd name="connsiteY11" fmla="*/ 855422 h 876869"/>
                <a:gd name="connsiteX12" fmla="*/ 1355 w 1128795"/>
                <a:gd name="connsiteY12" fmla="*/ 555448 h 876869"/>
                <a:gd name="connsiteX13" fmla="*/ 199163 w 1128795"/>
                <a:gd name="connsiteY13" fmla="*/ 277671 h 876869"/>
                <a:gd name="connsiteX14" fmla="*/ 400143 w 1128795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28847" h="876869">
                  <a:moveTo>
                    <a:pt x="400143" y="218258"/>
                  </a:moveTo>
                  <a:cubicBezTo>
                    <a:pt x="562205" y="24130"/>
                    <a:pt x="472274" y="-102794"/>
                    <a:pt x="667938" y="223857"/>
                  </a:cubicBezTo>
                  <a:cubicBezTo>
                    <a:pt x="718438" y="234693"/>
                    <a:pt x="762675" y="-68783"/>
                    <a:pt x="854339" y="14481"/>
                  </a:cubicBezTo>
                  <a:cubicBezTo>
                    <a:pt x="923671" y="43983"/>
                    <a:pt x="888004" y="172579"/>
                    <a:pt x="932734" y="260873"/>
                  </a:cubicBezTo>
                  <a:cubicBezTo>
                    <a:pt x="994264" y="309968"/>
                    <a:pt x="1138655" y="343429"/>
                    <a:pt x="1128320" y="533049"/>
                  </a:cubicBezTo>
                  <a:lnTo>
                    <a:pt x="1027525" y="855422"/>
                  </a:lnTo>
                  <a:lnTo>
                    <a:pt x="1027192" y="858728"/>
                  </a:lnTo>
                  <a:lnTo>
                    <a:pt x="951478" y="828856"/>
                  </a:lnTo>
                  <a:cubicBezTo>
                    <a:pt x="838376" y="792318"/>
                    <a:pt x="702028" y="770983"/>
                    <a:pt x="555260" y="770983"/>
                  </a:cubicBezTo>
                  <a:cubicBezTo>
                    <a:pt x="359569" y="770983"/>
                    <a:pt x="182404" y="808912"/>
                    <a:pt x="54162" y="870235"/>
                  </a:cubicBezTo>
                  <a:lnTo>
                    <a:pt x="42716" y="876869"/>
                  </a:lnTo>
                  <a:lnTo>
                    <a:pt x="40554" y="855422"/>
                  </a:lnTo>
                  <a:lnTo>
                    <a:pt x="1355" y="555448"/>
                  </a:lnTo>
                  <a:cubicBezTo>
                    <a:pt x="-16075" y="377028"/>
                    <a:pt x="139232" y="327336"/>
                    <a:pt x="199163" y="277671"/>
                  </a:cubicBezTo>
                  <a:cubicBezTo>
                    <a:pt x="191896" y="-208776"/>
                    <a:pt x="311746" y="189895"/>
                    <a:pt x="400143" y="218258"/>
                  </a:cubicBezTo>
                  <a:close/>
                </a:path>
              </a:pathLst>
            </a:custGeom>
            <a:solidFill>
              <a:srgbClr val="E6D2C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471F5CC-2240-F607-FDCD-26EE0279BF07}"/>
                </a:ext>
              </a:extLst>
            </p:cNvPr>
            <p:cNvGrpSpPr/>
            <p:nvPr/>
          </p:nvGrpSpPr>
          <p:grpSpPr>
            <a:xfrm>
              <a:off x="5968394" y="4156286"/>
              <a:ext cx="822167" cy="1776803"/>
              <a:chOff x="10339830" y="4729857"/>
              <a:chExt cx="318645" cy="688631"/>
            </a:xfrm>
          </p:grpSpPr>
          <p:sp>
            <p:nvSpPr>
              <p:cNvPr id="48" name="Rectangle: Rounded Corners 236">
                <a:extLst>
                  <a:ext uri="{FF2B5EF4-FFF2-40B4-BE49-F238E27FC236}">
                    <a16:creationId xmlns:a16="http://schemas.microsoft.com/office/drawing/2014/main" id="{55DDF665-6D80-8DB5-F252-D388BB5A4A34}"/>
                  </a:ext>
                </a:extLst>
              </p:cNvPr>
              <p:cNvSpPr/>
              <p:nvPr/>
            </p:nvSpPr>
            <p:spPr>
              <a:xfrm>
                <a:off x="10339830" y="4729857"/>
                <a:ext cx="318645" cy="681037"/>
              </a:xfrm>
              <a:custGeom>
                <a:avLst/>
                <a:gdLst>
                  <a:gd name="connsiteX0" fmla="*/ 0 w 281957"/>
                  <a:gd name="connsiteY0" fmla="*/ 113668 h 681037"/>
                  <a:gd name="connsiteX1" fmla="*/ 113668 w 281957"/>
                  <a:gd name="connsiteY1" fmla="*/ 0 h 681037"/>
                  <a:gd name="connsiteX2" fmla="*/ 168289 w 281957"/>
                  <a:gd name="connsiteY2" fmla="*/ 0 h 681037"/>
                  <a:gd name="connsiteX3" fmla="*/ 281957 w 281957"/>
                  <a:gd name="connsiteY3" fmla="*/ 113668 h 681037"/>
                  <a:gd name="connsiteX4" fmla="*/ 281957 w 281957"/>
                  <a:gd name="connsiteY4" fmla="*/ 567369 h 681037"/>
                  <a:gd name="connsiteX5" fmla="*/ 168289 w 281957"/>
                  <a:gd name="connsiteY5" fmla="*/ 681037 h 681037"/>
                  <a:gd name="connsiteX6" fmla="*/ 113668 w 281957"/>
                  <a:gd name="connsiteY6" fmla="*/ 681037 h 681037"/>
                  <a:gd name="connsiteX7" fmla="*/ 0 w 281957"/>
                  <a:gd name="connsiteY7" fmla="*/ 567369 h 681037"/>
                  <a:gd name="connsiteX8" fmla="*/ 0 w 281957"/>
                  <a:gd name="connsiteY8" fmla="*/ 113668 h 681037"/>
                  <a:gd name="connsiteX0" fmla="*/ 25400 w 307357"/>
                  <a:gd name="connsiteY0" fmla="*/ 113668 h 681037"/>
                  <a:gd name="connsiteX1" fmla="*/ 139068 w 307357"/>
                  <a:gd name="connsiteY1" fmla="*/ 0 h 681037"/>
                  <a:gd name="connsiteX2" fmla="*/ 193689 w 307357"/>
                  <a:gd name="connsiteY2" fmla="*/ 0 h 681037"/>
                  <a:gd name="connsiteX3" fmla="*/ 307357 w 307357"/>
                  <a:gd name="connsiteY3" fmla="*/ 113668 h 681037"/>
                  <a:gd name="connsiteX4" fmla="*/ 307357 w 307357"/>
                  <a:gd name="connsiteY4" fmla="*/ 567369 h 681037"/>
                  <a:gd name="connsiteX5" fmla="*/ 193689 w 307357"/>
                  <a:gd name="connsiteY5" fmla="*/ 681037 h 681037"/>
                  <a:gd name="connsiteX6" fmla="*/ 139068 w 307357"/>
                  <a:gd name="connsiteY6" fmla="*/ 681037 h 681037"/>
                  <a:gd name="connsiteX7" fmla="*/ 25400 w 307357"/>
                  <a:gd name="connsiteY7" fmla="*/ 567369 h 681037"/>
                  <a:gd name="connsiteX8" fmla="*/ 25400 w 307357"/>
                  <a:gd name="connsiteY8" fmla="*/ 113668 h 681037"/>
                  <a:gd name="connsiteX0" fmla="*/ 36688 w 318645"/>
                  <a:gd name="connsiteY0" fmla="*/ 113668 h 681037"/>
                  <a:gd name="connsiteX1" fmla="*/ 150356 w 318645"/>
                  <a:gd name="connsiteY1" fmla="*/ 0 h 681037"/>
                  <a:gd name="connsiteX2" fmla="*/ 204977 w 318645"/>
                  <a:gd name="connsiteY2" fmla="*/ 0 h 681037"/>
                  <a:gd name="connsiteX3" fmla="*/ 318645 w 318645"/>
                  <a:gd name="connsiteY3" fmla="*/ 113668 h 681037"/>
                  <a:gd name="connsiteX4" fmla="*/ 318645 w 318645"/>
                  <a:gd name="connsiteY4" fmla="*/ 567369 h 681037"/>
                  <a:gd name="connsiteX5" fmla="*/ 204977 w 318645"/>
                  <a:gd name="connsiteY5" fmla="*/ 681037 h 681037"/>
                  <a:gd name="connsiteX6" fmla="*/ 150356 w 318645"/>
                  <a:gd name="connsiteY6" fmla="*/ 681037 h 681037"/>
                  <a:gd name="connsiteX7" fmla="*/ 36688 w 318645"/>
                  <a:gd name="connsiteY7" fmla="*/ 567369 h 681037"/>
                  <a:gd name="connsiteX8" fmla="*/ 36688 w 318645"/>
                  <a:gd name="connsiteY8" fmla="*/ 113668 h 68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8645" h="681037">
                    <a:moveTo>
                      <a:pt x="36688" y="113668"/>
                    </a:moveTo>
                    <a:cubicBezTo>
                      <a:pt x="36688" y="50891"/>
                      <a:pt x="87579" y="0"/>
                      <a:pt x="150356" y="0"/>
                    </a:cubicBezTo>
                    <a:lnTo>
                      <a:pt x="204977" y="0"/>
                    </a:lnTo>
                    <a:cubicBezTo>
                      <a:pt x="267754" y="0"/>
                      <a:pt x="318645" y="50891"/>
                      <a:pt x="318645" y="113668"/>
                    </a:cubicBezTo>
                    <a:lnTo>
                      <a:pt x="318645" y="567369"/>
                    </a:lnTo>
                    <a:cubicBezTo>
                      <a:pt x="318645" y="630146"/>
                      <a:pt x="267754" y="681037"/>
                      <a:pt x="204977" y="681037"/>
                    </a:cubicBezTo>
                    <a:lnTo>
                      <a:pt x="150356" y="681037"/>
                    </a:lnTo>
                    <a:cubicBezTo>
                      <a:pt x="87579" y="681037"/>
                      <a:pt x="36688" y="630146"/>
                      <a:pt x="36688" y="567369"/>
                    </a:cubicBezTo>
                    <a:cubicBezTo>
                      <a:pt x="36688" y="416135"/>
                      <a:pt x="-45862" y="366502"/>
                      <a:pt x="36688" y="1136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C9F3A17-505B-8FB6-AAEB-3CF47AE9224D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815317B-B005-9042-6CFA-CEA57CD6A951}"/>
                </a:ext>
              </a:extLst>
            </p:cNvPr>
            <p:cNvGrpSpPr/>
            <p:nvPr/>
          </p:nvGrpSpPr>
          <p:grpSpPr>
            <a:xfrm>
              <a:off x="6626473" y="3280013"/>
              <a:ext cx="1069925" cy="2635758"/>
              <a:chOff x="10325719" y="4581635"/>
              <a:chExt cx="414668" cy="836853"/>
            </a:xfrm>
          </p:grpSpPr>
          <p:sp>
            <p:nvSpPr>
              <p:cNvPr id="46" name="Rectangle: Rounded Corners 239">
                <a:extLst>
                  <a:ext uri="{FF2B5EF4-FFF2-40B4-BE49-F238E27FC236}">
                    <a16:creationId xmlns:a16="http://schemas.microsoft.com/office/drawing/2014/main" id="{D4796FE8-C8F3-6DAD-9B4C-C0A863254AF3}"/>
                  </a:ext>
                </a:extLst>
              </p:cNvPr>
              <p:cNvSpPr/>
              <p:nvPr/>
            </p:nvSpPr>
            <p:spPr>
              <a:xfrm>
                <a:off x="10325719" y="4581635"/>
                <a:ext cx="414668" cy="829258"/>
              </a:xfrm>
              <a:custGeom>
                <a:avLst/>
                <a:gdLst>
                  <a:gd name="connsiteX0" fmla="*/ 0 w 281957"/>
                  <a:gd name="connsiteY0" fmla="*/ 113668 h 831331"/>
                  <a:gd name="connsiteX1" fmla="*/ 113668 w 281957"/>
                  <a:gd name="connsiteY1" fmla="*/ 0 h 831331"/>
                  <a:gd name="connsiteX2" fmla="*/ 168289 w 281957"/>
                  <a:gd name="connsiteY2" fmla="*/ 0 h 831331"/>
                  <a:gd name="connsiteX3" fmla="*/ 281957 w 281957"/>
                  <a:gd name="connsiteY3" fmla="*/ 113668 h 831331"/>
                  <a:gd name="connsiteX4" fmla="*/ 281957 w 281957"/>
                  <a:gd name="connsiteY4" fmla="*/ 717663 h 831331"/>
                  <a:gd name="connsiteX5" fmla="*/ 168289 w 281957"/>
                  <a:gd name="connsiteY5" fmla="*/ 831331 h 831331"/>
                  <a:gd name="connsiteX6" fmla="*/ 113668 w 281957"/>
                  <a:gd name="connsiteY6" fmla="*/ 831331 h 831331"/>
                  <a:gd name="connsiteX7" fmla="*/ 0 w 281957"/>
                  <a:gd name="connsiteY7" fmla="*/ 717663 h 831331"/>
                  <a:gd name="connsiteX8" fmla="*/ 0 w 281957"/>
                  <a:gd name="connsiteY8" fmla="*/ 113668 h 831331"/>
                  <a:gd name="connsiteX0" fmla="*/ 50800 w 332757"/>
                  <a:gd name="connsiteY0" fmla="*/ 113668 h 831331"/>
                  <a:gd name="connsiteX1" fmla="*/ 164468 w 332757"/>
                  <a:gd name="connsiteY1" fmla="*/ 0 h 831331"/>
                  <a:gd name="connsiteX2" fmla="*/ 219089 w 332757"/>
                  <a:gd name="connsiteY2" fmla="*/ 0 h 831331"/>
                  <a:gd name="connsiteX3" fmla="*/ 332757 w 332757"/>
                  <a:gd name="connsiteY3" fmla="*/ 113668 h 831331"/>
                  <a:gd name="connsiteX4" fmla="*/ 332757 w 332757"/>
                  <a:gd name="connsiteY4" fmla="*/ 717663 h 831331"/>
                  <a:gd name="connsiteX5" fmla="*/ 219089 w 332757"/>
                  <a:gd name="connsiteY5" fmla="*/ 831331 h 831331"/>
                  <a:gd name="connsiteX6" fmla="*/ 164468 w 332757"/>
                  <a:gd name="connsiteY6" fmla="*/ 831331 h 831331"/>
                  <a:gd name="connsiteX7" fmla="*/ 50800 w 332757"/>
                  <a:gd name="connsiteY7" fmla="*/ 717663 h 831331"/>
                  <a:gd name="connsiteX8" fmla="*/ 50800 w 332757"/>
                  <a:gd name="connsiteY8" fmla="*/ 113668 h 831331"/>
                  <a:gd name="connsiteX0" fmla="*/ 50800 w 332757"/>
                  <a:gd name="connsiteY0" fmla="*/ 253997 h 971660"/>
                  <a:gd name="connsiteX1" fmla="*/ 164468 w 332757"/>
                  <a:gd name="connsiteY1" fmla="*/ 140329 h 971660"/>
                  <a:gd name="connsiteX2" fmla="*/ 219089 w 332757"/>
                  <a:gd name="connsiteY2" fmla="*/ 140329 h 971660"/>
                  <a:gd name="connsiteX3" fmla="*/ 320057 w 332757"/>
                  <a:gd name="connsiteY3" fmla="*/ 12697 h 971660"/>
                  <a:gd name="connsiteX4" fmla="*/ 332757 w 332757"/>
                  <a:gd name="connsiteY4" fmla="*/ 857992 h 971660"/>
                  <a:gd name="connsiteX5" fmla="*/ 219089 w 332757"/>
                  <a:gd name="connsiteY5" fmla="*/ 971660 h 971660"/>
                  <a:gd name="connsiteX6" fmla="*/ 164468 w 332757"/>
                  <a:gd name="connsiteY6" fmla="*/ 971660 h 971660"/>
                  <a:gd name="connsiteX7" fmla="*/ 50800 w 332757"/>
                  <a:gd name="connsiteY7" fmla="*/ 857992 h 971660"/>
                  <a:gd name="connsiteX8" fmla="*/ 50800 w 332757"/>
                  <a:gd name="connsiteY8" fmla="*/ 253997 h 971660"/>
                  <a:gd name="connsiteX0" fmla="*/ 50800 w 414668"/>
                  <a:gd name="connsiteY0" fmla="*/ 294600 h 1012263"/>
                  <a:gd name="connsiteX1" fmla="*/ 164468 w 414668"/>
                  <a:gd name="connsiteY1" fmla="*/ 180932 h 1012263"/>
                  <a:gd name="connsiteX2" fmla="*/ 219089 w 414668"/>
                  <a:gd name="connsiteY2" fmla="*/ 180932 h 1012263"/>
                  <a:gd name="connsiteX3" fmla="*/ 320057 w 414668"/>
                  <a:gd name="connsiteY3" fmla="*/ 53300 h 1012263"/>
                  <a:gd name="connsiteX4" fmla="*/ 332757 w 414668"/>
                  <a:gd name="connsiteY4" fmla="*/ 898595 h 1012263"/>
                  <a:gd name="connsiteX5" fmla="*/ 219089 w 414668"/>
                  <a:gd name="connsiteY5" fmla="*/ 1012263 h 1012263"/>
                  <a:gd name="connsiteX6" fmla="*/ 164468 w 414668"/>
                  <a:gd name="connsiteY6" fmla="*/ 1012263 h 1012263"/>
                  <a:gd name="connsiteX7" fmla="*/ 50800 w 414668"/>
                  <a:gd name="connsiteY7" fmla="*/ 898595 h 1012263"/>
                  <a:gd name="connsiteX8" fmla="*/ 50800 w 414668"/>
                  <a:gd name="connsiteY8" fmla="*/ 294600 h 101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4668" h="1012263">
                    <a:moveTo>
                      <a:pt x="50800" y="294600"/>
                    </a:moveTo>
                    <a:cubicBezTo>
                      <a:pt x="50800" y="231823"/>
                      <a:pt x="101691" y="180932"/>
                      <a:pt x="164468" y="180932"/>
                    </a:cubicBezTo>
                    <a:lnTo>
                      <a:pt x="219089" y="180932"/>
                    </a:lnTo>
                    <a:cubicBezTo>
                      <a:pt x="281866" y="180932"/>
                      <a:pt x="320057" y="-9477"/>
                      <a:pt x="320057" y="53300"/>
                    </a:cubicBezTo>
                    <a:cubicBezTo>
                      <a:pt x="527490" y="-217385"/>
                      <a:pt x="328524" y="616830"/>
                      <a:pt x="332757" y="898595"/>
                    </a:cubicBezTo>
                    <a:cubicBezTo>
                      <a:pt x="332757" y="961372"/>
                      <a:pt x="281866" y="1012263"/>
                      <a:pt x="219089" y="1012263"/>
                    </a:cubicBezTo>
                    <a:lnTo>
                      <a:pt x="164468" y="1012263"/>
                    </a:lnTo>
                    <a:cubicBezTo>
                      <a:pt x="101691" y="1012263"/>
                      <a:pt x="50800" y="961372"/>
                      <a:pt x="50800" y="898595"/>
                    </a:cubicBezTo>
                    <a:cubicBezTo>
                      <a:pt x="50800" y="697263"/>
                      <a:pt x="-63500" y="540382"/>
                      <a:pt x="50800" y="29460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EBFCB3-0D71-2E27-84CE-9D1E1FD20229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65A097-9FC8-D6E3-DF11-1786020A3CC3}"/>
                </a:ext>
              </a:extLst>
            </p:cNvPr>
            <p:cNvGrpSpPr/>
            <p:nvPr/>
          </p:nvGrpSpPr>
          <p:grpSpPr>
            <a:xfrm>
              <a:off x="6926873" y="2106418"/>
              <a:ext cx="1635104" cy="2427586"/>
              <a:chOff x="11806238" y="3955305"/>
              <a:chExt cx="633713" cy="940853"/>
            </a:xfrm>
          </p:grpSpPr>
          <p:sp>
            <p:nvSpPr>
              <p:cNvPr id="44" name="Rectangle 20">
                <a:extLst>
                  <a:ext uri="{FF2B5EF4-FFF2-40B4-BE49-F238E27FC236}">
                    <a16:creationId xmlns:a16="http://schemas.microsoft.com/office/drawing/2014/main" id="{9F3B44CA-6A9C-AD99-60C9-BA1BF16A9075}"/>
                  </a:ext>
                </a:extLst>
              </p:cNvPr>
              <p:cNvSpPr/>
              <p:nvPr/>
            </p:nvSpPr>
            <p:spPr>
              <a:xfrm>
                <a:off x="11806238" y="3955305"/>
                <a:ext cx="550740" cy="616696"/>
              </a:xfrm>
              <a:custGeom>
                <a:avLst/>
                <a:gdLst>
                  <a:gd name="connsiteX0" fmla="*/ 0 w 114300"/>
                  <a:gd name="connsiteY0" fmla="*/ 0 h 52388"/>
                  <a:gd name="connsiteX1" fmla="*/ 114300 w 114300"/>
                  <a:gd name="connsiteY1" fmla="*/ 0 h 52388"/>
                  <a:gd name="connsiteX2" fmla="*/ 114300 w 114300"/>
                  <a:gd name="connsiteY2" fmla="*/ 52388 h 52388"/>
                  <a:gd name="connsiteX3" fmla="*/ 0 w 114300"/>
                  <a:gd name="connsiteY3" fmla="*/ 52388 h 52388"/>
                  <a:gd name="connsiteX4" fmla="*/ 0 w 114300"/>
                  <a:gd name="connsiteY4" fmla="*/ 0 h 52388"/>
                  <a:gd name="connsiteX0" fmla="*/ 0 w 542925"/>
                  <a:gd name="connsiteY0" fmla="*/ 0 h 590550"/>
                  <a:gd name="connsiteX1" fmla="*/ 542925 w 542925"/>
                  <a:gd name="connsiteY1" fmla="*/ 590550 h 590550"/>
                  <a:gd name="connsiteX2" fmla="*/ 114300 w 542925"/>
                  <a:gd name="connsiteY2" fmla="*/ 52388 h 590550"/>
                  <a:gd name="connsiteX3" fmla="*/ 0 w 542925"/>
                  <a:gd name="connsiteY3" fmla="*/ 52388 h 590550"/>
                  <a:gd name="connsiteX4" fmla="*/ 0 w 542925"/>
                  <a:gd name="connsiteY4" fmla="*/ 0 h 590550"/>
                  <a:gd name="connsiteX0" fmla="*/ 0 w 554461"/>
                  <a:gd name="connsiteY0" fmla="*/ 0 h 590550"/>
                  <a:gd name="connsiteX1" fmla="*/ 542925 w 554461"/>
                  <a:gd name="connsiteY1" fmla="*/ 590550 h 590550"/>
                  <a:gd name="connsiteX2" fmla="*/ 114300 w 554461"/>
                  <a:gd name="connsiteY2" fmla="*/ 52388 h 590550"/>
                  <a:gd name="connsiteX3" fmla="*/ 0 w 554461"/>
                  <a:gd name="connsiteY3" fmla="*/ 52388 h 590550"/>
                  <a:gd name="connsiteX4" fmla="*/ 0 w 554461"/>
                  <a:gd name="connsiteY4" fmla="*/ 0 h 590550"/>
                  <a:gd name="connsiteX0" fmla="*/ 0 w 550740"/>
                  <a:gd name="connsiteY0" fmla="*/ 7095 h 597645"/>
                  <a:gd name="connsiteX1" fmla="*/ 542925 w 550740"/>
                  <a:gd name="connsiteY1" fmla="*/ 597645 h 597645"/>
                  <a:gd name="connsiteX2" fmla="*/ 114300 w 550740"/>
                  <a:gd name="connsiteY2" fmla="*/ 59483 h 597645"/>
                  <a:gd name="connsiteX3" fmla="*/ 0 w 550740"/>
                  <a:gd name="connsiteY3" fmla="*/ 59483 h 597645"/>
                  <a:gd name="connsiteX4" fmla="*/ 0 w 550740"/>
                  <a:gd name="connsiteY4" fmla="*/ 7095 h 597645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42912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42912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0740" h="616696">
                    <a:moveTo>
                      <a:pt x="0" y="7095"/>
                    </a:moveTo>
                    <a:cubicBezTo>
                      <a:pt x="153987" y="176958"/>
                      <a:pt x="508000" y="8683"/>
                      <a:pt x="442912" y="616696"/>
                    </a:cubicBezTo>
                    <a:lnTo>
                      <a:pt x="542925" y="597645"/>
                    </a:lnTo>
                    <a:cubicBezTo>
                      <a:pt x="623887" y="-167530"/>
                      <a:pt x="47625" y="-4017"/>
                      <a:pt x="114300" y="59483"/>
                    </a:cubicBezTo>
                    <a:lnTo>
                      <a:pt x="0" y="59483"/>
                    </a:lnTo>
                    <a:lnTo>
                      <a:pt x="0" y="7095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Rectangle 23">
                <a:extLst>
                  <a:ext uri="{FF2B5EF4-FFF2-40B4-BE49-F238E27FC236}">
                    <a16:creationId xmlns:a16="http://schemas.microsoft.com/office/drawing/2014/main" id="{4BC9DFF4-F74E-F5A7-76FE-9C26F63D2E79}"/>
                  </a:ext>
                </a:extLst>
              </p:cNvPr>
              <p:cNvSpPr/>
              <p:nvPr/>
            </p:nvSpPr>
            <p:spPr>
              <a:xfrm>
                <a:off x="12169719" y="4510090"/>
                <a:ext cx="270232" cy="386068"/>
              </a:xfrm>
              <a:custGeom>
                <a:avLst/>
                <a:gdLst>
                  <a:gd name="connsiteX0" fmla="*/ 0 w 126878"/>
                  <a:gd name="connsiteY0" fmla="*/ 0 h 219769"/>
                  <a:gd name="connsiteX1" fmla="*/ 126878 w 126878"/>
                  <a:gd name="connsiteY1" fmla="*/ 0 h 219769"/>
                  <a:gd name="connsiteX2" fmla="*/ 126878 w 126878"/>
                  <a:gd name="connsiteY2" fmla="*/ 219769 h 219769"/>
                  <a:gd name="connsiteX3" fmla="*/ 0 w 126878"/>
                  <a:gd name="connsiteY3" fmla="*/ 219769 h 219769"/>
                  <a:gd name="connsiteX4" fmla="*/ 0 w 126878"/>
                  <a:gd name="connsiteY4" fmla="*/ 0 h 219769"/>
                  <a:gd name="connsiteX0" fmla="*/ 19050 w 145928"/>
                  <a:gd name="connsiteY0" fmla="*/ 0 h 324544"/>
                  <a:gd name="connsiteX1" fmla="*/ 145928 w 145928"/>
                  <a:gd name="connsiteY1" fmla="*/ 0 h 324544"/>
                  <a:gd name="connsiteX2" fmla="*/ 145928 w 145928"/>
                  <a:gd name="connsiteY2" fmla="*/ 219769 h 324544"/>
                  <a:gd name="connsiteX3" fmla="*/ 0 w 145928"/>
                  <a:gd name="connsiteY3" fmla="*/ 324544 h 324544"/>
                  <a:gd name="connsiteX4" fmla="*/ 19050 w 145928"/>
                  <a:gd name="connsiteY4" fmla="*/ 0 h 324544"/>
                  <a:gd name="connsiteX0" fmla="*/ 19050 w 198316"/>
                  <a:gd name="connsiteY0" fmla="*/ 0 h 329307"/>
                  <a:gd name="connsiteX1" fmla="*/ 145928 w 198316"/>
                  <a:gd name="connsiteY1" fmla="*/ 0 h 329307"/>
                  <a:gd name="connsiteX2" fmla="*/ 198316 w 198316"/>
                  <a:gd name="connsiteY2" fmla="*/ 329307 h 329307"/>
                  <a:gd name="connsiteX3" fmla="*/ 0 w 198316"/>
                  <a:gd name="connsiteY3" fmla="*/ 324544 h 329307"/>
                  <a:gd name="connsiteX4" fmla="*/ 19050 w 198316"/>
                  <a:gd name="connsiteY4" fmla="*/ 0 h 329307"/>
                  <a:gd name="connsiteX0" fmla="*/ 19050 w 198316"/>
                  <a:gd name="connsiteY0" fmla="*/ 0 h 329307"/>
                  <a:gd name="connsiteX1" fmla="*/ 145928 w 198316"/>
                  <a:gd name="connsiteY1" fmla="*/ 0 h 329307"/>
                  <a:gd name="connsiteX2" fmla="*/ 198316 w 198316"/>
                  <a:gd name="connsiteY2" fmla="*/ 329307 h 329307"/>
                  <a:gd name="connsiteX3" fmla="*/ 52388 w 198316"/>
                  <a:gd name="connsiteY3" fmla="*/ 261936 h 329307"/>
                  <a:gd name="connsiteX4" fmla="*/ 0 w 198316"/>
                  <a:gd name="connsiteY4" fmla="*/ 324544 h 329307"/>
                  <a:gd name="connsiteX5" fmla="*/ 19050 w 198316"/>
                  <a:gd name="connsiteY5" fmla="*/ 0 h 329307"/>
                  <a:gd name="connsiteX0" fmla="*/ 19050 w 198316"/>
                  <a:gd name="connsiteY0" fmla="*/ 0 h 342868"/>
                  <a:gd name="connsiteX1" fmla="*/ 145928 w 198316"/>
                  <a:gd name="connsiteY1" fmla="*/ 0 h 342868"/>
                  <a:gd name="connsiteX2" fmla="*/ 198316 w 198316"/>
                  <a:gd name="connsiteY2" fmla="*/ 329307 h 342868"/>
                  <a:gd name="connsiteX3" fmla="*/ 135731 w 198316"/>
                  <a:gd name="connsiteY3" fmla="*/ 269080 h 342868"/>
                  <a:gd name="connsiteX4" fmla="*/ 52388 w 198316"/>
                  <a:gd name="connsiteY4" fmla="*/ 261936 h 342868"/>
                  <a:gd name="connsiteX5" fmla="*/ 0 w 198316"/>
                  <a:gd name="connsiteY5" fmla="*/ 324544 h 342868"/>
                  <a:gd name="connsiteX6" fmla="*/ 19050 w 198316"/>
                  <a:gd name="connsiteY6" fmla="*/ 0 h 342868"/>
                  <a:gd name="connsiteX0" fmla="*/ 19050 w 198316"/>
                  <a:gd name="connsiteY0" fmla="*/ 0 h 369092"/>
                  <a:gd name="connsiteX1" fmla="*/ 145928 w 198316"/>
                  <a:gd name="connsiteY1" fmla="*/ 0 h 369092"/>
                  <a:gd name="connsiteX2" fmla="*/ 198316 w 198316"/>
                  <a:gd name="connsiteY2" fmla="*/ 329307 h 369092"/>
                  <a:gd name="connsiteX3" fmla="*/ 135731 w 198316"/>
                  <a:gd name="connsiteY3" fmla="*/ 269080 h 369092"/>
                  <a:gd name="connsiteX4" fmla="*/ 52388 w 198316"/>
                  <a:gd name="connsiteY4" fmla="*/ 261936 h 369092"/>
                  <a:gd name="connsiteX5" fmla="*/ 0 w 198316"/>
                  <a:gd name="connsiteY5" fmla="*/ 324544 h 369092"/>
                  <a:gd name="connsiteX6" fmla="*/ 19050 w 198316"/>
                  <a:gd name="connsiteY6" fmla="*/ 0 h 369092"/>
                  <a:gd name="connsiteX0" fmla="*/ 19050 w 198316"/>
                  <a:gd name="connsiteY0" fmla="*/ 0 h 386068"/>
                  <a:gd name="connsiteX1" fmla="*/ 145928 w 198316"/>
                  <a:gd name="connsiteY1" fmla="*/ 0 h 386068"/>
                  <a:gd name="connsiteX2" fmla="*/ 198316 w 198316"/>
                  <a:gd name="connsiteY2" fmla="*/ 329307 h 386068"/>
                  <a:gd name="connsiteX3" fmla="*/ 135731 w 198316"/>
                  <a:gd name="connsiteY3" fmla="*/ 269080 h 386068"/>
                  <a:gd name="connsiteX4" fmla="*/ 52388 w 198316"/>
                  <a:gd name="connsiteY4" fmla="*/ 261936 h 386068"/>
                  <a:gd name="connsiteX5" fmla="*/ 0 w 198316"/>
                  <a:gd name="connsiteY5" fmla="*/ 324544 h 386068"/>
                  <a:gd name="connsiteX6" fmla="*/ 19050 w 198316"/>
                  <a:gd name="connsiteY6" fmla="*/ 0 h 386068"/>
                  <a:gd name="connsiteX0" fmla="*/ 51140 w 230406"/>
                  <a:gd name="connsiteY0" fmla="*/ 0 h 386068"/>
                  <a:gd name="connsiteX1" fmla="*/ 178018 w 230406"/>
                  <a:gd name="connsiteY1" fmla="*/ 0 h 386068"/>
                  <a:gd name="connsiteX2" fmla="*/ 230406 w 230406"/>
                  <a:gd name="connsiteY2" fmla="*/ 329307 h 386068"/>
                  <a:gd name="connsiteX3" fmla="*/ 167821 w 230406"/>
                  <a:gd name="connsiteY3" fmla="*/ 269080 h 386068"/>
                  <a:gd name="connsiteX4" fmla="*/ 84478 w 230406"/>
                  <a:gd name="connsiteY4" fmla="*/ 261936 h 386068"/>
                  <a:gd name="connsiteX5" fmla="*/ 32090 w 230406"/>
                  <a:gd name="connsiteY5" fmla="*/ 324544 h 386068"/>
                  <a:gd name="connsiteX6" fmla="*/ 51140 w 230406"/>
                  <a:gd name="connsiteY6" fmla="*/ 0 h 386068"/>
                  <a:gd name="connsiteX0" fmla="*/ 67123 w 246389"/>
                  <a:gd name="connsiteY0" fmla="*/ 0 h 386068"/>
                  <a:gd name="connsiteX1" fmla="*/ 194001 w 246389"/>
                  <a:gd name="connsiteY1" fmla="*/ 0 h 386068"/>
                  <a:gd name="connsiteX2" fmla="*/ 246389 w 246389"/>
                  <a:gd name="connsiteY2" fmla="*/ 329307 h 386068"/>
                  <a:gd name="connsiteX3" fmla="*/ 183804 w 246389"/>
                  <a:gd name="connsiteY3" fmla="*/ 269080 h 386068"/>
                  <a:gd name="connsiteX4" fmla="*/ 100461 w 246389"/>
                  <a:gd name="connsiteY4" fmla="*/ 261936 h 386068"/>
                  <a:gd name="connsiteX5" fmla="*/ 48073 w 246389"/>
                  <a:gd name="connsiteY5" fmla="*/ 324544 h 386068"/>
                  <a:gd name="connsiteX6" fmla="*/ 67123 w 246389"/>
                  <a:gd name="connsiteY6" fmla="*/ 0 h 386068"/>
                  <a:gd name="connsiteX0" fmla="*/ 67123 w 246389"/>
                  <a:gd name="connsiteY0" fmla="*/ 0 h 386068"/>
                  <a:gd name="connsiteX1" fmla="*/ 194001 w 246389"/>
                  <a:gd name="connsiteY1" fmla="*/ 0 h 386068"/>
                  <a:gd name="connsiteX2" fmla="*/ 246389 w 246389"/>
                  <a:gd name="connsiteY2" fmla="*/ 329307 h 386068"/>
                  <a:gd name="connsiteX3" fmla="*/ 183804 w 246389"/>
                  <a:gd name="connsiteY3" fmla="*/ 269080 h 386068"/>
                  <a:gd name="connsiteX4" fmla="*/ 100461 w 246389"/>
                  <a:gd name="connsiteY4" fmla="*/ 261936 h 386068"/>
                  <a:gd name="connsiteX5" fmla="*/ 48073 w 246389"/>
                  <a:gd name="connsiteY5" fmla="*/ 324544 h 386068"/>
                  <a:gd name="connsiteX6" fmla="*/ 67123 w 246389"/>
                  <a:gd name="connsiteY6" fmla="*/ 0 h 386068"/>
                  <a:gd name="connsiteX0" fmla="*/ 67123 w 263565"/>
                  <a:gd name="connsiteY0" fmla="*/ 0 h 386068"/>
                  <a:gd name="connsiteX1" fmla="*/ 194001 w 263565"/>
                  <a:gd name="connsiteY1" fmla="*/ 0 h 386068"/>
                  <a:gd name="connsiteX2" fmla="*/ 246389 w 263565"/>
                  <a:gd name="connsiteY2" fmla="*/ 329307 h 386068"/>
                  <a:gd name="connsiteX3" fmla="*/ 183804 w 263565"/>
                  <a:gd name="connsiteY3" fmla="*/ 269080 h 386068"/>
                  <a:gd name="connsiteX4" fmla="*/ 100461 w 263565"/>
                  <a:gd name="connsiteY4" fmla="*/ 261936 h 386068"/>
                  <a:gd name="connsiteX5" fmla="*/ 48073 w 263565"/>
                  <a:gd name="connsiteY5" fmla="*/ 324544 h 386068"/>
                  <a:gd name="connsiteX6" fmla="*/ 67123 w 263565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79852 w 270232"/>
                  <a:gd name="connsiteY0" fmla="*/ 0 h 386068"/>
                  <a:gd name="connsiteX1" fmla="*/ 187259 w 270232"/>
                  <a:gd name="connsiteY1" fmla="*/ 0 h 386068"/>
                  <a:gd name="connsiteX2" fmla="*/ 239647 w 270232"/>
                  <a:gd name="connsiteY2" fmla="*/ 329307 h 386068"/>
                  <a:gd name="connsiteX3" fmla="*/ 177062 w 270232"/>
                  <a:gd name="connsiteY3" fmla="*/ 269080 h 386068"/>
                  <a:gd name="connsiteX4" fmla="*/ 93719 w 270232"/>
                  <a:gd name="connsiteY4" fmla="*/ 261936 h 386068"/>
                  <a:gd name="connsiteX5" fmla="*/ 41331 w 270232"/>
                  <a:gd name="connsiteY5" fmla="*/ 324544 h 386068"/>
                  <a:gd name="connsiteX6" fmla="*/ 79852 w 270232"/>
                  <a:gd name="connsiteY6" fmla="*/ 0 h 3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0232" h="386068">
                    <a:moveTo>
                      <a:pt x="79852" y="0"/>
                    </a:moveTo>
                    <a:lnTo>
                      <a:pt x="187259" y="0"/>
                    </a:lnTo>
                    <a:cubicBezTo>
                      <a:pt x="276160" y="45475"/>
                      <a:pt x="293621" y="136194"/>
                      <a:pt x="239647" y="329307"/>
                    </a:cubicBezTo>
                    <a:cubicBezTo>
                      <a:pt x="195482" y="366216"/>
                      <a:pt x="201383" y="280308"/>
                      <a:pt x="177062" y="269080"/>
                    </a:cubicBezTo>
                    <a:cubicBezTo>
                      <a:pt x="178935" y="500739"/>
                      <a:pt x="88163" y="328099"/>
                      <a:pt x="93719" y="261936"/>
                    </a:cubicBezTo>
                    <a:cubicBezTo>
                      <a:pt x="76256" y="282805"/>
                      <a:pt x="73082" y="337012"/>
                      <a:pt x="41331" y="324544"/>
                    </a:cubicBezTo>
                    <a:cubicBezTo>
                      <a:pt x="-38044" y="156831"/>
                      <a:pt x="9208" y="79606"/>
                      <a:pt x="79852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201DA1-9DE7-2C9A-A774-5CB4ACA1E29D}"/>
                </a:ext>
              </a:extLst>
            </p:cNvPr>
            <p:cNvGrpSpPr/>
            <p:nvPr/>
          </p:nvGrpSpPr>
          <p:grpSpPr>
            <a:xfrm>
              <a:off x="2676566" y="3788097"/>
              <a:ext cx="803964" cy="2164586"/>
              <a:chOff x="10346885" y="4579565"/>
              <a:chExt cx="311590" cy="838923"/>
            </a:xfrm>
          </p:grpSpPr>
          <p:sp>
            <p:nvSpPr>
              <p:cNvPr id="42" name="Rectangle: Rounded Corners 233">
                <a:extLst>
                  <a:ext uri="{FF2B5EF4-FFF2-40B4-BE49-F238E27FC236}">
                    <a16:creationId xmlns:a16="http://schemas.microsoft.com/office/drawing/2014/main" id="{59972A3D-BF02-D806-1637-BF33BAE033DD}"/>
                  </a:ext>
                </a:extLst>
              </p:cNvPr>
              <p:cNvSpPr/>
              <p:nvPr/>
            </p:nvSpPr>
            <p:spPr>
              <a:xfrm>
                <a:off x="10346885" y="4579565"/>
                <a:ext cx="311590" cy="831330"/>
              </a:xfrm>
              <a:custGeom>
                <a:avLst/>
                <a:gdLst>
                  <a:gd name="connsiteX0" fmla="*/ 0 w 281957"/>
                  <a:gd name="connsiteY0" fmla="*/ 113668 h 831330"/>
                  <a:gd name="connsiteX1" fmla="*/ 113668 w 281957"/>
                  <a:gd name="connsiteY1" fmla="*/ 0 h 831330"/>
                  <a:gd name="connsiteX2" fmla="*/ 168289 w 281957"/>
                  <a:gd name="connsiteY2" fmla="*/ 0 h 831330"/>
                  <a:gd name="connsiteX3" fmla="*/ 281957 w 281957"/>
                  <a:gd name="connsiteY3" fmla="*/ 113668 h 831330"/>
                  <a:gd name="connsiteX4" fmla="*/ 281957 w 281957"/>
                  <a:gd name="connsiteY4" fmla="*/ 717662 h 831330"/>
                  <a:gd name="connsiteX5" fmla="*/ 168289 w 281957"/>
                  <a:gd name="connsiteY5" fmla="*/ 831330 h 831330"/>
                  <a:gd name="connsiteX6" fmla="*/ 113668 w 281957"/>
                  <a:gd name="connsiteY6" fmla="*/ 831330 h 831330"/>
                  <a:gd name="connsiteX7" fmla="*/ 0 w 281957"/>
                  <a:gd name="connsiteY7" fmla="*/ 717662 h 831330"/>
                  <a:gd name="connsiteX8" fmla="*/ 0 w 281957"/>
                  <a:gd name="connsiteY8" fmla="*/ 113668 h 831330"/>
                  <a:gd name="connsiteX0" fmla="*/ 29633 w 311590"/>
                  <a:gd name="connsiteY0" fmla="*/ 113668 h 831330"/>
                  <a:gd name="connsiteX1" fmla="*/ 143301 w 311590"/>
                  <a:gd name="connsiteY1" fmla="*/ 0 h 831330"/>
                  <a:gd name="connsiteX2" fmla="*/ 197922 w 311590"/>
                  <a:gd name="connsiteY2" fmla="*/ 0 h 831330"/>
                  <a:gd name="connsiteX3" fmla="*/ 311590 w 311590"/>
                  <a:gd name="connsiteY3" fmla="*/ 113668 h 831330"/>
                  <a:gd name="connsiteX4" fmla="*/ 311590 w 311590"/>
                  <a:gd name="connsiteY4" fmla="*/ 717662 h 831330"/>
                  <a:gd name="connsiteX5" fmla="*/ 197922 w 311590"/>
                  <a:gd name="connsiteY5" fmla="*/ 831330 h 831330"/>
                  <a:gd name="connsiteX6" fmla="*/ 143301 w 311590"/>
                  <a:gd name="connsiteY6" fmla="*/ 831330 h 831330"/>
                  <a:gd name="connsiteX7" fmla="*/ 29633 w 311590"/>
                  <a:gd name="connsiteY7" fmla="*/ 717662 h 831330"/>
                  <a:gd name="connsiteX8" fmla="*/ 29633 w 311590"/>
                  <a:gd name="connsiteY8" fmla="*/ 113668 h 83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1590" h="831330">
                    <a:moveTo>
                      <a:pt x="29633" y="113668"/>
                    </a:moveTo>
                    <a:cubicBezTo>
                      <a:pt x="29633" y="50891"/>
                      <a:pt x="80524" y="0"/>
                      <a:pt x="143301" y="0"/>
                    </a:cubicBezTo>
                    <a:lnTo>
                      <a:pt x="197922" y="0"/>
                    </a:lnTo>
                    <a:cubicBezTo>
                      <a:pt x="260699" y="0"/>
                      <a:pt x="311590" y="50891"/>
                      <a:pt x="311590" y="113668"/>
                    </a:cubicBezTo>
                    <a:lnTo>
                      <a:pt x="311590" y="717662"/>
                    </a:lnTo>
                    <a:cubicBezTo>
                      <a:pt x="311590" y="780439"/>
                      <a:pt x="260699" y="831330"/>
                      <a:pt x="197922" y="831330"/>
                    </a:cubicBezTo>
                    <a:lnTo>
                      <a:pt x="143301" y="831330"/>
                    </a:lnTo>
                    <a:cubicBezTo>
                      <a:pt x="80524" y="831330"/>
                      <a:pt x="29633" y="780439"/>
                      <a:pt x="29633" y="717662"/>
                    </a:cubicBezTo>
                    <a:cubicBezTo>
                      <a:pt x="29633" y="516331"/>
                      <a:pt x="-37042" y="314999"/>
                      <a:pt x="29633" y="1136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52B5BD3-3B1C-D6DB-E557-24F29D53A0BF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4F5A2C-50E9-F848-170A-7E733AC746A4}"/>
                </a:ext>
              </a:extLst>
            </p:cNvPr>
            <p:cNvGrpSpPr/>
            <p:nvPr/>
          </p:nvGrpSpPr>
          <p:grpSpPr>
            <a:xfrm>
              <a:off x="578138" y="957524"/>
              <a:ext cx="1479446" cy="775994"/>
              <a:chOff x="6500811" y="3612603"/>
              <a:chExt cx="573385" cy="300750"/>
            </a:xfrm>
          </p:grpSpPr>
          <p:sp>
            <p:nvSpPr>
              <p:cNvPr id="40" name="Rectangle 24">
                <a:extLst>
                  <a:ext uri="{FF2B5EF4-FFF2-40B4-BE49-F238E27FC236}">
                    <a16:creationId xmlns:a16="http://schemas.microsoft.com/office/drawing/2014/main" id="{687675A2-5F2D-9CE1-F65F-E42737F4B102}"/>
                  </a:ext>
                </a:extLst>
              </p:cNvPr>
              <p:cNvSpPr/>
              <p:nvPr/>
            </p:nvSpPr>
            <p:spPr>
              <a:xfrm>
                <a:off x="6500811" y="3612603"/>
                <a:ext cx="573385" cy="300750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Rectangle 24">
                <a:extLst>
                  <a:ext uri="{FF2B5EF4-FFF2-40B4-BE49-F238E27FC236}">
                    <a16:creationId xmlns:a16="http://schemas.microsoft.com/office/drawing/2014/main" id="{6FCFE2FE-FCE7-3B40-99E3-104079C2011D}"/>
                  </a:ext>
                </a:extLst>
              </p:cNvPr>
              <p:cNvSpPr/>
              <p:nvPr/>
            </p:nvSpPr>
            <p:spPr>
              <a:xfrm>
                <a:off x="6603070" y="3669313"/>
                <a:ext cx="428512" cy="224762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85E35B-DB6D-5790-E04E-2F4E2B02D8C3}"/>
                </a:ext>
              </a:extLst>
            </p:cNvPr>
            <p:cNvSpPr/>
            <p:nvPr/>
          </p:nvSpPr>
          <p:spPr>
            <a:xfrm>
              <a:off x="2147151" y="1029707"/>
              <a:ext cx="5692356" cy="3899402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112B98-2A44-D220-EBE2-43B3678B6AF8}"/>
                </a:ext>
              </a:extLst>
            </p:cNvPr>
            <p:cNvGrpSpPr/>
            <p:nvPr/>
          </p:nvGrpSpPr>
          <p:grpSpPr>
            <a:xfrm rot="19961806" flipH="1">
              <a:off x="3338353" y="857797"/>
              <a:ext cx="1479446" cy="775994"/>
              <a:chOff x="6500811" y="3612603"/>
              <a:chExt cx="573385" cy="300750"/>
            </a:xfrm>
          </p:grpSpPr>
          <p:sp>
            <p:nvSpPr>
              <p:cNvPr id="38" name="Rectangle 24">
                <a:extLst>
                  <a:ext uri="{FF2B5EF4-FFF2-40B4-BE49-F238E27FC236}">
                    <a16:creationId xmlns:a16="http://schemas.microsoft.com/office/drawing/2014/main" id="{174DE635-C4B5-40BE-243B-148F2BE05DA5}"/>
                  </a:ext>
                </a:extLst>
              </p:cNvPr>
              <p:cNvSpPr/>
              <p:nvPr/>
            </p:nvSpPr>
            <p:spPr>
              <a:xfrm>
                <a:off x="6500811" y="3612603"/>
                <a:ext cx="573385" cy="300750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Rectangle 24">
                <a:extLst>
                  <a:ext uri="{FF2B5EF4-FFF2-40B4-BE49-F238E27FC236}">
                    <a16:creationId xmlns:a16="http://schemas.microsoft.com/office/drawing/2014/main" id="{3CF45B77-CE82-0995-1DC9-EEA0A6C7170C}"/>
                  </a:ext>
                </a:extLst>
              </p:cNvPr>
              <p:cNvSpPr/>
              <p:nvPr/>
            </p:nvSpPr>
            <p:spPr>
              <a:xfrm>
                <a:off x="6603070" y="3669313"/>
                <a:ext cx="428512" cy="224762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51D018-2C54-9702-63A3-BD03002AA62C}"/>
                </a:ext>
              </a:extLst>
            </p:cNvPr>
            <p:cNvGrpSpPr/>
            <p:nvPr/>
          </p:nvGrpSpPr>
          <p:grpSpPr>
            <a:xfrm>
              <a:off x="3327119" y="4185680"/>
              <a:ext cx="858576" cy="1776803"/>
              <a:chOff x="10342653" y="4729857"/>
              <a:chExt cx="332756" cy="688631"/>
            </a:xfrm>
          </p:grpSpPr>
          <p:sp>
            <p:nvSpPr>
              <p:cNvPr id="36" name="Rectangle: Rounded Corners 19">
                <a:extLst>
                  <a:ext uri="{FF2B5EF4-FFF2-40B4-BE49-F238E27FC236}">
                    <a16:creationId xmlns:a16="http://schemas.microsoft.com/office/drawing/2014/main" id="{CB70D2BA-7852-0D4F-7118-15BE0B944EEB}"/>
                  </a:ext>
                </a:extLst>
              </p:cNvPr>
              <p:cNvSpPr/>
              <p:nvPr/>
            </p:nvSpPr>
            <p:spPr>
              <a:xfrm>
                <a:off x="10342653" y="4729857"/>
                <a:ext cx="332756" cy="681037"/>
              </a:xfrm>
              <a:custGeom>
                <a:avLst/>
                <a:gdLst>
                  <a:gd name="connsiteX0" fmla="*/ 0 w 281957"/>
                  <a:gd name="connsiteY0" fmla="*/ 113668 h 681037"/>
                  <a:gd name="connsiteX1" fmla="*/ 113668 w 281957"/>
                  <a:gd name="connsiteY1" fmla="*/ 0 h 681037"/>
                  <a:gd name="connsiteX2" fmla="*/ 168289 w 281957"/>
                  <a:gd name="connsiteY2" fmla="*/ 0 h 681037"/>
                  <a:gd name="connsiteX3" fmla="*/ 281957 w 281957"/>
                  <a:gd name="connsiteY3" fmla="*/ 113668 h 681037"/>
                  <a:gd name="connsiteX4" fmla="*/ 281957 w 281957"/>
                  <a:gd name="connsiteY4" fmla="*/ 567369 h 681037"/>
                  <a:gd name="connsiteX5" fmla="*/ 168289 w 281957"/>
                  <a:gd name="connsiteY5" fmla="*/ 681037 h 681037"/>
                  <a:gd name="connsiteX6" fmla="*/ 113668 w 281957"/>
                  <a:gd name="connsiteY6" fmla="*/ 681037 h 681037"/>
                  <a:gd name="connsiteX7" fmla="*/ 0 w 281957"/>
                  <a:gd name="connsiteY7" fmla="*/ 567369 h 681037"/>
                  <a:gd name="connsiteX8" fmla="*/ 0 w 281957"/>
                  <a:gd name="connsiteY8" fmla="*/ 113668 h 681037"/>
                  <a:gd name="connsiteX0" fmla="*/ 33866 w 315823"/>
                  <a:gd name="connsiteY0" fmla="*/ 113668 h 681037"/>
                  <a:gd name="connsiteX1" fmla="*/ 147534 w 315823"/>
                  <a:gd name="connsiteY1" fmla="*/ 0 h 681037"/>
                  <a:gd name="connsiteX2" fmla="*/ 202155 w 315823"/>
                  <a:gd name="connsiteY2" fmla="*/ 0 h 681037"/>
                  <a:gd name="connsiteX3" fmla="*/ 315823 w 315823"/>
                  <a:gd name="connsiteY3" fmla="*/ 113668 h 681037"/>
                  <a:gd name="connsiteX4" fmla="*/ 315823 w 315823"/>
                  <a:gd name="connsiteY4" fmla="*/ 567369 h 681037"/>
                  <a:gd name="connsiteX5" fmla="*/ 202155 w 315823"/>
                  <a:gd name="connsiteY5" fmla="*/ 681037 h 681037"/>
                  <a:gd name="connsiteX6" fmla="*/ 147534 w 315823"/>
                  <a:gd name="connsiteY6" fmla="*/ 681037 h 681037"/>
                  <a:gd name="connsiteX7" fmla="*/ 33866 w 315823"/>
                  <a:gd name="connsiteY7" fmla="*/ 567369 h 681037"/>
                  <a:gd name="connsiteX8" fmla="*/ 33866 w 315823"/>
                  <a:gd name="connsiteY8" fmla="*/ 113668 h 681037"/>
                  <a:gd name="connsiteX0" fmla="*/ 33866 w 332756"/>
                  <a:gd name="connsiteY0" fmla="*/ 113668 h 681037"/>
                  <a:gd name="connsiteX1" fmla="*/ 147534 w 332756"/>
                  <a:gd name="connsiteY1" fmla="*/ 0 h 681037"/>
                  <a:gd name="connsiteX2" fmla="*/ 202155 w 332756"/>
                  <a:gd name="connsiteY2" fmla="*/ 0 h 681037"/>
                  <a:gd name="connsiteX3" fmla="*/ 315823 w 332756"/>
                  <a:gd name="connsiteY3" fmla="*/ 113668 h 681037"/>
                  <a:gd name="connsiteX4" fmla="*/ 315823 w 332756"/>
                  <a:gd name="connsiteY4" fmla="*/ 567369 h 681037"/>
                  <a:gd name="connsiteX5" fmla="*/ 202155 w 332756"/>
                  <a:gd name="connsiteY5" fmla="*/ 681037 h 681037"/>
                  <a:gd name="connsiteX6" fmla="*/ 147534 w 332756"/>
                  <a:gd name="connsiteY6" fmla="*/ 681037 h 681037"/>
                  <a:gd name="connsiteX7" fmla="*/ 33866 w 332756"/>
                  <a:gd name="connsiteY7" fmla="*/ 567369 h 681037"/>
                  <a:gd name="connsiteX8" fmla="*/ 33866 w 332756"/>
                  <a:gd name="connsiteY8" fmla="*/ 113668 h 68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756" h="681037">
                    <a:moveTo>
                      <a:pt x="33866" y="113668"/>
                    </a:moveTo>
                    <a:cubicBezTo>
                      <a:pt x="33866" y="50891"/>
                      <a:pt x="84757" y="0"/>
                      <a:pt x="147534" y="0"/>
                    </a:cubicBezTo>
                    <a:lnTo>
                      <a:pt x="202155" y="0"/>
                    </a:lnTo>
                    <a:cubicBezTo>
                      <a:pt x="264932" y="0"/>
                      <a:pt x="315823" y="50891"/>
                      <a:pt x="315823" y="113668"/>
                    </a:cubicBezTo>
                    <a:cubicBezTo>
                      <a:pt x="353923" y="264902"/>
                      <a:pt x="315823" y="416135"/>
                      <a:pt x="315823" y="567369"/>
                    </a:cubicBezTo>
                    <a:cubicBezTo>
                      <a:pt x="315823" y="630146"/>
                      <a:pt x="264932" y="681037"/>
                      <a:pt x="202155" y="681037"/>
                    </a:cubicBezTo>
                    <a:lnTo>
                      <a:pt x="147534" y="681037"/>
                    </a:lnTo>
                    <a:cubicBezTo>
                      <a:pt x="84757" y="681037"/>
                      <a:pt x="33866" y="630146"/>
                      <a:pt x="33866" y="567369"/>
                    </a:cubicBezTo>
                    <a:cubicBezTo>
                      <a:pt x="33866" y="416135"/>
                      <a:pt x="-42334" y="264902"/>
                      <a:pt x="33866" y="1136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0569191-2D04-D773-F0B0-1E1FF0DD1882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5E55D09-727D-2F89-DF0A-E2CD75FC50A1}"/>
                </a:ext>
              </a:extLst>
            </p:cNvPr>
            <p:cNvSpPr/>
            <p:nvPr/>
          </p:nvSpPr>
          <p:spPr>
            <a:xfrm>
              <a:off x="5251822" y="1268342"/>
              <a:ext cx="1421015" cy="1238574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0B56448-9FA8-F12B-F1C0-193E6372A3BB}"/>
                </a:ext>
              </a:extLst>
            </p:cNvPr>
            <p:cNvSpPr/>
            <p:nvPr/>
          </p:nvSpPr>
          <p:spPr>
            <a:xfrm>
              <a:off x="4058277" y="2754024"/>
              <a:ext cx="1840506" cy="139130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59273E-0369-14F5-DC21-93BBC82D6A45}"/>
                </a:ext>
              </a:extLst>
            </p:cNvPr>
            <p:cNvGrpSpPr/>
            <p:nvPr/>
          </p:nvGrpSpPr>
          <p:grpSpPr>
            <a:xfrm>
              <a:off x="1424680" y="133120"/>
              <a:ext cx="2546580" cy="3894363"/>
              <a:chOff x="7082434" y="143069"/>
              <a:chExt cx="986971" cy="1509328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F1E22C0-EFBE-6B8F-CC08-30BEC3AA6221}"/>
                  </a:ext>
                </a:extLst>
              </p:cNvPr>
              <p:cNvSpPr/>
              <p:nvPr/>
            </p:nvSpPr>
            <p:spPr>
              <a:xfrm>
                <a:off x="7082434" y="377230"/>
                <a:ext cx="986971" cy="1265544"/>
              </a:xfrm>
              <a:prstGeom prst="roundRect">
                <a:avLst>
                  <a:gd name="adj" fmla="val 46079"/>
                </a:avLst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Oval 15">
                <a:extLst>
                  <a:ext uri="{FF2B5EF4-FFF2-40B4-BE49-F238E27FC236}">
                    <a16:creationId xmlns:a16="http://schemas.microsoft.com/office/drawing/2014/main" id="{8BAF140E-EF32-4DFC-83FA-49249087F6FF}"/>
                  </a:ext>
                </a:extLst>
              </p:cNvPr>
              <p:cNvSpPr/>
              <p:nvPr/>
            </p:nvSpPr>
            <p:spPr>
              <a:xfrm rot="19214787">
                <a:off x="7117895" y="193478"/>
                <a:ext cx="248651" cy="446444"/>
              </a:xfrm>
              <a:custGeom>
                <a:avLst/>
                <a:gdLst>
                  <a:gd name="connsiteX0" fmla="*/ 0 w 245711"/>
                  <a:gd name="connsiteY0" fmla="*/ 372243 h 744485"/>
                  <a:gd name="connsiteX1" fmla="*/ 122856 w 245711"/>
                  <a:gd name="connsiteY1" fmla="*/ 0 h 744485"/>
                  <a:gd name="connsiteX2" fmla="*/ 245712 w 245711"/>
                  <a:gd name="connsiteY2" fmla="*/ 372243 h 744485"/>
                  <a:gd name="connsiteX3" fmla="*/ 122856 w 245711"/>
                  <a:gd name="connsiteY3" fmla="*/ 744486 h 744485"/>
                  <a:gd name="connsiteX4" fmla="*/ 0 w 245711"/>
                  <a:gd name="connsiteY4" fmla="*/ 372243 h 744485"/>
                  <a:gd name="connsiteX0" fmla="*/ 0 w 245712"/>
                  <a:gd name="connsiteY0" fmla="*/ 372243 h 418773"/>
                  <a:gd name="connsiteX1" fmla="*/ 122856 w 245712"/>
                  <a:gd name="connsiteY1" fmla="*/ 0 h 418773"/>
                  <a:gd name="connsiteX2" fmla="*/ 245712 w 245712"/>
                  <a:gd name="connsiteY2" fmla="*/ 372243 h 418773"/>
                  <a:gd name="connsiteX3" fmla="*/ 0 w 245712"/>
                  <a:gd name="connsiteY3" fmla="*/ 372243 h 418773"/>
                  <a:gd name="connsiteX0" fmla="*/ 0 w 245712"/>
                  <a:gd name="connsiteY0" fmla="*/ 372243 h 440880"/>
                  <a:gd name="connsiteX1" fmla="*/ 122856 w 245712"/>
                  <a:gd name="connsiteY1" fmla="*/ 0 h 440880"/>
                  <a:gd name="connsiteX2" fmla="*/ 245712 w 245712"/>
                  <a:gd name="connsiteY2" fmla="*/ 372243 h 440880"/>
                  <a:gd name="connsiteX3" fmla="*/ 0 w 245712"/>
                  <a:gd name="connsiteY3" fmla="*/ 372243 h 440880"/>
                  <a:gd name="connsiteX0" fmla="*/ 2939 w 248651"/>
                  <a:gd name="connsiteY0" fmla="*/ 372243 h 446444"/>
                  <a:gd name="connsiteX1" fmla="*/ 125795 w 248651"/>
                  <a:gd name="connsiteY1" fmla="*/ 0 h 446444"/>
                  <a:gd name="connsiteX2" fmla="*/ 248651 w 248651"/>
                  <a:gd name="connsiteY2" fmla="*/ 372243 h 446444"/>
                  <a:gd name="connsiteX3" fmla="*/ 2939 w 248651"/>
                  <a:gd name="connsiteY3" fmla="*/ 372243 h 44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651" h="446444">
                    <a:moveTo>
                      <a:pt x="2939" y="372243"/>
                    </a:moveTo>
                    <a:cubicBezTo>
                      <a:pt x="-15723" y="293127"/>
                      <a:pt x="57944" y="0"/>
                      <a:pt x="125795" y="0"/>
                    </a:cubicBezTo>
                    <a:cubicBezTo>
                      <a:pt x="193646" y="0"/>
                      <a:pt x="248651" y="166659"/>
                      <a:pt x="248651" y="372243"/>
                    </a:cubicBezTo>
                    <a:cubicBezTo>
                      <a:pt x="182492" y="489203"/>
                      <a:pt x="21601" y="451359"/>
                      <a:pt x="2939" y="372243"/>
                    </a:cubicBezTo>
                    <a:close/>
                  </a:path>
                </a:pathLst>
              </a:custGeom>
              <a:solidFill>
                <a:srgbClr val="E4B36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Oval 15">
                <a:extLst>
                  <a:ext uri="{FF2B5EF4-FFF2-40B4-BE49-F238E27FC236}">
                    <a16:creationId xmlns:a16="http://schemas.microsoft.com/office/drawing/2014/main" id="{E3A2B403-7504-7EFC-9876-0993CD87884C}"/>
                  </a:ext>
                </a:extLst>
              </p:cNvPr>
              <p:cNvSpPr/>
              <p:nvPr/>
            </p:nvSpPr>
            <p:spPr>
              <a:xfrm rot="1341242">
                <a:off x="7724729" y="143069"/>
                <a:ext cx="248651" cy="446444"/>
              </a:xfrm>
              <a:custGeom>
                <a:avLst/>
                <a:gdLst>
                  <a:gd name="connsiteX0" fmla="*/ 0 w 245711"/>
                  <a:gd name="connsiteY0" fmla="*/ 372243 h 744485"/>
                  <a:gd name="connsiteX1" fmla="*/ 122856 w 245711"/>
                  <a:gd name="connsiteY1" fmla="*/ 0 h 744485"/>
                  <a:gd name="connsiteX2" fmla="*/ 245712 w 245711"/>
                  <a:gd name="connsiteY2" fmla="*/ 372243 h 744485"/>
                  <a:gd name="connsiteX3" fmla="*/ 122856 w 245711"/>
                  <a:gd name="connsiteY3" fmla="*/ 744486 h 744485"/>
                  <a:gd name="connsiteX4" fmla="*/ 0 w 245711"/>
                  <a:gd name="connsiteY4" fmla="*/ 372243 h 744485"/>
                  <a:gd name="connsiteX0" fmla="*/ 0 w 245712"/>
                  <a:gd name="connsiteY0" fmla="*/ 372243 h 418773"/>
                  <a:gd name="connsiteX1" fmla="*/ 122856 w 245712"/>
                  <a:gd name="connsiteY1" fmla="*/ 0 h 418773"/>
                  <a:gd name="connsiteX2" fmla="*/ 245712 w 245712"/>
                  <a:gd name="connsiteY2" fmla="*/ 372243 h 418773"/>
                  <a:gd name="connsiteX3" fmla="*/ 0 w 245712"/>
                  <a:gd name="connsiteY3" fmla="*/ 372243 h 418773"/>
                  <a:gd name="connsiteX0" fmla="*/ 0 w 245712"/>
                  <a:gd name="connsiteY0" fmla="*/ 372243 h 440880"/>
                  <a:gd name="connsiteX1" fmla="*/ 122856 w 245712"/>
                  <a:gd name="connsiteY1" fmla="*/ 0 h 440880"/>
                  <a:gd name="connsiteX2" fmla="*/ 245712 w 245712"/>
                  <a:gd name="connsiteY2" fmla="*/ 372243 h 440880"/>
                  <a:gd name="connsiteX3" fmla="*/ 0 w 245712"/>
                  <a:gd name="connsiteY3" fmla="*/ 372243 h 440880"/>
                  <a:gd name="connsiteX0" fmla="*/ 2939 w 248651"/>
                  <a:gd name="connsiteY0" fmla="*/ 372243 h 446444"/>
                  <a:gd name="connsiteX1" fmla="*/ 125795 w 248651"/>
                  <a:gd name="connsiteY1" fmla="*/ 0 h 446444"/>
                  <a:gd name="connsiteX2" fmla="*/ 248651 w 248651"/>
                  <a:gd name="connsiteY2" fmla="*/ 372243 h 446444"/>
                  <a:gd name="connsiteX3" fmla="*/ 2939 w 248651"/>
                  <a:gd name="connsiteY3" fmla="*/ 372243 h 44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651" h="446444">
                    <a:moveTo>
                      <a:pt x="2939" y="372243"/>
                    </a:moveTo>
                    <a:cubicBezTo>
                      <a:pt x="-15723" y="293127"/>
                      <a:pt x="57944" y="0"/>
                      <a:pt x="125795" y="0"/>
                    </a:cubicBezTo>
                    <a:cubicBezTo>
                      <a:pt x="193646" y="0"/>
                      <a:pt x="248651" y="166659"/>
                      <a:pt x="248651" y="372243"/>
                    </a:cubicBezTo>
                    <a:cubicBezTo>
                      <a:pt x="182492" y="489203"/>
                      <a:pt x="21601" y="451359"/>
                      <a:pt x="2939" y="372243"/>
                    </a:cubicBezTo>
                    <a:close/>
                  </a:path>
                </a:pathLst>
              </a:custGeom>
              <a:solidFill>
                <a:srgbClr val="E4B36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5A4BD45-1750-2295-2B38-BABE52152E3C}"/>
                  </a:ext>
                </a:extLst>
              </p:cNvPr>
              <p:cNvSpPr/>
              <p:nvPr/>
            </p:nvSpPr>
            <p:spPr>
              <a:xfrm>
                <a:off x="7869335" y="559877"/>
                <a:ext cx="197936" cy="330596"/>
              </a:xfrm>
              <a:custGeom>
                <a:avLst/>
                <a:gdLst>
                  <a:gd name="connsiteX0" fmla="*/ 100117 w 197936"/>
                  <a:gd name="connsiteY0" fmla="*/ 0 h 330596"/>
                  <a:gd name="connsiteX1" fmla="*/ 120266 w 197936"/>
                  <a:gd name="connsiteY1" fmla="*/ 24420 h 330596"/>
                  <a:gd name="connsiteX2" fmla="*/ 197936 w 197936"/>
                  <a:gd name="connsiteY2" fmla="*/ 278695 h 330596"/>
                  <a:gd name="connsiteX3" fmla="*/ 197936 w 197936"/>
                  <a:gd name="connsiteY3" fmla="*/ 330596 h 330596"/>
                  <a:gd name="connsiteX4" fmla="*/ 191644 w 197936"/>
                  <a:gd name="connsiteY4" fmla="*/ 330103 h 330596"/>
                  <a:gd name="connsiteX5" fmla="*/ 0 w 197936"/>
                  <a:gd name="connsiteY5" fmla="*/ 147450 h 330596"/>
                  <a:gd name="connsiteX6" fmla="*/ 70299 w 197936"/>
                  <a:gd name="connsiteY6" fmla="*/ 15616 h 330596"/>
                  <a:gd name="connsiteX7" fmla="*/ 100117 w 197936"/>
                  <a:gd name="connsiteY7" fmla="*/ 0 h 330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7936" h="330596">
                    <a:moveTo>
                      <a:pt x="100117" y="0"/>
                    </a:moveTo>
                    <a:lnTo>
                      <a:pt x="120266" y="24420"/>
                    </a:lnTo>
                    <a:cubicBezTo>
                      <a:pt x="169303" y="97004"/>
                      <a:pt x="197936" y="184506"/>
                      <a:pt x="197936" y="278695"/>
                    </a:cubicBezTo>
                    <a:lnTo>
                      <a:pt x="197936" y="330596"/>
                    </a:lnTo>
                    <a:lnTo>
                      <a:pt x="191644" y="330103"/>
                    </a:lnTo>
                    <a:cubicBezTo>
                      <a:pt x="82274" y="312718"/>
                      <a:pt x="0" y="237548"/>
                      <a:pt x="0" y="147450"/>
                    </a:cubicBezTo>
                    <a:cubicBezTo>
                      <a:pt x="0" y="95965"/>
                      <a:pt x="26865" y="49355"/>
                      <a:pt x="70299" y="15616"/>
                    </a:cubicBezTo>
                    <a:lnTo>
                      <a:pt x="100117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FA22D36-D065-EB63-F443-02A8314556B6}"/>
                  </a:ext>
                </a:extLst>
              </p:cNvPr>
              <p:cNvSpPr/>
              <p:nvPr/>
            </p:nvSpPr>
            <p:spPr>
              <a:xfrm>
                <a:off x="7084560" y="1018392"/>
                <a:ext cx="240016" cy="369321"/>
              </a:xfrm>
              <a:custGeom>
                <a:avLst/>
                <a:gdLst>
                  <a:gd name="connsiteX0" fmla="*/ 0 w 240016"/>
                  <a:gd name="connsiteY0" fmla="*/ 0 h 369321"/>
                  <a:gd name="connsiteX1" fmla="*/ 240016 w 240016"/>
                  <a:gd name="connsiteY1" fmla="*/ 186441 h 369321"/>
                  <a:gd name="connsiteX2" fmla="*/ 48372 w 240016"/>
                  <a:gd name="connsiteY2" fmla="*/ 369094 h 369321"/>
                  <a:gd name="connsiteX3" fmla="*/ 45474 w 240016"/>
                  <a:gd name="connsiteY3" fmla="*/ 369321 h 369321"/>
                  <a:gd name="connsiteX4" fmla="*/ 35739 w 240016"/>
                  <a:gd name="connsiteY4" fmla="*/ 351386 h 369321"/>
                  <a:gd name="connsiteX5" fmla="*/ 0 w 240016"/>
                  <a:gd name="connsiteY5" fmla="*/ 174363 h 369321"/>
                  <a:gd name="connsiteX6" fmla="*/ 0 w 240016"/>
                  <a:gd name="connsiteY6" fmla="*/ 0 h 369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0016" h="369321">
                    <a:moveTo>
                      <a:pt x="0" y="0"/>
                    </a:moveTo>
                    <a:cubicBezTo>
                      <a:pt x="132557" y="0"/>
                      <a:pt x="240016" y="83472"/>
                      <a:pt x="240016" y="186441"/>
                    </a:cubicBezTo>
                    <a:cubicBezTo>
                      <a:pt x="240016" y="276539"/>
                      <a:pt x="157743" y="351709"/>
                      <a:pt x="48372" y="369094"/>
                    </a:cubicBezTo>
                    <a:lnTo>
                      <a:pt x="45474" y="369321"/>
                    </a:lnTo>
                    <a:lnTo>
                      <a:pt x="35739" y="351386"/>
                    </a:lnTo>
                    <a:cubicBezTo>
                      <a:pt x="12726" y="296976"/>
                      <a:pt x="0" y="237156"/>
                      <a:pt x="0" y="17436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17DCB87-3E99-9ABB-325A-E184BFF8285A}"/>
                  </a:ext>
                </a:extLst>
              </p:cNvPr>
              <p:cNvSpPr/>
              <p:nvPr/>
            </p:nvSpPr>
            <p:spPr>
              <a:xfrm>
                <a:off x="7082795" y="1113172"/>
                <a:ext cx="984476" cy="539225"/>
              </a:xfrm>
              <a:custGeom>
                <a:avLst/>
                <a:gdLst>
                  <a:gd name="connsiteX0" fmla="*/ 512544 w 984476"/>
                  <a:gd name="connsiteY0" fmla="*/ 0 h 539225"/>
                  <a:gd name="connsiteX1" fmla="*/ 908762 w 984476"/>
                  <a:gd name="connsiteY1" fmla="*/ 57873 h 539225"/>
                  <a:gd name="connsiteX2" fmla="*/ 984476 w 984476"/>
                  <a:gd name="connsiteY2" fmla="*/ 87745 h 539225"/>
                  <a:gd name="connsiteX3" fmla="*/ 975569 w 984476"/>
                  <a:gd name="connsiteY3" fmla="*/ 176094 h 539225"/>
                  <a:gd name="connsiteX4" fmla="*/ 530023 w 984476"/>
                  <a:gd name="connsiteY4" fmla="*/ 539225 h 539225"/>
                  <a:gd name="connsiteX5" fmla="*/ 452624 w 984476"/>
                  <a:gd name="connsiteY5" fmla="*/ 539225 h 539225"/>
                  <a:gd name="connsiteX6" fmla="*/ 7078 w 984476"/>
                  <a:gd name="connsiteY6" fmla="*/ 176094 h 539225"/>
                  <a:gd name="connsiteX7" fmla="*/ 0 w 984476"/>
                  <a:gd name="connsiteY7" fmla="*/ 105886 h 539225"/>
                  <a:gd name="connsiteX8" fmla="*/ 11446 w 984476"/>
                  <a:gd name="connsiteY8" fmla="*/ 99252 h 539225"/>
                  <a:gd name="connsiteX9" fmla="*/ 512544 w 984476"/>
                  <a:gd name="connsiteY9" fmla="*/ 0 h 53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4476" h="539225">
                    <a:moveTo>
                      <a:pt x="512544" y="0"/>
                    </a:moveTo>
                    <a:cubicBezTo>
                      <a:pt x="659312" y="0"/>
                      <a:pt x="795660" y="21335"/>
                      <a:pt x="908762" y="57873"/>
                    </a:cubicBezTo>
                    <a:lnTo>
                      <a:pt x="984476" y="87745"/>
                    </a:lnTo>
                    <a:lnTo>
                      <a:pt x="975569" y="176094"/>
                    </a:lnTo>
                    <a:cubicBezTo>
                      <a:pt x="933162" y="383332"/>
                      <a:pt x="749798" y="539225"/>
                      <a:pt x="530023" y="539225"/>
                    </a:cubicBezTo>
                    <a:lnTo>
                      <a:pt x="452624" y="539225"/>
                    </a:lnTo>
                    <a:cubicBezTo>
                      <a:pt x="232850" y="539225"/>
                      <a:pt x="49485" y="383332"/>
                      <a:pt x="7078" y="176094"/>
                    </a:cubicBezTo>
                    <a:lnTo>
                      <a:pt x="0" y="105886"/>
                    </a:lnTo>
                    <a:lnTo>
                      <a:pt x="11446" y="99252"/>
                    </a:lnTo>
                    <a:cubicBezTo>
                      <a:pt x="139688" y="37929"/>
                      <a:pt x="316853" y="0"/>
                      <a:pt x="512544" y="0"/>
                    </a:cubicBez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AD28DD-9BE4-0FA7-5F43-BB30EDCE0F8F}"/>
                  </a:ext>
                </a:extLst>
              </p:cNvPr>
              <p:cNvSpPr/>
              <p:nvPr/>
            </p:nvSpPr>
            <p:spPr>
              <a:xfrm>
                <a:off x="7566060" y="649268"/>
                <a:ext cx="293193" cy="29697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C24A806-62CE-AC84-9F6F-6CF86E7E8D8F}"/>
                  </a:ext>
                </a:extLst>
              </p:cNvPr>
              <p:cNvSpPr/>
              <p:nvPr/>
            </p:nvSpPr>
            <p:spPr>
              <a:xfrm>
                <a:off x="7216795" y="635403"/>
                <a:ext cx="308191" cy="31217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424D256-9029-4502-A22B-4FE5F0A0B70B}"/>
                  </a:ext>
                </a:extLst>
              </p:cNvPr>
              <p:cNvSpPr/>
              <p:nvPr/>
            </p:nvSpPr>
            <p:spPr>
              <a:xfrm>
                <a:off x="7635157" y="1186495"/>
                <a:ext cx="93492" cy="94699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476B763-2570-31C1-CA1E-9136E3C4BE24}"/>
                  </a:ext>
                </a:extLst>
              </p:cNvPr>
              <p:cNvSpPr/>
              <p:nvPr/>
            </p:nvSpPr>
            <p:spPr>
              <a:xfrm>
                <a:off x="7373394" y="1201579"/>
                <a:ext cx="93492" cy="94699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31EE945-9783-E748-ACC9-7F97B32E250B}"/>
                  </a:ext>
                </a:extLst>
              </p:cNvPr>
              <p:cNvSpPr/>
              <p:nvPr/>
            </p:nvSpPr>
            <p:spPr>
              <a:xfrm>
                <a:off x="7595645" y="728221"/>
                <a:ext cx="211828" cy="214564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4F41A3F-95EC-8775-AFF6-9839763461AD}"/>
                  </a:ext>
                </a:extLst>
              </p:cNvPr>
              <p:cNvSpPr/>
              <p:nvPr/>
            </p:nvSpPr>
            <p:spPr>
              <a:xfrm>
                <a:off x="7635244" y="820450"/>
                <a:ext cx="86242" cy="8735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B0B2862-3E76-201D-C345-E7862774C480}"/>
                  </a:ext>
                </a:extLst>
              </p:cNvPr>
              <p:cNvSpPr/>
              <p:nvPr/>
            </p:nvSpPr>
            <p:spPr>
              <a:xfrm>
                <a:off x="7698389" y="754893"/>
                <a:ext cx="45719" cy="46310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62C56C4-B6C0-B84D-EF2B-30E17E7A6F9F}"/>
                  </a:ext>
                </a:extLst>
              </p:cNvPr>
              <p:cNvSpPr/>
              <p:nvPr/>
            </p:nvSpPr>
            <p:spPr>
              <a:xfrm>
                <a:off x="7251122" y="721561"/>
                <a:ext cx="211828" cy="214564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38906CD-C54C-3D38-0CD1-BDBE1EC73DBD}"/>
                  </a:ext>
                </a:extLst>
              </p:cNvPr>
              <p:cNvSpPr/>
              <p:nvPr/>
            </p:nvSpPr>
            <p:spPr>
              <a:xfrm>
                <a:off x="7290721" y="813790"/>
                <a:ext cx="86242" cy="8735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53CDBE0-DC0C-D726-518A-0A58B3377F19}"/>
                  </a:ext>
                </a:extLst>
              </p:cNvPr>
              <p:cNvSpPr/>
              <p:nvPr/>
            </p:nvSpPr>
            <p:spPr>
              <a:xfrm>
                <a:off x="7353866" y="748233"/>
                <a:ext cx="45719" cy="46310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7B0DA44-E702-812F-87CA-1B68BF874C08}"/>
                </a:ext>
              </a:extLst>
            </p:cNvPr>
            <p:cNvSpPr/>
            <p:nvPr/>
          </p:nvSpPr>
          <p:spPr>
            <a:xfrm>
              <a:off x="6575499" y="3503997"/>
              <a:ext cx="1142305" cy="1030007"/>
            </a:xfrm>
            <a:custGeom>
              <a:avLst/>
              <a:gdLst>
                <a:gd name="connsiteX0" fmla="*/ 356660 w 442720"/>
                <a:gd name="connsiteY0" fmla="*/ 0 h 399197"/>
                <a:gd name="connsiteX1" fmla="*/ 428539 w 442720"/>
                <a:gd name="connsiteY1" fmla="*/ 5478 h 399197"/>
                <a:gd name="connsiteX2" fmla="*/ 442720 w 442720"/>
                <a:gd name="connsiteY2" fmla="*/ 8806 h 399197"/>
                <a:gd name="connsiteX3" fmla="*/ 437493 w 442720"/>
                <a:gd name="connsiteY3" fmla="*/ 22731 h 399197"/>
                <a:gd name="connsiteX4" fmla="*/ 164000 w 442720"/>
                <a:gd name="connsiteY4" fmla="*/ 332345 h 399197"/>
                <a:gd name="connsiteX5" fmla="*/ 45719 w 442720"/>
                <a:gd name="connsiteY5" fmla="*/ 399197 h 399197"/>
                <a:gd name="connsiteX6" fmla="*/ 28028 w 442720"/>
                <a:gd name="connsiteY6" fmla="*/ 374558 h 399197"/>
                <a:gd name="connsiteX7" fmla="*/ 0 w 442720"/>
                <a:gd name="connsiteY7" fmla="*/ 269613 h 399197"/>
                <a:gd name="connsiteX8" fmla="*/ 356660 w 442720"/>
                <a:gd name="connsiteY8" fmla="*/ 0 h 39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20" h="399197">
                  <a:moveTo>
                    <a:pt x="356660" y="0"/>
                  </a:moveTo>
                  <a:cubicBezTo>
                    <a:pt x="381282" y="0"/>
                    <a:pt x="405322" y="1886"/>
                    <a:pt x="428539" y="5478"/>
                  </a:cubicBezTo>
                  <a:lnTo>
                    <a:pt x="442720" y="8806"/>
                  </a:lnTo>
                  <a:lnTo>
                    <a:pt x="437493" y="22731"/>
                  </a:lnTo>
                  <a:cubicBezTo>
                    <a:pt x="383777" y="141037"/>
                    <a:pt x="288762" y="246880"/>
                    <a:pt x="164000" y="332345"/>
                  </a:cubicBezTo>
                  <a:lnTo>
                    <a:pt x="45719" y="399197"/>
                  </a:lnTo>
                  <a:lnTo>
                    <a:pt x="28028" y="374558"/>
                  </a:lnTo>
                  <a:cubicBezTo>
                    <a:pt x="9980" y="342303"/>
                    <a:pt x="0" y="306839"/>
                    <a:pt x="0" y="269613"/>
                  </a:cubicBezTo>
                  <a:cubicBezTo>
                    <a:pt x="0" y="120710"/>
                    <a:pt x="159682" y="0"/>
                    <a:pt x="35666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FEB0C4-B5B4-35E8-A036-4FDAD7A2C797}"/>
                </a:ext>
              </a:extLst>
            </p:cNvPr>
            <p:cNvGrpSpPr/>
            <p:nvPr/>
          </p:nvGrpSpPr>
          <p:grpSpPr>
            <a:xfrm>
              <a:off x="2341989" y="2831337"/>
              <a:ext cx="625724" cy="609587"/>
              <a:chOff x="4429799" y="4224038"/>
              <a:chExt cx="242510" cy="236256"/>
            </a:xfrm>
          </p:grpSpPr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F700FEF-9051-AF39-0EAF-CB71742BB006}"/>
                  </a:ext>
                </a:extLst>
              </p:cNvPr>
              <p:cNvSpPr/>
              <p:nvPr/>
            </p:nvSpPr>
            <p:spPr>
              <a:xfrm rot="7960025">
                <a:off x="4436053" y="4224038"/>
                <a:ext cx="236256" cy="236256"/>
              </a:xfrm>
              <a:prstGeom prst="arc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F7854C8D-E75D-67E8-8AE1-B63560EE50ED}"/>
                  </a:ext>
                </a:extLst>
              </p:cNvPr>
              <p:cNvSpPr/>
              <p:nvPr/>
            </p:nvSpPr>
            <p:spPr>
              <a:xfrm rot="6083013">
                <a:off x="4429799" y="4382220"/>
                <a:ext cx="49994" cy="49994"/>
              </a:xfrm>
              <a:prstGeom prst="arc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50BE27-E935-38F6-BCB5-469FDFA05B8C}"/>
                </a:ext>
              </a:extLst>
            </p:cNvPr>
            <p:cNvSpPr/>
            <p:nvPr/>
          </p:nvSpPr>
          <p:spPr>
            <a:xfrm rot="661971">
              <a:off x="3308668" y="4130693"/>
              <a:ext cx="1020447" cy="53697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469338A-EE8A-7370-7E99-DD49790A44A5}"/>
              </a:ext>
            </a:extLst>
          </p:cNvPr>
          <p:cNvGrpSpPr/>
          <p:nvPr/>
        </p:nvGrpSpPr>
        <p:grpSpPr>
          <a:xfrm>
            <a:off x="-2125304" y="736280"/>
            <a:ext cx="8325187" cy="6078597"/>
            <a:chOff x="578138" y="133120"/>
            <a:chExt cx="7983839" cy="5829363"/>
          </a:xfrm>
          <a:solidFill>
            <a:schemeClr val="bg1"/>
          </a:solidFill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696CDAB-B574-AC02-2BED-A04D25437747}"/>
                </a:ext>
              </a:extLst>
            </p:cNvPr>
            <p:cNvSpPr/>
            <p:nvPr/>
          </p:nvSpPr>
          <p:spPr>
            <a:xfrm rot="10800000">
              <a:off x="4692630" y="4489724"/>
              <a:ext cx="1183240" cy="919121"/>
            </a:xfrm>
            <a:custGeom>
              <a:avLst/>
              <a:gdLst>
                <a:gd name="connsiteX0" fmla="*/ 454786 w 986971"/>
                <a:gd name="connsiteY0" fmla="*/ 0 h 832205"/>
                <a:gd name="connsiteX1" fmla="*/ 532185 w 986971"/>
                <a:gd name="connsiteY1" fmla="*/ 0 h 832205"/>
                <a:gd name="connsiteX2" fmla="*/ 986971 w 986971"/>
                <a:gd name="connsiteY2" fmla="*/ 454786 h 832205"/>
                <a:gd name="connsiteX3" fmla="*/ 986971 w 986971"/>
                <a:gd name="connsiteY3" fmla="*/ 810758 h 832205"/>
                <a:gd name="connsiteX4" fmla="*/ 986638 w 986971"/>
                <a:gd name="connsiteY4" fmla="*/ 814064 h 832205"/>
                <a:gd name="connsiteX5" fmla="*/ 910924 w 986971"/>
                <a:gd name="connsiteY5" fmla="*/ 784192 h 832205"/>
                <a:gd name="connsiteX6" fmla="*/ 514706 w 986971"/>
                <a:gd name="connsiteY6" fmla="*/ 726319 h 832205"/>
                <a:gd name="connsiteX7" fmla="*/ 13608 w 986971"/>
                <a:gd name="connsiteY7" fmla="*/ 825571 h 832205"/>
                <a:gd name="connsiteX8" fmla="*/ 2162 w 986971"/>
                <a:gd name="connsiteY8" fmla="*/ 832205 h 832205"/>
                <a:gd name="connsiteX9" fmla="*/ 0 w 986971"/>
                <a:gd name="connsiteY9" fmla="*/ 810758 h 832205"/>
                <a:gd name="connsiteX10" fmla="*/ 0 w 986971"/>
                <a:gd name="connsiteY10" fmla="*/ 454786 h 832205"/>
                <a:gd name="connsiteX11" fmla="*/ 454786 w 986971"/>
                <a:gd name="connsiteY11" fmla="*/ 0 h 832205"/>
                <a:gd name="connsiteX0" fmla="*/ 454786 w 1082167"/>
                <a:gd name="connsiteY0" fmla="*/ 0 h 832205"/>
                <a:gd name="connsiteX1" fmla="*/ 532185 w 1082167"/>
                <a:gd name="connsiteY1" fmla="*/ 0 h 832205"/>
                <a:gd name="connsiteX2" fmla="*/ 1082167 w 1082167"/>
                <a:gd name="connsiteY2" fmla="*/ 499584 h 832205"/>
                <a:gd name="connsiteX3" fmla="*/ 986971 w 1082167"/>
                <a:gd name="connsiteY3" fmla="*/ 810758 h 832205"/>
                <a:gd name="connsiteX4" fmla="*/ 986638 w 1082167"/>
                <a:gd name="connsiteY4" fmla="*/ 814064 h 832205"/>
                <a:gd name="connsiteX5" fmla="*/ 910924 w 1082167"/>
                <a:gd name="connsiteY5" fmla="*/ 784192 h 832205"/>
                <a:gd name="connsiteX6" fmla="*/ 514706 w 1082167"/>
                <a:gd name="connsiteY6" fmla="*/ 726319 h 832205"/>
                <a:gd name="connsiteX7" fmla="*/ 13608 w 1082167"/>
                <a:gd name="connsiteY7" fmla="*/ 825571 h 832205"/>
                <a:gd name="connsiteX8" fmla="*/ 2162 w 1082167"/>
                <a:gd name="connsiteY8" fmla="*/ 832205 h 832205"/>
                <a:gd name="connsiteX9" fmla="*/ 0 w 1082167"/>
                <a:gd name="connsiteY9" fmla="*/ 810758 h 832205"/>
                <a:gd name="connsiteX10" fmla="*/ 0 w 1082167"/>
                <a:gd name="connsiteY10" fmla="*/ 454786 h 832205"/>
                <a:gd name="connsiteX11" fmla="*/ 454786 w 1082167"/>
                <a:gd name="connsiteY11" fmla="*/ 0 h 832205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1082167 w 1082167"/>
                <a:gd name="connsiteY3" fmla="*/ 558659 h 891280"/>
                <a:gd name="connsiteX4" fmla="*/ 986971 w 1082167"/>
                <a:gd name="connsiteY4" fmla="*/ 869833 h 891280"/>
                <a:gd name="connsiteX5" fmla="*/ 986638 w 1082167"/>
                <a:gd name="connsiteY5" fmla="*/ 873139 h 891280"/>
                <a:gd name="connsiteX6" fmla="*/ 910924 w 1082167"/>
                <a:gd name="connsiteY6" fmla="*/ 843267 h 891280"/>
                <a:gd name="connsiteX7" fmla="*/ 514706 w 1082167"/>
                <a:gd name="connsiteY7" fmla="*/ 785394 h 891280"/>
                <a:gd name="connsiteX8" fmla="*/ 13608 w 1082167"/>
                <a:gd name="connsiteY8" fmla="*/ 884646 h 891280"/>
                <a:gd name="connsiteX9" fmla="*/ 2162 w 1082167"/>
                <a:gd name="connsiteY9" fmla="*/ 891280 h 891280"/>
                <a:gd name="connsiteX10" fmla="*/ 0 w 1082167"/>
                <a:gd name="connsiteY10" fmla="*/ 869833 h 891280"/>
                <a:gd name="connsiteX11" fmla="*/ 0 w 1082167"/>
                <a:gd name="connsiteY11" fmla="*/ 513861 h 891280"/>
                <a:gd name="connsiteX12" fmla="*/ 454786 w 1082167"/>
                <a:gd name="connsiteY12" fmla="*/ 59075 h 891280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936978 w 1082167"/>
                <a:gd name="connsiteY3" fmla="*/ 269683 h 891280"/>
                <a:gd name="connsiteX4" fmla="*/ 1082167 w 1082167"/>
                <a:gd name="connsiteY4" fmla="*/ 558659 h 891280"/>
                <a:gd name="connsiteX5" fmla="*/ 986971 w 1082167"/>
                <a:gd name="connsiteY5" fmla="*/ 869833 h 891280"/>
                <a:gd name="connsiteX6" fmla="*/ 986638 w 1082167"/>
                <a:gd name="connsiteY6" fmla="*/ 873139 h 891280"/>
                <a:gd name="connsiteX7" fmla="*/ 910924 w 1082167"/>
                <a:gd name="connsiteY7" fmla="*/ 843267 h 891280"/>
                <a:gd name="connsiteX8" fmla="*/ 514706 w 1082167"/>
                <a:gd name="connsiteY8" fmla="*/ 785394 h 891280"/>
                <a:gd name="connsiteX9" fmla="*/ 13608 w 1082167"/>
                <a:gd name="connsiteY9" fmla="*/ 884646 h 891280"/>
                <a:gd name="connsiteX10" fmla="*/ 2162 w 1082167"/>
                <a:gd name="connsiteY10" fmla="*/ 891280 h 891280"/>
                <a:gd name="connsiteX11" fmla="*/ 0 w 1082167"/>
                <a:gd name="connsiteY11" fmla="*/ 869833 h 891280"/>
                <a:gd name="connsiteX12" fmla="*/ 0 w 1082167"/>
                <a:gd name="connsiteY12" fmla="*/ 513861 h 891280"/>
                <a:gd name="connsiteX13" fmla="*/ 454786 w 1082167"/>
                <a:gd name="connsiteY13" fmla="*/ 59075 h 891280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892180 w 1082167"/>
                <a:gd name="connsiteY3" fmla="*/ 275284 h 891280"/>
                <a:gd name="connsiteX4" fmla="*/ 1082167 w 1082167"/>
                <a:gd name="connsiteY4" fmla="*/ 558659 h 891280"/>
                <a:gd name="connsiteX5" fmla="*/ 986971 w 1082167"/>
                <a:gd name="connsiteY5" fmla="*/ 869833 h 891280"/>
                <a:gd name="connsiteX6" fmla="*/ 986638 w 1082167"/>
                <a:gd name="connsiteY6" fmla="*/ 873139 h 891280"/>
                <a:gd name="connsiteX7" fmla="*/ 910924 w 1082167"/>
                <a:gd name="connsiteY7" fmla="*/ 843267 h 891280"/>
                <a:gd name="connsiteX8" fmla="*/ 514706 w 1082167"/>
                <a:gd name="connsiteY8" fmla="*/ 785394 h 891280"/>
                <a:gd name="connsiteX9" fmla="*/ 13608 w 1082167"/>
                <a:gd name="connsiteY9" fmla="*/ 884646 h 891280"/>
                <a:gd name="connsiteX10" fmla="*/ 2162 w 1082167"/>
                <a:gd name="connsiteY10" fmla="*/ 891280 h 891280"/>
                <a:gd name="connsiteX11" fmla="*/ 0 w 1082167"/>
                <a:gd name="connsiteY11" fmla="*/ 869833 h 891280"/>
                <a:gd name="connsiteX12" fmla="*/ 0 w 1082167"/>
                <a:gd name="connsiteY12" fmla="*/ 513861 h 891280"/>
                <a:gd name="connsiteX13" fmla="*/ 454786 w 1082167"/>
                <a:gd name="connsiteY13" fmla="*/ 59075 h 891280"/>
                <a:gd name="connsiteX0" fmla="*/ 454786 w 1082167"/>
                <a:gd name="connsiteY0" fmla="*/ 44664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454786 w 1082167"/>
                <a:gd name="connsiteY13" fmla="*/ 44664 h 876869"/>
                <a:gd name="connsiteX0" fmla="*/ 359590 w 1082167"/>
                <a:gd name="connsiteY0" fmla="*/ 201458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359590 w 1082167"/>
                <a:gd name="connsiteY13" fmla="*/ 201458 h 876869"/>
                <a:gd name="connsiteX0" fmla="*/ 359590 w 1082167"/>
                <a:gd name="connsiteY0" fmla="*/ 201458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158609 w 1082167"/>
                <a:gd name="connsiteY13" fmla="*/ 277671 h 876869"/>
                <a:gd name="connsiteX14" fmla="*/ 359590 w 1082167"/>
                <a:gd name="connsiteY14" fmla="*/ 201458 h 876869"/>
                <a:gd name="connsiteX0" fmla="*/ 361354 w 1083931"/>
                <a:gd name="connsiteY0" fmla="*/ 201458 h 876869"/>
                <a:gd name="connsiteX1" fmla="*/ 629148 w 1083931"/>
                <a:gd name="connsiteY1" fmla="*/ 223857 h 876869"/>
                <a:gd name="connsiteX2" fmla="*/ 815549 w 1083931"/>
                <a:gd name="connsiteY2" fmla="*/ 14481 h 876869"/>
                <a:gd name="connsiteX3" fmla="*/ 893944 w 1083931"/>
                <a:gd name="connsiteY3" fmla="*/ 260873 h 876869"/>
                <a:gd name="connsiteX4" fmla="*/ 1083931 w 1083931"/>
                <a:gd name="connsiteY4" fmla="*/ 544248 h 876869"/>
                <a:gd name="connsiteX5" fmla="*/ 988735 w 1083931"/>
                <a:gd name="connsiteY5" fmla="*/ 855422 h 876869"/>
                <a:gd name="connsiteX6" fmla="*/ 988402 w 1083931"/>
                <a:gd name="connsiteY6" fmla="*/ 858728 h 876869"/>
                <a:gd name="connsiteX7" fmla="*/ 912688 w 1083931"/>
                <a:gd name="connsiteY7" fmla="*/ 828856 h 876869"/>
                <a:gd name="connsiteX8" fmla="*/ 516470 w 1083931"/>
                <a:gd name="connsiteY8" fmla="*/ 770983 h 876869"/>
                <a:gd name="connsiteX9" fmla="*/ 15372 w 1083931"/>
                <a:gd name="connsiteY9" fmla="*/ 870235 h 876869"/>
                <a:gd name="connsiteX10" fmla="*/ 3926 w 1083931"/>
                <a:gd name="connsiteY10" fmla="*/ 876869 h 876869"/>
                <a:gd name="connsiteX11" fmla="*/ 1764 w 1083931"/>
                <a:gd name="connsiteY11" fmla="*/ 855422 h 876869"/>
                <a:gd name="connsiteX12" fmla="*/ 1764 w 1083931"/>
                <a:gd name="connsiteY12" fmla="*/ 499450 h 876869"/>
                <a:gd name="connsiteX13" fmla="*/ 160373 w 1083931"/>
                <a:gd name="connsiteY13" fmla="*/ 277671 h 876869"/>
                <a:gd name="connsiteX14" fmla="*/ 361354 w 1083931"/>
                <a:gd name="connsiteY14" fmla="*/ 201458 h 876869"/>
                <a:gd name="connsiteX0" fmla="*/ 400144 w 1122721"/>
                <a:gd name="connsiteY0" fmla="*/ 201458 h 876869"/>
                <a:gd name="connsiteX1" fmla="*/ 667938 w 1122721"/>
                <a:gd name="connsiteY1" fmla="*/ 223857 h 876869"/>
                <a:gd name="connsiteX2" fmla="*/ 854339 w 1122721"/>
                <a:gd name="connsiteY2" fmla="*/ 14481 h 876869"/>
                <a:gd name="connsiteX3" fmla="*/ 932734 w 1122721"/>
                <a:gd name="connsiteY3" fmla="*/ 260873 h 876869"/>
                <a:gd name="connsiteX4" fmla="*/ 1122721 w 1122721"/>
                <a:gd name="connsiteY4" fmla="*/ 544248 h 876869"/>
                <a:gd name="connsiteX5" fmla="*/ 1027525 w 1122721"/>
                <a:gd name="connsiteY5" fmla="*/ 855422 h 876869"/>
                <a:gd name="connsiteX6" fmla="*/ 1027192 w 1122721"/>
                <a:gd name="connsiteY6" fmla="*/ 858728 h 876869"/>
                <a:gd name="connsiteX7" fmla="*/ 951478 w 1122721"/>
                <a:gd name="connsiteY7" fmla="*/ 828856 h 876869"/>
                <a:gd name="connsiteX8" fmla="*/ 555260 w 1122721"/>
                <a:gd name="connsiteY8" fmla="*/ 770983 h 876869"/>
                <a:gd name="connsiteX9" fmla="*/ 54162 w 1122721"/>
                <a:gd name="connsiteY9" fmla="*/ 870235 h 876869"/>
                <a:gd name="connsiteX10" fmla="*/ 42716 w 1122721"/>
                <a:gd name="connsiteY10" fmla="*/ 876869 h 876869"/>
                <a:gd name="connsiteX11" fmla="*/ 40554 w 1122721"/>
                <a:gd name="connsiteY11" fmla="*/ 855422 h 876869"/>
                <a:gd name="connsiteX12" fmla="*/ 1355 w 1122721"/>
                <a:gd name="connsiteY12" fmla="*/ 555448 h 876869"/>
                <a:gd name="connsiteX13" fmla="*/ 199163 w 1122721"/>
                <a:gd name="connsiteY13" fmla="*/ 277671 h 876869"/>
                <a:gd name="connsiteX14" fmla="*/ 400144 w 1122721"/>
                <a:gd name="connsiteY14" fmla="*/ 201458 h 876869"/>
                <a:gd name="connsiteX0" fmla="*/ 400144 w 1122721"/>
                <a:gd name="connsiteY0" fmla="*/ 216106 h 891517"/>
                <a:gd name="connsiteX1" fmla="*/ 667938 w 1122721"/>
                <a:gd name="connsiteY1" fmla="*/ 238505 h 891517"/>
                <a:gd name="connsiteX2" fmla="*/ 854339 w 1122721"/>
                <a:gd name="connsiteY2" fmla="*/ 29129 h 891517"/>
                <a:gd name="connsiteX3" fmla="*/ 932734 w 1122721"/>
                <a:gd name="connsiteY3" fmla="*/ 275521 h 891517"/>
                <a:gd name="connsiteX4" fmla="*/ 1122721 w 1122721"/>
                <a:gd name="connsiteY4" fmla="*/ 558896 h 891517"/>
                <a:gd name="connsiteX5" fmla="*/ 1027525 w 1122721"/>
                <a:gd name="connsiteY5" fmla="*/ 870070 h 891517"/>
                <a:gd name="connsiteX6" fmla="*/ 1027192 w 1122721"/>
                <a:gd name="connsiteY6" fmla="*/ 873376 h 891517"/>
                <a:gd name="connsiteX7" fmla="*/ 951478 w 1122721"/>
                <a:gd name="connsiteY7" fmla="*/ 843504 h 891517"/>
                <a:gd name="connsiteX8" fmla="*/ 555260 w 1122721"/>
                <a:gd name="connsiteY8" fmla="*/ 785631 h 891517"/>
                <a:gd name="connsiteX9" fmla="*/ 54162 w 1122721"/>
                <a:gd name="connsiteY9" fmla="*/ 884883 h 891517"/>
                <a:gd name="connsiteX10" fmla="*/ 42716 w 1122721"/>
                <a:gd name="connsiteY10" fmla="*/ 891517 h 891517"/>
                <a:gd name="connsiteX11" fmla="*/ 40554 w 1122721"/>
                <a:gd name="connsiteY11" fmla="*/ 870070 h 891517"/>
                <a:gd name="connsiteX12" fmla="*/ 1355 w 1122721"/>
                <a:gd name="connsiteY12" fmla="*/ 570096 h 891517"/>
                <a:gd name="connsiteX13" fmla="*/ 199163 w 1122721"/>
                <a:gd name="connsiteY13" fmla="*/ 292319 h 891517"/>
                <a:gd name="connsiteX14" fmla="*/ 400144 w 1122721"/>
                <a:gd name="connsiteY14" fmla="*/ 216106 h 891517"/>
                <a:gd name="connsiteX0" fmla="*/ 400144 w 1122721"/>
                <a:gd name="connsiteY0" fmla="*/ 252855 h 928266"/>
                <a:gd name="connsiteX1" fmla="*/ 667938 w 1122721"/>
                <a:gd name="connsiteY1" fmla="*/ 275254 h 928266"/>
                <a:gd name="connsiteX2" fmla="*/ 854339 w 1122721"/>
                <a:gd name="connsiteY2" fmla="*/ 65878 h 928266"/>
                <a:gd name="connsiteX3" fmla="*/ 932734 w 1122721"/>
                <a:gd name="connsiteY3" fmla="*/ 312270 h 928266"/>
                <a:gd name="connsiteX4" fmla="*/ 1122721 w 1122721"/>
                <a:gd name="connsiteY4" fmla="*/ 595645 h 928266"/>
                <a:gd name="connsiteX5" fmla="*/ 1027525 w 1122721"/>
                <a:gd name="connsiteY5" fmla="*/ 906819 h 928266"/>
                <a:gd name="connsiteX6" fmla="*/ 1027192 w 1122721"/>
                <a:gd name="connsiteY6" fmla="*/ 910125 h 928266"/>
                <a:gd name="connsiteX7" fmla="*/ 951478 w 1122721"/>
                <a:gd name="connsiteY7" fmla="*/ 880253 h 928266"/>
                <a:gd name="connsiteX8" fmla="*/ 555260 w 1122721"/>
                <a:gd name="connsiteY8" fmla="*/ 822380 h 928266"/>
                <a:gd name="connsiteX9" fmla="*/ 54162 w 1122721"/>
                <a:gd name="connsiteY9" fmla="*/ 921632 h 928266"/>
                <a:gd name="connsiteX10" fmla="*/ 42716 w 1122721"/>
                <a:gd name="connsiteY10" fmla="*/ 928266 h 928266"/>
                <a:gd name="connsiteX11" fmla="*/ 40554 w 1122721"/>
                <a:gd name="connsiteY11" fmla="*/ 906819 h 928266"/>
                <a:gd name="connsiteX12" fmla="*/ 1355 w 1122721"/>
                <a:gd name="connsiteY12" fmla="*/ 606845 h 928266"/>
                <a:gd name="connsiteX13" fmla="*/ 199163 w 1122721"/>
                <a:gd name="connsiteY13" fmla="*/ 329068 h 928266"/>
                <a:gd name="connsiteX14" fmla="*/ 400144 w 1122721"/>
                <a:gd name="connsiteY14" fmla="*/ 252855 h 928266"/>
                <a:gd name="connsiteX0" fmla="*/ 400143 w 1122721"/>
                <a:gd name="connsiteY0" fmla="*/ 263682 h 922293"/>
                <a:gd name="connsiteX1" fmla="*/ 667938 w 1122721"/>
                <a:gd name="connsiteY1" fmla="*/ 269281 h 922293"/>
                <a:gd name="connsiteX2" fmla="*/ 854339 w 1122721"/>
                <a:gd name="connsiteY2" fmla="*/ 59905 h 922293"/>
                <a:gd name="connsiteX3" fmla="*/ 932734 w 1122721"/>
                <a:gd name="connsiteY3" fmla="*/ 306297 h 922293"/>
                <a:gd name="connsiteX4" fmla="*/ 1122721 w 1122721"/>
                <a:gd name="connsiteY4" fmla="*/ 589672 h 922293"/>
                <a:gd name="connsiteX5" fmla="*/ 1027525 w 1122721"/>
                <a:gd name="connsiteY5" fmla="*/ 900846 h 922293"/>
                <a:gd name="connsiteX6" fmla="*/ 1027192 w 1122721"/>
                <a:gd name="connsiteY6" fmla="*/ 904152 h 922293"/>
                <a:gd name="connsiteX7" fmla="*/ 951478 w 1122721"/>
                <a:gd name="connsiteY7" fmla="*/ 874280 h 922293"/>
                <a:gd name="connsiteX8" fmla="*/ 555260 w 1122721"/>
                <a:gd name="connsiteY8" fmla="*/ 816407 h 922293"/>
                <a:gd name="connsiteX9" fmla="*/ 54162 w 1122721"/>
                <a:gd name="connsiteY9" fmla="*/ 915659 h 922293"/>
                <a:gd name="connsiteX10" fmla="*/ 42716 w 1122721"/>
                <a:gd name="connsiteY10" fmla="*/ 922293 h 922293"/>
                <a:gd name="connsiteX11" fmla="*/ 40554 w 1122721"/>
                <a:gd name="connsiteY11" fmla="*/ 900846 h 922293"/>
                <a:gd name="connsiteX12" fmla="*/ 1355 w 1122721"/>
                <a:gd name="connsiteY12" fmla="*/ 600872 h 922293"/>
                <a:gd name="connsiteX13" fmla="*/ 199163 w 1122721"/>
                <a:gd name="connsiteY13" fmla="*/ 323095 h 922293"/>
                <a:gd name="connsiteX14" fmla="*/ 400143 w 1122721"/>
                <a:gd name="connsiteY14" fmla="*/ 263682 h 922293"/>
                <a:gd name="connsiteX0" fmla="*/ 400143 w 1122721"/>
                <a:gd name="connsiteY0" fmla="*/ 218258 h 876869"/>
                <a:gd name="connsiteX1" fmla="*/ 667938 w 1122721"/>
                <a:gd name="connsiteY1" fmla="*/ 223857 h 876869"/>
                <a:gd name="connsiteX2" fmla="*/ 854339 w 1122721"/>
                <a:gd name="connsiteY2" fmla="*/ 14481 h 876869"/>
                <a:gd name="connsiteX3" fmla="*/ 932734 w 1122721"/>
                <a:gd name="connsiteY3" fmla="*/ 260873 h 876869"/>
                <a:gd name="connsiteX4" fmla="*/ 1122721 w 1122721"/>
                <a:gd name="connsiteY4" fmla="*/ 544248 h 876869"/>
                <a:gd name="connsiteX5" fmla="*/ 1027525 w 1122721"/>
                <a:gd name="connsiteY5" fmla="*/ 855422 h 876869"/>
                <a:gd name="connsiteX6" fmla="*/ 1027192 w 1122721"/>
                <a:gd name="connsiteY6" fmla="*/ 858728 h 876869"/>
                <a:gd name="connsiteX7" fmla="*/ 951478 w 1122721"/>
                <a:gd name="connsiteY7" fmla="*/ 828856 h 876869"/>
                <a:gd name="connsiteX8" fmla="*/ 555260 w 1122721"/>
                <a:gd name="connsiteY8" fmla="*/ 770983 h 876869"/>
                <a:gd name="connsiteX9" fmla="*/ 54162 w 1122721"/>
                <a:gd name="connsiteY9" fmla="*/ 870235 h 876869"/>
                <a:gd name="connsiteX10" fmla="*/ 42716 w 1122721"/>
                <a:gd name="connsiteY10" fmla="*/ 876869 h 876869"/>
                <a:gd name="connsiteX11" fmla="*/ 40554 w 1122721"/>
                <a:gd name="connsiteY11" fmla="*/ 855422 h 876869"/>
                <a:gd name="connsiteX12" fmla="*/ 1355 w 1122721"/>
                <a:gd name="connsiteY12" fmla="*/ 555448 h 876869"/>
                <a:gd name="connsiteX13" fmla="*/ 199163 w 1122721"/>
                <a:gd name="connsiteY13" fmla="*/ 277671 h 876869"/>
                <a:gd name="connsiteX14" fmla="*/ 400143 w 1122721"/>
                <a:gd name="connsiteY14" fmla="*/ 218258 h 876869"/>
                <a:gd name="connsiteX0" fmla="*/ 400143 w 1083522"/>
                <a:gd name="connsiteY0" fmla="*/ 218258 h 876869"/>
                <a:gd name="connsiteX1" fmla="*/ 667938 w 1083522"/>
                <a:gd name="connsiteY1" fmla="*/ 223857 h 876869"/>
                <a:gd name="connsiteX2" fmla="*/ 854339 w 1083522"/>
                <a:gd name="connsiteY2" fmla="*/ 14481 h 876869"/>
                <a:gd name="connsiteX3" fmla="*/ 932734 w 1083522"/>
                <a:gd name="connsiteY3" fmla="*/ 260873 h 876869"/>
                <a:gd name="connsiteX4" fmla="*/ 1083522 w 1083522"/>
                <a:gd name="connsiteY4" fmla="*/ 544248 h 876869"/>
                <a:gd name="connsiteX5" fmla="*/ 1027525 w 1083522"/>
                <a:gd name="connsiteY5" fmla="*/ 855422 h 876869"/>
                <a:gd name="connsiteX6" fmla="*/ 1027192 w 1083522"/>
                <a:gd name="connsiteY6" fmla="*/ 858728 h 876869"/>
                <a:gd name="connsiteX7" fmla="*/ 951478 w 1083522"/>
                <a:gd name="connsiteY7" fmla="*/ 828856 h 876869"/>
                <a:gd name="connsiteX8" fmla="*/ 555260 w 1083522"/>
                <a:gd name="connsiteY8" fmla="*/ 770983 h 876869"/>
                <a:gd name="connsiteX9" fmla="*/ 54162 w 1083522"/>
                <a:gd name="connsiteY9" fmla="*/ 870235 h 876869"/>
                <a:gd name="connsiteX10" fmla="*/ 42716 w 1083522"/>
                <a:gd name="connsiteY10" fmla="*/ 876869 h 876869"/>
                <a:gd name="connsiteX11" fmla="*/ 40554 w 1083522"/>
                <a:gd name="connsiteY11" fmla="*/ 855422 h 876869"/>
                <a:gd name="connsiteX12" fmla="*/ 1355 w 1083522"/>
                <a:gd name="connsiteY12" fmla="*/ 555448 h 876869"/>
                <a:gd name="connsiteX13" fmla="*/ 199163 w 1083522"/>
                <a:gd name="connsiteY13" fmla="*/ 277671 h 876869"/>
                <a:gd name="connsiteX14" fmla="*/ 400143 w 1083522"/>
                <a:gd name="connsiteY14" fmla="*/ 218258 h 876869"/>
                <a:gd name="connsiteX0" fmla="*/ 400143 w 1128320"/>
                <a:gd name="connsiteY0" fmla="*/ 218258 h 876869"/>
                <a:gd name="connsiteX1" fmla="*/ 667938 w 1128320"/>
                <a:gd name="connsiteY1" fmla="*/ 223857 h 876869"/>
                <a:gd name="connsiteX2" fmla="*/ 854339 w 1128320"/>
                <a:gd name="connsiteY2" fmla="*/ 14481 h 876869"/>
                <a:gd name="connsiteX3" fmla="*/ 932734 w 1128320"/>
                <a:gd name="connsiteY3" fmla="*/ 260873 h 876869"/>
                <a:gd name="connsiteX4" fmla="*/ 1128320 w 1128320"/>
                <a:gd name="connsiteY4" fmla="*/ 533049 h 876869"/>
                <a:gd name="connsiteX5" fmla="*/ 1027525 w 1128320"/>
                <a:gd name="connsiteY5" fmla="*/ 855422 h 876869"/>
                <a:gd name="connsiteX6" fmla="*/ 1027192 w 1128320"/>
                <a:gd name="connsiteY6" fmla="*/ 858728 h 876869"/>
                <a:gd name="connsiteX7" fmla="*/ 951478 w 1128320"/>
                <a:gd name="connsiteY7" fmla="*/ 828856 h 876869"/>
                <a:gd name="connsiteX8" fmla="*/ 555260 w 1128320"/>
                <a:gd name="connsiteY8" fmla="*/ 770983 h 876869"/>
                <a:gd name="connsiteX9" fmla="*/ 54162 w 1128320"/>
                <a:gd name="connsiteY9" fmla="*/ 870235 h 876869"/>
                <a:gd name="connsiteX10" fmla="*/ 42716 w 1128320"/>
                <a:gd name="connsiteY10" fmla="*/ 876869 h 876869"/>
                <a:gd name="connsiteX11" fmla="*/ 40554 w 1128320"/>
                <a:gd name="connsiteY11" fmla="*/ 855422 h 876869"/>
                <a:gd name="connsiteX12" fmla="*/ 1355 w 1128320"/>
                <a:gd name="connsiteY12" fmla="*/ 555448 h 876869"/>
                <a:gd name="connsiteX13" fmla="*/ 199163 w 1128320"/>
                <a:gd name="connsiteY13" fmla="*/ 277671 h 876869"/>
                <a:gd name="connsiteX14" fmla="*/ 400143 w 1128320"/>
                <a:gd name="connsiteY14" fmla="*/ 218258 h 876869"/>
                <a:gd name="connsiteX0" fmla="*/ 400143 w 1128795"/>
                <a:gd name="connsiteY0" fmla="*/ 218258 h 876869"/>
                <a:gd name="connsiteX1" fmla="*/ 667938 w 1128795"/>
                <a:gd name="connsiteY1" fmla="*/ 223857 h 876869"/>
                <a:gd name="connsiteX2" fmla="*/ 854339 w 1128795"/>
                <a:gd name="connsiteY2" fmla="*/ 14481 h 876869"/>
                <a:gd name="connsiteX3" fmla="*/ 932734 w 1128795"/>
                <a:gd name="connsiteY3" fmla="*/ 260873 h 876869"/>
                <a:gd name="connsiteX4" fmla="*/ 1128320 w 1128795"/>
                <a:gd name="connsiteY4" fmla="*/ 533049 h 876869"/>
                <a:gd name="connsiteX5" fmla="*/ 1027525 w 1128795"/>
                <a:gd name="connsiteY5" fmla="*/ 855422 h 876869"/>
                <a:gd name="connsiteX6" fmla="*/ 1027192 w 1128795"/>
                <a:gd name="connsiteY6" fmla="*/ 858728 h 876869"/>
                <a:gd name="connsiteX7" fmla="*/ 951478 w 1128795"/>
                <a:gd name="connsiteY7" fmla="*/ 828856 h 876869"/>
                <a:gd name="connsiteX8" fmla="*/ 555260 w 1128795"/>
                <a:gd name="connsiteY8" fmla="*/ 770983 h 876869"/>
                <a:gd name="connsiteX9" fmla="*/ 54162 w 1128795"/>
                <a:gd name="connsiteY9" fmla="*/ 870235 h 876869"/>
                <a:gd name="connsiteX10" fmla="*/ 42716 w 1128795"/>
                <a:gd name="connsiteY10" fmla="*/ 876869 h 876869"/>
                <a:gd name="connsiteX11" fmla="*/ 40554 w 1128795"/>
                <a:gd name="connsiteY11" fmla="*/ 855422 h 876869"/>
                <a:gd name="connsiteX12" fmla="*/ 1355 w 1128795"/>
                <a:gd name="connsiteY12" fmla="*/ 555448 h 876869"/>
                <a:gd name="connsiteX13" fmla="*/ 199163 w 1128795"/>
                <a:gd name="connsiteY13" fmla="*/ 277671 h 876869"/>
                <a:gd name="connsiteX14" fmla="*/ 400143 w 1128795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28847" h="876869">
                  <a:moveTo>
                    <a:pt x="400143" y="218258"/>
                  </a:moveTo>
                  <a:cubicBezTo>
                    <a:pt x="562205" y="24130"/>
                    <a:pt x="472274" y="-102794"/>
                    <a:pt x="667938" y="223857"/>
                  </a:cubicBezTo>
                  <a:cubicBezTo>
                    <a:pt x="718438" y="234693"/>
                    <a:pt x="762675" y="-68783"/>
                    <a:pt x="854339" y="14481"/>
                  </a:cubicBezTo>
                  <a:cubicBezTo>
                    <a:pt x="923671" y="43983"/>
                    <a:pt x="888004" y="172579"/>
                    <a:pt x="932734" y="260873"/>
                  </a:cubicBezTo>
                  <a:cubicBezTo>
                    <a:pt x="994264" y="309968"/>
                    <a:pt x="1138655" y="343429"/>
                    <a:pt x="1128320" y="533049"/>
                  </a:cubicBezTo>
                  <a:lnTo>
                    <a:pt x="1027525" y="855422"/>
                  </a:lnTo>
                  <a:lnTo>
                    <a:pt x="1027192" y="858728"/>
                  </a:lnTo>
                  <a:lnTo>
                    <a:pt x="951478" y="828856"/>
                  </a:lnTo>
                  <a:cubicBezTo>
                    <a:pt x="838376" y="792318"/>
                    <a:pt x="702028" y="770983"/>
                    <a:pt x="555260" y="770983"/>
                  </a:cubicBezTo>
                  <a:cubicBezTo>
                    <a:pt x="359569" y="770983"/>
                    <a:pt x="182404" y="808912"/>
                    <a:pt x="54162" y="870235"/>
                  </a:cubicBezTo>
                  <a:lnTo>
                    <a:pt x="42716" y="876869"/>
                  </a:lnTo>
                  <a:lnTo>
                    <a:pt x="40554" y="855422"/>
                  </a:lnTo>
                  <a:lnTo>
                    <a:pt x="1355" y="555448"/>
                  </a:lnTo>
                  <a:cubicBezTo>
                    <a:pt x="-16075" y="377028"/>
                    <a:pt x="139232" y="327336"/>
                    <a:pt x="199163" y="277671"/>
                  </a:cubicBezTo>
                  <a:cubicBezTo>
                    <a:pt x="191896" y="-208776"/>
                    <a:pt x="311746" y="189895"/>
                    <a:pt x="400143" y="21825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35F54C5-618F-0716-6106-B70746BFC4D1}"/>
                </a:ext>
              </a:extLst>
            </p:cNvPr>
            <p:cNvGrpSpPr/>
            <p:nvPr/>
          </p:nvGrpSpPr>
          <p:grpSpPr>
            <a:xfrm>
              <a:off x="5968394" y="4156286"/>
              <a:ext cx="822167" cy="1776803"/>
              <a:chOff x="10339830" y="4729857"/>
              <a:chExt cx="318645" cy="688631"/>
            </a:xfrm>
            <a:grpFill/>
          </p:grpSpPr>
          <p:sp>
            <p:nvSpPr>
              <p:cNvPr id="144" name="Rectangle: Rounded Corners 236">
                <a:extLst>
                  <a:ext uri="{FF2B5EF4-FFF2-40B4-BE49-F238E27FC236}">
                    <a16:creationId xmlns:a16="http://schemas.microsoft.com/office/drawing/2014/main" id="{507D9B5C-B96C-510E-F99E-53A5340FE863}"/>
                  </a:ext>
                </a:extLst>
              </p:cNvPr>
              <p:cNvSpPr/>
              <p:nvPr/>
            </p:nvSpPr>
            <p:spPr>
              <a:xfrm>
                <a:off x="10339830" y="4729857"/>
                <a:ext cx="318645" cy="681037"/>
              </a:xfrm>
              <a:custGeom>
                <a:avLst/>
                <a:gdLst>
                  <a:gd name="connsiteX0" fmla="*/ 0 w 281957"/>
                  <a:gd name="connsiteY0" fmla="*/ 113668 h 681037"/>
                  <a:gd name="connsiteX1" fmla="*/ 113668 w 281957"/>
                  <a:gd name="connsiteY1" fmla="*/ 0 h 681037"/>
                  <a:gd name="connsiteX2" fmla="*/ 168289 w 281957"/>
                  <a:gd name="connsiteY2" fmla="*/ 0 h 681037"/>
                  <a:gd name="connsiteX3" fmla="*/ 281957 w 281957"/>
                  <a:gd name="connsiteY3" fmla="*/ 113668 h 681037"/>
                  <a:gd name="connsiteX4" fmla="*/ 281957 w 281957"/>
                  <a:gd name="connsiteY4" fmla="*/ 567369 h 681037"/>
                  <a:gd name="connsiteX5" fmla="*/ 168289 w 281957"/>
                  <a:gd name="connsiteY5" fmla="*/ 681037 h 681037"/>
                  <a:gd name="connsiteX6" fmla="*/ 113668 w 281957"/>
                  <a:gd name="connsiteY6" fmla="*/ 681037 h 681037"/>
                  <a:gd name="connsiteX7" fmla="*/ 0 w 281957"/>
                  <a:gd name="connsiteY7" fmla="*/ 567369 h 681037"/>
                  <a:gd name="connsiteX8" fmla="*/ 0 w 281957"/>
                  <a:gd name="connsiteY8" fmla="*/ 113668 h 681037"/>
                  <a:gd name="connsiteX0" fmla="*/ 25400 w 307357"/>
                  <a:gd name="connsiteY0" fmla="*/ 113668 h 681037"/>
                  <a:gd name="connsiteX1" fmla="*/ 139068 w 307357"/>
                  <a:gd name="connsiteY1" fmla="*/ 0 h 681037"/>
                  <a:gd name="connsiteX2" fmla="*/ 193689 w 307357"/>
                  <a:gd name="connsiteY2" fmla="*/ 0 h 681037"/>
                  <a:gd name="connsiteX3" fmla="*/ 307357 w 307357"/>
                  <a:gd name="connsiteY3" fmla="*/ 113668 h 681037"/>
                  <a:gd name="connsiteX4" fmla="*/ 307357 w 307357"/>
                  <a:gd name="connsiteY4" fmla="*/ 567369 h 681037"/>
                  <a:gd name="connsiteX5" fmla="*/ 193689 w 307357"/>
                  <a:gd name="connsiteY5" fmla="*/ 681037 h 681037"/>
                  <a:gd name="connsiteX6" fmla="*/ 139068 w 307357"/>
                  <a:gd name="connsiteY6" fmla="*/ 681037 h 681037"/>
                  <a:gd name="connsiteX7" fmla="*/ 25400 w 307357"/>
                  <a:gd name="connsiteY7" fmla="*/ 567369 h 681037"/>
                  <a:gd name="connsiteX8" fmla="*/ 25400 w 307357"/>
                  <a:gd name="connsiteY8" fmla="*/ 113668 h 681037"/>
                  <a:gd name="connsiteX0" fmla="*/ 36688 w 318645"/>
                  <a:gd name="connsiteY0" fmla="*/ 113668 h 681037"/>
                  <a:gd name="connsiteX1" fmla="*/ 150356 w 318645"/>
                  <a:gd name="connsiteY1" fmla="*/ 0 h 681037"/>
                  <a:gd name="connsiteX2" fmla="*/ 204977 w 318645"/>
                  <a:gd name="connsiteY2" fmla="*/ 0 h 681037"/>
                  <a:gd name="connsiteX3" fmla="*/ 318645 w 318645"/>
                  <a:gd name="connsiteY3" fmla="*/ 113668 h 681037"/>
                  <a:gd name="connsiteX4" fmla="*/ 318645 w 318645"/>
                  <a:gd name="connsiteY4" fmla="*/ 567369 h 681037"/>
                  <a:gd name="connsiteX5" fmla="*/ 204977 w 318645"/>
                  <a:gd name="connsiteY5" fmla="*/ 681037 h 681037"/>
                  <a:gd name="connsiteX6" fmla="*/ 150356 w 318645"/>
                  <a:gd name="connsiteY6" fmla="*/ 681037 h 681037"/>
                  <a:gd name="connsiteX7" fmla="*/ 36688 w 318645"/>
                  <a:gd name="connsiteY7" fmla="*/ 567369 h 681037"/>
                  <a:gd name="connsiteX8" fmla="*/ 36688 w 318645"/>
                  <a:gd name="connsiteY8" fmla="*/ 113668 h 68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8645" h="681037">
                    <a:moveTo>
                      <a:pt x="36688" y="113668"/>
                    </a:moveTo>
                    <a:cubicBezTo>
                      <a:pt x="36688" y="50891"/>
                      <a:pt x="87579" y="0"/>
                      <a:pt x="150356" y="0"/>
                    </a:cubicBezTo>
                    <a:lnTo>
                      <a:pt x="204977" y="0"/>
                    </a:lnTo>
                    <a:cubicBezTo>
                      <a:pt x="267754" y="0"/>
                      <a:pt x="318645" y="50891"/>
                      <a:pt x="318645" y="113668"/>
                    </a:cubicBezTo>
                    <a:lnTo>
                      <a:pt x="318645" y="567369"/>
                    </a:lnTo>
                    <a:cubicBezTo>
                      <a:pt x="318645" y="630146"/>
                      <a:pt x="267754" y="681037"/>
                      <a:pt x="204977" y="681037"/>
                    </a:cubicBezTo>
                    <a:lnTo>
                      <a:pt x="150356" y="681037"/>
                    </a:lnTo>
                    <a:cubicBezTo>
                      <a:pt x="87579" y="681037"/>
                      <a:pt x="36688" y="630146"/>
                      <a:pt x="36688" y="567369"/>
                    </a:cubicBezTo>
                    <a:cubicBezTo>
                      <a:pt x="36688" y="416135"/>
                      <a:pt x="-45862" y="366502"/>
                      <a:pt x="36688" y="11366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53EF49F9-08E9-AB5A-DF65-24BFF333EA73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5FBEB7C-2AC6-A2D7-0070-EF213B7739AF}"/>
                </a:ext>
              </a:extLst>
            </p:cNvPr>
            <p:cNvGrpSpPr/>
            <p:nvPr/>
          </p:nvGrpSpPr>
          <p:grpSpPr>
            <a:xfrm>
              <a:off x="6626473" y="3280013"/>
              <a:ext cx="1069925" cy="2635758"/>
              <a:chOff x="10325719" y="4581635"/>
              <a:chExt cx="414668" cy="836853"/>
            </a:xfrm>
            <a:grpFill/>
          </p:grpSpPr>
          <p:sp>
            <p:nvSpPr>
              <p:cNvPr id="142" name="Rectangle: Rounded Corners 239">
                <a:extLst>
                  <a:ext uri="{FF2B5EF4-FFF2-40B4-BE49-F238E27FC236}">
                    <a16:creationId xmlns:a16="http://schemas.microsoft.com/office/drawing/2014/main" id="{9ADEEF9B-FDB2-BF5D-17EB-3B1E42853397}"/>
                  </a:ext>
                </a:extLst>
              </p:cNvPr>
              <p:cNvSpPr/>
              <p:nvPr/>
            </p:nvSpPr>
            <p:spPr>
              <a:xfrm>
                <a:off x="10325719" y="4581635"/>
                <a:ext cx="414668" cy="829258"/>
              </a:xfrm>
              <a:custGeom>
                <a:avLst/>
                <a:gdLst>
                  <a:gd name="connsiteX0" fmla="*/ 0 w 281957"/>
                  <a:gd name="connsiteY0" fmla="*/ 113668 h 831331"/>
                  <a:gd name="connsiteX1" fmla="*/ 113668 w 281957"/>
                  <a:gd name="connsiteY1" fmla="*/ 0 h 831331"/>
                  <a:gd name="connsiteX2" fmla="*/ 168289 w 281957"/>
                  <a:gd name="connsiteY2" fmla="*/ 0 h 831331"/>
                  <a:gd name="connsiteX3" fmla="*/ 281957 w 281957"/>
                  <a:gd name="connsiteY3" fmla="*/ 113668 h 831331"/>
                  <a:gd name="connsiteX4" fmla="*/ 281957 w 281957"/>
                  <a:gd name="connsiteY4" fmla="*/ 717663 h 831331"/>
                  <a:gd name="connsiteX5" fmla="*/ 168289 w 281957"/>
                  <a:gd name="connsiteY5" fmla="*/ 831331 h 831331"/>
                  <a:gd name="connsiteX6" fmla="*/ 113668 w 281957"/>
                  <a:gd name="connsiteY6" fmla="*/ 831331 h 831331"/>
                  <a:gd name="connsiteX7" fmla="*/ 0 w 281957"/>
                  <a:gd name="connsiteY7" fmla="*/ 717663 h 831331"/>
                  <a:gd name="connsiteX8" fmla="*/ 0 w 281957"/>
                  <a:gd name="connsiteY8" fmla="*/ 113668 h 831331"/>
                  <a:gd name="connsiteX0" fmla="*/ 50800 w 332757"/>
                  <a:gd name="connsiteY0" fmla="*/ 113668 h 831331"/>
                  <a:gd name="connsiteX1" fmla="*/ 164468 w 332757"/>
                  <a:gd name="connsiteY1" fmla="*/ 0 h 831331"/>
                  <a:gd name="connsiteX2" fmla="*/ 219089 w 332757"/>
                  <a:gd name="connsiteY2" fmla="*/ 0 h 831331"/>
                  <a:gd name="connsiteX3" fmla="*/ 332757 w 332757"/>
                  <a:gd name="connsiteY3" fmla="*/ 113668 h 831331"/>
                  <a:gd name="connsiteX4" fmla="*/ 332757 w 332757"/>
                  <a:gd name="connsiteY4" fmla="*/ 717663 h 831331"/>
                  <a:gd name="connsiteX5" fmla="*/ 219089 w 332757"/>
                  <a:gd name="connsiteY5" fmla="*/ 831331 h 831331"/>
                  <a:gd name="connsiteX6" fmla="*/ 164468 w 332757"/>
                  <a:gd name="connsiteY6" fmla="*/ 831331 h 831331"/>
                  <a:gd name="connsiteX7" fmla="*/ 50800 w 332757"/>
                  <a:gd name="connsiteY7" fmla="*/ 717663 h 831331"/>
                  <a:gd name="connsiteX8" fmla="*/ 50800 w 332757"/>
                  <a:gd name="connsiteY8" fmla="*/ 113668 h 831331"/>
                  <a:gd name="connsiteX0" fmla="*/ 50800 w 332757"/>
                  <a:gd name="connsiteY0" fmla="*/ 253997 h 971660"/>
                  <a:gd name="connsiteX1" fmla="*/ 164468 w 332757"/>
                  <a:gd name="connsiteY1" fmla="*/ 140329 h 971660"/>
                  <a:gd name="connsiteX2" fmla="*/ 219089 w 332757"/>
                  <a:gd name="connsiteY2" fmla="*/ 140329 h 971660"/>
                  <a:gd name="connsiteX3" fmla="*/ 320057 w 332757"/>
                  <a:gd name="connsiteY3" fmla="*/ 12697 h 971660"/>
                  <a:gd name="connsiteX4" fmla="*/ 332757 w 332757"/>
                  <a:gd name="connsiteY4" fmla="*/ 857992 h 971660"/>
                  <a:gd name="connsiteX5" fmla="*/ 219089 w 332757"/>
                  <a:gd name="connsiteY5" fmla="*/ 971660 h 971660"/>
                  <a:gd name="connsiteX6" fmla="*/ 164468 w 332757"/>
                  <a:gd name="connsiteY6" fmla="*/ 971660 h 971660"/>
                  <a:gd name="connsiteX7" fmla="*/ 50800 w 332757"/>
                  <a:gd name="connsiteY7" fmla="*/ 857992 h 971660"/>
                  <a:gd name="connsiteX8" fmla="*/ 50800 w 332757"/>
                  <a:gd name="connsiteY8" fmla="*/ 253997 h 971660"/>
                  <a:gd name="connsiteX0" fmla="*/ 50800 w 414668"/>
                  <a:gd name="connsiteY0" fmla="*/ 294600 h 1012263"/>
                  <a:gd name="connsiteX1" fmla="*/ 164468 w 414668"/>
                  <a:gd name="connsiteY1" fmla="*/ 180932 h 1012263"/>
                  <a:gd name="connsiteX2" fmla="*/ 219089 w 414668"/>
                  <a:gd name="connsiteY2" fmla="*/ 180932 h 1012263"/>
                  <a:gd name="connsiteX3" fmla="*/ 320057 w 414668"/>
                  <a:gd name="connsiteY3" fmla="*/ 53300 h 1012263"/>
                  <a:gd name="connsiteX4" fmla="*/ 332757 w 414668"/>
                  <a:gd name="connsiteY4" fmla="*/ 898595 h 1012263"/>
                  <a:gd name="connsiteX5" fmla="*/ 219089 w 414668"/>
                  <a:gd name="connsiteY5" fmla="*/ 1012263 h 1012263"/>
                  <a:gd name="connsiteX6" fmla="*/ 164468 w 414668"/>
                  <a:gd name="connsiteY6" fmla="*/ 1012263 h 1012263"/>
                  <a:gd name="connsiteX7" fmla="*/ 50800 w 414668"/>
                  <a:gd name="connsiteY7" fmla="*/ 898595 h 1012263"/>
                  <a:gd name="connsiteX8" fmla="*/ 50800 w 414668"/>
                  <a:gd name="connsiteY8" fmla="*/ 294600 h 101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4668" h="1012263">
                    <a:moveTo>
                      <a:pt x="50800" y="294600"/>
                    </a:moveTo>
                    <a:cubicBezTo>
                      <a:pt x="50800" y="231823"/>
                      <a:pt x="101691" y="180932"/>
                      <a:pt x="164468" y="180932"/>
                    </a:cubicBezTo>
                    <a:lnTo>
                      <a:pt x="219089" y="180932"/>
                    </a:lnTo>
                    <a:cubicBezTo>
                      <a:pt x="281866" y="180932"/>
                      <a:pt x="320057" y="-9477"/>
                      <a:pt x="320057" y="53300"/>
                    </a:cubicBezTo>
                    <a:cubicBezTo>
                      <a:pt x="527490" y="-217385"/>
                      <a:pt x="328524" y="616830"/>
                      <a:pt x="332757" y="898595"/>
                    </a:cubicBezTo>
                    <a:cubicBezTo>
                      <a:pt x="332757" y="961372"/>
                      <a:pt x="281866" y="1012263"/>
                      <a:pt x="219089" y="1012263"/>
                    </a:cubicBezTo>
                    <a:lnTo>
                      <a:pt x="164468" y="1012263"/>
                    </a:lnTo>
                    <a:cubicBezTo>
                      <a:pt x="101691" y="1012263"/>
                      <a:pt x="50800" y="961372"/>
                      <a:pt x="50800" y="898595"/>
                    </a:cubicBezTo>
                    <a:cubicBezTo>
                      <a:pt x="50800" y="697263"/>
                      <a:pt x="-63500" y="540382"/>
                      <a:pt x="50800" y="2946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8AFDE72-6334-8CCD-AB19-743FCEB5A99A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2AFEC0D-881F-73C2-39E4-0334ED7F0BA5}"/>
                </a:ext>
              </a:extLst>
            </p:cNvPr>
            <p:cNvGrpSpPr/>
            <p:nvPr/>
          </p:nvGrpSpPr>
          <p:grpSpPr>
            <a:xfrm>
              <a:off x="6926873" y="2106418"/>
              <a:ext cx="1635104" cy="2427586"/>
              <a:chOff x="11806238" y="3955305"/>
              <a:chExt cx="633713" cy="940853"/>
            </a:xfrm>
            <a:grpFill/>
          </p:grpSpPr>
          <p:sp>
            <p:nvSpPr>
              <p:cNvPr id="140" name="Rectangle 20">
                <a:extLst>
                  <a:ext uri="{FF2B5EF4-FFF2-40B4-BE49-F238E27FC236}">
                    <a16:creationId xmlns:a16="http://schemas.microsoft.com/office/drawing/2014/main" id="{E883814D-FBE8-6E64-4CDA-4F105FA6E969}"/>
                  </a:ext>
                </a:extLst>
              </p:cNvPr>
              <p:cNvSpPr/>
              <p:nvPr/>
            </p:nvSpPr>
            <p:spPr>
              <a:xfrm>
                <a:off x="11806238" y="3955305"/>
                <a:ext cx="550740" cy="616696"/>
              </a:xfrm>
              <a:custGeom>
                <a:avLst/>
                <a:gdLst>
                  <a:gd name="connsiteX0" fmla="*/ 0 w 114300"/>
                  <a:gd name="connsiteY0" fmla="*/ 0 h 52388"/>
                  <a:gd name="connsiteX1" fmla="*/ 114300 w 114300"/>
                  <a:gd name="connsiteY1" fmla="*/ 0 h 52388"/>
                  <a:gd name="connsiteX2" fmla="*/ 114300 w 114300"/>
                  <a:gd name="connsiteY2" fmla="*/ 52388 h 52388"/>
                  <a:gd name="connsiteX3" fmla="*/ 0 w 114300"/>
                  <a:gd name="connsiteY3" fmla="*/ 52388 h 52388"/>
                  <a:gd name="connsiteX4" fmla="*/ 0 w 114300"/>
                  <a:gd name="connsiteY4" fmla="*/ 0 h 52388"/>
                  <a:gd name="connsiteX0" fmla="*/ 0 w 542925"/>
                  <a:gd name="connsiteY0" fmla="*/ 0 h 590550"/>
                  <a:gd name="connsiteX1" fmla="*/ 542925 w 542925"/>
                  <a:gd name="connsiteY1" fmla="*/ 590550 h 590550"/>
                  <a:gd name="connsiteX2" fmla="*/ 114300 w 542925"/>
                  <a:gd name="connsiteY2" fmla="*/ 52388 h 590550"/>
                  <a:gd name="connsiteX3" fmla="*/ 0 w 542925"/>
                  <a:gd name="connsiteY3" fmla="*/ 52388 h 590550"/>
                  <a:gd name="connsiteX4" fmla="*/ 0 w 542925"/>
                  <a:gd name="connsiteY4" fmla="*/ 0 h 590550"/>
                  <a:gd name="connsiteX0" fmla="*/ 0 w 554461"/>
                  <a:gd name="connsiteY0" fmla="*/ 0 h 590550"/>
                  <a:gd name="connsiteX1" fmla="*/ 542925 w 554461"/>
                  <a:gd name="connsiteY1" fmla="*/ 590550 h 590550"/>
                  <a:gd name="connsiteX2" fmla="*/ 114300 w 554461"/>
                  <a:gd name="connsiteY2" fmla="*/ 52388 h 590550"/>
                  <a:gd name="connsiteX3" fmla="*/ 0 w 554461"/>
                  <a:gd name="connsiteY3" fmla="*/ 52388 h 590550"/>
                  <a:gd name="connsiteX4" fmla="*/ 0 w 554461"/>
                  <a:gd name="connsiteY4" fmla="*/ 0 h 590550"/>
                  <a:gd name="connsiteX0" fmla="*/ 0 w 550740"/>
                  <a:gd name="connsiteY0" fmla="*/ 7095 h 597645"/>
                  <a:gd name="connsiteX1" fmla="*/ 542925 w 550740"/>
                  <a:gd name="connsiteY1" fmla="*/ 597645 h 597645"/>
                  <a:gd name="connsiteX2" fmla="*/ 114300 w 550740"/>
                  <a:gd name="connsiteY2" fmla="*/ 59483 h 597645"/>
                  <a:gd name="connsiteX3" fmla="*/ 0 w 550740"/>
                  <a:gd name="connsiteY3" fmla="*/ 59483 h 597645"/>
                  <a:gd name="connsiteX4" fmla="*/ 0 w 550740"/>
                  <a:gd name="connsiteY4" fmla="*/ 7095 h 597645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42912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42912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0740" h="616696">
                    <a:moveTo>
                      <a:pt x="0" y="7095"/>
                    </a:moveTo>
                    <a:cubicBezTo>
                      <a:pt x="153987" y="176958"/>
                      <a:pt x="508000" y="8683"/>
                      <a:pt x="442912" y="616696"/>
                    </a:cubicBezTo>
                    <a:lnTo>
                      <a:pt x="542925" y="597645"/>
                    </a:lnTo>
                    <a:cubicBezTo>
                      <a:pt x="623887" y="-167530"/>
                      <a:pt x="47625" y="-4017"/>
                      <a:pt x="114300" y="59483"/>
                    </a:cubicBezTo>
                    <a:lnTo>
                      <a:pt x="0" y="59483"/>
                    </a:lnTo>
                    <a:lnTo>
                      <a:pt x="0" y="709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1" name="Rectangle 23">
                <a:extLst>
                  <a:ext uri="{FF2B5EF4-FFF2-40B4-BE49-F238E27FC236}">
                    <a16:creationId xmlns:a16="http://schemas.microsoft.com/office/drawing/2014/main" id="{3B1D58C6-DDD3-67A0-E6D9-E39932378D9D}"/>
                  </a:ext>
                </a:extLst>
              </p:cNvPr>
              <p:cNvSpPr/>
              <p:nvPr/>
            </p:nvSpPr>
            <p:spPr>
              <a:xfrm>
                <a:off x="12169719" y="4510090"/>
                <a:ext cx="270232" cy="386068"/>
              </a:xfrm>
              <a:custGeom>
                <a:avLst/>
                <a:gdLst>
                  <a:gd name="connsiteX0" fmla="*/ 0 w 126878"/>
                  <a:gd name="connsiteY0" fmla="*/ 0 h 219769"/>
                  <a:gd name="connsiteX1" fmla="*/ 126878 w 126878"/>
                  <a:gd name="connsiteY1" fmla="*/ 0 h 219769"/>
                  <a:gd name="connsiteX2" fmla="*/ 126878 w 126878"/>
                  <a:gd name="connsiteY2" fmla="*/ 219769 h 219769"/>
                  <a:gd name="connsiteX3" fmla="*/ 0 w 126878"/>
                  <a:gd name="connsiteY3" fmla="*/ 219769 h 219769"/>
                  <a:gd name="connsiteX4" fmla="*/ 0 w 126878"/>
                  <a:gd name="connsiteY4" fmla="*/ 0 h 219769"/>
                  <a:gd name="connsiteX0" fmla="*/ 19050 w 145928"/>
                  <a:gd name="connsiteY0" fmla="*/ 0 h 324544"/>
                  <a:gd name="connsiteX1" fmla="*/ 145928 w 145928"/>
                  <a:gd name="connsiteY1" fmla="*/ 0 h 324544"/>
                  <a:gd name="connsiteX2" fmla="*/ 145928 w 145928"/>
                  <a:gd name="connsiteY2" fmla="*/ 219769 h 324544"/>
                  <a:gd name="connsiteX3" fmla="*/ 0 w 145928"/>
                  <a:gd name="connsiteY3" fmla="*/ 324544 h 324544"/>
                  <a:gd name="connsiteX4" fmla="*/ 19050 w 145928"/>
                  <a:gd name="connsiteY4" fmla="*/ 0 h 324544"/>
                  <a:gd name="connsiteX0" fmla="*/ 19050 w 198316"/>
                  <a:gd name="connsiteY0" fmla="*/ 0 h 329307"/>
                  <a:gd name="connsiteX1" fmla="*/ 145928 w 198316"/>
                  <a:gd name="connsiteY1" fmla="*/ 0 h 329307"/>
                  <a:gd name="connsiteX2" fmla="*/ 198316 w 198316"/>
                  <a:gd name="connsiteY2" fmla="*/ 329307 h 329307"/>
                  <a:gd name="connsiteX3" fmla="*/ 0 w 198316"/>
                  <a:gd name="connsiteY3" fmla="*/ 324544 h 329307"/>
                  <a:gd name="connsiteX4" fmla="*/ 19050 w 198316"/>
                  <a:gd name="connsiteY4" fmla="*/ 0 h 329307"/>
                  <a:gd name="connsiteX0" fmla="*/ 19050 w 198316"/>
                  <a:gd name="connsiteY0" fmla="*/ 0 h 329307"/>
                  <a:gd name="connsiteX1" fmla="*/ 145928 w 198316"/>
                  <a:gd name="connsiteY1" fmla="*/ 0 h 329307"/>
                  <a:gd name="connsiteX2" fmla="*/ 198316 w 198316"/>
                  <a:gd name="connsiteY2" fmla="*/ 329307 h 329307"/>
                  <a:gd name="connsiteX3" fmla="*/ 52388 w 198316"/>
                  <a:gd name="connsiteY3" fmla="*/ 261936 h 329307"/>
                  <a:gd name="connsiteX4" fmla="*/ 0 w 198316"/>
                  <a:gd name="connsiteY4" fmla="*/ 324544 h 329307"/>
                  <a:gd name="connsiteX5" fmla="*/ 19050 w 198316"/>
                  <a:gd name="connsiteY5" fmla="*/ 0 h 329307"/>
                  <a:gd name="connsiteX0" fmla="*/ 19050 w 198316"/>
                  <a:gd name="connsiteY0" fmla="*/ 0 h 342868"/>
                  <a:gd name="connsiteX1" fmla="*/ 145928 w 198316"/>
                  <a:gd name="connsiteY1" fmla="*/ 0 h 342868"/>
                  <a:gd name="connsiteX2" fmla="*/ 198316 w 198316"/>
                  <a:gd name="connsiteY2" fmla="*/ 329307 h 342868"/>
                  <a:gd name="connsiteX3" fmla="*/ 135731 w 198316"/>
                  <a:gd name="connsiteY3" fmla="*/ 269080 h 342868"/>
                  <a:gd name="connsiteX4" fmla="*/ 52388 w 198316"/>
                  <a:gd name="connsiteY4" fmla="*/ 261936 h 342868"/>
                  <a:gd name="connsiteX5" fmla="*/ 0 w 198316"/>
                  <a:gd name="connsiteY5" fmla="*/ 324544 h 342868"/>
                  <a:gd name="connsiteX6" fmla="*/ 19050 w 198316"/>
                  <a:gd name="connsiteY6" fmla="*/ 0 h 342868"/>
                  <a:gd name="connsiteX0" fmla="*/ 19050 w 198316"/>
                  <a:gd name="connsiteY0" fmla="*/ 0 h 369092"/>
                  <a:gd name="connsiteX1" fmla="*/ 145928 w 198316"/>
                  <a:gd name="connsiteY1" fmla="*/ 0 h 369092"/>
                  <a:gd name="connsiteX2" fmla="*/ 198316 w 198316"/>
                  <a:gd name="connsiteY2" fmla="*/ 329307 h 369092"/>
                  <a:gd name="connsiteX3" fmla="*/ 135731 w 198316"/>
                  <a:gd name="connsiteY3" fmla="*/ 269080 h 369092"/>
                  <a:gd name="connsiteX4" fmla="*/ 52388 w 198316"/>
                  <a:gd name="connsiteY4" fmla="*/ 261936 h 369092"/>
                  <a:gd name="connsiteX5" fmla="*/ 0 w 198316"/>
                  <a:gd name="connsiteY5" fmla="*/ 324544 h 369092"/>
                  <a:gd name="connsiteX6" fmla="*/ 19050 w 198316"/>
                  <a:gd name="connsiteY6" fmla="*/ 0 h 369092"/>
                  <a:gd name="connsiteX0" fmla="*/ 19050 w 198316"/>
                  <a:gd name="connsiteY0" fmla="*/ 0 h 386068"/>
                  <a:gd name="connsiteX1" fmla="*/ 145928 w 198316"/>
                  <a:gd name="connsiteY1" fmla="*/ 0 h 386068"/>
                  <a:gd name="connsiteX2" fmla="*/ 198316 w 198316"/>
                  <a:gd name="connsiteY2" fmla="*/ 329307 h 386068"/>
                  <a:gd name="connsiteX3" fmla="*/ 135731 w 198316"/>
                  <a:gd name="connsiteY3" fmla="*/ 269080 h 386068"/>
                  <a:gd name="connsiteX4" fmla="*/ 52388 w 198316"/>
                  <a:gd name="connsiteY4" fmla="*/ 261936 h 386068"/>
                  <a:gd name="connsiteX5" fmla="*/ 0 w 198316"/>
                  <a:gd name="connsiteY5" fmla="*/ 324544 h 386068"/>
                  <a:gd name="connsiteX6" fmla="*/ 19050 w 198316"/>
                  <a:gd name="connsiteY6" fmla="*/ 0 h 386068"/>
                  <a:gd name="connsiteX0" fmla="*/ 51140 w 230406"/>
                  <a:gd name="connsiteY0" fmla="*/ 0 h 386068"/>
                  <a:gd name="connsiteX1" fmla="*/ 178018 w 230406"/>
                  <a:gd name="connsiteY1" fmla="*/ 0 h 386068"/>
                  <a:gd name="connsiteX2" fmla="*/ 230406 w 230406"/>
                  <a:gd name="connsiteY2" fmla="*/ 329307 h 386068"/>
                  <a:gd name="connsiteX3" fmla="*/ 167821 w 230406"/>
                  <a:gd name="connsiteY3" fmla="*/ 269080 h 386068"/>
                  <a:gd name="connsiteX4" fmla="*/ 84478 w 230406"/>
                  <a:gd name="connsiteY4" fmla="*/ 261936 h 386068"/>
                  <a:gd name="connsiteX5" fmla="*/ 32090 w 230406"/>
                  <a:gd name="connsiteY5" fmla="*/ 324544 h 386068"/>
                  <a:gd name="connsiteX6" fmla="*/ 51140 w 230406"/>
                  <a:gd name="connsiteY6" fmla="*/ 0 h 386068"/>
                  <a:gd name="connsiteX0" fmla="*/ 67123 w 246389"/>
                  <a:gd name="connsiteY0" fmla="*/ 0 h 386068"/>
                  <a:gd name="connsiteX1" fmla="*/ 194001 w 246389"/>
                  <a:gd name="connsiteY1" fmla="*/ 0 h 386068"/>
                  <a:gd name="connsiteX2" fmla="*/ 246389 w 246389"/>
                  <a:gd name="connsiteY2" fmla="*/ 329307 h 386068"/>
                  <a:gd name="connsiteX3" fmla="*/ 183804 w 246389"/>
                  <a:gd name="connsiteY3" fmla="*/ 269080 h 386068"/>
                  <a:gd name="connsiteX4" fmla="*/ 100461 w 246389"/>
                  <a:gd name="connsiteY4" fmla="*/ 261936 h 386068"/>
                  <a:gd name="connsiteX5" fmla="*/ 48073 w 246389"/>
                  <a:gd name="connsiteY5" fmla="*/ 324544 h 386068"/>
                  <a:gd name="connsiteX6" fmla="*/ 67123 w 246389"/>
                  <a:gd name="connsiteY6" fmla="*/ 0 h 386068"/>
                  <a:gd name="connsiteX0" fmla="*/ 67123 w 246389"/>
                  <a:gd name="connsiteY0" fmla="*/ 0 h 386068"/>
                  <a:gd name="connsiteX1" fmla="*/ 194001 w 246389"/>
                  <a:gd name="connsiteY1" fmla="*/ 0 h 386068"/>
                  <a:gd name="connsiteX2" fmla="*/ 246389 w 246389"/>
                  <a:gd name="connsiteY2" fmla="*/ 329307 h 386068"/>
                  <a:gd name="connsiteX3" fmla="*/ 183804 w 246389"/>
                  <a:gd name="connsiteY3" fmla="*/ 269080 h 386068"/>
                  <a:gd name="connsiteX4" fmla="*/ 100461 w 246389"/>
                  <a:gd name="connsiteY4" fmla="*/ 261936 h 386068"/>
                  <a:gd name="connsiteX5" fmla="*/ 48073 w 246389"/>
                  <a:gd name="connsiteY5" fmla="*/ 324544 h 386068"/>
                  <a:gd name="connsiteX6" fmla="*/ 67123 w 246389"/>
                  <a:gd name="connsiteY6" fmla="*/ 0 h 386068"/>
                  <a:gd name="connsiteX0" fmla="*/ 67123 w 263565"/>
                  <a:gd name="connsiteY0" fmla="*/ 0 h 386068"/>
                  <a:gd name="connsiteX1" fmla="*/ 194001 w 263565"/>
                  <a:gd name="connsiteY1" fmla="*/ 0 h 386068"/>
                  <a:gd name="connsiteX2" fmla="*/ 246389 w 263565"/>
                  <a:gd name="connsiteY2" fmla="*/ 329307 h 386068"/>
                  <a:gd name="connsiteX3" fmla="*/ 183804 w 263565"/>
                  <a:gd name="connsiteY3" fmla="*/ 269080 h 386068"/>
                  <a:gd name="connsiteX4" fmla="*/ 100461 w 263565"/>
                  <a:gd name="connsiteY4" fmla="*/ 261936 h 386068"/>
                  <a:gd name="connsiteX5" fmla="*/ 48073 w 263565"/>
                  <a:gd name="connsiteY5" fmla="*/ 324544 h 386068"/>
                  <a:gd name="connsiteX6" fmla="*/ 67123 w 263565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79852 w 270232"/>
                  <a:gd name="connsiteY0" fmla="*/ 0 h 386068"/>
                  <a:gd name="connsiteX1" fmla="*/ 187259 w 270232"/>
                  <a:gd name="connsiteY1" fmla="*/ 0 h 386068"/>
                  <a:gd name="connsiteX2" fmla="*/ 239647 w 270232"/>
                  <a:gd name="connsiteY2" fmla="*/ 329307 h 386068"/>
                  <a:gd name="connsiteX3" fmla="*/ 177062 w 270232"/>
                  <a:gd name="connsiteY3" fmla="*/ 269080 h 386068"/>
                  <a:gd name="connsiteX4" fmla="*/ 93719 w 270232"/>
                  <a:gd name="connsiteY4" fmla="*/ 261936 h 386068"/>
                  <a:gd name="connsiteX5" fmla="*/ 41331 w 270232"/>
                  <a:gd name="connsiteY5" fmla="*/ 324544 h 386068"/>
                  <a:gd name="connsiteX6" fmla="*/ 79852 w 270232"/>
                  <a:gd name="connsiteY6" fmla="*/ 0 h 3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0232" h="386068">
                    <a:moveTo>
                      <a:pt x="79852" y="0"/>
                    </a:moveTo>
                    <a:lnTo>
                      <a:pt x="187259" y="0"/>
                    </a:lnTo>
                    <a:cubicBezTo>
                      <a:pt x="276160" y="45475"/>
                      <a:pt x="293621" y="136194"/>
                      <a:pt x="239647" y="329307"/>
                    </a:cubicBezTo>
                    <a:cubicBezTo>
                      <a:pt x="195482" y="366216"/>
                      <a:pt x="201383" y="280308"/>
                      <a:pt x="177062" y="269080"/>
                    </a:cubicBezTo>
                    <a:cubicBezTo>
                      <a:pt x="178935" y="500739"/>
                      <a:pt x="88163" y="328099"/>
                      <a:pt x="93719" y="261936"/>
                    </a:cubicBezTo>
                    <a:cubicBezTo>
                      <a:pt x="76256" y="282805"/>
                      <a:pt x="73082" y="337012"/>
                      <a:pt x="41331" y="324544"/>
                    </a:cubicBezTo>
                    <a:cubicBezTo>
                      <a:pt x="-38044" y="156831"/>
                      <a:pt x="9208" y="79606"/>
                      <a:pt x="79852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F60D253-2805-0886-1FA9-3DB5775ED644}"/>
                </a:ext>
              </a:extLst>
            </p:cNvPr>
            <p:cNvGrpSpPr/>
            <p:nvPr/>
          </p:nvGrpSpPr>
          <p:grpSpPr>
            <a:xfrm>
              <a:off x="2676566" y="3788097"/>
              <a:ext cx="803964" cy="2164586"/>
              <a:chOff x="10346885" y="4579565"/>
              <a:chExt cx="311590" cy="838923"/>
            </a:xfrm>
            <a:grpFill/>
          </p:grpSpPr>
          <p:sp>
            <p:nvSpPr>
              <p:cNvPr id="138" name="Rectangle: Rounded Corners 233">
                <a:extLst>
                  <a:ext uri="{FF2B5EF4-FFF2-40B4-BE49-F238E27FC236}">
                    <a16:creationId xmlns:a16="http://schemas.microsoft.com/office/drawing/2014/main" id="{1F508647-0BB4-35F5-6D23-E5427E56A873}"/>
                  </a:ext>
                </a:extLst>
              </p:cNvPr>
              <p:cNvSpPr/>
              <p:nvPr/>
            </p:nvSpPr>
            <p:spPr>
              <a:xfrm>
                <a:off x="10346885" y="4579565"/>
                <a:ext cx="311590" cy="831330"/>
              </a:xfrm>
              <a:custGeom>
                <a:avLst/>
                <a:gdLst>
                  <a:gd name="connsiteX0" fmla="*/ 0 w 281957"/>
                  <a:gd name="connsiteY0" fmla="*/ 113668 h 831330"/>
                  <a:gd name="connsiteX1" fmla="*/ 113668 w 281957"/>
                  <a:gd name="connsiteY1" fmla="*/ 0 h 831330"/>
                  <a:gd name="connsiteX2" fmla="*/ 168289 w 281957"/>
                  <a:gd name="connsiteY2" fmla="*/ 0 h 831330"/>
                  <a:gd name="connsiteX3" fmla="*/ 281957 w 281957"/>
                  <a:gd name="connsiteY3" fmla="*/ 113668 h 831330"/>
                  <a:gd name="connsiteX4" fmla="*/ 281957 w 281957"/>
                  <a:gd name="connsiteY4" fmla="*/ 717662 h 831330"/>
                  <a:gd name="connsiteX5" fmla="*/ 168289 w 281957"/>
                  <a:gd name="connsiteY5" fmla="*/ 831330 h 831330"/>
                  <a:gd name="connsiteX6" fmla="*/ 113668 w 281957"/>
                  <a:gd name="connsiteY6" fmla="*/ 831330 h 831330"/>
                  <a:gd name="connsiteX7" fmla="*/ 0 w 281957"/>
                  <a:gd name="connsiteY7" fmla="*/ 717662 h 831330"/>
                  <a:gd name="connsiteX8" fmla="*/ 0 w 281957"/>
                  <a:gd name="connsiteY8" fmla="*/ 113668 h 831330"/>
                  <a:gd name="connsiteX0" fmla="*/ 29633 w 311590"/>
                  <a:gd name="connsiteY0" fmla="*/ 113668 h 831330"/>
                  <a:gd name="connsiteX1" fmla="*/ 143301 w 311590"/>
                  <a:gd name="connsiteY1" fmla="*/ 0 h 831330"/>
                  <a:gd name="connsiteX2" fmla="*/ 197922 w 311590"/>
                  <a:gd name="connsiteY2" fmla="*/ 0 h 831330"/>
                  <a:gd name="connsiteX3" fmla="*/ 311590 w 311590"/>
                  <a:gd name="connsiteY3" fmla="*/ 113668 h 831330"/>
                  <a:gd name="connsiteX4" fmla="*/ 311590 w 311590"/>
                  <a:gd name="connsiteY4" fmla="*/ 717662 h 831330"/>
                  <a:gd name="connsiteX5" fmla="*/ 197922 w 311590"/>
                  <a:gd name="connsiteY5" fmla="*/ 831330 h 831330"/>
                  <a:gd name="connsiteX6" fmla="*/ 143301 w 311590"/>
                  <a:gd name="connsiteY6" fmla="*/ 831330 h 831330"/>
                  <a:gd name="connsiteX7" fmla="*/ 29633 w 311590"/>
                  <a:gd name="connsiteY7" fmla="*/ 717662 h 831330"/>
                  <a:gd name="connsiteX8" fmla="*/ 29633 w 311590"/>
                  <a:gd name="connsiteY8" fmla="*/ 113668 h 83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1590" h="831330">
                    <a:moveTo>
                      <a:pt x="29633" y="113668"/>
                    </a:moveTo>
                    <a:cubicBezTo>
                      <a:pt x="29633" y="50891"/>
                      <a:pt x="80524" y="0"/>
                      <a:pt x="143301" y="0"/>
                    </a:cubicBezTo>
                    <a:lnTo>
                      <a:pt x="197922" y="0"/>
                    </a:lnTo>
                    <a:cubicBezTo>
                      <a:pt x="260699" y="0"/>
                      <a:pt x="311590" y="50891"/>
                      <a:pt x="311590" y="113668"/>
                    </a:cubicBezTo>
                    <a:lnTo>
                      <a:pt x="311590" y="717662"/>
                    </a:lnTo>
                    <a:cubicBezTo>
                      <a:pt x="311590" y="780439"/>
                      <a:pt x="260699" y="831330"/>
                      <a:pt x="197922" y="831330"/>
                    </a:cubicBezTo>
                    <a:lnTo>
                      <a:pt x="143301" y="831330"/>
                    </a:lnTo>
                    <a:cubicBezTo>
                      <a:pt x="80524" y="831330"/>
                      <a:pt x="29633" y="780439"/>
                      <a:pt x="29633" y="717662"/>
                    </a:cubicBezTo>
                    <a:cubicBezTo>
                      <a:pt x="29633" y="516331"/>
                      <a:pt x="-37042" y="314999"/>
                      <a:pt x="29633" y="11366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054FD33-F843-7F91-C293-2395CA61673E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AAC89AF-A1F4-F29C-BC4A-7389874F32CF}"/>
                </a:ext>
              </a:extLst>
            </p:cNvPr>
            <p:cNvGrpSpPr/>
            <p:nvPr/>
          </p:nvGrpSpPr>
          <p:grpSpPr>
            <a:xfrm>
              <a:off x="578138" y="957524"/>
              <a:ext cx="1479446" cy="775994"/>
              <a:chOff x="6500811" y="3612603"/>
              <a:chExt cx="573385" cy="300750"/>
            </a:xfrm>
            <a:grpFill/>
          </p:grpSpPr>
          <p:sp>
            <p:nvSpPr>
              <p:cNvPr id="136" name="Rectangle 24">
                <a:extLst>
                  <a:ext uri="{FF2B5EF4-FFF2-40B4-BE49-F238E27FC236}">
                    <a16:creationId xmlns:a16="http://schemas.microsoft.com/office/drawing/2014/main" id="{1FDA51DC-9420-8AE2-4CF7-2E1C2FEBB899}"/>
                  </a:ext>
                </a:extLst>
              </p:cNvPr>
              <p:cNvSpPr/>
              <p:nvPr/>
            </p:nvSpPr>
            <p:spPr>
              <a:xfrm>
                <a:off x="6500811" y="3612603"/>
                <a:ext cx="573385" cy="300750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7" name="Rectangle 24">
                <a:extLst>
                  <a:ext uri="{FF2B5EF4-FFF2-40B4-BE49-F238E27FC236}">
                    <a16:creationId xmlns:a16="http://schemas.microsoft.com/office/drawing/2014/main" id="{7FDB0764-63FB-E002-971E-402299AA2F09}"/>
                  </a:ext>
                </a:extLst>
              </p:cNvPr>
              <p:cNvSpPr/>
              <p:nvPr/>
            </p:nvSpPr>
            <p:spPr>
              <a:xfrm>
                <a:off x="6603070" y="3669313"/>
                <a:ext cx="428512" cy="224762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1FDCEB4-8EC4-BC95-ACFB-DFA0BFF9E208}"/>
                </a:ext>
              </a:extLst>
            </p:cNvPr>
            <p:cNvSpPr/>
            <p:nvPr/>
          </p:nvSpPr>
          <p:spPr>
            <a:xfrm>
              <a:off x="2147151" y="1029707"/>
              <a:ext cx="5692356" cy="3899402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E320B2F-66EA-3048-2012-0E8E0B9B5940}"/>
                </a:ext>
              </a:extLst>
            </p:cNvPr>
            <p:cNvGrpSpPr/>
            <p:nvPr/>
          </p:nvGrpSpPr>
          <p:grpSpPr>
            <a:xfrm rot="19961806" flipH="1">
              <a:off x="3338353" y="857797"/>
              <a:ext cx="1479446" cy="775994"/>
              <a:chOff x="6500811" y="3612603"/>
              <a:chExt cx="573385" cy="300750"/>
            </a:xfrm>
            <a:grpFill/>
          </p:grpSpPr>
          <p:sp>
            <p:nvSpPr>
              <p:cNvPr id="134" name="Rectangle 24">
                <a:extLst>
                  <a:ext uri="{FF2B5EF4-FFF2-40B4-BE49-F238E27FC236}">
                    <a16:creationId xmlns:a16="http://schemas.microsoft.com/office/drawing/2014/main" id="{76B4C4B1-90FC-F16E-E70B-3DAA1EF39224}"/>
                  </a:ext>
                </a:extLst>
              </p:cNvPr>
              <p:cNvSpPr/>
              <p:nvPr/>
            </p:nvSpPr>
            <p:spPr>
              <a:xfrm>
                <a:off x="6500811" y="3612603"/>
                <a:ext cx="573385" cy="300750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5" name="Rectangle 24">
                <a:extLst>
                  <a:ext uri="{FF2B5EF4-FFF2-40B4-BE49-F238E27FC236}">
                    <a16:creationId xmlns:a16="http://schemas.microsoft.com/office/drawing/2014/main" id="{FE06007D-5AA0-65F1-70A5-0854AB983F9A}"/>
                  </a:ext>
                </a:extLst>
              </p:cNvPr>
              <p:cNvSpPr/>
              <p:nvPr/>
            </p:nvSpPr>
            <p:spPr>
              <a:xfrm>
                <a:off x="6603070" y="3669313"/>
                <a:ext cx="428512" cy="224762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18D7773-6E79-AF5E-10E7-389067C55196}"/>
                </a:ext>
              </a:extLst>
            </p:cNvPr>
            <p:cNvGrpSpPr/>
            <p:nvPr/>
          </p:nvGrpSpPr>
          <p:grpSpPr>
            <a:xfrm>
              <a:off x="3327119" y="4185680"/>
              <a:ext cx="858576" cy="1776803"/>
              <a:chOff x="10342653" y="4729857"/>
              <a:chExt cx="332756" cy="688631"/>
            </a:xfrm>
            <a:grpFill/>
          </p:grpSpPr>
          <p:sp>
            <p:nvSpPr>
              <p:cNvPr id="132" name="Rectangle: Rounded Corners 19">
                <a:extLst>
                  <a:ext uri="{FF2B5EF4-FFF2-40B4-BE49-F238E27FC236}">
                    <a16:creationId xmlns:a16="http://schemas.microsoft.com/office/drawing/2014/main" id="{3944A8DC-E590-CE7F-EC19-03D61226D67C}"/>
                  </a:ext>
                </a:extLst>
              </p:cNvPr>
              <p:cNvSpPr/>
              <p:nvPr/>
            </p:nvSpPr>
            <p:spPr>
              <a:xfrm>
                <a:off x="10342653" y="4729857"/>
                <a:ext cx="332756" cy="681037"/>
              </a:xfrm>
              <a:custGeom>
                <a:avLst/>
                <a:gdLst>
                  <a:gd name="connsiteX0" fmla="*/ 0 w 281957"/>
                  <a:gd name="connsiteY0" fmla="*/ 113668 h 681037"/>
                  <a:gd name="connsiteX1" fmla="*/ 113668 w 281957"/>
                  <a:gd name="connsiteY1" fmla="*/ 0 h 681037"/>
                  <a:gd name="connsiteX2" fmla="*/ 168289 w 281957"/>
                  <a:gd name="connsiteY2" fmla="*/ 0 h 681037"/>
                  <a:gd name="connsiteX3" fmla="*/ 281957 w 281957"/>
                  <a:gd name="connsiteY3" fmla="*/ 113668 h 681037"/>
                  <a:gd name="connsiteX4" fmla="*/ 281957 w 281957"/>
                  <a:gd name="connsiteY4" fmla="*/ 567369 h 681037"/>
                  <a:gd name="connsiteX5" fmla="*/ 168289 w 281957"/>
                  <a:gd name="connsiteY5" fmla="*/ 681037 h 681037"/>
                  <a:gd name="connsiteX6" fmla="*/ 113668 w 281957"/>
                  <a:gd name="connsiteY6" fmla="*/ 681037 h 681037"/>
                  <a:gd name="connsiteX7" fmla="*/ 0 w 281957"/>
                  <a:gd name="connsiteY7" fmla="*/ 567369 h 681037"/>
                  <a:gd name="connsiteX8" fmla="*/ 0 w 281957"/>
                  <a:gd name="connsiteY8" fmla="*/ 113668 h 681037"/>
                  <a:gd name="connsiteX0" fmla="*/ 33866 w 315823"/>
                  <a:gd name="connsiteY0" fmla="*/ 113668 h 681037"/>
                  <a:gd name="connsiteX1" fmla="*/ 147534 w 315823"/>
                  <a:gd name="connsiteY1" fmla="*/ 0 h 681037"/>
                  <a:gd name="connsiteX2" fmla="*/ 202155 w 315823"/>
                  <a:gd name="connsiteY2" fmla="*/ 0 h 681037"/>
                  <a:gd name="connsiteX3" fmla="*/ 315823 w 315823"/>
                  <a:gd name="connsiteY3" fmla="*/ 113668 h 681037"/>
                  <a:gd name="connsiteX4" fmla="*/ 315823 w 315823"/>
                  <a:gd name="connsiteY4" fmla="*/ 567369 h 681037"/>
                  <a:gd name="connsiteX5" fmla="*/ 202155 w 315823"/>
                  <a:gd name="connsiteY5" fmla="*/ 681037 h 681037"/>
                  <a:gd name="connsiteX6" fmla="*/ 147534 w 315823"/>
                  <a:gd name="connsiteY6" fmla="*/ 681037 h 681037"/>
                  <a:gd name="connsiteX7" fmla="*/ 33866 w 315823"/>
                  <a:gd name="connsiteY7" fmla="*/ 567369 h 681037"/>
                  <a:gd name="connsiteX8" fmla="*/ 33866 w 315823"/>
                  <a:gd name="connsiteY8" fmla="*/ 113668 h 681037"/>
                  <a:gd name="connsiteX0" fmla="*/ 33866 w 332756"/>
                  <a:gd name="connsiteY0" fmla="*/ 113668 h 681037"/>
                  <a:gd name="connsiteX1" fmla="*/ 147534 w 332756"/>
                  <a:gd name="connsiteY1" fmla="*/ 0 h 681037"/>
                  <a:gd name="connsiteX2" fmla="*/ 202155 w 332756"/>
                  <a:gd name="connsiteY2" fmla="*/ 0 h 681037"/>
                  <a:gd name="connsiteX3" fmla="*/ 315823 w 332756"/>
                  <a:gd name="connsiteY3" fmla="*/ 113668 h 681037"/>
                  <a:gd name="connsiteX4" fmla="*/ 315823 w 332756"/>
                  <a:gd name="connsiteY4" fmla="*/ 567369 h 681037"/>
                  <a:gd name="connsiteX5" fmla="*/ 202155 w 332756"/>
                  <a:gd name="connsiteY5" fmla="*/ 681037 h 681037"/>
                  <a:gd name="connsiteX6" fmla="*/ 147534 w 332756"/>
                  <a:gd name="connsiteY6" fmla="*/ 681037 h 681037"/>
                  <a:gd name="connsiteX7" fmla="*/ 33866 w 332756"/>
                  <a:gd name="connsiteY7" fmla="*/ 567369 h 681037"/>
                  <a:gd name="connsiteX8" fmla="*/ 33866 w 332756"/>
                  <a:gd name="connsiteY8" fmla="*/ 113668 h 68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756" h="681037">
                    <a:moveTo>
                      <a:pt x="33866" y="113668"/>
                    </a:moveTo>
                    <a:cubicBezTo>
                      <a:pt x="33866" y="50891"/>
                      <a:pt x="84757" y="0"/>
                      <a:pt x="147534" y="0"/>
                    </a:cubicBezTo>
                    <a:lnTo>
                      <a:pt x="202155" y="0"/>
                    </a:lnTo>
                    <a:cubicBezTo>
                      <a:pt x="264932" y="0"/>
                      <a:pt x="315823" y="50891"/>
                      <a:pt x="315823" y="113668"/>
                    </a:cubicBezTo>
                    <a:cubicBezTo>
                      <a:pt x="353923" y="264902"/>
                      <a:pt x="315823" y="416135"/>
                      <a:pt x="315823" y="567369"/>
                    </a:cubicBezTo>
                    <a:cubicBezTo>
                      <a:pt x="315823" y="630146"/>
                      <a:pt x="264932" y="681037"/>
                      <a:pt x="202155" y="681037"/>
                    </a:cubicBezTo>
                    <a:lnTo>
                      <a:pt x="147534" y="681037"/>
                    </a:lnTo>
                    <a:cubicBezTo>
                      <a:pt x="84757" y="681037"/>
                      <a:pt x="33866" y="630146"/>
                      <a:pt x="33866" y="567369"/>
                    </a:cubicBezTo>
                    <a:cubicBezTo>
                      <a:pt x="33866" y="416135"/>
                      <a:pt x="-42334" y="264902"/>
                      <a:pt x="33866" y="11366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DA7E7FF0-F455-E921-7FE1-ACEC6C4C4BC6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8620B81-5064-AD33-8A93-42BC93AE6BCF}"/>
                </a:ext>
              </a:extLst>
            </p:cNvPr>
            <p:cNvSpPr/>
            <p:nvPr/>
          </p:nvSpPr>
          <p:spPr>
            <a:xfrm>
              <a:off x="5251822" y="1268342"/>
              <a:ext cx="1421015" cy="1238574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0EC9688-5183-BDC2-CE8A-6C5653A15ED3}"/>
                </a:ext>
              </a:extLst>
            </p:cNvPr>
            <p:cNvSpPr/>
            <p:nvPr/>
          </p:nvSpPr>
          <p:spPr>
            <a:xfrm>
              <a:off x="4058277" y="2754024"/>
              <a:ext cx="1840506" cy="139130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12E2D05-0CC5-17FC-0093-7E4D951D411E}"/>
                </a:ext>
              </a:extLst>
            </p:cNvPr>
            <p:cNvGrpSpPr/>
            <p:nvPr/>
          </p:nvGrpSpPr>
          <p:grpSpPr>
            <a:xfrm>
              <a:off x="1424680" y="133120"/>
              <a:ext cx="2546580" cy="3894363"/>
              <a:chOff x="7082434" y="143069"/>
              <a:chExt cx="986971" cy="1509328"/>
            </a:xfrm>
            <a:grpFill/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BAFA6F1E-3A70-376E-4D67-C611308A4D0F}"/>
                  </a:ext>
                </a:extLst>
              </p:cNvPr>
              <p:cNvSpPr/>
              <p:nvPr/>
            </p:nvSpPr>
            <p:spPr>
              <a:xfrm>
                <a:off x="7082434" y="377230"/>
                <a:ext cx="986971" cy="1265544"/>
              </a:xfrm>
              <a:prstGeom prst="roundRect">
                <a:avLst>
                  <a:gd name="adj" fmla="val 46079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Oval 15">
                <a:extLst>
                  <a:ext uri="{FF2B5EF4-FFF2-40B4-BE49-F238E27FC236}">
                    <a16:creationId xmlns:a16="http://schemas.microsoft.com/office/drawing/2014/main" id="{6F8543C5-8C87-E9B5-D78C-A60A9A6A2916}"/>
                  </a:ext>
                </a:extLst>
              </p:cNvPr>
              <p:cNvSpPr/>
              <p:nvPr/>
            </p:nvSpPr>
            <p:spPr>
              <a:xfrm rot="19214787">
                <a:off x="7117895" y="193478"/>
                <a:ext cx="248651" cy="446444"/>
              </a:xfrm>
              <a:custGeom>
                <a:avLst/>
                <a:gdLst>
                  <a:gd name="connsiteX0" fmla="*/ 0 w 245711"/>
                  <a:gd name="connsiteY0" fmla="*/ 372243 h 744485"/>
                  <a:gd name="connsiteX1" fmla="*/ 122856 w 245711"/>
                  <a:gd name="connsiteY1" fmla="*/ 0 h 744485"/>
                  <a:gd name="connsiteX2" fmla="*/ 245712 w 245711"/>
                  <a:gd name="connsiteY2" fmla="*/ 372243 h 744485"/>
                  <a:gd name="connsiteX3" fmla="*/ 122856 w 245711"/>
                  <a:gd name="connsiteY3" fmla="*/ 744486 h 744485"/>
                  <a:gd name="connsiteX4" fmla="*/ 0 w 245711"/>
                  <a:gd name="connsiteY4" fmla="*/ 372243 h 744485"/>
                  <a:gd name="connsiteX0" fmla="*/ 0 w 245712"/>
                  <a:gd name="connsiteY0" fmla="*/ 372243 h 418773"/>
                  <a:gd name="connsiteX1" fmla="*/ 122856 w 245712"/>
                  <a:gd name="connsiteY1" fmla="*/ 0 h 418773"/>
                  <a:gd name="connsiteX2" fmla="*/ 245712 w 245712"/>
                  <a:gd name="connsiteY2" fmla="*/ 372243 h 418773"/>
                  <a:gd name="connsiteX3" fmla="*/ 0 w 245712"/>
                  <a:gd name="connsiteY3" fmla="*/ 372243 h 418773"/>
                  <a:gd name="connsiteX0" fmla="*/ 0 w 245712"/>
                  <a:gd name="connsiteY0" fmla="*/ 372243 h 440880"/>
                  <a:gd name="connsiteX1" fmla="*/ 122856 w 245712"/>
                  <a:gd name="connsiteY1" fmla="*/ 0 h 440880"/>
                  <a:gd name="connsiteX2" fmla="*/ 245712 w 245712"/>
                  <a:gd name="connsiteY2" fmla="*/ 372243 h 440880"/>
                  <a:gd name="connsiteX3" fmla="*/ 0 w 245712"/>
                  <a:gd name="connsiteY3" fmla="*/ 372243 h 440880"/>
                  <a:gd name="connsiteX0" fmla="*/ 2939 w 248651"/>
                  <a:gd name="connsiteY0" fmla="*/ 372243 h 446444"/>
                  <a:gd name="connsiteX1" fmla="*/ 125795 w 248651"/>
                  <a:gd name="connsiteY1" fmla="*/ 0 h 446444"/>
                  <a:gd name="connsiteX2" fmla="*/ 248651 w 248651"/>
                  <a:gd name="connsiteY2" fmla="*/ 372243 h 446444"/>
                  <a:gd name="connsiteX3" fmla="*/ 2939 w 248651"/>
                  <a:gd name="connsiteY3" fmla="*/ 372243 h 44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651" h="446444">
                    <a:moveTo>
                      <a:pt x="2939" y="372243"/>
                    </a:moveTo>
                    <a:cubicBezTo>
                      <a:pt x="-15723" y="293127"/>
                      <a:pt x="57944" y="0"/>
                      <a:pt x="125795" y="0"/>
                    </a:cubicBezTo>
                    <a:cubicBezTo>
                      <a:pt x="193646" y="0"/>
                      <a:pt x="248651" y="166659"/>
                      <a:pt x="248651" y="372243"/>
                    </a:cubicBezTo>
                    <a:cubicBezTo>
                      <a:pt x="182492" y="489203"/>
                      <a:pt x="21601" y="451359"/>
                      <a:pt x="2939" y="37224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Oval 15">
                <a:extLst>
                  <a:ext uri="{FF2B5EF4-FFF2-40B4-BE49-F238E27FC236}">
                    <a16:creationId xmlns:a16="http://schemas.microsoft.com/office/drawing/2014/main" id="{69A3EF59-F8F0-2F60-D504-9E80FFD73EB6}"/>
                  </a:ext>
                </a:extLst>
              </p:cNvPr>
              <p:cNvSpPr/>
              <p:nvPr/>
            </p:nvSpPr>
            <p:spPr>
              <a:xfrm rot="1341242">
                <a:off x="7724729" y="143069"/>
                <a:ext cx="248651" cy="446444"/>
              </a:xfrm>
              <a:custGeom>
                <a:avLst/>
                <a:gdLst>
                  <a:gd name="connsiteX0" fmla="*/ 0 w 245711"/>
                  <a:gd name="connsiteY0" fmla="*/ 372243 h 744485"/>
                  <a:gd name="connsiteX1" fmla="*/ 122856 w 245711"/>
                  <a:gd name="connsiteY1" fmla="*/ 0 h 744485"/>
                  <a:gd name="connsiteX2" fmla="*/ 245712 w 245711"/>
                  <a:gd name="connsiteY2" fmla="*/ 372243 h 744485"/>
                  <a:gd name="connsiteX3" fmla="*/ 122856 w 245711"/>
                  <a:gd name="connsiteY3" fmla="*/ 744486 h 744485"/>
                  <a:gd name="connsiteX4" fmla="*/ 0 w 245711"/>
                  <a:gd name="connsiteY4" fmla="*/ 372243 h 744485"/>
                  <a:gd name="connsiteX0" fmla="*/ 0 w 245712"/>
                  <a:gd name="connsiteY0" fmla="*/ 372243 h 418773"/>
                  <a:gd name="connsiteX1" fmla="*/ 122856 w 245712"/>
                  <a:gd name="connsiteY1" fmla="*/ 0 h 418773"/>
                  <a:gd name="connsiteX2" fmla="*/ 245712 w 245712"/>
                  <a:gd name="connsiteY2" fmla="*/ 372243 h 418773"/>
                  <a:gd name="connsiteX3" fmla="*/ 0 w 245712"/>
                  <a:gd name="connsiteY3" fmla="*/ 372243 h 418773"/>
                  <a:gd name="connsiteX0" fmla="*/ 0 w 245712"/>
                  <a:gd name="connsiteY0" fmla="*/ 372243 h 440880"/>
                  <a:gd name="connsiteX1" fmla="*/ 122856 w 245712"/>
                  <a:gd name="connsiteY1" fmla="*/ 0 h 440880"/>
                  <a:gd name="connsiteX2" fmla="*/ 245712 w 245712"/>
                  <a:gd name="connsiteY2" fmla="*/ 372243 h 440880"/>
                  <a:gd name="connsiteX3" fmla="*/ 0 w 245712"/>
                  <a:gd name="connsiteY3" fmla="*/ 372243 h 440880"/>
                  <a:gd name="connsiteX0" fmla="*/ 2939 w 248651"/>
                  <a:gd name="connsiteY0" fmla="*/ 372243 h 446444"/>
                  <a:gd name="connsiteX1" fmla="*/ 125795 w 248651"/>
                  <a:gd name="connsiteY1" fmla="*/ 0 h 446444"/>
                  <a:gd name="connsiteX2" fmla="*/ 248651 w 248651"/>
                  <a:gd name="connsiteY2" fmla="*/ 372243 h 446444"/>
                  <a:gd name="connsiteX3" fmla="*/ 2939 w 248651"/>
                  <a:gd name="connsiteY3" fmla="*/ 372243 h 44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651" h="446444">
                    <a:moveTo>
                      <a:pt x="2939" y="372243"/>
                    </a:moveTo>
                    <a:cubicBezTo>
                      <a:pt x="-15723" y="293127"/>
                      <a:pt x="57944" y="0"/>
                      <a:pt x="125795" y="0"/>
                    </a:cubicBezTo>
                    <a:cubicBezTo>
                      <a:pt x="193646" y="0"/>
                      <a:pt x="248651" y="166659"/>
                      <a:pt x="248651" y="372243"/>
                    </a:cubicBezTo>
                    <a:cubicBezTo>
                      <a:pt x="182492" y="489203"/>
                      <a:pt x="21601" y="451359"/>
                      <a:pt x="2939" y="37224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EAD91020-71AD-C714-ADB8-DB03999A8E6D}"/>
                  </a:ext>
                </a:extLst>
              </p:cNvPr>
              <p:cNvSpPr/>
              <p:nvPr/>
            </p:nvSpPr>
            <p:spPr>
              <a:xfrm>
                <a:off x="7869335" y="559877"/>
                <a:ext cx="197936" cy="330596"/>
              </a:xfrm>
              <a:custGeom>
                <a:avLst/>
                <a:gdLst>
                  <a:gd name="connsiteX0" fmla="*/ 100117 w 197936"/>
                  <a:gd name="connsiteY0" fmla="*/ 0 h 330596"/>
                  <a:gd name="connsiteX1" fmla="*/ 120266 w 197936"/>
                  <a:gd name="connsiteY1" fmla="*/ 24420 h 330596"/>
                  <a:gd name="connsiteX2" fmla="*/ 197936 w 197936"/>
                  <a:gd name="connsiteY2" fmla="*/ 278695 h 330596"/>
                  <a:gd name="connsiteX3" fmla="*/ 197936 w 197936"/>
                  <a:gd name="connsiteY3" fmla="*/ 330596 h 330596"/>
                  <a:gd name="connsiteX4" fmla="*/ 191644 w 197936"/>
                  <a:gd name="connsiteY4" fmla="*/ 330103 h 330596"/>
                  <a:gd name="connsiteX5" fmla="*/ 0 w 197936"/>
                  <a:gd name="connsiteY5" fmla="*/ 147450 h 330596"/>
                  <a:gd name="connsiteX6" fmla="*/ 70299 w 197936"/>
                  <a:gd name="connsiteY6" fmla="*/ 15616 h 330596"/>
                  <a:gd name="connsiteX7" fmla="*/ 100117 w 197936"/>
                  <a:gd name="connsiteY7" fmla="*/ 0 h 330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7936" h="330596">
                    <a:moveTo>
                      <a:pt x="100117" y="0"/>
                    </a:moveTo>
                    <a:lnTo>
                      <a:pt x="120266" y="24420"/>
                    </a:lnTo>
                    <a:cubicBezTo>
                      <a:pt x="169303" y="97004"/>
                      <a:pt x="197936" y="184506"/>
                      <a:pt x="197936" y="278695"/>
                    </a:cubicBezTo>
                    <a:lnTo>
                      <a:pt x="197936" y="330596"/>
                    </a:lnTo>
                    <a:lnTo>
                      <a:pt x="191644" y="330103"/>
                    </a:lnTo>
                    <a:cubicBezTo>
                      <a:pt x="82274" y="312718"/>
                      <a:pt x="0" y="237548"/>
                      <a:pt x="0" y="147450"/>
                    </a:cubicBezTo>
                    <a:cubicBezTo>
                      <a:pt x="0" y="95965"/>
                      <a:pt x="26865" y="49355"/>
                      <a:pt x="70299" y="15616"/>
                    </a:cubicBezTo>
                    <a:lnTo>
                      <a:pt x="100117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D8E4507-F69C-BACB-BDB8-ACF0F10B8AFA}"/>
                  </a:ext>
                </a:extLst>
              </p:cNvPr>
              <p:cNvSpPr/>
              <p:nvPr/>
            </p:nvSpPr>
            <p:spPr>
              <a:xfrm>
                <a:off x="7084560" y="1018392"/>
                <a:ext cx="240016" cy="369321"/>
              </a:xfrm>
              <a:custGeom>
                <a:avLst/>
                <a:gdLst>
                  <a:gd name="connsiteX0" fmla="*/ 0 w 240016"/>
                  <a:gd name="connsiteY0" fmla="*/ 0 h 369321"/>
                  <a:gd name="connsiteX1" fmla="*/ 240016 w 240016"/>
                  <a:gd name="connsiteY1" fmla="*/ 186441 h 369321"/>
                  <a:gd name="connsiteX2" fmla="*/ 48372 w 240016"/>
                  <a:gd name="connsiteY2" fmla="*/ 369094 h 369321"/>
                  <a:gd name="connsiteX3" fmla="*/ 45474 w 240016"/>
                  <a:gd name="connsiteY3" fmla="*/ 369321 h 369321"/>
                  <a:gd name="connsiteX4" fmla="*/ 35739 w 240016"/>
                  <a:gd name="connsiteY4" fmla="*/ 351386 h 369321"/>
                  <a:gd name="connsiteX5" fmla="*/ 0 w 240016"/>
                  <a:gd name="connsiteY5" fmla="*/ 174363 h 369321"/>
                  <a:gd name="connsiteX6" fmla="*/ 0 w 240016"/>
                  <a:gd name="connsiteY6" fmla="*/ 0 h 369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0016" h="369321">
                    <a:moveTo>
                      <a:pt x="0" y="0"/>
                    </a:moveTo>
                    <a:cubicBezTo>
                      <a:pt x="132557" y="0"/>
                      <a:pt x="240016" y="83472"/>
                      <a:pt x="240016" y="186441"/>
                    </a:cubicBezTo>
                    <a:cubicBezTo>
                      <a:pt x="240016" y="276539"/>
                      <a:pt x="157743" y="351709"/>
                      <a:pt x="48372" y="369094"/>
                    </a:cubicBezTo>
                    <a:lnTo>
                      <a:pt x="45474" y="369321"/>
                    </a:lnTo>
                    <a:lnTo>
                      <a:pt x="35739" y="351386"/>
                    </a:lnTo>
                    <a:cubicBezTo>
                      <a:pt x="12726" y="296976"/>
                      <a:pt x="0" y="237156"/>
                      <a:pt x="0" y="17436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74F7C9D1-9790-7236-1AC3-775ADE382796}"/>
                  </a:ext>
                </a:extLst>
              </p:cNvPr>
              <p:cNvSpPr/>
              <p:nvPr/>
            </p:nvSpPr>
            <p:spPr>
              <a:xfrm>
                <a:off x="7082795" y="1113172"/>
                <a:ext cx="984476" cy="539225"/>
              </a:xfrm>
              <a:custGeom>
                <a:avLst/>
                <a:gdLst>
                  <a:gd name="connsiteX0" fmla="*/ 512544 w 984476"/>
                  <a:gd name="connsiteY0" fmla="*/ 0 h 539225"/>
                  <a:gd name="connsiteX1" fmla="*/ 908762 w 984476"/>
                  <a:gd name="connsiteY1" fmla="*/ 57873 h 539225"/>
                  <a:gd name="connsiteX2" fmla="*/ 984476 w 984476"/>
                  <a:gd name="connsiteY2" fmla="*/ 87745 h 539225"/>
                  <a:gd name="connsiteX3" fmla="*/ 975569 w 984476"/>
                  <a:gd name="connsiteY3" fmla="*/ 176094 h 539225"/>
                  <a:gd name="connsiteX4" fmla="*/ 530023 w 984476"/>
                  <a:gd name="connsiteY4" fmla="*/ 539225 h 539225"/>
                  <a:gd name="connsiteX5" fmla="*/ 452624 w 984476"/>
                  <a:gd name="connsiteY5" fmla="*/ 539225 h 539225"/>
                  <a:gd name="connsiteX6" fmla="*/ 7078 w 984476"/>
                  <a:gd name="connsiteY6" fmla="*/ 176094 h 539225"/>
                  <a:gd name="connsiteX7" fmla="*/ 0 w 984476"/>
                  <a:gd name="connsiteY7" fmla="*/ 105886 h 539225"/>
                  <a:gd name="connsiteX8" fmla="*/ 11446 w 984476"/>
                  <a:gd name="connsiteY8" fmla="*/ 99252 h 539225"/>
                  <a:gd name="connsiteX9" fmla="*/ 512544 w 984476"/>
                  <a:gd name="connsiteY9" fmla="*/ 0 h 53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4476" h="539225">
                    <a:moveTo>
                      <a:pt x="512544" y="0"/>
                    </a:moveTo>
                    <a:cubicBezTo>
                      <a:pt x="659312" y="0"/>
                      <a:pt x="795660" y="21335"/>
                      <a:pt x="908762" y="57873"/>
                    </a:cubicBezTo>
                    <a:lnTo>
                      <a:pt x="984476" y="87745"/>
                    </a:lnTo>
                    <a:lnTo>
                      <a:pt x="975569" y="176094"/>
                    </a:lnTo>
                    <a:cubicBezTo>
                      <a:pt x="933162" y="383332"/>
                      <a:pt x="749798" y="539225"/>
                      <a:pt x="530023" y="539225"/>
                    </a:cubicBezTo>
                    <a:lnTo>
                      <a:pt x="452624" y="539225"/>
                    </a:lnTo>
                    <a:cubicBezTo>
                      <a:pt x="232850" y="539225"/>
                      <a:pt x="49485" y="383332"/>
                      <a:pt x="7078" y="176094"/>
                    </a:cubicBezTo>
                    <a:lnTo>
                      <a:pt x="0" y="105886"/>
                    </a:lnTo>
                    <a:lnTo>
                      <a:pt x="11446" y="99252"/>
                    </a:lnTo>
                    <a:cubicBezTo>
                      <a:pt x="139688" y="37929"/>
                      <a:pt x="316853" y="0"/>
                      <a:pt x="512544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5188AF7-80CC-0DDD-94ED-FDE702F3C8BA}"/>
                  </a:ext>
                </a:extLst>
              </p:cNvPr>
              <p:cNvSpPr/>
              <p:nvPr/>
            </p:nvSpPr>
            <p:spPr>
              <a:xfrm>
                <a:off x="7566060" y="649268"/>
                <a:ext cx="293193" cy="29697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B442B6E1-F992-E1A7-716A-414590FF05DA}"/>
                  </a:ext>
                </a:extLst>
              </p:cNvPr>
              <p:cNvSpPr/>
              <p:nvPr/>
            </p:nvSpPr>
            <p:spPr>
              <a:xfrm>
                <a:off x="7216795" y="635403"/>
                <a:ext cx="308191" cy="31217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3D74B85F-F2CE-8CC3-7F2F-4194F7FEFF96}"/>
                  </a:ext>
                </a:extLst>
              </p:cNvPr>
              <p:cNvSpPr/>
              <p:nvPr/>
            </p:nvSpPr>
            <p:spPr>
              <a:xfrm>
                <a:off x="7635157" y="1186495"/>
                <a:ext cx="93492" cy="9469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6D3787EE-B177-BE67-5E04-341BA3CAA040}"/>
                  </a:ext>
                </a:extLst>
              </p:cNvPr>
              <p:cNvSpPr/>
              <p:nvPr/>
            </p:nvSpPr>
            <p:spPr>
              <a:xfrm>
                <a:off x="7373394" y="1201579"/>
                <a:ext cx="93492" cy="9469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C70FD4C-CD97-59F1-B3CE-E8D0D5D46909}"/>
                  </a:ext>
                </a:extLst>
              </p:cNvPr>
              <p:cNvSpPr/>
              <p:nvPr/>
            </p:nvSpPr>
            <p:spPr>
              <a:xfrm>
                <a:off x="7595645" y="728221"/>
                <a:ext cx="211828" cy="214564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41A97DFA-F381-671D-7386-4ECEE6061B2F}"/>
                  </a:ext>
                </a:extLst>
              </p:cNvPr>
              <p:cNvSpPr/>
              <p:nvPr/>
            </p:nvSpPr>
            <p:spPr>
              <a:xfrm>
                <a:off x="7635244" y="820450"/>
                <a:ext cx="86242" cy="8735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30140BA7-67BB-A64B-123D-D8C325591550}"/>
                  </a:ext>
                </a:extLst>
              </p:cNvPr>
              <p:cNvSpPr/>
              <p:nvPr/>
            </p:nvSpPr>
            <p:spPr>
              <a:xfrm>
                <a:off x="7698389" y="754893"/>
                <a:ext cx="45719" cy="4631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3F04FA4F-B572-B88E-2758-E652007995A4}"/>
                  </a:ext>
                </a:extLst>
              </p:cNvPr>
              <p:cNvSpPr/>
              <p:nvPr/>
            </p:nvSpPr>
            <p:spPr>
              <a:xfrm>
                <a:off x="7251122" y="721561"/>
                <a:ext cx="211828" cy="214564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5055A6C4-D666-6DE1-1E77-01CEC2E7634D}"/>
                  </a:ext>
                </a:extLst>
              </p:cNvPr>
              <p:cNvSpPr/>
              <p:nvPr/>
            </p:nvSpPr>
            <p:spPr>
              <a:xfrm>
                <a:off x="7290721" y="813790"/>
                <a:ext cx="86242" cy="8735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806C876-3694-312B-A79F-FCCB3FE1A874}"/>
                  </a:ext>
                </a:extLst>
              </p:cNvPr>
              <p:cNvSpPr/>
              <p:nvPr/>
            </p:nvSpPr>
            <p:spPr>
              <a:xfrm>
                <a:off x="7353866" y="748233"/>
                <a:ext cx="45719" cy="4631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5DF2828-C937-E5AB-4CD7-4D45E7B22E84}"/>
                </a:ext>
              </a:extLst>
            </p:cNvPr>
            <p:cNvSpPr/>
            <p:nvPr/>
          </p:nvSpPr>
          <p:spPr>
            <a:xfrm>
              <a:off x="6575499" y="3503997"/>
              <a:ext cx="1142305" cy="1030007"/>
            </a:xfrm>
            <a:custGeom>
              <a:avLst/>
              <a:gdLst>
                <a:gd name="connsiteX0" fmla="*/ 356660 w 442720"/>
                <a:gd name="connsiteY0" fmla="*/ 0 h 399197"/>
                <a:gd name="connsiteX1" fmla="*/ 428539 w 442720"/>
                <a:gd name="connsiteY1" fmla="*/ 5478 h 399197"/>
                <a:gd name="connsiteX2" fmla="*/ 442720 w 442720"/>
                <a:gd name="connsiteY2" fmla="*/ 8806 h 399197"/>
                <a:gd name="connsiteX3" fmla="*/ 437493 w 442720"/>
                <a:gd name="connsiteY3" fmla="*/ 22731 h 399197"/>
                <a:gd name="connsiteX4" fmla="*/ 164000 w 442720"/>
                <a:gd name="connsiteY4" fmla="*/ 332345 h 399197"/>
                <a:gd name="connsiteX5" fmla="*/ 45719 w 442720"/>
                <a:gd name="connsiteY5" fmla="*/ 399197 h 399197"/>
                <a:gd name="connsiteX6" fmla="*/ 28028 w 442720"/>
                <a:gd name="connsiteY6" fmla="*/ 374558 h 399197"/>
                <a:gd name="connsiteX7" fmla="*/ 0 w 442720"/>
                <a:gd name="connsiteY7" fmla="*/ 269613 h 399197"/>
                <a:gd name="connsiteX8" fmla="*/ 356660 w 442720"/>
                <a:gd name="connsiteY8" fmla="*/ 0 h 39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20" h="399197">
                  <a:moveTo>
                    <a:pt x="356660" y="0"/>
                  </a:moveTo>
                  <a:cubicBezTo>
                    <a:pt x="381282" y="0"/>
                    <a:pt x="405322" y="1886"/>
                    <a:pt x="428539" y="5478"/>
                  </a:cubicBezTo>
                  <a:lnTo>
                    <a:pt x="442720" y="8806"/>
                  </a:lnTo>
                  <a:lnTo>
                    <a:pt x="437493" y="22731"/>
                  </a:lnTo>
                  <a:cubicBezTo>
                    <a:pt x="383777" y="141037"/>
                    <a:pt x="288762" y="246880"/>
                    <a:pt x="164000" y="332345"/>
                  </a:cubicBezTo>
                  <a:lnTo>
                    <a:pt x="45719" y="399197"/>
                  </a:lnTo>
                  <a:lnTo>
                    <a:pt x="28028" y="374558"/>
                  </a:lnTo>
                  <a:cubicBezTo>
                    <a:pt x="9980" y="342303"/>
                    <a:pt x="0" y="306839"/>
                    <a:pt x="0" y="269613"/>
                  </a:cubicBezTo>
                  <a:cubicBezTo>
                    <a:pt x="0" y="120710"/>
                    <a:pt x="159682" y="0"/>
                    <a:pt x="35666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25912FF9-F723-B9D8-61F0-10435556463B}"/>
                </a:ext>
              </a:extLst>
            </p:cNvPr>
            <p:cNvGrpSpPr/>
            <p:nvPr/>
          </p:nvGrpSpPr>
          <p:grpSpPr>
            <a:xfrm>
              <a:off x="2341989" y="2831337"/>
              <a:ext cx="625724" cy="609587"/>
              <a:chOff x="4429799" y="4224038"/>
              <a:chExt cx="242510" cy="236256"/>
            </a:xfrm>
            <a:grpFill/>
          </p:grpSpPr>
          <p:sp>
            <p:nvSpPr>
              <p:cNvPr id="114" name="Arc 113">
                <a:extLst>
                  <a:ext uri="{FF2B5EF4-FFF2-40B4-BE49-F238E27FC236}">
                    <a16:creationId xmlns:a16="http://schemas.microsoft.com/office/drawing/2014/main" id="{8B432D01-17E9-9305-794F-071F73097285}"/>
                  </a:ext>
                </a:extLst>
              </p:cNvPr>
              <p:cNvSpPr/>
              <p:nvPr/>
            </p:nvSpPr>
            <p:spPr>
              <a:xfrm rot="7960025">
                <a:off x="4436053" y="4224038"/>
                <a:ext cx="236256" cy="236256"/>
              </a:xfrm>
              <a:prstGeom prst="arc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Arc 114">
                <a:extLst>
                  <a:ext uri="{FF2B5EF4-FFF2-40B4-BE49-F238E27FC236}">
                    <a16:creationId xmlns:a16="http://schemas.microsoft.com/office/drawing/2014/main" id="{A9B6E7BD-8B00-F9A0-F221-6CBBFF4046EA}"/>
                  </a:ext>
                </a:extLst>
              </p:cNvPr>
              <p:cNvSpPr/>
              <p:nvPr/>
            </p:nvSpPr>
            <p:spPr>
              <a:xfrm rot="6083013">
                <a:off x="4429799" y="4382220"/>
                <a:ext cx="49994" cy="49994"/>
              </a:xfrm>
              <a:prstGeom prst="arc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F88F0E3-1D9C-B44E-8227-8E62C63D3491}"/>
                </a:ext>
              </a:extLst>
            </p:cNvPr>
            <p:cNvSpPr/>
            <p:nvPr/>
          </p:nvSpPr>
          <p:spPr>
            <a:xfrm rot="661971">
              <a:off x="3308668" y="4130693"/>
              <a:ext cx="1020447" cy="536970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EB8B7E3-AAD5-5D3F-7FA7-144848C23DF1}"/>
              </a:ext>
            </a:extLst>
          </p:cNvPr>
          <p:cNvGrpSpPr/>
          <p:nvPr/>
        </p:nvGrpSpPr>
        <p:grpSpPr>
          <a:xfrm>
            <a:off x="4674577" y="445228"/>
            <a:ext cx="8325187" cy="6078597"/>
            <a:chOff x="578138" y="133120"/>
            <a:chExt cx="7983839" cy="5829363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282D4DC-FC39-3FF8-7FBF-E102F440CC02}"/>
                </a:ext>
              </a:extLst>
            </p:cNvPr>
            <p:cNvSpPr/>
            <p:nvPr/>
          </p:nvSpPr>
          <p:spPr>
            <a:xfrm rot="10800000">
              <a:off x="4692630" y="4489724"/>
              <a:ext cx="1183240" cy="919121"/>
            </a:xfrm>
            <a:custGeom>
              <a:avLst/>
              <a:gdLst>
                <a:gd name="connsiteX0" fmla="*/ 454786 w 986971"/>
                <a:gd name="connsiteY0" fmla="*/ 0 h 832205"/>
                <a:gd name="connsiteX1" fmla="*/ 532185 w 986971"/>
                <a:gd name="connsiteY1" fmla="*/ 0 h 832205"/>
                <a:gd name="connsiteX2" fmla="*/ 986971 w 986971"/>
                <a:gd name="connsiteY2" fmla="*/ 454786 h 832205"/>
                <a:gd name="connsiteX3" fmla="*/ 986971 w 986971"/>
                <a:gd name="connsiteY3" fmla="*/ 810758 h 832205"/>
                <a:gd name="connsiteX4" fmla="*/ 986638 w 986971"/>
                <a:gd name="connsiteY4" fmla="*/ 814064 h 832205"/>
                <a:gd name="connsiteX5" fmla="*/ 910924 w 986971"/>
                <a:gd name="connsiteY5" fmla="*/ 784192 h 832205"/>
                <a:gd name="connsiteX6" fmla="*/ 514706 w 986971"/>
                <a:gd name="connsiteY6" fmla="*/ 726319 h 832205"/>
                <a:gd name="connsiteX7" fmla="*/ 13608 w 986971"/>
                <a:gd name="connsiteY7" fmla="*/ 825571 h 832205"/>
                <a:gd name="connsiteX8" fmla="*/ 2162 w 986971"/>
                <a:gd name="connsiteY8" fmla="*/ 832205 h 832205"/>
                <a:gd name="connsiteX9" fmla="*/ 0 w 986971"/>
                <a:gd name="connsiteY9" fmla="*/ 810758 h 832205"/>
                <a:gd name="connsiteX10" fmla="*/ 0 w 986971"/>
                <a:gd name="connsiteY10" fmla="*/ 454786 h 832205"/>
                <a:gd name="connsiteX11" fmla="*/ 454786 w 986971"/>
                <a:gd name="connsiteY11" fmla="*/ 0 h 832205"/>
                <a:gd name="connsiteX0" fmla="*/ 454786 w 1082167"/>
                <a:gd name="connsiteY0" fmla="*/ 0 h 832205"/>
                <a:gd name="connsiteX1" fmla="*/ 532185 w 1082167"/>
                <a:gd name="connsiteY1" fmla="*/ 0 h 832205"/>
                <a:gd name="connsiteX2" fmla="*/ 1082167 w 1082167"/>
                <a:gd name="connsiteY2" fmla="*/ 499584 h 832205"/>
                <a:gd name="connsiteX3" fmla="*/ 986971 w 1082167"/>
                <a:gd name="connsiteY3" fmla="*/ 810758 h 832205"/>
                <a:gd name="connsiteX4" fmla="*/ 986638 w 1082167"/>
                <a:gd name="connsiteY4" fmla="*/ 814064 h 832205"/>
                <a:gd name="connsiteX5" fmla="*/ 910924 w 1082167"/>
                <a:gd name="connsiteY5" fmla="*/ 784192 h 832205"/>
                <a:gd name="connsiteX6" fmla="*/ 514706 w 1082167"/>
                <a:gd name="connsiteY6" fmla="*/ 726319 h 832205"/>
                <a:gd name="connsiteX7" fmla="*/ 13608 w 1082167"/>
                <a:gd name="connsiteY7" fmla="*/ 825571 h 832205"/>
                <a:gd name="connsiteX8" fmla="*/ 2162 w 1082167"/>
                <a:gd name="connsiteY8" fmla="*/ 832205 h 832205"/>
                <a:gd name="connsiteX9" fmla="*/ 0 w 1082167"/>
                <a:gd name="connsiteY9" fmla="*/ 810758 h 832205"/>
                <a:gd name="connsiteX10" fmla="*/ 0 w 1082167"/>
                <a:gd name="connsiteY10" fmla="*/ 454786 h 832205"/>
                <a:gd name="connsiteX11" fmla="*/ 454786 w 1082167"/>
                <a:gd name="connsiteY11" fmla="*/ 0 h 832205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1082167 w 1082167"/>
                <a:gd name="connsiteY3" fmla="*/ 558659 h 891280"/>
                <a:gd name="connsiteX4" fmla="*/ 986971 w 1082167"/>
                <a:gd name="connsiteY4" fmla="*/ 869833 h 891280"/>
                <a:gd name="connsiteX5" fmla="*/ 986638 w 1082167"/>
                <a:gd name="connsiteY5" fmla="*/ 873139 h 891280"/>
                <a:gd name="connsiteX6" fmla="*/ 910924 w 1082167"/>
                <a:gd name="connsiteY6" fmla="*/ 843267 h 891280"/>
                <a:gd name="connsiteX7" fmla="*/ 514706 w 1082167"/>
                <a:gd name="connsiteY7" fmla="*/ 785394 h 891280"/>
                <a:gd name="connsiteX8" fmla="*/ 13608 w 1082167"/>
                <a:gd name="connsiteY8" fmla="*/ 884646 h 891280"/>
                <a:gd name="connsiteX9" fmla="*/ 2162 w 1082167"/>
                <a:gd name="connsiteY9" fmla="*/ 891280 h 891280"/>
                <a:gd name="connsiteX10" fmla="*/ 0 w 1082167"/>
                <a:gd name="connsiteY10" fmla="*/ 869833 h 891280"/>
                <a:gd name="connsiteX11" fmla="*/ 0 w 1082167"/>
                <a:gd name="connsiteY11" fmla="*/ 513861 h 891280"/>
                <a:gd name="connsiteX12" fmla="*/ 454786 w 1082167"/>
                <a:gd name="connsiteY12" fmla="*/ 59075 h 891280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936978 w 1082167"/>
                <a:gd name="connsiteY3" fmla="*/ 269683 h 891280"/>
                <a:gd name="connsiteX4" fmla="*/ 1082167 w 1082167"/>
                <a:gd name="connsiteY4" fmla="*/ 558659 h 891280"/>
                <a:gd name="connsiteX5" fmla="*/ 986971 w 1082167"/>
                <a:gd name="connsiteY5" fmla="*/ 869833 h 891280"/>
                <a:gd name="connsiteX6" fmla="*/ 986638 w 1082167"/>
                <a:gd name="connsiteY6" fmla="*/ 873139 h 891280"/>
                <a:gd name="connsiteX7" fmla="*/ 910924 w 1082167"/>
                <a:gd name="connsiteY7" fmla="*/ 843267 h 891280"/>
                <a:gd name="connsiteX8" fmla="*/ 514706 w 1082167"/>
                <a:gd name="connsiteY8" fmla="*/ 785394 h 891280"/>
                <a:gd name="connsiteX9" fmla="*/ 13608 w 1082167"/>
                <a:gd name="connsiteY9" fmla="*/ 884646 h 891280"/>
                <a:gd name="connsiteX10" fmla="*/ 2162 w 1082167"/>
                <a:gd name="connsiteY10" fmla="*/ 891280 h 891280"/>
                <a:gd name="connsiteX11" fmla="*/ 0 w 1082167"/>
                <a:gd name="connsiteY11" fmla="*/ 869833 h 891280"/>
                <a:gd name="connsiteX12" fmla="*/ 0 w 1082167"/>
                <a:gd name="connsiteY12" fmla="*/ 513861 h 891280"/>
                <a:gd name="connsiteX13" fmla="*/ 454786 w 1082167"/>
                <a:gd name="connsiteY13" fmla="*/ 59075 h 891280"/>
                <a:gd name="connsiteX0" fmla="*/ 454786 w 1082167"/>
                <a:gd name="connsiteY0" fmla="*/ 59075 h 891280"/>
                <a:gd name="connsiteX1" fmla="*/ 532185 w 1082167"/>
                <a:gd name="connsiteY1" fmla="*/ 59075 h 891280"/>
                <a:gd name="connsiteX2" fmla="*/ 813785 w 1082167"/>
                <a:gd name="connsiteY2" fmla="*/ 28892 h 891280"/>
                <a:gd name="connsiteX3" fmla="*/ 892180 w 1082167"/>
                <a:gd name="connsiteY3" fmla="*/ 275284 h 891280"/>
                <a:gd name="connsiteX4" fmla="*/ 1082167 w 1082167"/>
                <a:gd name="connsiteY4" fmla="*/ 558659 h 891280"/>
                <a:gd name="connsiteX5" fmla="*/ 986971 w 1082167"/>
                <a:gd name="connsiteY5" fmla="*/ 869833 h 891280"/>
                <a:gd name="connsiteX6" fmla="*/ 986638 w 1082167"/>
                <a:gd name="connsiteY6" fmla="*/ 873139 h 891280"/>
                <a:gd name="connsiteX7" fmla="*/ 910924 w 1082167"/>
                <a:gd name="connsiteY7" fmla="*/ 843267 h 891280"/>
                <a:gd name="connsiteX8" fmla="*/ 514706 w 1082167"/>
                <a:gd name="connsiteY8" fmla="*/ 785394 h 891280"/>
                <a:gd name="connsiteX9" fmla="*/ 13608 w 1082167"/>
                <a:gd name="connsiteY9" fmla="*/ 884646 h 891280"/>
                <a:gd name="connsiteX10" fmla="*/ 2162 w 1082167"/>
                <a:gd name="connsiteY10" fmla="*/ 891280 h 891280"/>
                <a:gd name="connsiteX11" fmla="*/ 0 w 1082167"/>
                <a:gd name="connsiteY11" fmla="*/ 869833 h 891280"/>
                <a:gd name="connsiteX12" fmla="*/ 0 w 1082167"/>
                <a:gd name="connsiteY12" fmla="*/ 513861 h 891280"/>
                <a:gd name="connsiteX13" fmla="*/ 454786 w 1082167"/>
                <a:gd name="connsiteY13" fmla="*/ 59075 h 891280"/>
                <a:gd name="connsiteX0" fmla="*/ 454786 w 1082167"/>
                <a:gd name="connsiteY0" fmla="*/ 44664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454786 w 1082167"/>
                <a:gd name="connsiteY13" fmla="*/ 44664 h 876869"/>
                <a:gd name="connsiteX0" fmla="*/ 359590 w 1082167"/>
                <a:gd name="connsiteY0" fmla="*/ 201458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359590 w 1082167"/>
                <a:gd name="connsiteY13" fmla="*/ 201458 h 876869"/>
                <a:gd name="connsiteX0" fmla="*/ 359590 w 1082167"/>
                <a:gd name="connsiteY0" fmla="*/ 201458 h 876869"/>
                <a:gd name="connsiteX1" fmla="*/ 627384 w 1082167"/>
                <a:gd name="connsiteY1" fmla="*/ 223857 h 876869"/>
                <a:gd name="connsiteX2" fmla="*/ 813785 w 1082167"/>
                <a:gd name="connsiteY2" fmla="*/ 14481 h 876869"/>
                <a:gd name="connsiteX3" fmla="*/ 892180 w 1082167"/>
                <a:gd name="connsiteY3" fmla="*/ 260873 h 876869"/>
                <a:gd name="connsiteX4" fmla="*/ 1082167 w 1082167"/>
                <a:gd name="connsiteY4" fmla="*/ 544248 h 876869"/>
                <a:gd name="connsiteX5" fmla="*/ 986971 w 1082167"/>
                <a:gd name="connsiteY5" fmla="*/ 855422 h 876869"/>
                <a:gd name="connsiteX6" fmla="*/ 986638 w 1082167"/>
                <a:gd name="connsiteY6" fmla="*/ 858728 h 876869"/>
                <a:gd name="connsiteX7" fmla="*/ 910924 w 1082167"/>
                <a:gd name="connsiteY7" fmla="*/ 828856 h 876869"/>
                <a:gd name="connsiteX8" fmla="*/ 514706 w 1082167"/>
                <a:gd name="connsiteY8" fmla="*/ 770983 h 876869"/>
                <a:gd name="connsiteX9" fmla="*/ 13608 w 1082167"/>
                <a:gd name="connsiteY9" fmla="*/ 870235 h 876869"/>
                <a:gd name="connsiteX10" fmla="*/ 2162 w 1082167"/>
                <a:gd name="connsiteY10" fmla="*/ 876869 h 876869"/>
                <a:gd name="connsiteX11" fmla="*/ 0 w 1082167"/>
                <a:gd name="connsiteY11" fmla="*/ 855422 h 876869"/>
                <a:gd name="connsiteX12" fmla="*/ 0 w 1082167"/>
                <a:gd name="connsiteY12" fmla="*/ 499450 h 876869"/>
                <a:gd name="connsiteX13" fmla="*/ 158609 w 1082167"/>
                <a:gd name="connsiteY13" fmla="*/ 277671 h 876869"/>
                <a:gd name="connsiteX14" fmla="*/ 359590 w 1082167"/>
                <a:gd name="connsiteY14" fmla="*/ 201458 h 876869"/>
                <a:gd name="connsiteX0" fmla="*/ 361354 w 1083931"/>
                <a:gd name="connsiteY0" fmla="*/ 201458 h 876869"/>
                <a:gd name="connsiteX1" fmla="*/ 629148 w 1083931"/>
                <a:gd name="connsiteY1" fmla="*/ 223857 h 876869"/>
                <a:gd name="connsiteX2" fmla="*/ 815549 w 1083931"/>
                <a:gd name="connsiteY2" fmla="*/ 14481 h 876869"/>
                <a:gd name="connsiteX3" fmla="*/ 893944 w 1083931"/>
                <a:gd name="connsiteY3" fmla="*/ 260873 h 876869"/>
                <a:gd name="connsiteX4" fmla="*/ 1083931 w 1083931"/>
                <a:gd name="connsiteY4" fmla="*/ 544248 h 876869"/>
                <a:gd name="connsiteX5" fmla="*/ 988735 w 1083931"/>
                <a:gd name="connsiteY5" fmla="*/ 855422 h 876869"/>
                <a:gd name="connsiteX6" fmla="*/ 988402 w 1083931"/>
                <a:gd name="connsiteY6" fmla="*/ 858728 h 876869"/>
                <a:gd name="connsiteX7" fmla="*/ 912688 w 1083931"/>
                <a:gd name="connsiteY7" fmla="*/ 828856 h 876869"/>
                <a:gd name="connsiteX8" fmla="*/ 516470 w 1083931"/>
                <a:gd name="connsiteY8" fmla="*/ 770983 h 876869"/>
                <a:gd name="connsiteX9" fmla="*/ 15372 w 1083931"/>
                <a:gd name="connsiteY9" fmla="*/ 870235 h 876869"/>
                <a:gd name="connsiteX10" fmla="*/ 3926 w 1083931"/>
                <a:gd name="connsiteY10" fmla="*/ 876869 h 876869"/>
                <a:gd name="connsiteX11" fmla="*/ 1764 w 1083931"/>
                <a:gd name="connsiteY11" fmla="*/ 855422 h 876869"/>
                <a:gd name="connsiteX12" fmla="*/ 1764 w 1083931"/>
                <a:gd name="connsiteY12" fmla="*/ 499450 h 876869"/>
                <a:gd name="connsiteX13" fmla="*/ 160373 w 1083931"/>
                <a:gd name="connsiteY13" fmla="*/ 277671 h 876869"/>
                <a:gd name="connsiteX14" fmla="*/ 361354 w 1083931"/>
                <a:gd name="connsiteY14" fmla="*/ 201458 h 876869"/>
                <a:gd name="connsiteX0" fmla="*/ 400144 w 1122721"/>
                <a:gd name="connsiteY0" fmla="*/ 201458 h 876869"/>
                <a:gd name="connsiteX1" fmla="*/ 667938 w 1122721"/>
                <a:gd name="connsiteY1" fmla="*/ 223857 h 876869"/>
                <a:gd name="connsiteX2" fmla="*/ 854339 w 1122721"/>
                <a:gd name="connsiteY2" fmla="*/ 14481 h 876869"/>
                <a:gd name="connsiteX3" fmla="*/ 932734 w 1122721"/>
                <a:gd name="connsiteY3" fmla="*/ 260873 h 876869"/>
                <a:gd name="connsiteX4" fmla="*/ 1122721 w 1122721"/>
                <a:gd name="connsiteY4" fmla="*/ 544248 h 876869"/>
                <a:gd name="connsiteX5" fmla="*/ 1027525 w 1122721"/>
                <a:gd name="connsiteY5" fmla="*/ 855422 h 876869"/>
                <a:gd name="connsiteX6" fmla="*/ 1027192 w 1122721"/>
                <a:gd name="connsiteY6" fmla="*/ 858728 h 876869"/>
                <a:gd name="connsiteX7" fmla="*/ 951478 w 1122721"/>
                <a:gd name="connsiteY7" fmla="*/ 828856 h 876869"/>
                <a:gd name="connsiteX8" fmla="*/ 555260 w 1122721"/>
                <a:gd name="connsiteY8" fmla="*/ 770983 h 876869"/>
                <a:gd name="connsiteX9" fmla="*/ 54162 w 1122721"/>
                <a:gd name="connsiteY9" fmla="*/ 870235 h 876869"/>
                <a:gd name="connsiteX10" fmla="*/ 42716 w 1122721"/>
                <a:gd name="connsiteY10" fmla="*/ 876869 h 876869"/>
                <a:gd name="connsiteX11" fmla="*/ 40554 w 1122721"/>
                <a:gd name="connsiteY11" fmla="*/ 855422 h 876869"/>
                <a:gd name="connsiteX12" fmla="*/ 1355 w 1122721"/>
                <a:gd name="connsiteY12" fmla="*/ 555448 h 876869"/>
                <a:gd name="connsiteX13" fmla="*/ 199163 w 1122721"/>
                <a:gd name="connsiteY13" fmla="*/ 277671 h 876869"/>
                <a:gd name="connsiteX14" fmla="*/ 400144 w 1122721"/>
                <a:gd name="connsiteY14" fmla="*/ 201458 h 876869"/>
                <a:gd name="connsiteX0" fmla="*/ 400144 w 1122721"/>
                <a:gd name="connsiteY0" fmla="*/ 216106 h 891517"/>
                <a:gd name="connsiteX1" fmla="*/ 667938 w 1122721"/>
                <a:gd name="connsiteY1" fmla="*/ 238505 h 891517"/>
                <a:gd name="connsiteX2" fmla="*/ 854339 w 1122721"/>
                <a:gd name="connsiteY2" fmla="*/ 29129 h 891517"/>
                <a:gd name="connsiteX3" fmla="*/ 932734 w 1122721"/>
                <a:gd name="connsiteY3" fmla="*/ 275521 h 891517"/>
                <a:gd name="connsiteX4" fmla="*/ 1122721 w 1122721"/>
                <a:gd name="connsiteY4" fmla="*/ 558896 h 891517"/>
                <a:gd name="connsiteX5" fmla="*/ 1027525 w 1122721"/>
                <a:gd name="connsiteY5" fmla="*/ 870070 h 891517"/>
                <a:gd name="connsiteX6" fmla="*/ 1027192 w 1122721"/>
                <a:gd name="connsiteY6" fmla="*/ 873376 h 891517"/>
                <a:gd name="connsiteX7" fmla="*/ 951478 w 1122721"/>
                <a:gd name="connsiteY7" fmla="*/ 843504 h 891517"/>
                <a:gd name="connsiteX8" fmla="*/ 555260 w 1122721"/>
                <a:gd name="connsiteY8" fmla="*/ 785631 h 891517"/>
                <a:gd name="connsiteX9" fmla="*/ 54162 w 1122721"/>
                <a:gd name="connsiteY9" fmla="*/ 884883 h 891517"/>
                <a:gd name="connsiteX10" fmla="*/ 42716 w 1122721"/>
                <a:gd name="connsiteY10" fmla="*/ 891517 h 891517"/>
                <a:gd name="connsiteX11" fmla="*/ 40554 w 1122721"/>
                <a:gd name="connsiteY11" fmla="*/ 870070 h 891517"/>
                <a:gd name="connsiteX12" fmla="*/ 1355 w 1122721"/>
                <a:gd name="connsiteY12" fmla="*/ 570096 h 891517"/>
                <a:gd name="connsiteX13" fmla="*/ 199163 w 1122721"/>
                <a:gd name="connsiteY13" fmla="*/ 292319 h 891517"/>
                <a:gd name="connsiteX14" fmla="*/ 400144 w 1122721"/>
                <a:gd name="connsiteY14" fmla="*/ 216106 h 891517"/>
                <a:gd name="connsiteX0" fmla="*/ 400144 w 1122721"/>
                <a:gd name="connsiteY0" fmla="*/ 252855 h 928266"/>
                <a:gd name="connsiteX1" fmla="*/ 667938 w 1122721"/>
                <a:gd name="connsiteY1" fmla="*/ 275254 h 928266"/>
                <a:gd name="connsiteX2" fmla="*/ 854339 w 1122721"/>
                <a:gd name="connsiteY2" fmla="*/ 65878 h 928266"/>
                <a:gd name="connsiteX3" fmla="*/ 932734 w 1122721"/>
                <a:gd name="connsiteY3" fmla="*/ 312270 h 928266"/>
                <a:gd name="connsiteX4" fmla="*/ 1122721 w 1122721"/>
                <a:gd name="connsiteY4" fmla="*/ 595645 h 928266"/>
                <a:gd name="connsiteX5" fmla="*/ 1027525 w 1122721"/>
                <a:gd name="connsiteY5" fmla="*/ 906819 h 928266"/>
                <a:gd name="connsiteX6" fmla="*/ 1027192 w 1122721"/>
                <a:gd name="connsiteY6" fmla="*/ 910125 h 928266"/>
                <a:gd name="connsiteX7" fmla="*/ 951478 w 1122721"/>
                <a:gd name="connsiteY7" fmla="*/ 880253 h 928266"/>
                <a:gd name="connsiteX8" fmla="*/ 555260 w 1122721"/>
                <a:gd name="connsiteY8" fmla="*/ 822380 h 928266"/>
                <a:gd name="connsiteX9" fmla="*/ 54162 w 1122721"/>
                <a:gd name="connsiteY9" fmla="*/ 921632 h 928266"/>
                <a:gd name="connsiteX10" fmla="*/ 42716 w 1122721"/>
                <a:gd name="connsiteY10" fmla="*/ 928266 h 928266"/>
                <a:gd name="connsiteX11" fmla="*/ 40554 w 1122721"/>
                <a:gd name="connsiteY11" fmla="*/ 906819 h 928266"/>
                <a:gd name="connsiteX12" fmla="*/ 1355 w 1122721"/>
                <a:gd name="connsiteY12" fmla="*/ 606845 h 928266"/>
                <a:gd name="connsiteX13" fmla="*/ 199163 w 1122721"/>
                <a:gd name="connsiteY13" fmla="*/ 329068 h 928266"/>
                <a:gd name="connsiteX14" fmla="*/ 400144 w 1122721"/>
                <a:gd name="connsiteY14" fmla="*/ 252855 h 928266"/>
                <a:gd name="connsiteX0" fmla="*/ 400143 w 1122721"/>
                <a:gd name="connsiteY0" fmla="*/ 263682 h 922293"/>
                <a:gd name="connsiteX1" fmla="*/ 667938 w 1122721"/>
                <a:gd name="connsiteY1" fmla="*/ 269281 h 922293"/>
                <a:gd name="connsiteX2" fmla="*/ 854339 w 1122721"/>
                <a:gd name="connsiteY2" fmla="*/ 59905 h 922293"/>
                <a:gd name="connsiteX3" fmla="*/ 932734 w 1122721"/>
                <a:gd name="connsiteY3" fmla="*/ 306297 h 922293"/>
                <a:gd name="connsiteX4" fmla="*/ 1122721 w 1122721"/>
                <a:gd name="connsiteY4" fmla="*/ 589672 h 922293"/>
                <a:gd name="connsiteX5" fmla="*/ 1027525 w 1122721"/>
                <a:gd name="connsiteY5" fmla="*/ 900846 h 922293"/>
                <a:gd name="connsiteX6" fmla="*/ 1027192 w 1122721"/>
                <a:gd name="connsiteY6" fmla="*/ 904152 h 922293"/>
                <a:gd name="connsiteX7" fmla="*/ 951478 w 1122721"/>
                <a:gd name="connsiteY7" fmla="*/ 874280 h 922293"/>
                <a:gd name="connsiteX8" fmla="*/ 555260 w 1122721"/>
                <a:gd name="connsiteY8" fmla="*/ 816407 h 922293"/>
                <a:gd name="connsiteX9" fmla="*/ 54162 w 1122721"/>
                <a:gd name="connsiteY9" fmla="*/ 915659 h 922293"/>
                <a:gd name="connsiteX10" fmla="*/ 42716 w 1122721"/>
                <a:gd name="connsiteY10" fmla="*/ 922293 h 922293"/>
                <a:gd name="connsiteX11" fmla="*/ 40554 w 1122721"/>
                <a:gd name="connsiteY11" fmla="*/ 900846 h 922293"/>
                <a:gd name="connsiteX12" fmla="*/ 1355 w 1122721"/>
                <a:gd name="connsiteY12" fmla="*/ 600872 h 922293"/>
                <a:gd name="connsiteX13" fmla="*/ 199163 w 1122721"/>
                <a:gd name="connsiteY13" fmla="*/ 323095 h 922293"/>
                <a:gd name="connsiteX14" fmla="*/ 400143 w 1122721"/>
                <a:gd name="connsiteY14" fmla="*/ 263682 h 922293"/>
                <a:gd name="connsiteX0" fmla="*/ 400143 w 1122721"/>
                <a:gd name="connsiteY0" fmla="*/ 218258 h 876869"/>
                <a:gd name="connsiteX1" fmla="*/ 667938 w 1122721"/>
                <a:gd name="connsiteY1" fmla="*/ 223857 h 876869"/>
                <a:gd name="connsiteX2" fmla="*/ 854339 w 1122721"/>
                <a:gd name="connsiteY2" fmla="*/ 14481 h 876869"/>
                <a:gd name="connsiteX3" fmla="*/ 932734 w 1122721"/>
                <a:gd name="connsiteY3" fmla="*/ 260873 h 876869"/>
                <a:gd name="connsiteX4" fmla="*/ 1122721 w 1122721"/>
                <a:gd name="connsiteY4" fmla="*/ 544248 h 876869"/>
                <a:gd name="connsiteX5" fmla="*/ 1027525 w 1122721"/>
                <a:gd name="connsiteY5" fmla="*/ 855422 h 876869"/>
                <a:gd name="connsiteX6" fmla="*/ 1027192 w 1122721"/>
                <a:gd name="connsiteY6" fmla="*/ 858728 h 876869"/>
                <a:gd name="connsiteX7" fmla="*/ 951478 w 1122721"/>
                <a:gd name="connsiteY7" fmla="*/ 828856 h 876869"/>
                <a:gd name="connsiteX8" fmla="*/ 555260 w 1122721"/>
                <a:gd name="connsiteY8" fmla="*/ 770983 h 876869"/>
                <a:gd name="connsiteX9" fmla="*/ 54162 w 1122721"/>
                <a:gd name="connsiteY9" fmla="*/ 870235 h 876869"/>
                <a:gd name="connsiteX10" fmla="*/ 42716 w 1122721"/>
                <a:gd name="connsiteY10" fmla="*/ 876869 h 876869"/>
                <a:gd name="connsiteX11" fmla="*/ 40554 w 1122721"/>
                <a:gd name="connsiteY11" fmla="*/ 855422 h 876869"/>
                <a:gd name="connsiteX12" fmla="*/ 1355 w 1122721"/>
                <a:gd name="connsiteY12" fmla="*/ 555448 h 876869"/>
                <a:gd name="connsiteX13" fmla="*/ 199163 w 1122721"/>
                <a:gd name="connsiteY13" fmla="*/ 277671 h 876869"/>
                <a:gd name="connsiteX14" fmla="*/ 400143 w 1122721"/>
                <a:gd name="connsiteY14" fmla="*/ 218258 h 876869"/>
                <a:gd name="connsiteX0" fmla="*/ 400143 w 1083522"/>
                <a:gd name="connsiteY0" fmla="*/ 218258 h 876869"/>
                <a:gd name="connsiteX1" fmla="*/ 667938 w 1083522"/>
                <a:gd name="connsiteY1" fmla="*/ 223857 h 876869"/>
                <a:gd name="connsiteX2" fmla="*/ 854339 w 1083522"/>
                <a:gd name="connsiteY2" fmla="*/ 14481 h 876869"/>
                <a:gd name="connsiteX3" fmla="*/ 932734 w 1083522"/>
                <a:gd name="connsiteY3" fmla="*/ 260873 h 876869"/>
                <a:gd name="connsiteX4" fmla="*/ 1083522 w 1083522"/>
                <a:gd name="connsiteY4" fmla="*/ 544248 h 876869"/>
                <a:gd name="connsiteX5" fmla="*/ 1027525 w 1083522"/>
                <a:gd name="connsiteY5" fmla="*/ 855422 h 876869"/>
                <a:gd name="connsiteX6" fmla="*/ 1027192 w 1083522"/>
                <a:gd name="connsiteY6" fmla="*/ 858728 h 876869"/>
                <a:gd name="connsiteX7" fmla="*/ 951478 w 1083522"/>
                <a:gd name="connsiteY7" fmla="*/ 828856 h 876869"/>
                <a:gd name="connsiteX8" fmla="*/ 555260 w 1083522"/>
                <a:gd name="connsiteY8" fmla="*/ 770983 h 876869"/>
                <a:gd name="connsiteX9" fmla="*/ 54162 w 1083522"/>
                <a:gd name="connsiteY9" fmla="*/ 870235 h 876869"/>
                <a:gd name="connsiteX10" fmla="*/ 42716 w 1083522"/>
                <a:gd name="connsiteY10" fmla="*/ 876869 h 876869"/>
                <a:gd name="connsiteX11" fmla="*/ 40554 w 1083522"/>
                <a:gd name="connsiteY11" fmla="*/ 855422 h 876869"/>
                <a:gd name="connsiteX12" fmla="*/ 1355 w 1083522"/>
                <a:gd name="connsiteY12" fmla="*/ 555448 h 876869"/>
                <a:gd name="connsiteX13" fmla="*/ 199163 w 1083522"/>
                <a:gd name="connsiteY13" fmla="*/ 277671 h 876869"/>
                <a:gd name="connsiteX14" fmla="*/ 400143 w 1083522"/>
                <a:gd name="connsiteY14" fmla="*/ 218258 h 876869"/>
                <a:gd name="connsiteX0" fmla="*/ 400143 w 1128320"/>
                <a:gd name="connsiteY0" fmla="*/ 218258 h 876869"/>
                <a:gd name="connsiteX1" fmla="*/ 667938 w 1128320"/>
                <a:gd name="connsiteY1" fmla="*/ 223857 h 876869"/>
                <a:gd name="connsiteX2" fmla="*/ 854339 w 1128320"/>
                <a:gd name="connsiteY2" fmla="*/ 14481 h 876869"/>
                <a:gd name="connsiteX3" fmla="*/ 932734 w 1128320"/>
                <a:gd name="connsiteY3" fmla="*/ 260873 h 876869"/>
                <a:gd name="connsiteX4" fmla="*/ 1128320 w 1128320"/>
                <a:gd name="connsiteY4" fmla="*/ 533049 h 876869"/>
                <a:gd name="connsiteX5" fmla="*/ 1027525 w 1128320"/>
                <a:gd name="connsiteY5" fmla="*/ 855422 h 876869"/>
                <a:gd name="connsiteX6" fmla="*/ 1027192 w 1128320"/>
                <a:gd name="connsiteY6" fmla="*/ 858728 h 876869"/>
                <a:gd name="connsiteX7" fmla="*/ 951478 w 1128320"/>
                <a:gd name="connsiteY7" fmla="*/ 828856 h 876869"/>
                <a:gd name="connsiteX8" fmla="*/ 555260 w 1128320"/>
                <a:gd name="connsiteY8" fmla="*/ 770983 h 876869"/>
                <a:gd name="connsiteX9" fmla="*/ 54162 w 1128320"/>
                <a:gd name="connsiteY9" fmla="*/ 870235 h 876869"/>
                <a:gd name="connsiteX10" fmla="*/ 42716 w 1128320"/>
                <a:gd name="connsiteY10" fmla="*/ 876869 h 876869"/>
                <a:gd name="connsiteX11" fmla="*/ 40554 w 1128320"/>
                <a:gd name="connsiteY11" fmla="*/ 855422 h 876869"/>
                <a:gd name="connsiteX12" fmla="*/ 1355 w 1128320"/>
                <a:gd name="connsiteY12" fmla="*/ 555448 h 876869"/>
                <a:gd name="connsiteX13" fmla="*/ 199163 w 1128320"/>
                <a:gd name="connsiteY13" fmla="*/ 277671 h 876869"/>
                <a:gd name="connsiteX14" fmla="*/ 400143 w 1128320"/>
                <a:gd name="connsiteY14" fmla="*/ 218258 h 876869"/>
                <a:gd name="connsiteX0" fmla="*/ 400143 w 1128795"/>
                <a:gd name="connsiteY0" fmla="*/ 218258 h 876869"/>
                <a:gd name="connsiteX1" fmla="*/ 667938 w 1128795"/>
                <a:gd name="connsiteY1" fmla="*/ 223857 h 876869"/>
                <a:gd name="connsiteX2" fmla="*/ 854339 w 1128795"/>
                <a:gd name="connsiteY2" fmla="*/ 14481 h 876869"/>
                <a:gd name="connsiteX3" fmla="*/ 932734 w 1128795"/>
                <a:gd name="connsiteY3" fmla="*/ 260873 h 876869"/>
                <a:gd name="connsiteX4" fmla="*/ 1128320 w 1128795"/>
                <a:gd name="connsiteY4" fmla="*/ 533049 h 876869"/>
                <a:gd name="connsiteX5" fmla="*/ 1027525 w 1128795"/>
                <a:gd name="connsiteY5" fmla="*/ 855422 h 876869"/>
                <a:gd name="connsiteX6" fmla="*/ 1027192 w 1128795"/>
                <a:gd name="connsiteY6" fmla="*/ 858728 h 876869"/>
                <a:gd name="connsiteX7" fmla="*/ 951478 w 1128795"/>
                <a:gd name="connsiteY7" fmla="*/ 828856 h 876869"/>
                <a:gd name="connsiteX8" fmla="*/ 555260 w 1128795"/>
                <a:gd name="connsiteY8" fmla="*/ 770983 h 876869"/>
                <a:gd name="connsiteX9" fmla="*/ 54162 w 1128795"/>
                <a:gd name="connsiteY9" fmla="*/ 870235 h 876869"/>
                <a:gd name="connsiteX10" fmla="*/ 42716 w 1128795"/>
                <a:gd name="connsiteY10" fmla="*/ 876869 h 876869"/>
                <a:gd name="connsiteX11" fmla="*/ 40554 w 1128795"/>
                <a:gd name="connsiteY11" fmla="*/ 855422 h 876869"/>
                <a:gd name="connsiteX12" fmla="*/ 1355 w 1128795"/>
                <a:gd name="connsiteY12" fmla="*/ 555448 h 876869"/>
                <a:gd name="connsiteX13" fmla="*/ 199163 w 1128795"/>
                <a:gd name="connsiteY13" fmla="*/ 277671 h 876869"/>
                <a:gd name="connsiteX14" fmla="*/ 400143 w 1128795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  <a:gd name="connsiteX0" fmla="*/ 400143 w 1128847"/>
                <a:gd name="connsiteY0" fmla="*/ 218258 h 876869"/>
                <a:gd name="connsiteX1" fmla="*/ 667938 w 1128847"/>
                <a:gd name="connsiteY1" fmla="*/ 223857 h 876869"/>
                <a:gd name="connsiteX2" fmla="*/ 854339 w 1128847"/>
                <a:gd name="connsiteY2" fmla="*/ 14481 h 876869"/>
                <a:gd name="connsiteX3" fmla="*/ 932734 w 1128847"/>
                <a:gd name="connsiteY3" fmla="*/ 260873 h 876869"/>
                <a:gd name="connsiteX4" fmla="*/ 1128320 w 1128847"/>
                <a:gd name="connsiteY4" fmla="*/ 533049 h 876869"/>
                <a:gd name="connsiteX5" fmla="*/ 1027525 w 1128847"/>
                <a:gd name="connsiteY5" fmla="*/ 855422 h 876869"/>
                <a:gd name="connsiteX6" fmla="*/ 1027192 w 1128847"/>
                <a:gd name="connsiteY6" fmla="*/ 858728 h 876869"/>
                <a:gd name="connsiteX7" fmla="*/ 951478 w 1128847"/>
                <a:gd name="connsiteY7" fmla="*/ 828856 h 876869"/>
                <a:gd name="connsiteX8" fmla="*/ 555260 w 1128847"/>
                <a:gd name="connsiteY8" fmla="*/ 770983 h 876869"/>
                <a:gd name="connsiteX9" fmla="*/ 54162 w 1128847"/>
                <a:gd name="connsiteY9" fmla="*/ 870235 h 876869"/>
                <a:gd name="connsiteX10" fmla="*/ 42716 w 1128847"/>
                <a:gd name="connsiteY10" fmla="*/ 876869 h 876869"/>
                <a:gd name="connsiteX11" fmla="*/ 40554 w 1128847"/>
                <a:gd name="connsiteY11" fmla="*/ 855422 h 876869"/>
                <a:gd name="connsiteX12" fmla="*/ 1355 w 1128847"/>
                <a:gd name="connsiteY12" fmla="*/ 555448 h 876869"/>
                <a:gd name="connsiteX13" fmla="*/ 199163 w 1128847"/>
                <a:gd name="connsiteY13" fmla="*/ 277671 h 876869"/>
                <a:gd name="connsiteX14" fmla="*/ 400143 w 1128847"/>
                <a:gd name="connsiteY14" fmla="*/ 218258 h 876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28847" h="876869">
                  <a:moveTo>
                    <a:pt x="400143" y="218258"/>
                  </a:moveTo>
                  <a:cubicBezTo>
                    <a:pt x="562205" y="24130"/>
                    <a:pt x="472274" y="-102794"/>
                    <a:pt x="667938" y="223857"/>
                  </a:cubicBezTo>
                  <a:cubicBezTo>
                    <a:pt x="718438" y="234693"/>
                    <a:pt x="762675" y="-68783"/>
                    <a:pt x="854339" y="14481"/>
                  </a:cubicBezTo>
                  <a:cubicBezTo>
                    <a:pt x="923671" y="43983"/>
                    <a:pt x="888004" y="172579"/>
                    <a:pt x="932734" y="260873"/>
                  </a:cubicBezTo>
                  <a:cubicBezTo>
                    <a:pt x="994264" y="309968"/>
                    <a:pt x="1138655" y="343429"/>
                    <a:pt x="1128320" y="533049"/>
                  </a:cubicBezTo>
                  <a:lnTo>
                    <a:pt x="1027525" y="855422"/>
                  </a:lnTo>
                  <a:lnTo>
                    <a:pt x="1027192" y="858728"/>
                  </a:lnTo>
                  <a:lnTo>
                    <a:pt x="951478" y="828856"/>
                  </a:lnTo>
                  <a:cubicBezTo>
                    <a:pt x="838376" y="792318"/>
                    <a:pt x="702028" y="770983"/>
                    <a:pt x="555260" y="770983"/>
                  </a:cubicBezTo>
                  <a:cubicBezTo>
                    <a:pt x="359569" y="770983"/>
                    <a:pt x="182404" y="808912"/>
                    <a:pt x="54162" y="870235"/>
                  </a:cubicBezTo>
                  <a:lnTo>
                    <a:pt x="42716" y="876869"/>
                  </a:lnTo>
                  <a:lnTo>
                    <a:pt x="40554" y="855422"/>
                  </a:lnTo>
                  <a:lnTo>
                    <a:pt x="1355" y="555448"/>
                  </a:lnTo>
                  <a:cubicBezTo>
                    <a:pt x="-16075" y="377028"/>
                    <a:pt x="139232" y="327336"/>
                    <a:pt x="199163" y="277671"/>
                  </a:cubicBezTo>
                  <a:cubicBezTo>
                    <a:pt x="191896" y="-208776"/>
                    <a:pt x="311746" y="189895"/>
                    <a:pt x="400143" y="218258"/>
                  </a:cubicBezTo>
                  <a:close/>
                </a:path>
              </a:pathLst>
            </a:custGeom>
            <a:solidFill>
              <a:srgbClr val="E6D2C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62A7B68-9BD2-F7B5-419D-76C14729AE6D}"/>
                </a:ext>
              </a:extLst>
            </p:cNvPr>
            <p:cNvGrpSpPr/>
            <p:nvPr/>
          </p:nvGrpSpPr>
          <p:grpSpPr>
            <a:xfrm>
              <a:off x="5968394" y="4156286"/>
              <a:ext cx="822167" cy="1776803"/>
              <a:chOff x="10339830" y="4729857"/>
              <a:chExt cx="318645" cy="688631"/>
            </a:xfrm>
          </p:grpSpPr>
          <p:sp>
            <p:nvSpPr>
              <p:cNvPr id="192" name="Rectangle: Rounded Corners 236">
                <a:extLst>
                  <a:ext uri="{FF2B5EF4-FFF2-40B4-BE49-F238E27FC236}">
                    <a16:creationId xmlns:a16="http://schemas.microsoft.com/office/drawing/2014/main" id="{072BBB12-4540-7056-C90F-5D25417C6EFB}"/>
                  </a:ext>
                </a:extLst>
              </p:cNvPr>
              <p:cNvSpPr/>
              <p:nvPr/>
            </p:nvSpPr>
            <p:spPr>
              <a:xfrm>
                <a:off x="10339830" y="4729857"/>
                <a:ext cx="318645" cy="681037"/>
              </a:xfrm>
              <a:custGeom>
                <a:avLst/>
                <a:gdLst>
                  <a:gd name="connsiteX0" fmla="*/ 0 w 281957"/>
                  <a:gd name="connsiteY0" fmla="*/ 113668 h 681037"/>
                  <a:gd name="connsiteX1" fmla="*/ 113668 w 281957"/>
                  <a:gd name="connsiteY1" fmla="*/ 0 h 681037"/>
                  <a:gd name="connsiteX2" fmla="*/ 168289 w 281957"/>
                  <a:gd name="connsiteY2" fmla="*/ 0 h 681037"/>
                  <a:gd name="connsiteX3" fmla="*/ 281957 w 281957"/>
                  <a:gd name="connsiteY3" fmla="*/ 113668 h 681037"/>
                  <a:gd name="connsiteX4" fmla="*/ 281957 w 281957"/>
                  <a:gd name="connsiteY4" fmla="*/ 567369 h 681037"/>
                  <a:gd name="connsiteX5" fmla="*/ 168289 w 281957"/>
                  <a:gd name="connsiteY5" fmla="*/ 681037 h 681037"/>
                  <a:gd name="connsiteX6" fmla="*/ 113668 w 281957"/>
                  <a:gd name="connsiteY6" fmla="*/ 681037 h 681037"/>
                  <a:gd name="connsiteX7" fmla="*/ 0 w 281957"/>
                  <a:gd name="connsiteY7" fmla="*/ 567369 h 681037"/>
                  <a:gd name="connsiteX8" fmla="*/ 0 w 281957"/>
                  <a:gd name="connsiteY8" fmla="*/ 113668 h 681037"/>
                  <a:gd name="connsiteX0" fmla="*/ 25400 w 307357"/>
                  <a:gd name="connsiteY0" fmla="*/ 113668 h 681037"/>
                  <a:gd name="connsiteX1" fmla="*/ 139068 w 307357"/>
                  <a:gd name="connsiteY1" fmla="*/ 0 h 681037"/>
                  <a:gd name="connsiteX2" fmla="*/ 193689 w 307357"/>
                  <a:gd name="connsiteY2" fmla="*/ 0 h 681037"/>
                  <a:gd name="connsiteX3" fmla="*/ 307357 w 307357"/>
                  <a:gd name="connsiteY3" fmla="*/ 113668 h 681037"/>
                  <a:gd name="connsiteX4" fmla="*/ 307357 w 307357"/>
                  <a:gd name="connsiteY4" fmla="*/ 567369 h 681037"/>
                  <a:gd name="connsiteX5" fmla="*/ 193689 w 307357"/>
                  <a:gd name="connsiteY5" fmla="*/ 681037 h 681037"/>
                  <a:gd name="connsiteX6" fmla="*/ 139068 w 307357"/>
                  <a:gd name="connsiteY6" fmla="*/ 681037 h 681037"/>
                  <a:gd name="connsiteX7" fmla="*/ 25400 w 307357"/>
                  <a:gd name="connsiteY7" fmla="*/ 567369 h 681037"/>
                  <a:gd name="connsiteX8" fmla="*/ 25400 w 307357"/>
                  <a:gd name="connsiteY8" fmla="*/ 113668 h 681037"/>
                  <a:gd name="connsiteX0" fmla="*/ 36688 w 318645"/>
                  <a:gd name="connsiteY0" fmla="*/ 113668 h 681037"/>
                  <a:gd name="connsiteX1" fmla="*/ 150356 w 318645"/>
                  <a:gd name="connsiteY1" fmla="*/ 0 h 681037"/>
                  <a:gd name="connsiteX2" fmla="*/ 204977 w 318645"/>
                  <a:gd name="connsiteY2" fmla="*/ 0 h 681037"/>
                  <a:gd name="connsiteX3" fmla="*/ 318645 w 318645"/>
                  <a:gd name="connsiteY3" fmla="*/ 113668 h 681037"/>
                  <a:gd name="connsiteX4" fmla="*/ 318645 w 318645"/>
                  <a:gd name="connsiteY4" fmla="*/ 567369 h 681037"/>
                  <a:gd name="connsiteX5" fmla="*/ 204977 w 318645"/>
                  <a:gd name="connsiteY5" fmla="*/ 681037 h 681037"/>
                  <a:gd name="connsiteX6" fmla="*/ 150356 w 318645"/>
                  <a:gd name="connsiteY6" fmla="*/ 681037 h 681037"/>
                  <a:gd name="connsiteX7" fmla="*/ 36688 w 318645"/>
                  <a:gd name="connsiteY7" fmla="*/ 567369 h 681037"/>
                  <a:gd name="connsiteX8" fmla="*/ 36688 w 318645"/>
                  <a:gd name="connsiteY8" fmla="*/ 113668 h 68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8645" h="681037">
                    <a:moveTo>
                      <a:pt x="36688" y="113668"/>
                    </a:moveTo>
                    <a:cubicBezTo>
                      <a:pt x="36688" y="50891"/>
                      <a:pt x="87579" y="0"/>
                      <a:pt x="150356" y="0"/>
                    </a:cubicBezTo>
                    <a:lnTo>
                      <a:pt x="204977" y="0"/>
                    </a:lnTo>
                    <a:cubicBezTo>
                      <a:pt x="267754" y="0"/>
                      <a:pt x="318645" y="50891"/>
                      <a:pt x="318645" y="113668"/>
                    </a:cubicBezTo>
                    <a:lnTo>
                      <a:pt x="318645" y="567369"/>
                    </a:lnTo>
                    <a:cubicBezTo>
                      <a:pt x="318645" y="630146"/>
                      <a:pt x="267754" y="681037"/>
                      <a:pt x="204977" y="681037"/>
                    </a:cubicBezTo>
                    <a:lnTo>
                      <a:pt x="150356" y="681037"/>
                    </a:lnTo>
                    <a:cubicBezTo>
                      <a:pt x="87579" y="681037"/>
                      <a:pt x="36688" y="630146"/>
                      <a:pt x="36688" y="567369"/>
                    </a:cubicBezTo>
                    <a:cubicBezTo>
                      <a:pt x="36688" y="416135"/>
                      <a:pt x="-45862" y="366502"/>
                      <a:pt x="36688" y="1136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46A3F0DC-2F7E-2A63-29EC-F5B34E661E03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6C49AEF2-DD24-63C2-7086-CF645090BA07}"/>
                </a:ext>
              </a:extLst>
            </p:cNvPr>
            <p:cNvGrpSpPr/>
            <p:nvPr/>
          </p:nvGrpSpPr>
          <p:grpSpPr>
            <a:xfrm>
              <a:off x="6626473" y="3280013"/>
              <a:ext cx="1069925" cy="2635758"/>
              <a:chOff x="10325719" y="4581635"/>
              <a:chExt cx="414668" cy="836853"/>
            </a:xfrm>
          </p:grpSpPr>
          <p:sp>
            <p:nvSpPr>
              <p:cNvPr id="190" name="Rectangle: Rounded Corners 239">
                <a:extLst>
                  <a:ext uri="{FF2B5EF4-FFF2-40B4-BE49-F238E27FC236}">
                    <a16:creationId xmlns:a16="http://schemas.microsoft.com/office/drawing/2014/main" id="{98818BD9-D47A-67CE-6AFE-18B22E5D9BD9}"/>
                  </a:ext>
                </a:extLst>
              </p:cNvPr>
              <p:cNvSpPr/>
              <p:nvPr/>
            </p:nvSpPr>
            <p:spPr>
              <a:xfrm>
                <a:off x="10325719" y="4581635"/>
                <a:ext cx="414668" cy="829258"/>
              </a:xfrm>
              <a:custGeom>
                <a:avLst/>
                <a:gdLst>
                  <a:gd name="connsiteX0" fmla="*/ 0 w 281957"/>
                  <a:gd name="connsiteY0" fmla="*/ 113668 h 831331"/>
                  <a:gd name="connsiteX1" fmla="*/ 113668 w 281957"/>
                  <a:gd name="connsiteY1" fmla="*/ 0 h 831331"/>
                  <a:gd name="connsiteX2" fmla="*/ 168289 w 281957"/>
                  <a:gd name="connsiteY2" fmla="*/ 0 h 831331"/>
                  <a:gd name="connsiteX3" fmla="*/ 281957 w 281957"/>
                  <a:gd name="connsiteY3" fmla="*/ 113668 h 831331"/>
                  <a:gd name="connsiteX4" fmla="*/ 281957 w 281957"/>
                  <a:gd name="connsiteY4" fmla="*/ 717663 h 831331"/>
                  <a:gd name="connsiteX5" fmla="*/ 168289 w 281957"/>
                  <a:gd name="connsiteY5" fmla="*/ 831331 h 831331"/>
                  <a:gd name="connsiteX6" fmla="*/ 113668 w 281957"/>
                  <a:gd name="connsiteY6" fmla="*/ 831331 h 831331"/>
                  <a:gd name="connsiteX7" fmla="*/ 0 w 281957"/>
                  <a:gd name="connsiteY7" fmla="*/ 717663 h 831331"/>
                  <a:gd name="connsiteX8" fmla="*/ 0 w 281957"/>
                  <a:gd name="connsiteY8" fmla="*/ 113668 h 831331"/>
                  <a:gd name="connsiteX0" fmla="*/ 50800 w 332757"/>
                  <a:gd name="connsiteY0" fmla="*/ 113668 h 831331"/>
                  <a:gd name="connsiteX1" fmla="*/ 164468 w 332757"/>
                  <a:gd name="connsiteY1" fmla="*/ 0 h 831331"/>
                  <a:gd name="connsiteX2" fmla="*/ 219089 w 332757"/>
                  <a:gd name="connsiteY2" fmla="*/ 0 h 831331"/>
                  <a:gd name="connsiteX3" fmla="*/ 332757 w 332757"/>
                  <a:gd name="connsiteY3" fmla="*/ 113668 h 831331"/>
                  <a:gd name="connsiteX4" fmla="*/ 332757 w 332757"/>
                  <a:gd name="connsiteY4" fmla="*/ 717663 h 831331"/>
                  <a:gd name="connsiteX5" fmla="*/ 219089 w 332757"/>
                  <a:gd name="connsiteY5" fmla="*/ 831331 h 831331"/>
                  <a:gd name="connsiteX6" fmla="*/ 164468 w 332757"/>
                  <a:gd name="connsiteY6" fmla="*/ 831331 h 831331"/>
                  <a:gd name="connsiteX7" fmla="*/ 50800 w 332757"/>
                  <a:gd name="connsiteY7" fmla="*/ 717663 h 831331"/>
                  <a:gd name="connsiteX8" fmla="*/ 50800 w 332757"/>
                  <a:gd name="connsiteY8" fmla="*/ 113668 h 831331"/>
                  <a:gd name="connsiteX0" fmla="*/ 50800 w 332757"/>
                  <a:gd name="connsiteY0" fmla="*/ 253997 h 971660"/>
                  <a:gd name="connsiteX1" fmla="*/ 164468 w 332757"/>
                  <a:gd name="connsiteY1" fmla="*/ 140329 h 971660"/>
                  <a:gd name="connsiteX2" fmla="*/ 219089 w 332757"/>
                  <a:gd name="connsiteY2" fmla="*/ 140329 h 971660"/>
                  <a:gd name="connsiteX3" fmla="*/ 320057 w 332757"/>
                  <a:gd name="connsiteY3" fmla="*/ 12697 h 971660"/>
                  <a:gd name="connsiteX4" fmla="*/ 332757 w 332757"/>
                  <a:gd name="connsiteY4" fmla="*/ 857992 h 971660"/>
                  <a:gd name="connsiteX5" fmla="*/ 219089 w 332757"/>
                  <a:gd name="connsiteY5" fmla="*/ 971660 h 971660"/>
                  <a:gd name="connsiteX6" fmla="*/ 164468 w 332757"/>
                  <a:gd name="connsiteY6" fmla="*/ 971660 h 971660"/>
                  <a:gd name="connsiteX7" fmla="*/ 50800 w 332757"/>
                  <a:gd name="connsiteY7" fmla="*/ 857992 h 971660"/>
                  <a:gd name="connsiteX8" fmla="*/ 50800 w 332757"/>
                  <a:gd name="connsiteY8" fmla="*/ 253997 h 971660"/>
                  <a:gd name="connsiteX0" fmla="*/ 50800 w 414668"/>
                  <a:gd name="connsiteY0" fmla="*/ 294600 h 1012263"/>
                  <a:gd name="connsiteX1" fmla="*/ 164468 w 414668"/>
                  <a:gd name="connsiteY1" fmla="*/ 180932 h 1012263"/>
                  <a:gd name="connsiteX2" fmla="*/ 219089 w 414668"/>
                  <a:gd name="connsiteY2" fmla="*/ 180932 h 1012263"/>
                  <a:gd name="connsiteX3" fmla="*/ 320057 w 414668"/>
                  <a:gd name="connsiteY3" fmla="*/ 53300 h 1012263"/>
                  <a:gd name="connsiteX4" fmla="*/ 332757 w 414668"/>
                  <a:gd name="connsiteY4" fmla="*/ 898595 h 1012263"/>
                  <a:gd name="connsiteX5" fmla="*/ 219089 w 414668"/>
                  <a:gd name="connsiteY5" fmla="*/ 1012263 h 1012263"/>
                  <a:gd name="connsiteX6" fmla="*/ 164468 w 414668"/>
                  <a:gd name="connsiteY6" fmla="*/ 1012263 h 1012263"/>
                  <a:gd name="connsiteX7" fmla="*/ 50800 w 414668"/>
                  <a:gd name="connsiteY7" fmla="*/ 898595 h 1012263"/>
                  <a:gd name="connsiteX8" fmla="*/ 50800 w 414668"/>
                  <a:gd name="connsiteY8" fmla="*/ 294600 h 101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4668" h="1012263">
                    <a:moveTo>
                      <a:pt x="50800" y="294600"/>
                    </a:moveTo>
                    <a:cubicBezTo>
                      <a:pt x="50800" y="231823"/>
                      <a:pt x="101691" y="180932"/>
                      <a:pt x="164468" y="180932"/>
                    </a:cubicBezTo>
                    <a:lnTo>
                      <a:pt x="219089" y="180932"/>
                    </a:lnTo>
                    <a:cubicBezTo>
                      <a:pt x="281866" y="180932"/>
                      <a:pt x="320057" y="-9477"/>
                      <a:pt x="320057" y="53300"/>
                    </a:cubicBezTo>
                    <a:cubicBezTo>
                      <a:pt x="527490" y="-217385"/>
                      <a:pt x="328524" y="616830"/>
                      <a:pt x="332757" y="898595"/>
                    </a:cubicBezTo>
                    <a:cubicBezTo>
                      <a:pt x="332757" y="961372"/>
                      <a:pt x="281866" y="1012263"/>
                      <a:pt x="219089" y="1012263"/>
                    </a:cubicBezTo>
                    <a:lnTo>
                      <a:pt x="164468" y="1012263"/>
                    </a:lnTo>
                    <a:cubicBezTo>
                      <a:pt x="101691" y="1012263"/>
                      <a:pt x="50800" y="961372"/>
                      <a:pt x="50800" y="898595"/>
                    </a:cubicBezTo>
                    <a:cubicBezTo>
                      <a:pt x="50800" y="697263"/>
                      <a:pt x="-63500" y="540382"/>
                      <a:pt x="50800" y="29460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54F5588B-AD99-ACD0-D276-3969DA8D99B8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4A78A622-044A-3E7A-B580-97D162F9BAB5}"/>
                </a:ext>
              </a:extLst>
            </p:cNvPr>
            <p:cNvGrpSpPr/>
            <p:nvPr/>
          </p:nvGrpSpPr>
          <p:grpSpPr>
            <a:xfrm>
              <a:off x="6926873" y="2106418"/>
              <a:ext cx="1635104" cy="2427586"/>
              <a:chOff x="11806238" y="3955305"/>
              <a:chExt cx="633713" cy="940853"/>
            </a:xfrm>
          </p:grpSpPr>
          <p:sp>
            <p:nvSpPr>
              <p:cNvPr id="188" name="Rectangle 20">
                <a:extLst>
                  <a:ext uri="{FF2B5EF4-FFF2-40B4-BE49-F238E27FC236}">
                    <a16:creationId xmlns:a16="http://schemas.microsoft.com/office/drawing/2014/main" id="{A466432E-1A61-AB1C-6573-24CF324517DD}"/>
                  </a:ext>
                </a:extLst>
              </p:cNvPr>
              <p:cNvSpPr/>
              <p:nvPr/>
            </p:nvSpPr>
            <p:spPr>
              <a:xfrm>
                <a:off x="11806238" y="3955305"/>
                <a:ext cx="550740" cy="616696"/>
              </a:xfrm>
              <a:custGeom>
                <a:avLst/>
                <a:gdLst>
                  <a:gd name="connsiteX0" fmla="*/ 0 w 114300"/>
                  <a:gd name="connsiteY0" fmla="*/ 0 h 52388"/>
                  <a:gd name="connsiteX1" fmla="*/ 114300 w 114300"/>
                  <a:gd name="connsiteY1" fmla="*/ 0 h 52388"/>
                  <a:gd name="connsiteX2" fmla="*/ 114300 w 114300"/>
                  <a:gd name="connsiteY2" fmla="*/ 52388 h 52388"/>
                  <a:gd name="connsiteX3" fmla="*/ 0 w 114300"/>
                  <a:gd name="connsiteY3" fmla="*/ 52388 h 52388"/>
                  <a:gd name="connsiteX4" fmla="*/ 0 w 114300"/>
                  <a:gd name="connsiteY4" fmla="*/ 0 h 52388"/>
                  <a:gd name="connsiteX0" fmla="*/ 0 w 542925"/>
                  <a:gd name="connsiteY0" fmla="*/ 0 h 590550"/>
                  <a:gd name="connsiteX1" fmla="*/ 542925 w 542925"/>
                  <a:gd name="connsiteY1" fmla="*/ 590550 h 590550"/>
                  <a:gd name="connsiteX2" fmla="*/ 114300 w 542925"/>
                  <a:gd name="connsiteY2" fmla="*/ 52388 h 590550"/>
                  <a:gd name="connsiteX3" fmla="*/ 0 w 542925"/>
                  <a:gd name="connsiteY3" fmla="*/ 52388 h 590550"/>
                  <a:gd name="connsiteX4" fmla="*/ 0 w 542925"/>
                  <a:gd name="connsiteY4" fmla="*/ 0 h 590550"/>
                  <a:gd name="connsiteX0" fmla="*/ 0 w 554461"/>
                  <a:gd name="connsiteY0" fmla="*/ 0 h 590550"/>
                  <a:gd name="connsiteX1" fmla="*/ 542925 w 554461"/>
                  <a:gd name="connsiteY1" fmla="*/ 590550 h 590550"/>
                  <a:gd name="connsiteX2" fmla="*/ 114300 w 554461"/>
                  <a:gd name="connsiteY2" fmla="*/ 52388 h 590550"/>
                  <a:gd name="connsiteX3" fmla="*/ 0 w 554461"/>
                  <a:gd name="connsiteY3" fmla="*/ 52388 h 590550"/>
                  <a:gd name="connsiteX4" fmla="*/ 0 w 554461"/>
                  <a:gd name="connsiteY4" fmla="*/ 0 h 590550"/>
                  <a:gd name="connsiteX0" fmla="*/ 0 w 550740"/>
                  <a:gd name="connsiteY0" fmla="*/ 7095 h 597645"/>
                  <a:gd name="connsiteX1" fmla="*/ 542925 w 550740"/>
                  <a:gd name="connsiteY1" fmla="*/ 597645 h 597645"/>
                  <a:gd name="connsiteX2" fmla="*/ 114300 w 550740"/>
                  <a:gd name="connsiteY2" fmla="*/ 59483 h 597645"/>
                  <a:gd name="connsiteX3" fmla="*/ 0 w 550740"/>
                  <a:gd name="connsiteY3" fmla="*/ 59483 h 597645"/>
                  <a:gd name="connsiteX4" fmla="*/ 0 w 550740"/>
                  <a:gd name="connsiteY4" fmla="*/ 7095 h 597645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71487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42912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  <a:gd name="connsiteX0" fmla="*/ 0 w 550740"/>
                  <a:gd name="connsiteY0" fmla="*/ 7095 h 616696"/>
                  <a:gd name="connsiteX1" fmla="*/ 442912 w 550740"/>
                  <a:gd name="connsiteY1" fmla="*/ 616696 h 616696"/>
                  <a:gd name="connsiteX2" fmla="*/ 542925 w 550740"/>
                  <a:gd name="connsiteY2" fmla="*/ 597645 h 616696"/>
                  <a:gd name="connsiteX3" fmla="*/ 114300 w 550740"/>
                  <a:gd name="connsiteY3" fmla="*/ 59483 h 616696"/>
                  <a:gd name="connsiteX4" fmla="*/ 0 w 550740"/>
                  <a:gd name="connsiteY4" fmla="*/ 59483 h 616696"/>
                  <a:gd name="connsiteX5" fmla="*/ 0 w 550740"/>
                  <a:gd name="connsiteY5" fmla="*/ 7095 h 616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0740" h="616696">
                    <a:moveTo>
                      <a:pt x="0" y="7095"/>
                    </a:moveTo>
                    <a:cubicBezTo>
                      <a:pt x="153987" y="176958"/>
                      <a:pt x="508000" y="8683"/>
                      <a:pt x="442912" y="616696"/>
                    </a:cubicBezTo>
                    <a:lnTo>
                      <a:pt x="542925" y="597645"/>
                    </a:lnTo>
                    <a:cubicBezTo>
                      <a:pt x="623887" y="-167530"/>
                      <a:pt x="47625" y="-4017"/>
                      <a:pt x="114300" y="59483"/>
                    </a:cubicBezTo>
                    <a:lnTo>
                      <a:pt x="0" y="59483"/>
                    </a:lnTo>
                    <a:lnTo>
                      <a:pt x="0" y="7095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9" name="Rectangle 23">
                <a:extLst>
                  <a:ext uri="{FF2B5EF4-FFF2-40B4-BE49-F238E27FC236}">
                    <a16:creationId xmlns:a16="http://schemas.microsoft.com/office/drawing/2014/main" id="{E78CAA09-88B1-AC10-C553-BACD343DB3E1}"/>
                  </a:ext>
                </a:extLst>
              </p:cNvPr>
              <p:cNvSpPr/>
              <p:nvPr/>
            </p:nvSpPr>
            <p:spPr>
              <a:xfrm>
                <a:off x="12169719" y="4510090"/>
                <a:ext cx="270232" cy="386068"/>
              </a:xfrm>
              <a:custGeom>
                <a:avLst/>
                <a:gdLst>
                  <a:gd name="connsiteX0" fmla="*/ 0 w 126878"/>
                  <a:gd name="connsiteY0" fmla="*/ 0 h 219769"/>
                  <a:gd name="connsiteX1" fmla="*/ 126878 w 126878"/>
                  <a:gd name="connsiteY1" fmla="*/ 0 h 219769"/>
                  <a:gd name="connsiteX2" fmla="*/ 126878 w 126878"/>
                  <a:gd name="connsiteY2" fmla="*/ 219769 h 219769"/>
                  <a:gd name="connsiteX3" fmla="*/ 0 w 126878"/>
                  <a:gd name="connsiteY3" fmla="*/ 219769 h 219769"/>
                  <a:gd name="connsiteX4" fmla="*/ 0 w 126878"/>
                  <a:gd name="connsiteY4" fmla="*/ 0 h 219769"/>
                  <a:gd name="connsiteX0" fmla="*/ 19050 w 145928"/>
                  <a:gd name="connsiteY0" fmla="*/ 0 h 324544"/>
                  <a:gd name="connsiteX1" fmla="*/ 145928 w 145928"/>
                  <a:gd name="connsiteY1" fmla="*/ 0 h 324544"/>
                  <a:gd name="connsiteX2" fmla="*/ 145928 w 145928"/>
                  <a:gd name="connsiteY2" fmla="*/ 219769 h 324544"/>
                  <a:gd name="connsiteX3" fmla="*/ 0 w 145928"/>
                  <a:gd name="connsiteY3" fmla="*/ 324544 h 324544"/>
                  <a:gd name="connsiteX4" fmla="*/ 19050 w 145928"/>
                  <a:gd name="connsiteY4" fmla="*/ 0 h 324544"/>
                  <a:gd name="connsiteX0" fmla="*/ 19050 w 198316"/>
                  <a:gd name="connsiteY0" fmla="*/ 0 h 329307"/>
                  <a:gd name="connsiteX1" fmla="*/ 145928 w 198316"/>
                  <a:gd name="connsiteY1" fmla="*/ 0 h 329307"/>
                  <a:gd name="connsiteX2" fmla="*/ 198316 w 198316"/>
                  <a:gd name="connsiteY2" fmla="*/ 329307 h 329307"/>
                  <a:gd name="connsiteX3" fmla="*/ 0 w 198316"/>
                  <a:gd name="connsiteY3" fmla="*/ 324544 h 329307"/>
                  <a:gd name="connsiteX4" fmla="*/ 19050 w 198316"/>
                  <a:gd name="connsiteY4" fmla="*/ 0 h 329307"/>
                  <a:gd name="connsiteX0" fmla="*/ 19050 w 198316"/>
                  <a:gd name="connsiteY0" fmla="*/ 0 h 329307"/>
                  <a:gd name="connsiteX1" fmla="*/ 145928 w 198316"/>
                  <a:gd name="connsiteY1" fmla="*/ 0 h 329307"/>
                  <a:gd name="connsiteX2" fmla="*/ 198316 w 198316"/>
                  <a:gd name="connsiteY2" fmla="*/ 329307 h 329307"/>
                  <a:gd name="connsiteX3" fmla="*/ 52388 w 198316"/>
                  <a:gd name="connsiteY3" fmla="*/ 261936 h 329307"/>
                  <a:gd name="connsiteX4" fmla="*/ 0 w 198316"/>
                  <a:gd name="connsiteY4" fmla="*/ 324544 h 329307"/>
                  <a:gd name="connsiteX5" fmla="*/ 19050 w 198316"/>
                  <a:gd name="connsiteY5" fmla="*/ 0 h 329307"/>
                  <a:gd name="connsiteX0" fmla="*/ 19050 w 198316"/>
                  <a:gd name="connsiteY0" fmla="*/ 0 h 342868"/>
                  <a:gd name="connsiteX1" fmla="*/ 145928 w 198316"/>
                  <a:gd name="connsiteY1" fmla="*/ 0 h 342868"/>
                  <a:gd name="connsiteX2" fmla="*/ 198316 w 198316"/>
                  <a:gd name="connsiteY2" fmla="*/ 329307 h 342868"/>
                  <a:gd name="connsiteX3" fmla="*/ 135731 w 198316"/>
                  <a:gd name="connsiteY3" fmla="*/ 269080 h 342868"/>
                  <a:gd name="connsiteX4" fmla="*/ 52388 w 198316"/>
                  <a:gd name="connsiteY4" fmla="*/ 261936 h 342868"/>
                  <a:gd name="connsiteX5" fmla="*/ 0 w 198316"/>
                  <a:gd name="connsiteY5" fmla="*/ 324544 h 342868"/>
                  <a:gd name="connsiteX6" fmla="*/ 19050 w 198316"/>
                  <a:gd name="connsiteY6" fmla="*/ 0 h 342868"/>
                  <a:gd name="connsiteX0" fmla="*/ 19050 w 198316"/>
                  <a:gd name="connsiteY0" fmla="*/ 0 h 369092"/>
                  <a:gd name="connsiteX1" fmla="*/ 145928 w 198316"/>
                  <a:gd name="connsiteY1" fmla="*/ 0 h 369092"/>
                  <a:gd name="connsiteX2" fmla="*/ 198316 w 198316"/>
                  <a:gd name="connsiteY2" fmla="*/ 329307 h 369092"/>
                  <a:gd name="connsiteX3" fmla="*/ 135731 w 198316"/>
                  <a:gd name="connsiteY3" fmla="*/ 269080 h 369092"/>
                  <a:gd name="connsiteX4" fmla="*/ 52388 w 198316"/>
                  <a:gd name="connsiteY4" fmla="*/ 261936 h 369092"/>
                  <a:gd name="connsiteX5" fmla="*/ 0 w 198316"/>
                  <a:gd name="connsiteY5" fmla="*/ 324544 h 369092"/>
                  <a:gd name="connsiteX6" fmla="*/ 19050 w 198316"/>
                  <a:gd name="connsiteY6" fmla="*/ 0 h 369092"/>
                  <a:gd name="connsiteX0" fmla="*/ 19050 w 198316"/>
                  <a:gd name="connsiteY0" fmla="*/ 0 h 386068"/>
                  <a:gd name="connsiteX1" fmla="*/ 145928 w 198316"/>
                  <a:gd name="connsiteY1" fmla="*/ 0 h 386068"/>
                  <a:gd name="connsiteX2" fmla="*/ 198316 w 198316"/>
                  <a:gd name="connsiteY2" fmla="*/ 329307 h 386068"/>
                  <a:gd name="connsiteX3" fmla="*/ 135731 w 198316"/>
                  <a:gd name="connsiteY3" fmla="*/ 269080 h 386068"/>
                  <a:gd name="connsiteX4" fmla="*/ 52388 w 198316"/>
                  <a:gd name="connsiteY4" fmla="*/ 261936 h 386068"/>
                  <a:gd name="connsiteX5" fmla="*/ 0 w 198316"/>
                  <a:gd name="connsiteY5" fmla="*/ 324544 h 386068"/>
                  <a:gd name="connsiteX6" fmla="*/ 19050 w 198316"/>
                  <a:gd name="connsiteY6" fmla="*/ 0 h 386068"/>
                  <a:gd name="connsiteX0" fmla="*/ 51140 w 230406"/>
                  <a:gd name="connsiteY0" fmla="*/ 0 h 386068"/>
                  <a:gd name="connsiteX1" fmla="*/ 178018 w 230406"/>
                  <a:gd name="connsiteY1" fmla="*/ 0 h 386068"/>
                  <a:gd name="connsiteX2" fmla="*/ 230406 w 230406"/>
                  <a:gd name="connsiteY2" fmla="*/ 329307 h 386068"/>
                  <a:gd name="connsiteX3" fmla="*/ 167821 w 230406"/>
                  <a:gd name="connsiteY3" fmla="*/ 269080 h 386068"/>
                  <a:gd name="connsiteX4" fmla="*/ 84478 w 230406"/>
                  <a:gd name="connsiteY4" fmla="*/ 261936 h 386068"/>
                  <a:gd name="connsiteX5" fmla="*/ 32090 w 230406"/>
                  <a:gd name="connsiteY5" fmla="*/ 324544 h 386068"/>
                  <a:gd name="connsiteX6" fmla="*/ 51140 w 230406"/>
                  <a:gd name="connsiteY6" fmla="*/ 0 h 386068"/>
                  <a:gd name="connsiteX0" fmla="*/ 67123 w 246389"/>
                  <a:gd name="connsiteY0" fmla="*/ 0 h 386068"/>
                  <a:gd name="connsiteX1" fmla="*/ 194001 w 246389"/>
                  <a:gd name="connsiteY1" fmla="*/ 0 h 386068"/>
                  <a:gd name="connsiteX2" fmla="*/ 246389 w 246389"/>
                  <a:gd name="connsiteY2" fmla="*/ 329307 h 386068"/>
                  <a:gd name="connsiteX3" fmla="*/ 183804 w 246389"/>
                  <a:gd name="connsiteY3" fmla="*/ 269080 h 386068"/>
                  <a:gd name="connsiteX4" fmla="*/ 100461 w 246389"/>
                  <a:gd name="connsiteY4" fmla="*/ 261936 h 386068"/>
                  <a:gd name="connsiteX5" fmla="*/ 48073 w 246389"/>
                  <a:gd name="connsiteY5" fmla="*/ 324544 h 386068"/>
                  <a:gd name="connsiteX6" fmla="*/ 67123 w 246389"/>
                  <a:gd name="connsiteY6" fmla="*/ 0 h 386068"/>
                  <a:gd name="connsiteX0" fmla="*/ 67123 w 246389"/>
                  <a:gd name="connsiteY0" fmla="*/ 0 h 386068"/>
                  <a:gd name="connsiteX1" fmla="*/ 194001 w 246389"/>
                  <a:gd name="connsiteY1" fmla="*/ 0 h 386068"/>
                  <a:gd name="connsiteX2" fmla="*/ 246389 w 246389"/>
                  <a:gd name="connsiteY2" fmla="*/ 329307 h 386068"/>
                  <a:gd name="connsiteX3" fmla="*/ 183804 w 246389"/>
                  <a:gd name="connsiteY3" fmla="*/ 269080 h 386068"/>
                  <a:gd name="connsiteX4" fmla="*/ 100461 w 246389"/>
                  <a:gd name="connsiteY4" fmla="*/ 261936 h 386068"/>
                  <a:gd name="connsiteX5" fmla="*/ 48073 w 246389"/>
                  <a:gd name="connsiteY5" fmla="*/ 324544 h 386068"/>
                  <a:gd name="connsiteX6" fmla="*/ 67123 w 246389"/>
                  <a:gd name="connsiteY6" fmla="*/ 0 h 386068"/>
                  <a:gd name="connsiteX0" fmla="*/ 67123 w 263565"/>
                  <a:gd name="connsiteY0" fmla="*/ 0 h 386068"/>
                  <a:gd name="connsiteX1" fmla="*/ 194001 w 263565"/>
                  <a:gd name="connsiteY1" fmla="*/ 0 h 386068"/>
                  <a:gd name="connsiteX2" fmla="*/ 246389 w 263565"/>
                  <a:gd name="connsiteY2" fmla="*/ 329307 h 386068"/>
                  <a:gd name="connsiteX3" fmla="*/ 183804 w 263565"/>
                  <a:gd name="connsiteY3" fmla="*/ 269080 h 386068"/>
                  <a:gd name="connsiteX4" fmla="*/ 100461 w 263565"/>
                  <a:gd name="connsiteY4" fmla="*/ 261936 h 386068"/>
                  <a:gd name="connsiteX5" fmla="*/ 48073 w 263565"/>
                  <a:gd name="connsiteY5" fmla="*/ 324544 h 386068"/>
                  <a:gd name="connsiteX6" fmla="*/ 67123 w 263565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67123 w 276974"/>
                  <a:gd name="connsiteY0" fmla="*/ 0 h 386068"/>
                  <a:gd name="connsiteX1" fmla="*/ 194001 w 276974"/>
                  <a:gd name="connsiteY1" fmla="*/ 0 h 386068"/>
                  <a:gd name="connsiteX2" fmla="*/ 246389 w 276974"/>
                  <a:gd name="connsiteY2" fmla="*/ 329307 h 386068"/>
                  <a:gd name="connsiteX3" fmla="*/ 183804 w 276974"/>
                  <a:gd name="connsiteY3" fmla="*/ 269080 h 386068"/>
                  <a:gd name="connsiteX4" fmla="*/ 100461 w 276974"/>
                  <a:gd name="connsiteY4" fmla="*/ 261936 h 386068"/>
                  <a:gd name="connsiteX5" fmla="*/ 48073 w 276974"/>
                  <a:gd name="connsiteY5" fmla="*/ 324544 h 386068"/>
                  <a:gd name="connsiteX6" fmla="*/ 67123 w 276974"/>
                  <a:gd name="connsiteY6" fmla="*/ 0 h 386068"/>
                  <a:gd name="connsiteX0" fmla="*/ 79852 w 270232"/>
                  <a:gd name="connsiteY0" fmla="*/ 0 h 386068"/>
                  <a:gd name="connsiteX1" fmla="*/ 187259 w 270232"/>
                  <a:gd name="connsiteY1" fmla="*/ 0 h 386068"/>
                  <a:gd name="connsiteX2" fmla="*/ 239647 w 270232"/>
                  <a:gd name="connsiteY2" fmla="*/ 329307 h 386068"/>
                  <a:gd name="connsiteX3" fmla="*/ 177062 w 270232"/>
                  <a:gd name="connsiteY3" fmla="*/ 269080 h 386068"/>
                  <a:gd name="connsiteX4" fmla="*/ 93719 w 270232"/>
                  <a:gd name="connsiteY4" fmla="*/ 261936 h 386068"/>
                  <a:gd name="connsiteX5" fmla="*/ 41331 w 270232"/>
                  <a:gd name="connsiteY5" fmla="*/ 324544 h 386068"/>
                  <a:gd name="connsiteX6" fmla="*/ 79852 w 270232"/>
                  <a:gd name="connsiteY6" fmla="*/ 0 h 3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0232" h="386068">
                    <a:moveTo>
                      <a:pt x="79852" y="0"/>
                    </a:moveTo>
                    <a:lnTo>
                      <a:pt x="187259" y="0"/>
                    </a:lnTo>
                    <a:cubicBezTo>
                      <a:pt x="276160" y="45475"/>
                      <a:pt x="293621" y="136194"/>
                      <a:pt x="239647" y="329307"/>
                    </a:cubicBezTo>
                    <a:cubicBezTo>
                      <a:pt x="195482" y="366216"/>
                      <a:pt x="201383" y="280308"/>
                      <a:pt x="177062" y="269080"/>
                    </a:cubicBezTo>
                    <a:cubicBezTo>
                      <a:pt x="178935" y="500739"/>
                      <a:pt x="88163" y="328099"/>
                      <a:pt x="93719" y="261936"/>
                    </a:cubicBezTo>
                    <a:cubicBezTo>
                      <a:pt x="76256" y="282805"/>
                      <a:pt x="73082" y="337012"/>
                      <a:pt x="41331" y="324544"/>
                    </a:cubicBezTo>
                    <a:cubicBezTo>
                      <a:pt x="-38044" y="156831"/>
                      <a:pt x="9208" y="79606"/>
                      <a:pt x="79852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E26AC278-2E9D-D41C-DF10-B66E8C5A1591}"/>
                </a:ext>
              </a:extLst>
            </p:cNvPr>
            <p:cNvGrpSpPr/>
            <p:nvPr/>
          </p:nvGrpSpPr>
          <p:grpSpPr>
            <a:xfrm>
              <a:off x="2676566" y="3788097"/>
              <a:ext cx="803964" cy="2164586"/>
              <a:chOff x="10346885" y="4579565"/>
              <a:chExt cx="311590" cy="838923"/>
            </a:xfrm>
          </p:grpSpPr>
          <p:sp>
            <p:nvSpPr>
              <p:cNvPr id="186" name="Rectangle: Rounded Corners 233">
                <a:extLst>
                  <a:ext uri="{FF2B5EF4-FFF2-40B4-BE49-F238E27FC236}">
                    <a16:creationId xmlns:a16="http://schemas.microsoft.com/office/drawing/2014/main" id="{A43C7E22-E99F-CE8B-5390-098EEB52E61E}"/>
                  </a:ext>
                </a:extLst>
              </p:cNvPr>
              <p:cNvSpPr/>
              <p:nvPr/>
            </p:nvSpPr>
            <p:spPr>
              <a:xfrm>
                <a:off x="10346885" y="4579565"/>
                <a:ext cx="311590" cy="831330"/>
              </a:xfrm>
              <a:custGeom>
                <a:avLst/>
                <a:gdLst>
                  <a:gd name="connsiteX0" fmla="*/ 0 w 281957"/>
                  <a:gd name="connsiteY0" fmla="*/ 113668 h 831330"/>
                  <a:gd name="connsiteX1" fmla="*/ 113668 w 281957"/>
                  <a:gd name="connsiteY1" fmla="*/ 0 h 831330"/>
                  <a:gd name="connsiteX2" fmla="*/ 168289 w 281957"/>
                  <a:gd name="connsiteY2" fmla="*/ 0 h 831330"/>
                  <a:gd name="connsiteX3" fmla="*/ 281957 w 281957"/>
                  <a:gd name="connsiteY3" fmla="*/ 113668 h 831330"/>
                  <a:gd name="connsiteX4" fmla="*/ 281957 w 281957"/>
                  <a:gd name="connsiteY4" fmla="*/ 717662 h 831330"/>
                  <a:gd name="connsiteX5" fmla="*/ 168289 w 281957"/>
                  <a:gd name="connsiteY5" fmla="*/ 831330 h 831330"/>
                  <a:gd name="connsiteX6" fmla="*/ 113668 w 281957"/>
                  <a:gd name="connsiteY6" fmla="*/ 831330 h 831330"/>
                  <a:gd name="connsiteX7" fmla="*/ 0 w 281957"/>
                  <a:gd name="connsiteY7" fmla="*/ 717662 h 831330"/>
                  <a:gd name="connsiteX8" fmla="*/ 0 w 281957"/>
                  <a:gd name="connsiteY8" fmla="*/ 113668 h 831330"/>
                  <a:gd name="connsiteX0" fmla="*/ 29633 w 311590"/>
                  <a:gd name="connsiteY0" fmla="*/ 113668 h 831330"/>
                  <a:gd name="connsiteX1" fmla="*/ 143301 w 311590"/>
                  <a:gd name="connsiteY1" fmla="*/ 0 h 831330"/>
                  <a:gd name="connsiteX2" fmla="*/ 197922 w 311590"/>
                  <a:gd name="connsiteY2" fmla="*/ 0 h 831330"/>
                  <a:gd name="connsiteX3" fmla="*/ 311590 w 311590"/>
                  <a:gd name="connsiteY3" fmla="*/ 113668 h 831330"/>
                  <a:gd name="connsiteX4" fmla="*/ 311590 w 311590"/>
                  <a:gd name="connsiteY4" fmla="*/ 717662 h 831330"/>
                  <a:gd name="connsiteX5" fmla="*/ 197922 w 311590"/>
                  <a:gd name="connsiteY5" fmla="*/ 831330 h 831330"/>
                  <a:gd name="connsiteX6" fmla="*/ 143301 w 311590"/>
                  <a:gd name="connsiteY6" fmla="*/ 831330 h 831330"/>
                  <a:gd name="connsiteX7" fmla="*/ 29633 w 311590"/>
                  <a:gd name="connsiteY7" fmla="*/ 717662 h 831330"/>
                  <a:gd name="connsiteX8" fmla="*/ 29633 w 311590"/>
                  <a:gd name="connsiteY8" fmla="*/ 113668 h 83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1590" h="831330">
                    <a:moveTo>
                      <a:pt x="29633" y="113668"/>
                    </a:moveTo>
                    <a:cubicBezTo>
                      <a:pt x="29633" y="50891"/>
                      <a:pt x="80524" y="0"/>
                      <a:pt x="143301" y="0"/>
                    </a:cubicBezTo>
                    <a:lnTo>
                      <a:pt x="197922" y="0"/>
                    </a:lnTo>
                    <a:cubicBezTo>
                      <a:pt x="260699" y="0"/>
                      <a:pt x="311590" y="50891"/>
                      <a:pt x="311590" y="113668"/>
                    </a:cubicBezTo>
                    <a:lnTo>
                      <a:pt x="311590" y="717662"/>
                    </a:lnTo>
                    <a:cubicBezTo>
                      <a:pt x="311590" y="780439"/>
                      <a:pt x="260699" y="831330"/>
                      <a:pt x="197922" y="831330"/>
                    </a:cubicBezTo>
                    <a:lnTo>
                      <a:pt x="143301" y="831330"/>
                    </a:lnTo>
                    <a:cubicBezTo>
                      <a:pt x="80524" y="831330"/>
                      <a:pt x="29633" y="780439"/>
                      <a:pt x="29633" y="717662"/>
                    </a:cubicBezTo>
                    <a:cubicBezTo>
                      <a:pt x="29633" y="516331"/>
                      <a:pt x="-37042" y="314999"/>
                      <a:pt x="29633" y="1136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24FE5E12-F9F8-5200-7867-1A7072CC7F43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C4EB4A4B-F962-9C85-81F9-7928FE622DBB}"/>
                </a:ext>
              </a:extLst>
            </p:cNvPr>
            <p:cNvGrpSpPr/>
            <p:nvPr/>
          </p:nvGrpSpPr>
          <p:grpSpPr>
            <a:xfrm>
              <a:off x="578138" y="957524"/>
              <a:ext cx="1479446" cy="775994"/>
              <a:chOff x="6500811" y="3612603"/>
              <a:chExt cx="573385" cy="300750"/>
            </a:xfrm>
          </p:grpSpPr>
          <p:sp>
            <p:nvSpPr>
              <p:cNvPr id="184" name="Rectangle 24">
                <a:extLst>
                  <a:ext uri="{FF2B5EF4-FFF2-40B4-BE49-F238E27FC236}">
                    <a16:creationId xmlns:a16="http://schemas.microsoft.com/office/drawing/2014/main" id="{63250E63-4D8D-75BF-7956-BAB4D9EB8A9C}"/>
                  </a:ext>
                </a:extLst>
              </p:cNvPr>
              <p:cNvSpPr/>
              <p:nvPr/>
            </p:nvSpPr>
            <p:spPr>
              <a:xfrm>
                <a:off x="6500811" y="3612603"/>
                <a:ext cx="573385" cy="300750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5" name="Rectangle 24">
                <a:extLst>
                  <a:ext uri="{FF2B5EF4-FFF2-40B4-BE49-F238E27FC236}">
                    <a16:creationId xmlns:a16="http://schemas.microsoft.com/office/drawing/2014/main" id="{2063EC8C-201E-C7A3-F3F9-3F5E76A5F262}"/>
                  </a:ext>
                </a:extLst>
              </p:cNvPr>
              <p:cNvSpPr/>
              <p:nvPr/>
            </p:nvSpPr>
            <p:spPr>
              <a:xfrm>
                <a:off x="6603070" y="3669313"/>
                <a:ext cx="428512" cy="224762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9B79D626-244E-ABDD-086E-4AB740BE9E81}"/>
                </a:ext>
              </a:extLst>
            </p:cNvPr>
            <p:cNvSpPr/>
            <p:nvPr/>
          </p:nvSpPr>
          <p:spPr>
            <a:xfrm>
              <a:off x="2147151" y="1029707"/>
              <a:ext cx="5692356" cy="3899402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C4F747C9-A194-8C43-22EA-4F9F703FA0E7}"/>
                </a:ext>
              </a:extLst>
            </p:cNvPr>
            <p:cNvGrpSpPr/>
            <p:nvPr/>
          </p:nvGrpSpPr>
          <p:grpSpPr>
            <a:xfrm rot="19961806" flipH="1">
              <a:off x="3338353" y="857797"/>
              <a:ext cx="1479446" cy="775994"/>
              <a:chOff x="6500811" y="3612603"/>
              <a:chExt cx="573385" cy="300750"/>
            </a:xfrm>
          </p:grpSpPr>
          <p:sp>
            <p:nvSpPr>
              <p:cNvPr id="182" name="Rectangle 24">
                <a:extLst>
                  <a:ext uri="{FF2B5EF4-FFF2-40B4-BE49-F238E27FC236}">
                    <a16:creationId xmlns:a16="http://schemas.microsoft.com/office/drawing/2014/main" id="{76A5CD65-C07C-9D41-0CC7-58597C774D39}"/>
                  </a:ext>
                </a:extLst>
              </p:cNvPr>
              <p:cNvSpPr/>
              <p:nvPr/>
            </p:nvSpPr>
            <p:spPr>
              <a:xfrm>
                <a:off x="6500811" y="3612603"/>
                <a:ext cx="573385" cy="300750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" name="Rectangle 24">
                <a:extLst>
                  <a:ext uri="{FF2B5EF4-FFF2-40B4-BE49-F238E27FC236}">
                    <a16:creationId xmlns:a16="http://schemas.microsoft.com/office/drawing/2014/main" id="{935F9C78-2BA2-E34F-01C3-3E611A42B8D2}"/>
                  </a:ext>
                </a:extLst>
              </p:cNvPr>
              <p:cNvSpPr/>
              <p:nvPr/>
            </p:nvSpPr>
            <p:spPr>
              <a:xfrm>
                <a:off x="6603070" y="3669313"/>
                <a:ext cx="428512" cy="224762"/>
              </a:xfrm>
              <a:custGeom>
                <a:avLst/>
                <a:gdLst>
                  <a:gd name="connsiteX0" fmla="*/ 0 w 701972"/>
                  <a:gd name="connsiteY0" fmla="*/ 0 h 161471"/>
                  <a:gd name="connsiteX1" fmla="*/ 701972 w 701972"/>
                  <a:gd name="connsiteY1" fmla="*/ 0 h 161471"/>
                  <a:gd name="connsiteX2" fmla="*/ 701972 w 701972"/>
                  <a:gd name="connsiteY2" fmla="*/ 161471 h 161471"/>
                  <a:gd name="connsiteX3" fmla="*/ 0 w 701972"/>
                  <a:gd name="connsiteY3" fmla="*/ 161471 h 161471"/>
                  <a:gd name="connsiteX4" fmla="*/ 0 w 701972"/>
                  <a:gd name="connsiteY4" fmla="*/ 0 h 161471"/>
                  <a:gd name="connsiteX0" fmla="*/ 0 w 830560"/>
                  <a:gd name="connsiteY0" fmla="*/ 0 h 175758"/>
                  <a:gd name="connsiteX1" fmla="*/ 830560 w 830560"/>
                  <a:gd name="connsiteY1" fmla="*/ 14287 h 175758"/>
                  <a:gd name="connsiteX2" fmla="*/ 830560 w 830560"/>
                  <a:gd name="connsiteY2" fmla="*/ 175758 h 175758"/>
                  <a:gd name="connsiteX3" fmla="*/ 128588 w 830560"/>
                  <a:gd name="connsiteY3" fmla="*/ 175758 h 175758"/>
                  <a:gd name="connsiteX4" fmla="*/ 0 w 830560"/>
                  <a:gd name="connsiteY4" fmla="*/ 0 h 175758"/>
                  <a:gd name="connsiteX0" fmla="*/ 0 w 830560"/>
                  <a:gd name="connsiteY0" fmla="*/ 0 h 232908"/>
                  <a:gd name="connsiteX1" fmla="*/ 830560 w 830560"/>
                  <a:gd name="connsiteY1" fmla="*/ 14287 h 232908"/>
                  <a:gd name="connsiteX2" fmla="*/ 830560 w 830560"/>
                  <a:gd name="connsiteY2" fmla="*/ 175758 h 232908"/>
                  <a:gd name="connsiteX3" fmla="*/ 383382 w 830560"/>
                  <a:gd name="connsiteY3" fmla="*/ 232908 h 232908"/>
                  <a:gd name="connsiteX4" fmla="*/ 0 w 830560"/>
                  <a:gd name="connsiteY4" fmla="*/ 0 h 232908"/>
                  <a:gd name="connsiteX0" fmla="*/ 0 w 830560"/>
                  <a:gd name="connsiteY0" fmla="*/ 54769 h 287677"/>
                  <a:gd name="connsiteX1" fmla="*/ 573385 w 830560"/>
                  <a:gd name="connsiteY1" fmla="*/ 0 h 287677"/>
                  <a:gd name="connsiteX2" fmla="*/ 830560 w 830560"/>
                  <a:gd name="connsiteY2" fmla="*/ 230527 h 287677"/>
                  <a:gd name="connsiteX3" fmla="*/ 383382 w 830560"/>
                  <a:gd name="connsiteY3" fmla="*/ 287677 h 287677"/>
                  <a:gd name="connsiteX4" fmla="*/ 0 w 830560"/>
                  <a:gd name="connsiteY4" fmla="*/ 54769 h 287677"/>
                  <a:gd name="connsiteX0" fmla="*/ 0 w 573385"/>
                  <a:gd name="connsiteY0" fmla="*/ 54769 h 287677"/>
                  <a:gd name="connsiteX1" fmla="*/ 573385 w 573385"/>
                  <a:gd name="connsiteY1" fmla="*/ 0 h 287677"/>
                  <a:gd name="connsiteX2" fmla="*/ 383382 w 573385"/>
                  <a:gd name="connsiteY2" fmla="*/ 287677 h 287677"/>
                  <a:gd name="connsiteX3" fmla="*/ 0 w 573385"/>
                  <a:gd name="connsiteY3" fmla="*/ 54769 h 287677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316545"/>
                  <a:gd name="connsiteX1" fmla="*/ 573385 w 573385"/>
                  <a:gd name="connsiteY1" fmla="*/ 28868 h 316545"/>
                  <a:gd name="connsiteX2" fmla="*/ 383382 w 573385"/>
                  <a:gd name="connsiteY2" fmla="*/ 316545 h 316545"/>
                  <a:gd name="connsiteX3" fmla="*/ 0 w 573385"/>
                  <a:gd name="connsiteY3" fmla="*/ 83637 h 316545"/>
                  <a:gd name="connsiteX0" fmla="*/ 0 w 573385"/>
                  <a:gd name="connsiteY0" fmla="*/ 83637 h 251554"/>
                  <a:gd name="connsiteX1" fmla="*/ 573385 w 573385"/>
                  <a:gd name="connsiteY1" fmla="*/ 28868 h 251554"/>
                  <a:gd name="connsiteX2" fmla="*/ 402432 w 573385"/>
                  <a:gd name="connsiteY2" fmla="*/ 249870 h 251554"/>
                  <a:gd name="connsiteX3" fmla="*/ 0 w 573385"/>
                  <a:gd name="connsiteY3" fmla="*/ 83637 h 251554"/>
                  <a:gd name="connsiteX0" fmla="*/ 0 w 573385"/>
                  <a:gd name="connsiteY0" fmla="*/ 83637 h 294169"/>
                  <a:gd name="connsiteX1" fmla="*/ 573385 w 573385"/>
                  <a:gd name="connsiteY1" fmla="*/ 28868 h 294169"/>
                  <a:gd name="connsiteX2" fmla="*/ 402432 w 573385"/>
                  <a:gd name="connsiteY2" fmla="*/ 249870 h 294169"/>
                  <a:gd name="connsiteX3" fmla="*/ 0 w 573385"/>
                  <a:gd name="connsiteY3" fmla="*/ 83637 h 294169"/>
                  <a:gd name="connsiteX0" fmla="*/ 0 w 573385"/>
                  <a:gd name="connsiteY0" fmla="*/ 90218 h 300750"/>
                  <a:gd name="connsiteX1" fmla="*/ 573385 w 573385"/>
                  <a:gd name="connsiteY1" fmla="*/ 35449 h 300750"/>
                  <a:gd name="connsiteX2" fmla="*/ 402432 w 573385"/>
                  <a:gd name="connsiteY2" fmla="*/ 256451 h 300750"/>
                  <a:gd name="connsiteX3" fmla="*/ 0 w 573385"/>
                  <a:gd name="connsiteY3" fmla="*/ 90218 h 300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85" h="300750">
                    <a:moveTo>
                      <a:pt x="0" y="90218"/>
                    </a:moveTo>
                    <a:cubicBezTo>
                      <a:pt x="86353" y="-70913"/>
                      <a:pt x="410832" y="32274"/>
                      <a:pt x="573385" y="35449"/>
                    </a:cubicBezTo>
                    <a:lnTo>
                      <a:pt x="402432" y="256451"/>
                    </a:lnTo>
                    <a:cubicBezTo>
                      <a:pt x="257968" y="328834"/>
                      <a:pt x="30163" y="336923"/>
                      <a:pt x="0" y="90218"/>
                    </a:cubicBez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692E098C-70A3-E651-C856-BEEA43C61D39}"/>
                </a:ext>
              </a:extLst>
            </p:cNvPr>
            <p:cNvGrpSpPr/>
            <p:nvPr/>
          </p:nvGrpSpPr>
          <p:grpSpPr>
            <a:xfrm>
              <a:off x="3327119" y="4185680"/>
              <a:ext cx="858576" cy="1776803"/>
              <a:chOff x="10342653" y="4729857"/>
              <a:chExt cx="332756" cy="688631"/>
            </a:xfrm>
          </p:grpSpPr>
          <p:sp>
            <p:nvSpPr>
              <p:cNvPr id="180" name="Rectangle: Rounded Corners 19">
                <a:extLst>
                  <a:ext uri="{FF2B5EF4-FFF2-40B4-BE49-F238E27FC236}">
                    <a16:creationId xmlns:a16="http://schemas.microsoft.com/office/drawing/2014/main" id="{68D032E9-0C36-5DA9-4848-C03706CCDD3D}"/>
                  </a:ext>
                </a:extLst>
              </p:cNvPr>
              <p:cNvSpPr/>
              <p:nvPr/>
            </p:nvSpPr>
            <p:spPr>
              <a:xfrm>
                <a:off x="10342653" y="4729857"/>
                <a:ext cx="332756" cy="681037"/>
              </a:xfrm>
              <a:custGeom>
                <a:avLst/>
                <a:gdLst>
                  <a:gd name="connsiteX0" fmla="*/ 0 w 281957"/>
                  <a:gd name="connsiteY0" fmla="*/ 113668 h 681037"/>
                  <a:gd name="connsiteX1" fmla="*/ 113668 w 281957"/>
                  <a:gd name="connsiteY1" fmla="*/ 0 h 681037"/>
                  <a:gd name="connsiteX2" fmla="*/ 168289 w 281957"/>
                  <a:gd name="connsiteY2" fmla="*/ 0 h 681037"/>
                  <a:gd name="connsiteX3" fmla="*/ 281957 w 281957"/>
                  <a:gd name="connsiteY3" fmla="*/ 113668 h 681037"/>
                  <a:gd name="connsiteX4" fmla="*/ 281957 w 281957"/>
                  <a:gd name="connsiteY4" fmla="*/ 567369 h 681037"/>
                  <a:gd name="connsiteX5" fmla="*/ 168289 w 281957"/>
                  <a:gd name="connsiteY5" fmla="*/ 681037 h 681037"/>
                  <a:gd name="connsiteX6" fmla="*/ 113668 w 281957"/>
                  <a:gd name="connsiteY6" fmla="*/ 681037 h 681037"/>
                  <a:gd name="connsiteX7" fmla="*/ 0 w 281957"/>
                  <a:gd name="connsiteY7" fmla="*/ 567369 h 681037"/>
                  <a:gd name="connsiteX8" fmla="*/ 0 w 281957"/>
                  <a:gd name="connsiteY8" fmla="*/ 113668 h 681037"/>
                  <a:gd name="connsiteX0" fmla="*/ 33866 w 315823"/>
                  <a:gd name="connsiteY0" fmla="*/ 113668 h 681037"/>
                  <a:gd name="connsiteX1" fmla="*/ 147534 w 315823"/>
                  <a:gd name="connsiteY1" fmla="*/ 0 h 681037"/>
                  <a:gd name="connsiteX2" fmla="*/ 202155 w 315823"/>
                  <a:gd name="connsiteY2" fmla="*/ 0 h 681037"/>
                  <a:gd name="connsiteX3" fmla="*/ 315823 w 315823"/>
                  <a:gd name="connsiteY3" fmla="*/ 113668 h 681037"/>
                  <a:gd name="connsiteX4" fmla="*/ 315823 w 315823"/>
                  <a:gd name="connsiteY4" fmla="*/ 567369 h 681037"/>
                  <a:gd name="connsiteX5" fmla="*/ 202155 w 315823"/>
                  <a:gd name="connsiteY5" fmla="*/ 681037 h 681037"/>
                  <a:gd name="connsiteX6" fmla="*/ 147534 w 315823"/>
                  <a:gd name="connsiteY6" fmla="*/ 681037 h 681037"/>
                  <a:gd name="connsiteX7" fmla="*/ 33866 w 315823"/>
                  <a:gd name="connsiteY7" fmla="*/ 567369 h 681037"/>
                  <a:gd name="connsiteX8" fmla="*/ 33866 w 315823"/>
                  <a:gd name="connsiteY8" fmla="*/ 113668 h 681037"/>
                  <a:gd name="connsiteX0" fmla="*/ 33866 w 332756"/>
                  <a:gd name="connsiteY0" fmla="*/ 113668 h 681037"/>
                  <a:gd name="connsiteX1" fmla="*/ 147534 w 332756"/>
                  <a:gd name="connsiteY1" fmla="*/ 0 h 681037"/>
                  <a:gd name="connsiteX2" fmla="*/ 202155 w 332756"/>
                  <a:gd name="connsiteY2" fmla="*/ 0 h 681037"/>
                  <a:gd name="connsiteX3" fmla="*/ 315823 w 332756"/>
                  <a:gd name="connsiteY3" fmla="*/ 113668 h 681037"/>
                  <a:gd name="connsiteX4" fmla="*/ 315823 w 332756"/>
                  <a:gd name="connsiteY4" fmla="*/ 567369 h 681037"/>
                  <a:gd name="connsiteX5" fmla="*/ 202155 w 332756"/>
                  <a:gd name="connsiteY5" fmla="*/ 681037 h 681037"/>
                  <a:gd name="connsiteX6" fmla="*/ 147534 w 332756"/>
                  <a:gd name="connsiteY6" fmla="*/ 681037 h 681037"/>
                  <a:gd name="connsiteX7" fmla="*/ 33866 w 332756"/>
                  <a:gd name="connsiteY7" fmla="*/ 567369 h 681037"/>
                  <a:gd name="connsiteX8" fmla="*/ 33866 w 332756"/>
                  <a:gd name="connsiteY8" fmla="*/ 113668 h 681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756" h="681037">
                    <a:moveTo>
                      <a:pt x="33866" y="113668"/>
                    </a:moveTo>
                    <a:cubicBezTo>
                      <a:pt x="33866" y="50891"/>
                      <a:pt x="84757" y="0"/>
                      <a:pt x="147534" y="0"/>
                    </a:cubicBezTo>
                    <a:lnTo>
                      <a:pt x="202155" y="0"/>
                    </a:lnTo>
                    <a:cubicBezTo>
                      <a:pt x="264932" y="0"/>
                      <a:pt x="315823" y="50891"/>
                      <a:pt x="315823" y="113668"/>
                    </a:cubicBezTo>
                    <a:cubicBezTo>
                      <a:pt x="353923" y="264902"/>
                      <a:pt x="315823" y="416135"/>
                      <a:pt x="315823" y="567369"/>
                    </a:cubicBezTo>
                    <a:cubicBezTo>
                      <a:pt x="315823" y="630146"/>
                      <a:pt x="264932" y="681037"/>
                      <a:pt x="202155" y="681037"/>
                    </a:cubicBezTo>
                    <a:lnTo>
                      <a:pt x="147534" y="681037"/>
                    </a:lnTo>
                    <a:cubicBezTo>
                      <a:pt x="84757" y="681037"/>
                      <a:pt x="33866" y="630146"/>
                      <a:pt x="33866" y="567369"/>
                    </a:cubicBezTo>
                    <a:cubicBezTo>
                      <a:pt x="33866" y="416135"/>
                      <a:pt x="-42334" y="264902"/>
                      <a:pt x="33866" y="1136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AABD6F4D-18F4-6E45-44B7-074835D02EF9}"/>
                  </a:ext>
                </a:extLst>
              </p:cNvPr>
              <p:cNvSpPr/>
              <p:nvPr/>
            </p:nvSpPr>
            <p:spPr>
              <a:xfrm rot="5400000">
                <a:off x="10447007" y="5207020"/>
                <a:ext cx="140979" cy="281957"/>
              </a:xfrm>
              <a:custGeom>
                <a:avLst/>
                <a:gdLst>
                  <a:gd name="connsiteX0" fmla="*/ 0 w 140979"/>
                  <a:gd name="connsiteY0" fmla="*/ 281957 h 281957"/>
                  <a:gd name="connsiteX1" fmla="*/ 0 w 140979"/>
                  <a:gd name="connsiteY1" fmla="*/ 0 h 281957"/>
                  <a:gd name="connsiteX2" fmla="*/ 27311 w 140979"/>
                  <a:gd name="connsiteY2" fmla="*/ 0 h 281957"/>
                  <a:gd name="connsiteX3" fmla="*/ 140979 w 140979"/>
                  <a:gd name="connsiteY3" fmla="*/ 113668 h 281957"/>
                  <a:gd name="connsiteX4" fmla="*/ 140979 w 140979"/>
                  <a:gd name="connsiteY4" fmla="*/ 168289 h 281957"/>
                  <a:gd name="connsiteX5" fmla="*/ 27311 w 140979"/>
                  <a:gd name="connsiteY5" fmla="*/ 281957 h 281957"/>
                  <a:gd name="connsiteX6" fmla="*/ 0 w 140979"/>
                  <a:gd name="connsiteY6" fmla="*/ 281957 h 28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979" h="281957">
                    <a:moveTo>
                      <a:pt x="0" y="281957"/>
                    </a:moveTo>
                    <a:lnTo>
                      <a:pt x="0" y="0"/>
                    </a:lnTo>
                    <a:lnTo>
                      <a:pt x="27311" y="0"/>
                    </a:lnTo>
                    <a:cubicBezTo>
                      <a:pt x="90088" y="0"/>
                      <a:pt x="140979" y="50891"/>
                      <a:pt x="140979" y="113668"/>
                    </a:cubicBezTo>
                    <a:lnTo>
                      <a:pt x="140979" y="168289"/>
                    </a:lnTo>
                    <a:cubicBezTo>
                      <a:pt x="140979" y="231066"/>
                      <a:pt x="90088" y="281957"/>
                      <a:pt x="27311" y="281957"/>
                    </a:cubicBezTo>
                    <a:lnTo>
                      <a:pt x="0" y="28195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9BB4F1C-3269-ACA3-B3B3-B6F5800BCA22}"/>
                </a:ext>
              </a:extLst>
            </p:cNvPr>
            <p:cNvSpPr/>
            <p:nvPr/>
          </p:nvSpPr>
          <p:spPr>
            <a:xfrm>
              <a:off x="5251822" y="1268342"/>
              <a:ext cx="1421015" cy="1238574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525EC86-398F-CE8A-FB09-B33406220F43}"/>
                </a:ext>
              </a:extLst>
            </p:cNvPr>
            <p:cNvSpPr/>
            <p:nvPr/>
          </p:nvSpPr>
          <p:spPr>
            <a:xfrm>
              <a:off x="4058277" y="2754024"/>
              <a:ext cx="1840506" cy="139130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FC747D3-3C3A-0733-EA96-A212336A268A}"/>
                </a:ext>
              </a:extLst>
            </p:cNvPr>
            <p:cNvGrpSpPr/>
            <p:nvPr/>
          </p:nvGrpSpPr>
          <p:grpSpPr>
            <a:xfrm>
              <a:off x="1424680" y="133120"/>
              <a:ext cx="2546580" cy="3894363"/>
              <a:chOff x="7082434" y="143069"/>
              <a:chExt cx="986971" cy="1509328"/>
            </a:xfrm>
          </p:grpSpPr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965AA803-97C4-F903-2F63-C691D1C1913A}"/>
                  </a:ext>
                </a:extLst>
              </p:cNvPr>
              <p:cNvSpPr/>
              <p:nvPr/>
            </p:nvSpPr>
            <p:spPr>
              <a:xfrm>
                <a:off x="7082434" y="377230"/>
                <a:ext cx="986971" cy="1265544"/>
              </a:xfrm>
              <a:prstGeom prst="roundRect">
                <a:avLst>
                  <a:gd name="adj" fmla="val 46079"/>
                </a:avLst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5" name="Oval 15">
                <a:extLst>
                  <a:ext uri="{FF2B5EF4-FFF2-40B4-BE49-F238E27FC236}">
                    <a16:creationId xmlns:a16="http://schemas.microsoft.com/office/drawing/2014/main" id="{5ABFAE80-FEB6-04E2-C414-8DC9406AE211}"/>
                  </a:ext>
                </a:extLst>
              </p:cNvPr>
              <p:cNvSpPr/>
              <p:nvPr/>
            </p:nvSpPr>
            <p:spPr>
              <a:xfrm rot="19214787">
                <a:off x="7117895" y="193478"/>
                <a:ext cx="248651" cy="446444"/>
              </a:xfrm>
              <a:custGeom>
                <a:avLst/>
                <a:gdLst>
                  <a:gd name="connsiteX0" fmla="*/ 0 w 245711"/>
                  <a:gd name="connsiteY0" fmla="*/ 372243 h 744485"/>
                  <a:gd name="connsiteX1" fmla="*/ 122856 w 245711"/>
                  <a:gd name="connsiteY1" fmla="*/ 0 h 744485"/>
                  <a:gd name="connsiteX2" fmla="*/ 245712 w 245711"/>
                  <a:gd name="connsiteY2" fmla="*/ 372243 h 744485"/>
                  <a:gd name="connsiteX3" fmla="*/ 122856 w 245711"/>
                  <a:gd name="connsiteY3" fmla="*/ 744486 h 744485"/>
                  <a:gd name="connsiteX4" fmla="*/ 0 w 245711"/>
                  <a:gd name="connsiteY4" fmla="*/ 372243 h 744485"/>
                  <a:gd name="connsiteX0" fmla="*/ 0 w 245712"/>
                  <a:gd name="connsiteY0" fmla="*/ 372243 h 418773"/>
                  <a:gd name="connsiteX1" fmla="*/ 122856 w 245712"/>
                  <a:gd name="connsiteY1" fmla="*/ 0 h 418773"/>
                  <a:gd name="connsiteX2" fmla="*/ 245712 w 245712"/>
                  <a:gd name="connsiteY2" fmla="*/ 372243 h 418773"/>
                  <a:gd name="connsiteX3" fmla="*/ 0 w 245712"/>
                  <a:gd name="connsiteY3" fmla="*/ 372243 h 418773"/>
                  <a:gd name="connsiteX0" fmla="*/ 0 w 245712"/>
                  <a:gd name="connsiteY0" fmla="*/ 372243 h 440880"/>
                  <a:gd name="connsiteX1" fmla="*/ 122856 w 245712"/>
                  <a:gd name="connsiteY1" fmla="*/ 0 h 440880"/>
                  <a:gd name="connsiteX2" fmla="*/ 245712 w 245712"/>
                  <a:gd name="connsiteY2" fmla="*/ 372243 h 440880"/>
                  <a:gd name="connsiteX3" fmla="*/ 0 w 245712"/>
                  <a:gd name="connsiteY3" fmla="*/ 372243 h 440880"/>
                  <a:gd name="connsiteX0" fmla="*/ 2939 w 248651"/>
                  <a:gd name="connsiteY0" fmla="*/ 372243 h 446444"/>
                  <a:gd name="connsiteX1" fmla="*/ 125795 w 248651"/>
                  <a:gd name="connsiteY1" fmla="*/ 0 h 446444"/>
                  <a:gd name="connsiteX2" fmla="*/ 248651 w 248651"/>
                  <a:gd name="connsiteY2" fmla="*/ 372243 h 446444"/>
                  <a:gd name="connsiteX3" fmla="*/ 2939 w 248651"/>
                  <a:gd name="connsiteY3" fmla="*/ 372243 h 44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651" h="446444">
                    <a:moveTo>
                      <a:pt x="2939" y="372243"/>
                    </a:moveTo>
                    <a:cubicBezTo>
                      <a:pt x="-15723" y="293127"/>
                      <a:pt x="57944" y="0"/>
                      <a:pt x="125795" y="0"/>
                    </a:cubicBezTo>
                    <a:cubicBezTo>
                      <a:pt x="193646" y="0"/>
                      <a:pt x="248651" y="166659"/>
                      <a:pt x="248651" y="372243"/>
                    </a:cubicBezTo>
                    <a:cubicBezTo>
                      <a:pt x="182492" y="489203"/>
                      <a:pt x="21601" y="451359"/>
                      <a:pt x="2939" y="372243"/>
                    </a:cubicBezTo>
                    <a:close/>
                  </a:path>
                </a:pathLst>
              </a:custGeom>
              <a:solidFill>
                <a:srgbClr val="E4B36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6" name="Oval 15">
                <a:extLst>
                  <a:ext uri="{FF2B5EF4-FFF2-40B4-BE49-F238E27FC236}">
                    <a16:creationId xmlns:a16="http://schemas.microsoft.com/office/drawing/2014/main" id="{33AC7C84-D04D-1E43-A25D-C1B1EE5B66E8}"/>
                  </a:ext>
                </a:extLst>
              </p:cNvPr>
              <p:cNvSpPr/>
              <p:nvPr/>
            </p:nvSpPr>
            <p:spPr>
              <a:xfrm rot="1341242">
                <a:off x="7724729" y="143069"/>
                <a:ext cx="248651" cy="446444"/>
              </a:xfrm>
              <a:custGeom>
                <a:avLst/>
                <a:gdLst>
                  <a:gd name="connsiteX0" fmla="*/ 0 w 245711"/>
                  <a:gd name="connsiteY0" fmla="*/ 372243 h 744485"/>
                  <a:gd name="connsiteX1" fmla="*/ 122856 w 245711"/>
                  <a:gd name="connsiteY1" fmla="*/ 0 h 744485"/>
                  <a:gd name="connsiteX2" fmla="*/ 245712 w 245711"/>
                  <a:gd name="connsiteY2" fmla="*/ 372243 h 744485"/>
                  <a:gd name="connsiteX3" fmla="*/ 122856 w 245711"/>
                  <a:gd name="connsiteY3" fmla="*/ 744486 h 744485"/>
                  <a:gd name="connsiteX4" fmla="*/ 0 w 245711"/>
                  <a:gd name="connsiteY4" fmla="*/ 372243 h 744485"/>
                  <a:gd name="connsiteX0" fmla="*/ 0 w 245712"/>
                  <a:gd name="connsiteY0" fmla="*/ 372243 h 418773"/>
                  <a:gd name="connsiteX1" fmla="*/ 122856 w 245712"/>
                  <a:gd name="connsiteY1" fmla="*/ 0 h 418773"/>
                  <a:gd name="connsiteX2" fmla="*/ 245712 w 245712"/>
                  <a:gd name="connsiteY2" fmla="*/ 372243 h 418773"/>
                  <a:gd name="connsiteX3" fmla="*/ 0 w 245712"/>
                  <a:gd name="connsiteY3" fmla="*/ 372243 h 418773"/>
                  <a:gd name="connsiteX0" fmla="*/ 0 w 245712"/>
                  <a:gd name="connsiteY0" fmla="*/ 372243 h 440880"/>
                  <a:gd name="connsiteX1" fmla="*/ 122856 w 245712"/>
                  <a:gd name="connsiteY1" fmla="*/ 0 h 440880"/>
                  <a:gd name="connsiteX2" fmla="*/ 245712 w 245712"/>
                  <a:gd name="connsiteY2" fmla="*/ 372243 h 440880"/>
                  <a:gd name="connsiteX3" fmla="*/ 0 w 245712"/>
                  <a:gd name="connsiteY3" fmla="*/ 372243 h 440880"/>
                  <a:gd name="connsiteX0" fmla="*/ 2939 w 248651"/>
                  <a:gd name="connsiteY0" fmla="*/ 372243 h 446444"/>
                  <a:gd name="connsiteX1" fmla="*/ 125795 w 248651"/>
                  <a:gd name="connsiteY1" fmla="*/ 0 h 446444"/>
                  <a:gd name="connsiteX2" fmla="*/ 248651 w 248651"/>
                  <a:gd name="connsiteY2" fmla="*/ 372243 h 446444"/>
                  <a:gd name="connsiteX3" fmla="*/ 2939 w 248651"/>
                  <a:gd name="connsiteY3" fmla="*/ 372243 h 44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651" h="446444">
                    <a:moveTo>
                      <a:pt x="2939" y="372243"/>
                    </a:moveTo>
                    <a:cubicBezTo>
                      <a:pt x="-15723" y="293127"/>
                      <a:pt x="57944" y="0"/>
                      <a:pt x="125795" y="0"/>
                    </a:cubicBezTo>
                    <a:cubicBezTo>
                      <a:pt x="193646" y="0"/>
                      <a:pt x="248651" y="166659"/>
                      <a:pt x="248651" y="372243"/>
                    </a:cubicBezTo>
                    <a:cubicBezTo>
                      <a:pt x="182492" y="489203"/>
                      <a:pt x="21601" y="451359"/>
                      <a:pt x="2939" y="372243"/>
                    </a:cubicBezTo>
                    <a:close/>
                  </a:path>
                </a:pathLst>
              </a:custGeom>
              <a:solidFill>
                <a:srgbClr val="E4B36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367C162A-D8E9-C368-F1BC-258E551051D1}"/>
                  </a:ext>
                </a:extLst>
              </p:cNvPr>
              <p:cNvSpPr/>
              <p:nvPr/>
            </p:nvSpPr>
            <p:spPr>
              <a:xfrm>
                <a:off x="7869335" y="559877"/>
                <a:ext cx="197936" cy="330596"/>
              </a:xfrm>
              <a:custGeom>
                <a:avLst/>
                <a:gdLst>
                  <a:gd name="connsiteX0" fmla="*/ 100117 w 197936"/>
                  <a:gd name="connsiteY0" fmla="*/ 0 h 330596"/>
                  <a:gd name="connsiteX1" fmla="*/ 120266 w 197936"/>
                  <a:gd name="connsiteY1" fmla="*/ 24420 h 330596"/>
                  <a:gd name="connsiteX2" fmla="*/ 197936 w 197936"/>
                  <a:gd name="connsiteY2" fmla="*/ 278695 h 330596"/>
                  <a:gd name="connsiteX3" fmla="*/ 197936 w 197936"/>
                  <a:gd name="connsiteY3" fmla="*/ 330596 h 330596"/>
                  <a:gd name="connsiteX4" fmla="*/ 191644 w 197936"/>
                  <a:gd name="connsiteY4" fmla="*/ 330103 h 330596"/>
                  <a:gd name="connsiteX5" fmla="*/ 0 w 197936"/>
                  <a:gd name="connsiteY5" fmla="*/ 147450 h 330596"/>
                  <a:gd name="connsiteX6" fmla="*/ 70299 w 197936"/>
                  <a:gd name="connsiteY6" fmla="*/ 15616 h 330596"/>
                  <a:gd name="connsiteX7" fmla="*/ 100117 w 197936"/>
                  <a:gd name="connsiteY7" fmla="*/ 0 h 330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7936" h="330596">
                    <a:moveTo>
                      <a:pt x="100117" y="0"/>
                    </a:moveTo>
                    <a:lnTo>
                      <a:pt x="120266" y="24420"/>
                    </a:lnTo>
                    <a:cubicBezTo>
                      <a:pt x="169303" y="97004"/>
                      <a:pt x="197936" y="184506"/>
                      <a:pt x="197936" y="278695"/>
                    </a:cubicBezTo>
                    <a:lnTo>
                      <a:pt x="197936" y="330596"/>
                    </a:lnTo>
                    <a:lnTo>
                      <a:pt x="191644" y="330103"/>
                    </a:lnTo>
                    <a:cubicBezTo>
                      <a:pt x="82274" y="312718"/>
                      <a:pt x="0" y="237548"/>
                      <a:pt x="0" y="147450"/>
                    </a:cubicBezTo>
                    <a:cubicBezTo>
                      <a:pt x="0" y="95965"/>
                      <a:pt x="26865" y="49355"/>
                      <a:pt x="70299" y="15616"/>
                    </a:cubicBezTo>
                    <a:lnTo>
                      <a:pt x="100117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DDC9D8C7-27B0-9580-0800-2D2DECDC141E}"/>
                  </a:ext>
                </a:extLst>
              </p:cNvPr>
              <p:cNvSpPr/>
              <p:nvPr/>
            </p:nvSpPr>
            <p:spPr>
              <a:xfrm>
                <a:off x="7084560" y="1018392"/>
                <a:ext cx="240016" cy="369321"/>
              </a:xfrm>
              <a:custGeom>
                <a:avLst/>
                <a:gdLst>
                  <a:gd name="connsiteX0" fmla="*/ 0 w 240016"/>
                  <a:gd name="connsiteY0" fmla="*/ 0 h 369321"/>
                  <a:gd name="connsiteX1" fmla="*/ 240016 w 240016"/>
                  <a:gd name="connsiteY1" fmla="*/ 186441 h 369321"/>
                  <a:gd name="connsiteX2" fmla="*/ 48372 w 240016"/>
                  <a:gd name="connsiteY2" fmla="*/ 369094 h 369321"/>
                  <a:gd name="connsiteX3" fmla="*/ 45474 w 240016"/>
                  <a:gd name="connsiteY3" fmla="*/ 369321 h 369321"/>
                  <a:gd name="connsiteX4" fmla="*/ 35739 w 240016"/>
                  <a:gd name="connsiteY4" fmla="*/ 351386 h 369321"/>
                  <a:gd name="connsiteX5" fmla="*/ 0 w 240016"/>
                  <a:gd name="connsiteY5" fmla="*/ 174363 h 369321"/>
                  <a:gd name="connsiteX6" fmla="*/ 0 w 240016"/>
                  <a:gd name="connsiteY6" fmla="*/ 0 h 369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0016" h="369321">
                    <a:moveTo>
                      <a:pt x="0" y="0"/>
                    </a:moveTo>
                    <a:cubicBezTo>
                      <a:pt x="132557" y="0"/>
                      <a:pt x="240016" y="83472"/>
                      <a:pt x="240016" y="186441"/>
                    </a:cubicBezTo>
                    <a:cubicBezTo>
                      <a:pt x="240016" y="276539"/>
                      <a:pt x="157743" y="351709"/>
                      <a:pt x="48372" y="369094"/>
                    </a:cubicBezTo>
                    <a:lnTo>
                      <a:pt x="45474" y="369321"/>
                    </a:lnTo>
                    <a:lnTo>
                      <a:pt x="35739" y="351386"/>
                    </a:lnTo>
                    <a:cubicBezTo>
                      <a:pt x="12726" y="296976"/>
                      <a:pt x="0" y="237156"/>
                      <a:pt x="0" y="17436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3C4B93C-FF73-CAF2-3476-FA16480AA3CD}"/>
                  </a:ext>
                </a:extLst>
              </p:cNvPr>
              <p:cNvSpPr/>
              <p:nvPr/>
            </p:nvSpPr>
            <p:spPr>
              <a:xfrm>
                <a:off x="7082795" y="1113172"/>
                <a:ext cx="984476" cy="539225"/>
              </a:xfrm>
              <a:custGeom>
                <a:avLst/>
                <a:gdLst>
                  <a:gd name="connsiteX0" fmla="*/ 512544 w 984476"/>
                  <a:gd name="connsiteY0" fmla="*/ 0 h 539225"/>
                  <a:gd name="connsiteX1" fmla="*/ 908762 w 984476"/>
                  <a:gd name="connsiteY1" fmla="*/ 57873 h 539225"/>
                  <a:gd name="connsiteX2" fmla="*/ 984476 w 984476"/>
                  <a:gd name="connsiteY2" fmla="*/ 87745 h 539225"/>
                  <a:gd name="connsiteX3" fmla="*/ 975569 w 984476"/>
                  <a:gd name="connsiteY3" fmla="*/ 176094 h 539225"/>
                  <a:gd name="connsiteX4" fmla="*/ 530023 w 984476"/>
                  <a:gd name="connsiteY4" fmla="*/ 539225 h 539225"/>
                  <a:gd name="connsiteX5" fmla="*/ 452624 w 984476"/>
                  <a:gd name="connsiteY5" fmla="*/ 539225 h 539225"/>
                  <a:gd name="connsiteX6" fmla="*/ 7078 w 984476"/>
                  <a:gd name="connsiteY6" fmla="*/ 176094 h 539225"/>
                  <a:gd name="connsiteX7" fmla="*/ 0 w 984476"/>
                  <a:gd name="connsiteY7" fmla="*/ 105886 h 539225"/>
                  <a:gd name="connsiteX8" fmla="*/ 11446 w 984476"/>
                  <a:gd name="connsiteY8" fmla="*/ 99252 h 539225"/>
                  <a:gd name="connsiteX9" fmla="*/ 512544 w 984476"/>
                  <a:gd name="connsiteY9" fmla="*/ 0 h 53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4476" h="539225">
                    <a:moveTo>
                      <a:pt x="512544" y="0"/>
                    </a:moveTo>
                    <a:cubicBezTo>
                      <a:pt x="659312" y="0"/>
                      <a:pt x="795660" y="21335"/>
                      <a:pt x="908762" y="57873"/>
                    </a:cubicBezTo>
                    <a:lnTo>
                      <a:pt x="984476" y="87745"/>
                    </a:lnTo>
                    <a:lnTo>
                      <a:pt x="975569" y="176094"/>
                    </a:lnTo>
                    <a:cubicBezTo>
                      <a:pt x="933162" y="383332"/>
                      <a:pt x="749798" y="539225"/>
                      <a:pt x="530023" y="539225"/>
                    </a:cubicBezTo>
                    <a:lnTo>
                      <a:pt x="452624" y="539225"/>
                    </a:lnTo>
                    <a:cubicBezTo>
                      <a:pt x="232850" y="539225"/>
                      <a:pt x="49485" y="383332"/>
                      <a:pt x="7078" y="176094"/>
                    </a:cubicBezTo>
                    <a:lnTo>
                      <a:pt x="0" y="105886"/>
                    </a:lnTo>
                    <a:lnTo>
                      <a:pt x="11446" y="99252"/>
                    </a:lnTo>
                    <a:cubicBezTo>
                      <a:pt x="139688" y="37929"/>
                      <a:pt x="316853" y="0"/>
                      <a:pt x="512544" y="0"/>
                    </a:cubicBez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58CAAC9A-0CE9-616F-0F31-8F6F1B89AA6E}"/>
                  </a:ext>
                </a:extLst>
              </p:cNvPr>
              <p:cNvSpPr/>
              <p:nvPr/>
            </p:nvSpPr>
            <p:spPr>
              <a:xfrm>
                <a:off x="7566060" y="649268"/>
                <a:ext cx="293193" cy="29697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6562BEB3-63D5-F2AD-9757-74C73171C1EC}"/>
                  </a:ext>
                </a:extLst>
              </p:cNvPr>
              <p:cNvSpPr/>
              <p:nvPr/>
            </p:nvSpPr>
            <p:spPr>
              <a:xfrm>
                <a:off x="7216795" y="635403"/>
                <a:ext cx="308191" cy="31217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B286C229-3A68-489B-D5EC-DFC6D82F5075}"/>
                  </a:ext>
                </a:extLst>
              </p:cNvPr>
              <p:cNvSpPr/>
              <p:nvPr/>
            </p:nvSpPr>
            <p:spPr>
              <a:xfrm>
                <a:off x="7635157" y="1186495"/>
                <a:ext cx="93492" cy="94699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86788B9F-32D9-FEB0-6F81-1ADE286EE5A9}"/>
                  </a:ext>
                </a:extLst>
              </p:cNvPr>
              <p:cNvSpPr/>
              <p:nvPr/>
            </p:nvSpPr>
            <p:spPr>
              <a:xfrm>
                <a:off x="7373394" y="1201579"/>
                <a:ext cx="93492" cy="94699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EC750DA6-6083-AEF8-22F3-0E52A02E111D}"/>
                  </a:ext>
                </a:extLst>
              </p:cNvPr>
              <p:cNvSpPr/>
              <p:nvPr/>
            </p:nvSpPr>
            <p:spPr>
              <a:xfrm>
                <a:off x="7595645" y="728221"/>
                <a:ext cx="211828" cy="214564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D1CDA7C2-AFE1-3A1E-93EF-94B8A8EA2275}"/>
                  </a:ext>
                </a:extLst>
              </p:cNvPr>
              <p:cNvSpPr/>
              <p:nvPr/>
            </p:nvSpPr>
            <p:spPr>
              <a:xfrm>
                <a:off x="7635244" y="820450"/>
                <a:ext cx="86242" cy="8735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76252A4-9FEC-28FA-DB1A-E791766FC02F}"/>
                  </a:ext>
                </a:extLst>
              </p:cNvPr>
              <p:cNvSpPr/>
              <p:nvPr/>
            </p:nvSpPr>
            <p:spPr>
              <a:xfrm>
                <a:off x="7698389" y="754893"/>
                <a:ext cx="45719" cy="46310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D6791FD5-A99B-5DD1-1AD7-31C977557A15}"/>
                  </a:ext>
                </a:extLst>
              </p:cNvPr>
              <p:cNvSpPr/>
              <p:nvPr/>
            </p:nvSpPr>
            <p:spPr>
              <a:xfrm>
                <a:off x="7251122" y="721561"/>
                <a:ext cx="211828" cy="214564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9289D8F4-830D-56BB-7D71-2BA5579BD630}"/>
                  </a:ext>
                </a:extLst>
              </p:cNvPr>
              <p:cNvSpPr/>
              <p:nvPr/>
            </p:nvSpPr>
            <p:spPr>
              <a:xfrm>
                <a:off x="7290721" y="813790"/>
                <a:ext cx="86242" cy="8735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6E2A7A23-5C92-165D-4F09-286F94450604}"/>
                  </a:ext>
                </a:extLst>
              </p:cNvPr>
              <p:cNvSpPr/>
              <p:nvPr/>
            </p:nvSpPr>
            <p:spPr>
              <a:xfrm>
                <a:off x="7353866" y="748233"/>
                <a:ext cx="45719" cy="46310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23B3951-DA8B-413F-6300-29F118E3BEB3}"/>
                </a:ext>
              </a:extLst>
            </p:cNvPr>
            <p:cNvSpPr/>
            <p:nvPr/>
          </p:nvSpPr>
          <p:spPr>
            <a:xfrm>
              <a:off x="6575499" y="3503997"/>
              <a:ext cx="1142305" cy="1030007"/>
            </a:xfrm>
            <a:custGeom>
              <a:avLst/>
              <a:gdLst>
                <a:gd name="connsiteX0" fmla="*/ 356660 w 442720"/>
                <a:gd name="connsiteY0" fmla="*/ 0 h 399197"/>
                <a:gd name="connsiteX1" fmla="*/ 428539 w 442720"/>
                <a:gd name="connsiteY1" fmla="*/ 5478 h 399197"/>
                <a:gd name="connsiteX2" fmla="*/ 442720 w 442720"/>
                <a:gd name="connsiteY2" fmla="*/ 8806 h 399197"/>
                <a:gd name="connsiteX3" fmla="*/ 437493 w 442720"/>
                <a:gd name="connsiteY3" fmla="*/ 22731 h 399197"/>
                <a:gd name="connsiteX4" fmla="*/ 164000 w 442720"/>
                <a:gd name="connsiteY4" fmla="*/ 332345 h 399197"/>
                <a:gd name="connsiteX5" fmla="*/ 45719 w 442720"/>
                <a:gd name="connsiteY5" fmla="*/ 399197 h 399197"/>
                <a:gd name="connsiteX6" fmla="*/ 28028 w 442720"/>
                <a:gd name="connsiteY6" fmla="*/ 374558 h 399197"/>
                <a:gd name="connsiteX7" fmla="*/ 0 w 442720"/>
                <a:gd name="connsiteY7" fmla="*/ 269613 h 399197"/>
                <a:gd name="connsiteX8" fmla="*/ 356660 w 442720"/>
                <a:gd name="connsiteY8" fmla="*/ 0 h 39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20" h="399197">
                  <a:moveTo>
                    <a:pt x="356660" y="0"/>
                  </a:moveTo>
                  <a:cubicBezTo>
                    <a:pt x="381282" y="0"/>
                    <a:pt x="405322" y="1886"/>
                    <a:pt x="428539" y="5478"/>
                  </a:cubicBezTo>
                  <a:lnTo>
                    <a:pt x="442720" y="8806"/>
                  </a:lnTo>
                  <a:lnTo>
                    <a:pt x="437493" y="22731"/>
                  </a:lnTo>
                  <a:cubicBezTo>
                    <a:pt x="383777" y="141037"/>
                    <a:pt x="288762" y="246880"/>
                    <a:pt x="164000" y="332345"/>
                  </a:cubicBezTo>
                  <a:lnTo>
                    <a:pt x="45719" y="399197"/>
                  </a:lnTo>
                  <a:lnTo>
                    <a:pt x="28028" y="374558"/>
                  </a:lnTo>
                  <a:cubicBezTo>
                    <a:pt x="9980" y="342303"/>
                    <a:pt x="0" y="306839"/>
                    <a:pt x="0" y="269613"/>
                  </a:cubicBezTo>
                  <a:cubicBezTo>
                    <a:pt x="0" y="120710"/>
                    <a:pt x="159682" y="0"/>
                    <a:pt x="35666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8A69CE86-7B29-8727-010B-6EA2C49FDAA2}"/>
                </a:ext>
              </a:extLst>
            </p:cNvPr>
            <p:cNvGrpSpPr/>
            <p:nvPr/>
          </p:nvGrpSpPr>
          <p:grpSpPr>
            <a:xfrm>
              <a:off x="2341989" y="2831337"/>
              <a:ext cx="625724" cy="609587"/>
              <a:chOff x="4429799" y="4224038"/>
              <a:chExt cx="242510" cy="236256"/>
            </a:xfrm>
          </p:grpSpPr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CA274D51-2E91-42D2-A882-7ED8B4B6B0DF}"/>
                  </a:ext>
                </a:extLst>
              </p:cNvPr>
              <p:cNvSpPr/>
              <p:nvPr/>
            </p:nvSpPr>
            <p:spPr>
              <a:xfrm rot="7960025">
                <a:off x="4436053" y="4224038"/>
                <a:ext cx="236256" cy="236256"/>
              </a:xfrm>
              <a:prstGeom prst="arc">
                <a:avLst/>
              </a:pr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3" name="Arc 162">
                <a:extLst>
                  <a:ext uri="{FF2B5EF4-FFF2-40B4-BE49-F238E27FC236}">
                    <a16:creationId xmlns:a16="http://schemas.microsoft.com/office/drawing/2014/main" id="{58C0D14B-47E7-8F5A-BAB6-943106FFF8DC}"/>
                  </a:ext>
                </a:extLst>
              </p:cNvPr>
              <p:cNvSpPr/>
              <p:nvPr/>
            </p:nvSpPr>
            <p:spPr>
              <a:xfrm rot="6083013">
                <a:off x="4429799" y="4382220"/>
                <a:ext cx="49994" cy="49994"/>
              </a:xfrm>
              <a:prstGeom prst="arc">
                <a:avLst/>
              </a:pr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8E7AC06-9538-DC9D-97AB-C736426B309C}"/>
                </a:ext>
              </a:extLst>
            </p:cNvPr>
            <p:cNvSpPr/>
            <p:nvPr/>
          </p:nvSpPr>
          <p:spPr>
            <a:xfrm rot="661971">
              <a:off x="3308668" y="4130693"/>
              <a:ext cx="1020447" cy="53697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48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A88DC9-D8DC-ABA6-B9D2-034FA54A6C38}"/>
              </a:ext>
            </a:extLst>
          </p:cNvPr>
          <p:cNvGrpSpPr/>
          <p:nvPr/>
        </p:nvGrpSpPr>
        <p:grpSpPr>
          <a:xfrm>
            <a:off x="214900" y="398839"/>
            <a:ext cx="7995544" cy="6415921"/>
            <a:chOff x="2588125" y="818705"/>
            <a:chExt cx="6628218" cy="531872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E97519-7BE6-F7D0-BC9C-9EBF831BC4B8}"/>
                </a:ext>
              </a:extLst>
            </p:cNvPr>
            <p:cNvGrpSpPr/>
            <p:nvPr/>
          </p:nvGrpSpPr>
          <p:grpSpPr>
            <a:xfrm>
              <a:off x="8231290" y="2543207"/>
              <a:ext cx="985053" cy="826676"/>
              <a:chOff x="7074950" y="1719429"/>
              <a:chExt cx="985053" cy="826676"/>
            </a:xfrm>
          </p:grpSpPr>
          <p:sp>
            <p:nvSpPr>
              <p:cNvPr id="53" name="Rectangle 195">
                <a:extLst>
                  <a:ext uri="{FF2B5EF4-FFF2-40B4-BE49-F238E27FC236}">
                    <a16:creationId xmlns:a16="http://schemas.microsoft.com/office/drawing/2014/main" id="{EDC45D89-A32C-9DC2-359D-D99D2BFE8839}"/>
                  </a:ext>
                </a:extLst>
              </p:cNvPr>
              <p:cNvSpPr/>
              <p:nvPr/>
            </p:nvSpPr>
            <p:spPr>
              <a:xfrm>
                <a:off x="7074950" y="1719429"/>
                <a:ext cx="985053" cy="826676"/>
              </a:xfrm>
              <a:custGeom>
                <a:avLst/>
                <a:gdLst>
                  <a:gd name="connsiteX0" fmla="*/ 0 w 45719"/>
                  <a:gd name="connsiteY0" fmla="*/ 0 h 237233"/>
                  <a:gd name="connsiteX1" fmla="*/ 45719 w 45719"/>
                  <a:gd name="connsiteY1" fmla="*/ 0 h 237233"/>
                  <a:gd name="connsiteX2" fmla="*/ 45719 w 45719"/>
                  <a:gd name="connsiteY2" fmla="*/ 237233 h 237233"/>
                  <a:gd name="connsiteX3" fmla="*/ 0 w 45719"/>
                  <a:gd name="connsiteY3" fmla="*/ 237233 h 237233"/>
                  <a:gd name="connsiteX4" fmla="*/ 0 w 45719"/>
                  <a:gd name="connsiteY4" fmla="*/ 0 h 237233"/>
                  <a:gd name="connsiteX0" fmla="*/ 0 w 264794"/>
                  <a:gd name="connsiteY0" fmla="*/ 47625 h 284858"/>
                  <a:gd name="connsiteX1" fmla="*/ 264794 w 264794"/>
                  <a:gd name="connsiteY1" fmla="*/ 0 h 284858"/>
                  <a:gd name="connsiteX2" fmla="*/ 45719 w 264794"/>
                  <a:gd name="connsiteY2" fmla="*/ 284858 h 284858"/>
                  <a:gd name="connsiteX3" fmla="*/ 0 w 264794"/>
                  <a:gd name="connsiteY3" fmla="*/ 284858 h 284858"/>
                  <a:gd name="connsiteX4" fmla="*/ 0 w 264794"/>
                  <a:gd name="connsiteY4" fmla="*/ 47625 h 284858"/>
                  <a:gd name="connsiteX0" fmla="*/ 423862 w 688656"/>
                  <a:gd name="connsiteY0" fmla="*/ 47625 h 470596"/>
                  <a:gd name="connsiteX1" fmla="*/ 688656 w 688656"/>
                  <a:gd name="connsiteY1" fmla="*/ 0 h 470596"/>
                  <a:gd name="connsiteX2" fmla="*/ 469581 w 688656"/>
                  <a:gd name="connsiteY2" fmla="*/ 284858 h 470596"/>
                  <a:gd name="connsiteX3" fmla="*/ 0 w 688656"/>
                  <a:gd name="connsiteY3" fmla="*/ 470596 h 470596"/>
                  <a:gd name="connsiteX4" fmla="*/ 423862 w 688656"/>
                  <a:gd name="connsiteY4" fmla="*/ 47625 h 470596"/>
                  <a:gd name="connsiteX0" fmla="*/ 423862 w 688656"/>
                  <a:gd name="connsiteY0" fmla="*/ 47625 h 503933"/>
                  <a:gd name="connsiteX1" fmla="*/ 688656 w 688656"/>
                  <a:gd name="connsiteY1" fmla="*/ 0 h 503933"/>
                  <a:gd name="connsiteX2" fmla="*/ 155256 w 688656"/>
                  <a:gd name="connsiteY2" fmla="*/ 503933 h 503933"/>
                  <a:gd name="connsiteX3" fmla="*/ 0 w 688656"/>
                  <a:gd name="connsiteY3" fmla="*/ 470596 h 503933"/>
                  <a:gd name="connsiteX4" fmla="*/ 423862 w 688656"/>
                  <a:gd name="connsiteY4" fmla="*/ 47625 h 503933"/>
                  <a:gd name="connsiteX0" fmla="*/ 638175 w 902969"/>
                  <a:gd name="connsiteY0" fmla="*/ 47625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638175 w 902969"/>
                  <a:gd name="connsiteY4" fmla="*/ 47625 h 503933"/>
                  <a:gd name="connsiteX0" fmla="*/ 390525 w 902969"/>
                  <a:gd name="connsiteY0" fmla="*/ 347663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390525 w 902969"/>
                  <a:gd name="connsiteY4" fmla="*/ 347663 h 503933"/>
                  <a:gd name="connsiteX0" fmla="*/ 390525 w 902969"/>
                  <a:gd name="connsiteY0" fmla="*/ 347663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390525 w 902969"/>
                  <a:gd name="connsiteY4" fmla="*/ 347663 h 503933"/>
                  <a:gd name="connsiteX0" fmla="*/ 390525 w 902969"/>
                  <a:gd name="connsiteY0" fmla="*/ 347663 h 504141"/>
                  <a:gd name="connsiteX1" fmla="*/ 902969 w 902969"/>
                  <a:gd name="connsiteY1" fmla="*/ 0 h 504141"/>
                  <a:gd name="connsiteX2" fmla="*/ 369569 w 902969"/>
                  <a:gd name="connsiteY2" fmla="*/ 503933 h 504141"/>
                  <a:gd name="connsiteX3" fmla="*/ 0 w 902969"/>
                  <a:gd name="connsiteY3" fmla="*/ 103883 h 504141"/>
                  <a:gd name="connsiteX4" fmla="*/ 390525 w 902969"/>
                  <a:gd name="connsiteY4" fmla="*/ 347663 h 504141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483938 h 640357"/>
                  <a:gd name="connsiteX1" fmla="*/ 902969 w 902969"/>
                  <a:gd name="connsiteY1" fmla="*/ 117225 h 640357"/>
                  <a:gd name="connsiteX2" fmla="*/ 369569 w 902969"/>
                  <a:gd name="connsiteY2" fmla="*/ 640208 h 640357"/>
                  <a:gd name="connsiteX3" fmla="*/ 0 w 902969"/>
                  <a:gd name="connsiteY3" fmla="*/ 240158 h 640357"/>
                  <a:gd name="connsiteX4" fmla="*/ 314325 w 902969"/>
                  <a:gd name="connsiteY4" fmla="*/ 2361 h 640357"/>
                  <a:gd name="connsiteX5" fmla="*/ 390525 w 902969"/>
                  <a:gd name="connsiteY5" fmla="*/ 483938 h 640357"/>
                  <a:gd name="connsiteX0" fmla="*/ 390525 w 902969"/>
                  <a:gd name="connsiteY0" fmla="*/ 483938 h 640357"/>
                  <a:gd name="connsiteX1" fmla="*/ 902969 w 902969"/>
                  <a:gd name="connsiteY1" fmla="*/ 117225 h 640357"/>
                  <a:gd name="connsiteX2" fmla="*/ 369569 w 902969"/>
                  <a:gd name="connsiteY2" fmla="*/ 640208 h 640357"/>
                  <a:gd name="connsiteX3" fmla="*/ 0 w 902969"/>
                  <a:gd name="connsiteY3" fmla="*/ 240158 h 640357"/>
                  <a:gd name="connsiteX4" fmla="*/ 314325 w 902969"/>
                  <a:gd name="connsiteY4" fmla="*/ 2361 h 640357"/>
                  <a:gd name="connsiteX5" fmla="*/ 390525 w 902969"/>
                  <a:gd name="connsiteY5" fmla="*/ 483938 h 64035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90525 w 902969"/>
                  <a:gd name="connsiteY5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66713 w 902969"/>
                  <a:gd name="connsiteY5" fmla="*/ 309052 h 642247"/>
                  <a:gd name="connsiteX6" fmla="*/ 190500 w 902969"/>
                  <a:gd name="connsiteY6" fmla="*/ 337627 h 642247"/>
                  <a:gd name="connsiteX7" fmla="*/ 390525 w 902969"/>
                  <a:gd name="connsiteY7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66713 w 902969"/>
                  <a:gd name="connsiteY5" fmla="*/ 309052 h 642247"/>
                  <a:gd name="connsiteX6" fmla="*/ 190500 w 902969"/>
                  <a:gd name="connsiteY6" fmla="*/ 337627 h 642247"/>
                  <a:gd name="connsiteX7" fmla="*/ 390525 w 902969"/>
                  <a:gd name="connsiteY7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523875 w 902969"/>
                  <a:gd name="connsiteY5" fmla="*/ 580514 h 642247"/>
                  <a:gd name="connsiteX6" fmla="*/ 366713 w 902969"/>
                  <a:gd name="connsiteY6" fmla="*/ 309052 h 642247"/>
                  <a:gd name="connsiteX7" fmla="*/ 190500 w 902969"/>
                  <a:gd name="connsiteY7" fmla="*/ 337627 h 642247"/>
                  <a:gd name="connsiteX8" fmla="*/ 390525 w 902969"/>
                  <a:gd name="connsiteY8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523875 w 902969"/>
                  <a:gd name="connsiteY5" fmla="*/ 580514 h 642247"/>
                  <a:gd name="connsiteX6" fmla="*/ 366713 w 902969"/>
                  <a:gd name="connsiteY6" fmla="*/ 309052 h 642247"/>
                  <a:gd name="connsiteX7" fmla="*/ 190500 w 902969"/>
                  <a:gd name="connsiteY7" fmla="*/ 337627 h 642247"/>
                  <a:gd name="connsiteX8" fmla="*/ 390525 w 902969"/>
                  <a:gd name="connsiteY8" fmla="*/ 485828 h 642247"/>
                  <a:gd name="connsiteX0" fmla="*/ 472450 w 984894"/>
                  <a:gd name="connsiteY0" fmla="*/ 485828 h 797104"/>
                  <a:gd name="connsiteX1" fmla="*/ 984894 w 984894"/>
                  <a:gd name="connsiteY1" fmla="*/ 119115 h 797104"/>
                  <a:gd name="connsiteX2" fmla="*/ 451494 w 984894"/>
                  <a:gd name="connsiteY2" fmla="*/ 642098 h 797104"/>
                  <a:gd name="connsiteX3" fmla="*/ 81925 w 984894"/>
                  <a:gd name="connsiteY3" fmla="*/ 242048 h 797104"/>
                  <a:gd name="connsiteX4" fmla="*/ 396250 w 984894"/>
                  <a:gd name="connsiteY4" fmla="*/ 4251 h 797104"/>
                  <a:gd name="connsiteX5" fmla="*/ 605800 w 984894"/>
                  <a:gd name="connsiteY5" fmla="*/ 580514 h 797104"/>
                  <a:gd name="connsiteX6" fmla="*/ 963 w 984894"/>
                  <a:gd name="connsiteY6" fmla="*/ 790064 h 797104"/>
                  <a:gd name="connsiteX7" fmla="*/ 448638 w 984894"/>
                  <a:gd name="connsiteY7" fmla="*/ 309052 h 797104"/>
                  <a:gd name="connsiteX8" fmla="*/ 272425 w 984894"/>
                  <a:gd name="connsiteY8" fmla="*/ 337627 h 797104"/>
                  <a:gd name="connsiteX9" fmla="*/ 472450 w 984894"/>
                  <a:gd name="connsiteY9" fmla="*/ 485828 h 797104"/>
                  <a:gd name="connsiteX0" fmla="*/ 472609 w 985053"/>
                  <a:gd name="connsiteY0" fmla="*/ 485828 h 797104"/>
                  <a:gd name="connsiteX1" fmla="*/ 985053 w 985053"/>
                  <a:gd name="connsiteY1" fmla="*/ 119115 h 797104"/>
                  <a:gd name="connsiteX2" fmla="*/ 451653 w 985053"/>
                  <a:gd name="connsiteY2" fmla="*/ 642098 h 797104"/>
                  <a:gd name="connsiteX3" fmla="*/ 82084 w 985053"/>
                  <a:gd name="connsiteY3" fmla="*/ 242048 h 797104"/>
                  <a:gd name="connsiteX4" fmla="*/ 396409 w 985053"/>
                  <a:gd name="connsiteY4" fmla="*/ 4251 h 797104"/>
                  <a:gd name="connsiteX5" fmla="*/ 605959 w 985053"/>
                  <a:gd name="connsiteY5" fmla="*/ 580514 h 797104"/>
                  <a:gd name="connsiteX6" fmla="*/ 1122 w 985053"/>
                  <a:gd name="connsiteY6" fmla="*/ 790064 h 797104"/>
                  <a:gd name="connsiteX7" fmla="*/ 448797 w 985053"/>
                  <a:gd name="connsiteY7" fmla="*/ 309052 h 797104"/>
                  <a:gd name="connsiteX8" fmla="*/ 272584 w 985053"/>
                  <a:gd name="connsiteY8" fmla="*/ 337627 h 797104"/>
                  <a:gd name="connsiteX9" fmla="*/ 472609 w 985053"/>
                  <a:gd name="connsiteY9" fmla="*/ 485828 h 797104"/>
                  <a:gd name="connsiteX0" fmla="*/ 472609 w 985053"/>
                  <a:gd name="connsiteY0" fmla="*/ 485828 h 851003"/>
                  <a:gd name="connsiteX1" fmla="*/ 985053 w 985053"/>
                  <a:gd name="connsiteY1" fmla="*/ 119115 h 851003"/>
                  <a:gd name="connsiteX2" fmla="*/ 451653 w 985053"/>
                  <a:gd name="connsiteY2" fmla="*/ 642098 h 851003"/>
                  <a:gd name="connsiteX3" fmla="*/ 82084 w 985053"/>
                  <a:gd name="connsiteY3" fmla="*/ 242048 h 851003"/>
                  <a:gd name="connsiteX4" fmla="*/ 396409 w 985053"/>
                  <a:gd name="connsiteY4" fmla="*/ 4251 h 851003"/>
                  <a:gd name="connsiteX5" fmla="*/ 605959 w 985053"/>
                  <a:gd name="connsiteY5" fmla="*/ 580514 h 851003"/>
                  <a:gd name="connsiteX6" fmla="*/ 1122 w 985053"/>
                  <a:gd name="connsiteY6" fmla="*/ 790064 h 851003"/>
                  <a:gd name="connsiteX7" fmla="*/ 448797 w 985053"/>
                  <a:gd name="connsiteY7" fmla="*/ 309052 h 851003"/>
                  <a:gd name="connsiteX8" fmla="*/ 272584 w 985053"/>
                  <a:gd name="connsiteY8" fmla="*/ 337627 h 851003"/>
                  <a:gd name="connsiteX9" fmla="*/ 472609 w 985053"/>
                  <a:gd name="connsiteY9" fmla="*/ 485828 h 851003"/>
                  <a:gd name="connsiteX0" fmla="*/ 472609 w 985053"/>
                  <a:gd name="connsiteY0" fmla="*/ 462649 h 827824"/>
                  <a:gd name="connsiteX1" fmla="*/ 985053 w 985053"/>
                  <a:gd name="connsiteY1" fmla="*/ 95936 h 827824"/>
                  <a:gd name="connsiteX2" fmla="*/ 451653 w 985053"/>
                  <a:gd name="connsiteY2" fmla="*/ 618919 h 827824"/>
                  <a:gd name="connsiteX3" fmla="*/ 82084 w 985053"/>
                  <a:gd name="connsiteY3" fmla="*/ 218869 h 827824"/>
                  <a:gd name="connsiteX4" fmla="*/ 405934 w 985053"/>
                  <a:gd name="connsiteY4" fmla="*/ 4885 h 827824"/>
                  <a:gd name="connsiteX5" fmla="*/ 605959 w 985053"/>
                  <a:gd name="connsiteY5" fmla="*/ 557335 h 827824"/>
                  <a:gd name="connsiteX6" fmla="*/ 1122 w 985053"/>
                  <a:gd name="connsiteY6" fmla="*/ 766885 h 827824"/>
                  <a:gd name="connsiteX7" fmla="*/ 448797 w 985053"/>
                  <a:gd name="connsiteY7" fmla="*/ 285873 h 827824"/>
                  <a:gd name="connsiteX8" fmla="*/ 272584 w 985053"/>
                  <a:gd name="connsiteY8" fmla="*/ 314448 h 827824"/>
                  <a:gd name="connsiteX9" fmla="*/ 472609 w 985053"/>
                  <a:gd name="connsiteY9" fmla="*/ 462649 h 827824"/>
                  <a:gd name="connsiteX0" fmla="*/ 472609 w 985053"/>
                  <a:gd name="connsiteY0" fmla="*/ 461501 h 826676"/>
                  <a:gd name="connsiteX1" fmla="*/ 985053 w 985053"/>
                  <a:gd name="connsiteY1" fmla="*/ 94788 h 826676"/>
                  <a:gd name="connsiteX2" fmla="*/ 451653 w 985053"/>
                  <a:gd name="connsiteY2" fmla="*/ 617771 h 826676"/>
                  <a:gd name="connsiteX3" fmla="*/ 82084 w 985053"/>
                  <a:gd name="connsiteY3" fmla="*/ 217721 h 826676"/>
                  <a:gd name="connsiteX4" fmla="*/ 405934 w 985053"/>
                  <a:gd name="connsiteY4" fmla="*/ 3737 h 826676"/>
                  <a:gd name="connsiteX5" fmla="*/ 605959 w 985053"/>
                  <a:gd name="connsiteY5" fmla="*/ 556187 h 826676"/>
                  <a:gd name="connsiteX6" fmla="*/ 1122 w 985053"/>
                  <a:gd name="connsiteY6" fmla="*/ 765737 h 826676"/>
                  <a:gd name="connsiteX7" fmla="*/ 448797 w 985053"/>
                  <a:gd name="connsiteY7" fmla="*/ 284725 h 826676"/>
                  <a:gd name="connsiteX8" fmla="*/ 272584 w 985053"/>
                  <a:gd name="connsiteY8" fmla="*/ 313300 h 826676"/>
                  <a:gd name="connsiteX9" fmla="*/ 472609 w 985053"/>
                  <a:gd name="connsiteY9" fmla="*/ 461501 h 826676"/>
                  <a:gd name="connsiteX0" fmla="*/ 472609 w 985053"/>
                  <a:gd name="connsiteY0" fmla="*/ 461501 h 826676"/>
                  <a:gd name="connsiteX1" fmla="*/ 985053 w 985053"/>
                  <a:gd name="connsiteY1" fmla="*/ 94788 h 826676"/>
                  <a:gd name="connsiteX2" fmla="*/ 451653 w 985053"/>
                  <a:gd name="connsiteY2" fmla="*/ 617771 h 826676"/>
                  <a:gd name="connsiteX3" fmla="*/ 82084 w 985053"/>
                  <a:gd name="connsiteY3" fmla="*/ 217721 h 826676"/>
                  <a:gd name="connsiteX4" fmla="*/ 405934 w 985053"/>
                  <a:gd name="connsiteY4" fmla="*/ 3737 h 826676"/>
                  <a:gd name="connsiteX5" fmla="*/ 605959 w 985053"/>
                  <a:gd name="connsiteY5" fmla="*/ 556187 h 826676"/>
                  <a:gd name="connsiteX6" fmla="*/ 1122 w 985053"/>
                  <a:gd name="connsiteY6" fmla="*/ 765737 h 826676"/>
                  <a:gd name="connsiteX7" fmla="*/ 448797 w 985053"/>
                  <a:gd name="connsiteY7" fmla="*/ 284725 h 826676"/>
                  <a:gd name="connsiteX8" fmla="*/ 272584 w 985053"/>
                  <a:gd name="connsiteY8" fmla="*/ 313300 h 826676"/>
                  <a:gd name="connsiteX9" fmla="*/ 472609 w 985053"/>
                  <a:gd name="connsiteY9" fmla="*/ 461501 h 826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5053" h="826676">
                    <a:moveTo>
                      <a:pt x="472609" y="461501"/>
                    </a:moveTo>
                    <a:cubicBezTo>
                      <a:pt x="757724" y="405938"/>
                      <a:pt x="785663" y="359901"/>
                      <a:pt x="985053" y="94788"/>
                    </a:cubicBezTo>
                    <a:cubicBezTo>
                      <a:pt x="835828" y="567566"/>
                      <a:pt x="553253" y="621243"/>
                      <a:pt x="451653" y="617771"/>
                    </a:cubicBezTo>
                    <a:cubicBezTo>
                      <a:pt x="109388" y="622534"/>
                      <a:pt x="100499" y="412984"/>
                      <a:pt x="82084" y="217721"/>
                    </a:cubicBezTo>
                    <a:cubicBezTo>
                      <a:pt x="131297" y="101943"/>
                      <a:pt x="313858" y="-23360"/>
                      <a:pt x="405934" y="3737"/>
                    </a:cubicBezTo>
                    <a:cubicBezTo>
                      <a:pt x="500390" y="-10495"/>
                      <a:pt x="716291" y="229162"/>
                      <a:pt x="605959" y="556187"/>
                    </a:cubicBezTo>
                    <a:cubicBezTo>
                      <a:pt x="351959" y="949887"/>
                      <a:pt x="27316" y="810981"/>
                      <a:pt x="1122" y="765737"/>
                    </a:cubicBezTo>
                    <a:cubicBezTo>
                      <a:pt x="-25072" y="720493"/>
                      <a:pt x="415459" y="622862"/>
                      <a:pt x="448797" y="284725"/>
                    </a:cubicBezTo>
                    <a:cubicBezTo>
                      <a:pt x="423397" y="-83575"/>
                      <a:pt x="251153" y="258437"/>
                      <a:pt x="272584" y="313300"/>
                    </a:cubicBezTo>
                    <a:cubicBezTo>
                      <a:pt x="286872" y="500812"/>
                      <a:pt x="391647" y="469251"/>
                      <a:pt x="472609" y="461501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Rectangle 197">
                <a:extLst>
                  <a:ext uri="{FF2B5EF4-FFF2-40B4-BE49-F238E27FC236}">
                    <a16:creationId xmlns:a16="http://schemas.microsoft.com/office/drawing/2014/main" id="{90249444-F65F-B370-396D-5626892077FC}"/>
                  </a:ext>
                </a:extLst>
              </p:cNvPr>
              <p:cNvSpPr/>
              <p:nvPr/>
            </p:nvSpPr>
            <p:spPr>
              <a:xfrm>
                <a:off x="7276799" y="1966617"/>
                <a:ext cx="425193" cy="453925"/>
              </a:xfrm>
              <a:custGeom>
                <a:avLst/>
                <a:gdLst>
                  <a:gd name="connsiteX0" fmla="*/ 0 w 88264"/>
                  <a:gd name="connsiteY0" fmla="*/ 0 h 238778"/>
                  <a:gd name="connsiteX1" fmla="*/ 88264 w 88264"/>
                  <a:gd name="connsiteY1" fmla="*/ 0 h 238778"/>
                  <a:gd name="connsiteX2" fmla="*/ 88264 w 88264"/>
                  <a:gd name="connsiteY2" fmla="*/ 238778 h 238778"/>
                  <a:gd name="connsiteX3" fmla="*/ 0 w 88264"/>
                  <a:gd name="connsiteY3" fmla="*/ 238778 h 238778"/>
                  <a:gd name="connsiteX4" fmla="*/ 0 w 88264"/>
                  <a:gd name="connsiteY4" fmla="*/ 0 h 238778"/>
                  <a:gd name="connsiteX0" fmla="*/ 0 w 193039"/>
                  <a:gd name="connsiteY0" fmla="*/ 200025 h 438803"/>
                  <a:gd name="connsiteX1" fmla="*/ 193039 w 193039"/>
                  <a:gd name="connsiteY1" fmla="*/ 0 h 438803"/>
                  <a:gd name="connsiteX2" fmla="*/ 88264 w 193039"/>
                  <a:gd name="connsiteY2" fmla="*/ 438803 h 438803"/>
                  <a:gd name="connsiteX3" fmla="*/ 0 w 193039"/>
                  <a:gd name="connsiteY3" fmla="*/ 438803 h 438803"/>
                  <a:gd name="connsiteX4" fmla="*/ 0 w 193039"/>
                  <a:gd name="connsiteY4" fmla="*/ 200025 h 438803"/>
                  <a:gd name="connsiteX0" fmla="*/ 0 w 193039"/>
                  <a:gd name="connsiteY0" fmla="*/ 438803 h 438803"/>
                  <a:gd name="connsiteX1" fmla="*/ 193039 w 193039"/>
                  <a:gd name="connsiteY1" fmla="*/ 0 h 438803"/>
                  <a:gd name="connsiteX2" fmla="*/ 88264 w 193039"/>
                  <a:gd name="connsiteY2" fmla="*/ 438803 h 438803"/>
                  <a:gd name="connsiteX3" fmla="*/ 0 w 193039"/>
                  <a:gd name="connsiteY3" fmla="*/ 438803 h 438803"/>
                  <a:gd name="connsiteX0" fmla="*/ 0 w 297814"/>
                  <a:gd name="connsiteY0" fmla="*/ 457853 h 457853"/>
                  <a:gd name="connsiteX1" fmla="*/ 297814 w 297814"/>
                  <a:gd name="connsiteY1" fmla="*/ 0 h 457853"/>
                  <a:gd name="connsiteX2" fmla="*/ 193039 w 297814"/>
                  <a:gd name="connsiteY2" fmla="*/ 438803 h 457853"/>
                  <a:gd name="connsiteX3" fmla="*/ 0 w 297814"/>
                  <a:gd name="connsiteY3" fmla="*/ 457853 h 457853"/>
                  <a:gd name="connsiteX0" fmla="*/ 0 w 297814"/>
                  <a:gd name="connsiteY0" fmla="*/ 457853 h 457853"/>
                  <a:gd name="connsiteX1" fmla="*/ 297814 w 297814"/>
                  <a:gd name="connsiteY1" fmla="*/ 0 h 457853"/>
                  <a:gd name="connsiteX2" fmla="*/ 193039 w 297814"/>
                  <a:gd name="connsiteY2" fmla="*/ 438803 h 457853"/>
                  <a:gd name="connsiteX3" fmla="*/ 0 w 297814"/>
                  <a:gd name="connsiteY3" fmla="*/ 457853 h 457853"/>
                  <a:gd name="connsiteX0" fmla="*/ 0 w 345439"/>
                  <a:gd name="connsiteY0" fmla="*/ 429278 h 438803"/>
                  <a:gd name="connsiteX1" fmla="*/ 345439 w 345439"/>
                  <a:gd name="connsiteY1" fmla="*/ 0 h 438803"/>
                  <a:gd name="connsiteX2" fmla="*/ 240664 w 345439"/>
                  <a:gd name="connsiteY2" fmla="*/ 438803 h 438803"/>
                  <a:gd name="connsiteX3" fmla="*/ 0 w 345439"/>
                  <a:gd name="connsiteY3" fmla="*/ 429278 h 438803"/>
                  <a:gd name="connsiteX0" fmla="*/ 0 w 345439"/>
                  <a:gd name="connsiteY0" fmla="*/ 429278 h 438803"/>
                  <a:gd name="connsiteX1" fmla="*/ 345439 w 345439"/>
                  <a:gd name="connsiteY1" fmla="*/ 0 h 438803"/>
                  <a:gd name="connsiteX2" fmla="*/ 240664 w 345439"/>
                  <a:gd name="connsiteY2" fmla="*/ 438803 h 438803"/>
                  <a:gd name="connsiteX3" fmla="*/ 0 w 345439"/>
                  <a:gd name="connsiteY3" fmla="*/ 429278 h 438803"/>
                  <a:gd name="connsiteX0" fmla="*/ 0 w 345439"/>
                  <a:gd name="connsiteY0" fmla="*/ 429278 h 429278"/>
                  <a:gd name="connsiteX1" fmla="*/ 345439 w 345439"/>
                  <a:gd name="connsiteY1" fmla="*/ 0 h 429278"/>
                  <a:gd name="connsiteX2" fmla="*/ 0 w 345439"/>
                  <a:gd name="connsiteY2" fmla="*/ 429278 h 429278"/>
                  <a:gd name="connsiteX0" fmla="*/ 0 w 419820"/>
                  <a:gd name="connsiteY0" fmla="*/ 429278 h 429278"/>
                  <a:gd name="connsiteX1" fmla="*/ 345439 w 419820"/>
                  <a:gd name="connsiteY1" fmla="*/ 0 h 429278"/>
                  <a:gd name="connsiteX2" fmla="*/ 0 w 419820"/>
                  <a:gd name="connsiteY2" fmla="*/ 429278 h 429278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01494"/>
                  <a:gd name="connsiteY0" fmla="*/ 410228 h 445688"/>
                  <a:gd name="connsiteX1" fmla="*/ 326389 w 401494"/>
                  <a:gd name="connsiteY1" fmla="*/ 0 h 445688"/>
                  <a:gd name="connsiteX2" fmla="*/ 0 w 401494"/>
                  <a:gd name="connsiteY2" fmla="*/ 410228 h 445688"/>
                  <a:gd name="connsiteX0" fmla="*/ 0 w 411968"/>
                  <a:gd name="connsiteY0" fmla="*/ 403084 h 439320"/>
                  <a:gd name="connsiteX1" fmla="*/ 338295 w 411968"/>
                  <a:gd name="connsiteY1" fmla="*/ 0 h 439320"/>
                  <a:gd name="connsiteX2" fmla="*/ 0 w 411968"/>
                  <a:gd name="connsiteY2" fmla="*/ 403084 h 439320"/>
                  <a:gd name="connsiteX0" fmla="*/ 0 w 416579"/>
                  <a:gd name="connsiteY0" fmla="*/ 403084 h 442122"/>
                  <a:gd name="connsiteX1" fmla="*/ 338295 w 416579"/>
                  <a:gd name="connsiteY1" fmla="*/ 0 h 442122"/>
                  <a:gd name="connsiteX2" fmla="*/ 0 w 416579"/>
                  <a:gd name="connsiteY2" fmla="*/ 403084 h 442122"/>
                  <a:gd name="connsiteX0" fmla="*/ 0 w 420466"/>
                  <a:gd name="connsiteY0" fmla="*/ 403084 h 437176"/>
                  <a:gd name="connsiteX1" fmla="*/ 338295 w 420466"/>
                  <a:gd name="connsiteY1" fmla="*/ 0 h 437176"/>
                  <a:gd name="connsiteX2" fmla="*/ 0 w 420466"/>
                  <a:gd name="connsiteY2" fmla="*/ 403084 h 437176"/>
                  <a:gd name="connsiteX0" fmla="*/ 0 w 423393"/>
                  <a:gd name="connsiteY0" fmla="*/ 403084 h 436005"/>
                  <a:gd name="connsiteX1" fmla="*/ 338295 w 423393"/>
                  <a:gd name="connsiteY1" fmla="*/ 0 h 436005"/>
                  <a:gd name="connsiteX2" fmla="*/ 0 w 423393"/>
                  <a:gd name="connsiteY2" fmla="*/ 403084 h 436005"/>
                  <a:gd name="connsiteX0" fmla="*/ 0 w 425193"/>
                  <a:gd name="connsiteY0" fmla="*/ 403084 h 453925"/>
                  <a:gd name="connsiteX1" fmla="*/ 338295 w 425193"/>
                  <a:gd name="connsiteY1" fmla="*/ 0 h 453925"/>
                  <a:gd name="connsiteX2" fmla="*/ 0 w 425193"/>
                  <a:gd name="connsiteY2" fmla="*/ 403084 h 45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5193" h="453925">
                    <a:moveTo>
                      <a:pt x="0" y="403084"/>
                    </a:moveTo>
                    <a:cubicBezTo>
                      <a:pt x="211190" y="576696"/>
                      <a:pt x="598593" y="271681"/>
                      <a:pt x="338295" y="0"/>
                    </a:cubicBezTo>
                    <a:cubicBezTo>
                      <a:pt x="242199" y="152618"/>
                      <a:pt x="153247" y="302854"/>
                      <a:pt x="0" y="403084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A09BD10-78F7-2D67-E82F-64639C3EF912}"/>
                </a:ext>
              </a:extLst>
            </p:cNvPr>
            <p:cNvGrpSpPr/>
            <p:nvPr/>
          </p:nvGrpSpPr>
          <p:grpSpPr>
            <a:xfrm>
              <a:off x="4063906" y="2606530"/>
              <a:ext cx="4503733" cy="3530903"/>
              <a:chOff x="2052481" y="3134901"/>
              <a:chExt cx="2056134" cy="1611998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9DFD44-ABB9-293B-3153-772E29AA43D7}"/>
                  </a:ext>
                </a:extLst>
              </p:cNvPr>
              <p:cNvGrpSpPr/>
              <p:nvPr/>
            </p:nvGrpSpPr>
            <p:grpSpPr>
              <a:xfrm>
                <a:off x="2221402" y="4053120"/>
                <a:ext cx="256522" cy="690658"/>
                <a:chOff x="10346885" y="4579565"/>
                <a:chExt cx="311590" cy="838923"/>
              </a:xfrm>
            </p:grpSpPr>
            <p:sp>
              <p:nvSpPr>
                <p:cNvPr id="51" name="Rectangle: Rounded Corners 233">
                  <a:extLst>
                    <a:ext uri="{FF2B5EF4-FFF2-40B4-BE49-F238E27FC236}">
                      <a16:creationId xmlns:a16="http://schemas.microsoft.com/office/drawing/2014/main" id="{D851A1B8-0E5A-B791-567B-49EB1ED1C501}"/>
                    </a:ext>
                  </a:extLst>
                </p:cNvPr>
                <p:cNvSpPr/>
                <p:nvPr/>
              </p:nvSpPr>
              <p:spPr>
                <a:xfrm>
                  <a:off x="10346885" y="4579565"/>
                  <a:ext cx="311590" cy="831330"/>
                </a:xfrm>
                <a:custGeom>
                  <a:avLst/>
                  <a:gdLst>
                    <a:gd name="connsiteX0" fmla="*/ 0 w 281957"/>
                    <a:gd name="connsiteY0" fmla="*/ 113668 h 831330"/>
                    <a:gd name="connsiteX1" fmla="*/ 113668 w 281957"/>
                    <a:gd name="connsiteY1" fmla="*/ 0 h 831330"/>
                    <a:gd name="connsiteX2" fmla="*/ 168289 w 281957"/>
                    <a:gd name="connsiteY2" fmla="*/ 0 h 831330"/>
                    <a:gd name="connsiteX3" fmla="*/ 281957 w 281957"/>
                    <a:gd name="connsiteY3" fmla="*/ 113668 h 831330"/>
                    <a:gd name="connsiteX4" fmla="*/ 281957 w 281957"/>
                    <a:gd name="connsiteY4" fmla="*/ 717662 h 831330"/>
                    <a:gd name="connsiteX5" fmla="*/ 168289 w 281957"/>
                    <a:gd name="connsiteY5" fmla="*/ 831330 h 831330"/>
                    <a:gd name="connsiteX6" fmla="*/ 113668 w 281957"/>
                    <a:gd name="connsiteY6" fmla="*/ 831330 h 831330"/>
                    <a:gd name="connsiteX7" fmla="*/ 0 w 281957"/>
                    <a:gd name="connsiteY7" fmla="*/ 717662 h 831330"/>
                    <a:gd name="connsiteX8" fmla="*/ 0 w 281957"/>
                    <a:gd name="connsiteY8" fmla="*/ 113668 h 831330"/>
                    <a:gd name="connsiteX0" fmla="*/ 29633 w 311590"/>
                    <a:gd name="connsiteY0" fmla="*/ 113668 h 831330"/>
                    <a:gd name="connsiteX1" fmla="*/ 143301 w 311590"/>
                    <a:gd name="connsiteY1" fmla="*/ 0 h 831330"/>
                    <a:gd name="connsiteX2" fmla="*/ 197922 w 311590"/>
                    <a:gd name="connsiteY2" fmla="*/ 0 h 831330"/>
                    <a:gd name="connsiteX3" fmla="*/ 311590 w 311590"/>
                    <a:gd name="connsiteY3" fmla="*/ 113668 h 831330"/>
                    <a:gd name="connsiteX4" fmla="*/ 311590 w 311590"/>
                    <a:gd name="connsiteY4" fmla="*/ 717662 h 831330"/>
                    <a:gd name="connsiteX5" fmla="*/ 197922 w 311590"/>
                    <a:gd name="connsiteY5" fmla="*/ 831330 h 831330"/>
                    <a:gd name="connsiteX6" fmla="*/ 143301 w 311590"/>
                    <a:gd name="connsiteY6" fmla="*/ 831330 h 831330"/>
                    <a:gd name="connsiteX7" fmla="*/ 29633 w 311590"/>
                    <a:gd name="connsiteY7" fmla="*/ 717662 h 831330"/>
                    <a:gd name="connsiteX8" fmla="*/ 29633 w 311590"/>
                    <a:gd name="connsiteY8" fmla="*/ 113668 h 831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1590" h="831330">
                      <a:moveTo>
                        <a:pt x="29633" y="113668"/>
                      </a:moveTo>
                      <a:cubicBezTo>
                        <a:pt x="29633" y="50891"/>
                        <a:pt x="80524" y="0"/>
                        <a:pt x="143301" y="0"/>
                      </a:cubicBezTo>
                      <a:lnTo>
                        <a:pt x="197922" y="0"/>
                      </a:lnTo>
                      <a:cubicBezTo>
                        <a:pt x="260699" y="0"/>
                        <a:pt x="311590" y="50891"/>
                        <a:pt x="311590" y="113668"/>
                      </a:cubicBezTo>
                      <a:lnTo>
                        <a:pt x="311590" y="717662"/>
                      </a:lnTo>
                      <a:cubicBezTo>
                        <a:pt x="311590" y="780439"/>
                        <a:pt x="260699" y="831330"/>
                        <a:pt x="197922" y="831330"/>
                      </a:cubicBezTo>
                      <a:lnTo>
                        <a:pt x="143301" y="831330"/>
                      </a:lnTo>
                      <a:cubicBezTo>
                        <a:pt x="80524" y="831330"/>
                        <a:pt x="29633" y="780439"/>
                        <a:pt x="29633" y="717662"/>
                      </a:cubicBezTo>
                      <a:cubicBezTo>
                        <a:pt x="29633" y="516331"/>
                        <a:pt x="-37042" y="314999"/>
                        <a:pt x="29633" y="113668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89A05897-551A-9026-FBDE-AE967A1D76C5}"/>
                    </a:ext>
                  </a:extLst>
                </p:cNvPr>
                <p:cNvSpPr/>
                <p:nvPr/>
              </p:nvSpPr>
              <p:spPr>
                <a:xfrm rot="5400000">
                  <a:off x="10447007" y="5207020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704F00CB-F33E-C9F4-0042-70FE597D60FC}"/>
                  </a:ext>
                </a:extLst>
              </p:cNvPr>
              <p:cNvGrpSpPr/>
              <p:nvPr/>
            </p:nvGrpSpPr>
            <p:grpSpPr>
              <a:xfrm>
                <a:off x="3271730" y="4170599"/>
                <a:ext cx="262330" cy="566927"/>
                <a:chOff x="10339830" y="4729857"/>
                <a:chExt cx="318645" cy="688631"/>
              </a:xfrm>
            </p:grpSpPr>
            <p:sp>
              <p:nvSpPr>
                <p:cNvPr id="49" name="Rectangle: Rounded Corners 236">
                  <a:extLst>
                    <a:ext uri="{FF2B5EF4-FFF2-40B4-BE49-F238E27FC236}">
                      <a16:creationId xmlns:a16="http://schemas.microsoft.com/office/drawing/2014/main" id="{6BAADAF5-5F00-278E-A095-D7FB9176598D}"/>
                    </a:ext>
                  </a:extLst>
                </p:cNvPr>
                <p:cNvSpPr/>
                <p:nvPr/>
              </p:nvSpPr>
              <p:spPr>
                <a:xfrm>
                  <a:off x="10339830" y="4729857"/>
                  <a:ext cx="318645" cy="681037"/>
                </a:xfrm>
                <a:custGeom>
                  <a:avLst/>
                  <a:gdLst>
                    <a:gd name="connsiteX0" fmla="*/ 0 w 281957"/>
                    <a:gd name="connsiteY0" fmla="*/ 113668 h 681037"/>
                    <a:gd name="connsiteX1" fmla="*/ 113668 w 281957"/>
                    <a:gd name="connsiteY1" fmla="*/ 0 h 681037"/>
                    <a:gd name="connsiteX2" fmla="*/ 168289 w 281957"/>
                    <a:gd name="connsiteY2" fmla="*/ 0 h 681037"/>
                    <a:gd name="connsiteX3" fmla="*/ 281957 w 281957"/>
                    <a:gd name="connsiteY3" fmla="*/ 113668 h 681037"/>
                    <a:gd name="connsiteX4" fmla="*/ 281957 w 281957"/>
                    <a:gd name="connsiteY4" fmla="*/ 567369 h 681037"/>
                    <a:gd name="connsiteX5" fmla="*/ 168289 w 281957"/>
                    <a:gd name="connsiteY5" fmla="*/ 681037 h 681037"/>
                    <a:gd name="connsiteX6" fmla="*/ 113668 w 281957"/>
                    <a:gd name="connsiteY6" fmla="*/ 681037 h 681037"/>
                    <a:gd name="connsiteX7" fmla="*/ 0 w 281957"/>
                    <a:gd name="connsiteY7" fmla="*/ 567369 h 681037"/>
                    <a:gd name="connsiteX8" fmla="*/ 0 w 281957"/>
                    <a:gd name="connsiteY8" fmla="*/ 113668 h 681037"/>
                    <a:gd name="connsiteX0" fmla="*/ 25400 w 307357"/>
                    <a:gd name="connsiteY0" fmla="*/ 113668 h 681037"/>
                    <a:gd name="connsiteX1" fmla="*/ 139068 w 307357"/>
                    <a:gd name="connsiteY1" fmla="*/ 0 h 681037"/>
                    <a:gd name="connsiteX2" fmla="*/ 193689 w 307357"/>
                    <a:gd name="connsiteY2" fmla="*/ 0 h 681037"/>
                    <a:gd name="connsiteX3" fmla="*/ 307357 w 307357"/>
                    <a:gd name="connsiteY3" fmla="*/ 113668 h 681037"/>
                    <a:gd name="connsiteX4" fmla="*/ 307357 w 307357"/>
                    <a:gd name="connsiteY4" fmla="*/ 567369 h 681037"/>
                    <a:gd name="connsiteX5" fmla="*/ 193689 w 307357"/>
                    <a:gd name="connsiteY5" fmla="*/ 681037 h 681037"/>
                    <a:gd name="connsiteX6" fmla="*/ 139068 w 307357"/>
                    <a:gd name="connsiteY6" fmla="*/ 681037 h 681037"/>
                    <a:gd name="connsiteX7" fmla="*/ 25400 w 307357"/>
                    <a:gd name="connsiteY7" fmla="*/ 567369 h 681037"/>
                    <a:gd name="connsiteX8" fmla="*/ 25400 w 307357"/>
                    <a:gd name="connsiteY8" fmla="*/ 113668 h 681037"/>
                    <a:gd name="connsiteX0" fmla="*/ 36688 w 318645"/>
                    <a:gd name="connsiteY0" fmla="*/ 113668 h 681037"/>
                    <a:gd name="connsiteX1" fmla="*/ 150356 w 318645"/>
                    <a:gd name="connsiteY1" fmla="*/ 0 h 681037"/>
                    <a:gd name="connsiteX2" fmla="*/ 204977 w 318645"/>
                    <a:gd name="connsiteY2" fmla="*/ 0 h 681037"/>
                    <a:gd name="connsiteX3" fmla="*/ 318645 w 318645"/>
                    <a:gd name="connsiteY3" fmla="*/ 113668 h 681037"/>
                    <a:gd name="connsiteX4" fmla="*/ 318645 w 318645"/>
                    <a:gd name="connsiteY4" fmla="*/ 567369 h 681037"/>
                    <a:gd name="connsiteX5" fmla="*/ 204977 w 318645"/>
                    <a:gd name="connsiteY5" fmla="*/ 681037 h 681037"/>
                    <a:gd name="connsiteX6" fmla="*/ 150356 w 318645"/>
                    <a:gd name="connsiteY6" fmla="*/ 681037 h 681037"/>
                    <a:gd name="connsiteX7" fmla="*/ 36688 w 318645"/>
                    <a:gd name="connsiteY7" fmla="*/ 567369 h 681037"/>
                    <a:gd name="connsiteX8" fmla="*/ 36688 w 318645"/>
                    <a:gd name="connsiteY8" fmla="*/ 113668 h 681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8645" h="681037">
                      <a:moveTo>
                        <a:pt x="36688" y="113668"/>
                      </a:moveTo>
                      <a:cubicBezTo>
                        <a:pt x="36688" y="50891"/>
                        <a:pt x="87579" y="0"/>
                        <a:pt x="150356" y="0"/>
                      </a:cubicBezTo>
                      <a:lnTo>
                        <a:pt x="204977" y="0"/>
                      </a:lnTo>
                      <a:cubicBezTo>
                        <a:pt x="267754" y="0"/>
                        <a:pt x="318645" y="50891"/>
                        <a:pt x="318645" y="113668"/>
                      </a:cubicBezTo>
                      <a:lnTo>
                        <a:pt x="318645" y="567369"/>
                      </a:lnTo>
                      <a:cubicBezTo>
                        <a:pt x="318645" y="630146"/>
                        <a:pt x="267754" y="681037"/>
                        <a:pt x="204977" y="681037"/>
                      </a:cubicBezTo>
                      <a:lnTo>
                        <a:pt x="150356" y="681037"/>
                      </a:lnTo>
                      <a:cubicBezTo>
                        <a:pt x="87579" y="681037"/>
                        <a:pt x="36688" y="630146"/>
                        <a:pt x="36688" y="567369"/>
                      </a:cubicBezTo>
                      <a:cubicBezTo>
                        <a:pt x="36688" y="416135"/>
                        <a:pt x="-45862" y="366502"/>
                        <a:pt x="36688" y="113668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718ACD47-B31A-ED01-44AA-56D7D2BDFF79}"/>
                    </a:ext>
                  </a:extLst>
                </p:cNvPr>
                <p:cNvSpPr/>
                <p:nvPr/>
              </p:nvSpPr>
              <p:spPr>
                <a:xfrm rot="5400000">
                  <a:off x="10447007" y="5207020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39" name="Oval 52">
                <a:extLst>
                  <a:ext uri="{FF2B5EF4-FFF2-40B4-BE49-F238E27FC236}">
                    <a16:creationId xmlns:a16="http://schemas.microsoft.com/office/drawing/2014/main" id="{016FE86C-9B24-63B1-E7D4-963C9AD0C227}"/>
                  </a:ext>
                </a:extLst>
              </p:cNvPr>
              <p:cNvSpPr/>
              <p:nvPr/>
            </p:nvSpPr>
            <p:spPr>
              <a:xfrm>
                <a:off x="2052481" y="3134901"/>
                <a:ext cx="2056134" cy="1282284"/>
              </a:xfrm>
              <a:custGeom>
                <a:avLst/>
                <a:gdLst>
                  <a:gd name="connsiteX0" fmla="*/ 0 w 1816269"/>
                  <a:gd name="connsiteY0" fmla="*/ 622094 h 1244188"/>
                  <a:gd name="connsiteX1" fmla="*/ 908135 w 1816269"/>
                  <a:gd name="connsiteY1" fmla="*/ 0 h 1244188"/>
                  <a:gd name="connsiteX2" fmla="*/ 1816270 w 1816269"/>
                  <a:gd name="connsiteY2" fmla="*/ 622094 h 1244188"/>
                  <a:gd name="connsiteX3" fmla="*/ 908135 w 1816269"/>
                  <a:gd name="connsiteY3" fmla="*/ 1244188 h 1244188"/>
                  <a:gd name="connsiteX4" fmla="*/ 0 w 1816269"/>
                  <a:gd name="connsiteY4" fmla="*/ 622094 h 1244188"/>
                  <a:gd name="connsiteX0" fmla="*/ 0 w 1816270"/>
                  <a:gd name="connsiteY0" fmla="*/ 657696 h 1279790"/>
                  <a:gd name="connsiteX1" fmla="*/ 908135 w 1816270"/>
                  <a:gd name="connsiteY1" fmla="*/ 35602 h 1279790"/>
                  <a:gd name="connsiteX2" fmla="*/ 1816270 w 1816270"/>
                  <a:gd name="connsiteY2" fmla="*/ 657696 h 1279790"/>
                  <a:gd name="connsiteX3" fmla="*/ 908135 w 1816270"/>
                  <a:gd name="connsiteY3" fmla="*/ 1279790 h 1279790"/>
                  <a:gd name="connsiteX4" fmla="*/ 0 w 1816270"/>
                  <a:gd name="connsiteY4" fmla="*/ 657696 h 1279790"/>
                  <a:gd name="connsiteX0" fmla="*/ 0 w 1816270"/>
                  <a:gd name="connsiteY0" fmla="*/ 683888 h 1305982"/>
                  <a:gd name="connsiteX1" fmla="*/ 908135 w 1816270"/>
                  <a:gd name="connsiteY1" fmla="*/ 61794 h 1305982"/>
                  <a:gd name="connsiteX2" fmla="*/ 1816270 w 1816270"/>
                  <a:gd name="connsiteY2" fmla="*/ 683888 h 1305982"/>
                  <a:gd name="connsiteX3" fmla="*/ 908135 w 1816270"/>
                  <a:gd name="connsiteY3" fmla="*/ 1305982 h 1305982"/>
                  <a:gd name="connsiteX4" fmla="*/ 0 w 1816270"/>
                  <a:gd name="connsiteY4" fmla="*/ 683888 h 1305982"/>
                  <a:gd name="connsiteX0" fmla="*/ 0 w 1816270"/>
                  <a:gd name="connsiteY0" fmla="*/ 660190 h 1282284"/>
                  <a:gd name="connsiteX1" fmla="*/ 908135 w 1816270"/>
                  <a:gd name="connsiteY1" fmla="*/ 38096 h 1282284"/>
                  <a:gd name="connsiteX2" fmla="*/ 1816270 w 1816270"/>
                  <a:gd name="connsiteY2" fmla="*/ 660190 h 1282284"/>
                  <a:gd name="connsiteX3" fmla="*/ 908135 w 1816270"/>
                  <a:gd name="connsiteY3" fmla="*/ 1282284 h 1282284"/>
                  <a:gd name="connsiteX4" fmla="*/ 0 w 1816270"/>
                  <a:gd name="connsiteY4" fmla="*/ 660190 h 1282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270" h="1282284">
                    <a:moveTo>
                      <a:pt x="0" y="660190"/>
                    </a:moveTo>
                    <a:cubicBezTo>
                      <a:pt x="0" y="316617"/>
                      <a:pt x="78078" y="210858"/>
                      <a:pt x="908135" y="38096"/>
                    </a:cubicBezTo>
                    <a:cubicBezTo>
                      <a:pt x="1738192" y="-134666"/>
                      <a:pt x="1816270" y="316617"/>
                      <a:pt x="1816270" y="660190"/>
                    </a:cubicBezTo>
                    <a:cubicBezTo>
                      <a:pt x="1816270" y="1003763"/>
                      <a:pt x="1409684" y="1282284"/>
                      <a:pt x="908135" y="1282284"/>
                    </a:cubicBezTo>
                    <a:cubicBezTo>
                      <a:pt x="406586" y="1282284"/>
                      <a:pt x="0" y="1003763"/>
                      <a:pt x="0" y="660190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8FD9F65-91D1-1227-F258-EF64B7F6B78E}"/>
                  </a:ext>
                </a:extLst>
              </p:cNvPr>
              <p:cNvGrpSpPr/>
              <p:nvPr/>
            </p:nvGrpSpPr>
            <p:grpSpPr>
              <a:xfrm>
                <a:off x="3027523" y="3744013"/>
                <a:ext cx="813737" cy="987987"/>
                <a:chOff x="9774032" y="4435368"/>
                <a:chExt cx="988422" cy="983120"/>
              </a:xfrm>
            </p:grpSpPr>
            <p:sp>
              <p:nvSpPr>
                <p:cNvPr id="45" name="Rectangle: Rounded Corners 239">
                  <a:extLst>
                    <a:ext uri="{FF2B5EF4-FFF2-40B4-BE49-F238E27FC236}">
                      <a16:creationId xmlns:a16="http://schemas.microsoft.com/office/drawing/2014/main" id="{3272D2C1-BA94-7120-7AF4-05E9D135C03C}"/>
                    </a:ext>
                  </a:extLst>
                </p:cNvPr>
                <p:cNvSpPr/>
                <p:nvPr/>
              </p:nvSpPr>
              <p:spPr>
                <a:xfrm>
                  <a:off x="9868567" y="4435368"/>
                  <a:ext cx="871820" cy="975524"/>
                </a:xfrm>
                <a:custGeom>
                  <a:avLst/>
                  <a:gdLst>
                    <a:gd name="connsiteX0" fmla="*/ 0 w 281957"/>
                    <a:gd name="connsiteY0" fmla="*/ 113668 h 831331"/>
                    <a:gd name="connsiteX1" fmla="*/ 113668 w 281957"/>
                    <a:gd name="connsiteY1" fmla="*/ 0 h 831331"/>
                    <a:gd name="connsiteX2" fmla="*/ 168289 w 281957"/>
                    <a:gd name="connsiteY2" fmla="*/ 0 h 831331"/>
                    <a:gd name="connsiteX3" fmla="*/ 281957 w 281957"/>
                    <a:gd name="connsiteY3" fmla="*/ 113668 h 831331"/>
                    <a:gd name="connsiteX4" fmla="*/ 281957 w 281957"/>
                    <a:gd name="connsiteY4" fmla="*/ 717663 h 831331"/>
                    <a:gd name="connsiteX5" fmla="*/ 168289 w 281957"/>
                    <a:gd name="connsiteY5" fmla="*/ 831331 h 831331"/>
                    <a:gd name="connsiteX6" fmla="*/ 113668 w 281957"/>
                    <a:gd name="connsiteY6" fmla="*/ 831331 h 831331"/>
                    <a:gd name="connsiteX7" fmla="*/ 0 w 281957"/>
                    <a:gd name="connsiteY7" fmla="*/ 717663 h 831331"/>
                    <a:gd name="connsiteX8" fmla="*/ 0 w 281957"/>
                    <a:gd name="connsiteY8" fmla="*/ 113668 h 831331"/>
                    <a:gd name="connsiteX0" fmla="*/ 50800 w 332757"/>
                    <a:gd name="connsiteY0" fmla="*/ 113668 h 831331"/>
                    <a:gd name="connsiteX1" fmla="*/ 164468 w 332757"/>
                    <a:gd name="connsiteY1" fmla="*/ 0 h 831331"/>
                    <a:gd name="connsiteX2" fmla="*/ 219089 w 332757"/>
                    <a:gd name="connsiteY2" fmla="*/ 0 h 831331"/>
                    <a:gd name="connsiteX3" fmla="*/ 332757 w 332757"/>
                    <a:gd name="connsiteY3" fmla="*/ 113668 h 831331"/>
                    <a:gd name="connsiteX4" fmla="*/ 332757 w 332757"/>
                    <a:gd name="connsiteY4" fmla="*/ 717663 h 831331"/>
                    <a:gd name="connsiteX5" fmla="*/ 219089 w 332757"/>
                    <a:gd name="connsiteY5" fmla="*/ 831331 h 831331"/>
                    <a:gd name="connsiteX6" fmla="*/ 164468 w 332757"/>
                    <a:gd name="connsiteY6" fmla="*/ 831331 h 831331"/>
                    <a:gd name="connsiteX7" fmla="*/ 50800 w 332757"/>
                    <a:gd name="connsiteY7" fmla="*/ 717663 h 831331"/>
                    <a:gd name="connsiteX8" fmla="*/ 50800 w 332757"/>
                    <a:gd name="connsiteY8" fmla="*/ 113668 h 831331"/>
                    <a:gd name="connsiteX0" fmla="*/ 50800 w 332757"/>
                    <a:gd name="connsiteY0" fmla="*/ 253997 h 971660"/>
                    <a:gd name="connsiteX1" fmla="*/ 164468 w 332757"/>
                    <a:gd name="connsiteY1" fmla="*/ 140329 h 971660"/>
                    <a:gd name="connsiteX2" fmla="*/ 219089 w 332757"/>
                    <a:gd name="connsiteY2" fmla="*/ 140329 h 971660"/>
                    <a:gd name="connsiteX3" fmla="*/ 320057 w 332757"/>
                    <a:gd name="connsiteY3" fmla="*/ 12697 h 971660"/>
                    <a:gd name="connsiteX4" fmla="*/ 332757 w 332757"/>
                    <a:gd name="connsiteY4" fmla="*/ 857992 h 971660"/>
                    <a:gd name="connsiteX5" fmla="*/ 219089 w 332757"/>
                    <a:gd name="connsiteY5" fmla="*/ 971660 h 971660"/>
                    <a:gd name="connsiteX6" fmla="*/ 164468 w 332757"/>
                    <a:gd name="connsiteY6" fmla="*/ 971660 h 971660"/>
                    <a:gd name="connsiteX7" fmla="*/ 50800 w 332757"/>
                    <a:gd name="connsiteY7" fmla="*/ 857992 h 971660"/>
                    <a:gd name="connsiteX8" fmla="*/ 50800 w 332757"/>
                    <a:gd name="connsiteY8" fmla="*/ 253997 h 971660"/>
                    <a:gd name="connsiteX0" fmla="*/ 50800 w 414668"/>
                    <a:gd name="connsiteY0" fmla="*/ 294600 h 1012263"/>
                    <a:gd name="connsiteX1" fmla="*/ 164468 w 414668"/>
                    <a:gd name="connsiteY1" fmla="*/ 180932 h 1012263"/>
                    <a:gd name="connsiteX2" fmla="*/ 219089 w 414668"/>
                    <a:gd name="connsiteY2" fmla="*/ 180932 h 1012263"/>
                    <a:gd name="connsiteX3" fmla="*/ 320057 w 414668"/>
                    <a:gd name="connsiteY3" fmla="*/ 53300 h 1012263"/>
                    <a:gd name="connsiteX4" fmla="*/ 332757 w 414668"/>
                    <a:gd name="connsiteY4" fmla="*/ 898595 h 1012263"/>
                    <a:gd name="connsiteX5" fmla="*/ 219089 w 414668"/>
                    <a:gd name="connsiteY5" fmla="*/ 1012263 h 1012263"/>
                    <a:gd name="connsiteX6" fmla="*/ 164468 w 414668"/>
                    <a:gd name="connsiteY6" fmla="*/ 1012263 h 1012263"/>
                    <a:gd name="connsiteX7" fmla="*/ 50800 w 414668"/>
                    <a:gd name="connsiteY7" fmla="*/ 898595 h 1012263"/>
                    <a:gd name="connsiteX8" fmla="*/ 50800 w 414668"/>
                    <a:gd name="connsiteY8" fmla="*/ 294600 h 1012263"/>
                    <a:gd name="connsiteX0" fmla="*/ 14310 w 871820"/>
                    <a:gd name="connsiteY0" fmla="*/ 7248 h 1141422"/>
                    <a:gd name="connsiteX1" fmla="*/ 621620 w 871820"/>
                    <a:gd name="connsiteY1" fmla="*/ 310091 h 1141422"/>
                    <a:gd name="connsiteX2" fmla="*/ 676241 w 871820"/>
                    <a:gd name="connsiteY2" fmla="*/ 310091 h 1141422"/>
                    <a:gd name="connsiteX3" fmla="*/ 777209 w 871820"/>
                    <a:gd name="connsiteY3" fmla="*/ 182459 h 1141422"/>
                    <a:gd name="connsiteX4" fmla="*/ 789909 w 871820"/>
                    <a:gd name="connsiteY4" fmla="*/ 1027754 h 1141422"/>
                    <a:gd name="connsiteX5" fmla="*/ 676241 w 871820"/>
                    <a:gd name="connsiteY5" fmla="*/ 1141422 h 1141422"/>
                    <a:gd name="connsiteX6" fmla="*/ 621620 w 871820"/>
                    <a:gd name="connsiteY6" fmla="*/ 1141422 h 1141422"/>
                    <a:gd name="connsiteX7" fmla="*/ 507952 w 871820"/>
                    <a:gd name="connsiteY7" fmla="*/ 1027754 h 1141422"/>
                    <a:gd name="connsiteX8" fmla="*/ 14310 w 871820"/>
                    <a:gd name="connsiteY8" fmla="*/ 7248 h 1141422"/>
                    <a:gd name="connsiteX0" fmla="*/ 14310 w 871820"/>
                    <a:gd name="connsiteY0" fmla="*/ 7248 h 1141422"/>
                    <a:gd name="connsiteX1" fmla="*/ 621620 w 871820"/>
                    <a:gd name="connsiteY1" fmla="*/ 310091 h 1141422"/>
                    <a:gd name="connsiteX2" fmla="*/ 777209 w 871820"/>
                    <a:gd name="connsiteY2" fmla="*/ 182459 h 1141422"/>
                    <a:gd name="connsiteX3" fmla="*/ 789909 w 871820"/>
                    <a:gd name="connsiteY3" fmla="*/ 1027754 h 1141422"/>
                    <a:gd name="connsiteX4" fmla="*/ 676241 w 871820"/>
                    <a:gd name="connsiteY4" fmla="*/ 1141422 h 1141422"/>
                    <a:gd name="connsiteX5" fmla="*/ 621620 w 871820"/>
                    <a:gd name="connsiteY5" fmla="*/ 1141422 h 1141422"/>
                    <a:gd name="connsiteX6" fmla="*/ 507952 w 871820"/>
                    <a:gd name="connsiteY6" fmla="*/ 1027754 h 1141422"/>
                    <a:gd name="connsiteX7" fmla="*/ 14310 w 871820"/>
                    <a:gd name="connsiteY7" fmla="*/ 7248 h 1141422"/>
                    <a:gd name="connsiteX0" fmla="*/ 14310 w 871820"/>
                    <a:gd name="connsiteY0" fmla="*/ 56635 h 1190809"/>
                    <a:gd name="connsiteX1" fmla="*/ 777209 w 871820"/>
                    <a:gd name="connsiteY1" fmla="*/ 231846 h 1190809"/>
                    <a:gd name="connsiteX2" fmla="*/ 789909 w 871820"/>
                    <a:gd name="connsiteY2" fmla="*/ 1077141 h 1190809"/>
                    <a:gd name="connsiteX3" fmla="*/ 676241 w 871820"/>
                    <a:gd name="connsiteY3" fmla="*/ 1190809 h 1190809"/>
                    <a:gd name="connsiteX4" fmla="*/ 621620 w 871820"/>
                    <a:gd name="connsiteY4" fmla="*/ 1190809 h 1190809"/>
                    <a:gd name="connsiteX5" fmla="*/ 507952 w 871820"/>
                    <a:gd name="connsiteY5" fmla="*/ 1077141 h 1190809"/>
                    <a:gd name="connsiteX6" fmla="*/ 14310 w 871820"/>
                    <a:gd name="connsiteY6" fmla="*/ 56635 h 1190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820" h="1190809">
                      <a:moveTo>
                        <a:pt x="14310" y="56635"/>
                      </a:moveTo>
                      <a:cubicBezTo>
                        <a:pt x="59186" y="-84247"/>
                        <a:pt x="647943" y="61762"/>
                        <a:pt x="777209" y="231846"/>
                      </a:cubicBezTo>
                      <a:cubicBezTo>
                        <a:pt x="984642" y="-38839"/>
                        <a:pt x="785676" y="795376"/>
                        <a:pt x="789909" y="1077141"/>
                      </a:cubicBezTo>
                      <a:cubicBezTo>
                        <a:pt x="789909" y="1139918"/>
                        <a:pt x="739018" y="1190809"/>
                        <a:pt x="676241" y="1190809"/>
                      </a:cubicBezTo>
                      <a:lnTo>
                        <a:pt x="621620" y="1190809"/>
                      </a:lnTo>
                      <a:cubicBezTo>
                        <a:pt x="558843" y="1190809"/>
                        <a:pt x="507952" y="1139918"/>
                        <a:pt x="507952" y="1077141"/>
                      </a:cubicBezTo>
                      <a:cubicBezTo>
                        <a:pt x="507952" y="875809"/>
                        <a:pt x="-99990" y="302417"/>
                        <a:pt x="14310" y="56635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70DB7A3-44B6-C6CE-3129-3CCF47608F52}"/>
                    </a:ext>
                  </a:extLst>
                </p:cNvPr>
                <p:cNvSpPr/>
                <p:nvPr/>
              </p:nvSpPr>
              <p:spPr>
                <a:xfrm rot="5400000">
                  <a:off x="10462500" y="5222513"/>
                  <a:ext cx="109993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7F31BF1D-8C3F-FC0E-E23F-C1EE730B23E0}"/>
                    </a:ext>
                  </a:extLst>
                </p:cNvPr>
                <p:cNvSpPr/>
                <p:nvPr/>
              </p:nvSpPr>
              <p:spPr>
                <a:xfrm rot="6327036">
                  <a:off x="10189119" y="4041231"/>
                  <a:ext cx="158248" cy="988422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3A8A1F5-2DEB-AC36-F383-4B52F960786B}"/>
                  </a:ext>
                </a:extLst>
              </p:cNvPr>
              <p:cNvGrpSpPr/>
              <p:nvPr/>
            </p:nvGrpSpPr>
            <p:grpSpPr>
              <a:xfrm>
                <a:off x="2329089" y="3853665"/>
                <a:ext cx="613496" cy="893234"/>
                <a:chOff x="10221338" y="4333498"/>
                <a:chExt cx="745198" cy="1084988"/>
              </a:xfrm>
            </p:grpSpPr>
            <p:sp>
              <p:nvSpPr>
                <p:cNvPr id="42" name="Rectangle: Rounded Corners 19">
                  <a:extLst>
                    <a:ext uri="{FF2B5EF4-FFF2-40B4-BE49-F238E27FC236}">
                      <a16:creationId xmlns:a16="http://schemas.microsoft.com/office/drawing/2014/main" id="{BEBB869C-59AE-82F0-D5BF-8520917C4E46}"/>
                    </a:ext>
                  </a:extLst>
                </p:cNvPr>
                <p:cNvSpPr/>
                <p:nvPr/>
              </p:nvSpPr>
              <p:spPr>
                <a:xfrm>
                  <a:off x="10230870" y="4466052"/>
                  <a:ext cx="585272" cy="947945"/>
                </a:xfrm>
                <a:custGeom>
                  <a:avLst/>
                  <a:gdLst>
                    <a:gd name="connsiteX0" fmla="*/ 0 w 281957"/>
                    <a:gd name="connsiteY0" fmla="*/ 113668 h 681037"/>
                    <a:gd name="connsiteX1" fmla="*/ 113668 w 281957"/>
                    <a:gd name="connsiteY1" fmla="*/ 0 h 681037"/>
                    <a:gd name="connsiteX2" fmla="*/ 168289 w 281957"/>
                    <a:gd name="connsiteY2" fmla="*/ 0 h 681037"/>
                    <a:gd name="connsiteX3" fmla="*/ 281957 w 281957"/>
                    <a:gd name="connsiteY3" fmla="*/ 113668 h 681037"/>
                    <a:gd name="connsiteX4" fmla="*/ 281957 w 281957"/>
                    <a:gd name="connsiteY4" fmla="*/ 567369 h 681037"/>
                    <a:gd name="connsiteX5" fmla="*/ 168289 w 281957"/>
                    <a:gd name="connsiteY5" fmla="*/ 681037 h 681037"/>
                    <a:gd name="connsiteX6" fmla="*/ 113668 w 281957"/>
                    <a:gd name="connsiteY6" fmla="*/ 681037 h 681037"/>
                    <a:gd name="connsiteX7" fmla="*/ 0 w 281957"/>
                    <a:gd name="connsiteY7" fmla="*/ 567369 h 681037"/>
                    <a:gd name="connsiteX8" fmla="*/ 0 w 281957"/>
                    <a:gd name="connsiteY8" fmla="*/ 113668 h 681037"/>
                    <a:gd name="connsiteX0" fmla="*/ 33866 w 315823"/>
                    <a:gd name="connsiteY0" fmla="*/ 113668 h 681037"/>
                    <a:gd name="connsiteX1" fmla="*/ 147534 w 315823"/>
                    <a:gd name="connsiteY1" fmla="*/ 0 h 681037"/>
                    <a:gd name="connsiteX2" fmla="*/ 202155 w 315823"/>
                    <a:gd name="connsiteY2" fmla="*/ 0 h 681037"/>
                    <a:gd name="connsiteX3" fmla="*/ 315823 w 315823"/>
                    <a:gd name="connsiteY3" fmla="*/ 113668 h 681037"/>
                    <a:gd name="connsiteX4" fmla="*/ 315823 w 315823"/>
                    <a:gd name="connsiteY4" fmla="*/ 567369 h 681037"/>
                    <a:gd name="connsiteX5" fmla="*/ 202155 w 315823"/>
                    <a:gd name="connsiteY5" fmla="*/ 681037 h 681037"/>
                    <a:gd name="connsiteX6" fmla="*/ 147534 w 315823"/>
                    <a:gd name="connsiteY6" fmla="*/ 681037 h 681037"/>
                    <a:gd name="connsiteX7" fmla="*/ 33866 w 315823"/>
                    <a:gd name="connsiteY7" fmla="*/ 567369 h 681037"/>
                    <a:gd name="connsiteX8" fmla="*/ 33866 w 315823"/>
                    <a:gd name="connsiteY8" fmla="*/ 113668 h 681037"/>
                    <a:gd name="connsiteX0" fmla="*/ 33866 w 332756"/>
                    <a:gd name="connsiteY0" fmla="*/ 113668 h 681037"/>
                    <a:gd name="connsiteX1" fmla="*/ 147534 w 332756"/>
                    <a:gd name="connsiteY1" fmla="*/ 0 h 681037"/>
                    <a:gd name="connsiteX2" fmla="*/ 202155 w 332756"/>
                    <a:gd name="connsiteY2" fmla="*/ 0 h 681037"/>
                    <a:gd name="connsiteX3" fmla="*/ 315823 w 332756"/>
                    <a:gd name="connsiteY3" fmla="*/ 113668 h 681037"/>
                    <a:gd name="connsiteX4" fmla="*/ 315823 w 332756"/>
                    <a:gd name="connsiteY4" fmla="*/ 567369 h 681037"/>
                    <a:gd name="connsiteX5" fmla="*/ 202155 w 332756"/>
                    <a:gd name="connsiteY5" fmla="*/ 681037 h 681037"/>
                    <a:gd name="connsiteX6" fmla="*/ 147534 w 332756"/>
                    <a:gd name="connsiteY6" fmla="*/ 681037 h 681037"/>
                    <a:gd name="connsiteX7" fmla="*/ 33866 w 332756"/>
                    <a:gd name="connsiteY7" fmla="*/ 567369 h 681037"/>
                    <a:gd name="connsiteX8" fmla="*/ 33866 w 332756"/>
                    <a:gd name="connsiteY8" fmla="*/ 113668 h 681037"/>
                    <a:gd name="connsiteX0" fmla="*/ 16987 w 444538"/>
                    <a:gd name="connsiteY0" fmla="*/ 10594 h 865559"/>
                    <a:gd name="connsiteX1" fmla="*/ 259316 w 444538"/>
                    <a:gd name="connsiteY1" fmla="*/ 184522 h 865559"/>
                    <a:gd name="connsiteX2" fmla="*/ 313937 w 444538"/>
                    <a:gd name="connsiteY2" fmla="*/ 184522 h 865559"/>
                    <a:gd name="connsiteX3" fmla="*/ 427605 w 444538"/>
                    <a:gd name="connsiteY3" fmla="*/ 298190 h 865559"/>
                    <a:gd name="connsiteX4" fmla="*/ 427605 w 444538"/>
                    <a:gd name="connsiteY4" fmla="*/ 751891 h 865559"/>
                    <a:gd name="connsiteX5" fmla="*/ 313937 w 444538"/>
                    <a:gd name="connsiteY5" fmla="*/ 865559 h 865559"/>
                    <a:gd name="connsiteX6" fmla="*/ 259316 w 444538"/>
                    <a:gd name="connsiteY6" fmla="*/ 865559 h 865559"/>
                    <a:gd name="connsiteX7" fmla="*/ 145648 w 444538"/>
                    <a:gd name="connsiteY7" fmla="*/ 751891 h 865559"/>
                    <a:gd name="connsiteX8" fmla="*/ 16987 w 444538"/>
                    <a:gd name="connsiteY8" fmla="*/ 10594 h 865559"/>
                    <a:gd name="connsiteX0" fmla="*/ 16987 w 444538"/>
                    <a:gd name="connsiteY0" fmla="*/ 10594 h 865559"/>
                    <a:gd name="connsiteX1" fmla="*/ 259316 w 444538"/>
                    <a:gd name="connsiteY1" fmla="*/ 184522 h 865559"/>
                    <a:gd name="connsiteX2" fmla="*/ 427605 w 444538"/>
                    <a:gd name="connsiteY2" fmla="*/ 298190 h 865559"/>
                    <a:gd name="connsiteX3" fmla="*/ 427605 w 444538"/>
                    <a:gd name="connsiteY3" fmla="*/ 751891 h 865559"/>
                    <a:gd name="connsiteX4" fmla="*/ 313937 w 444538"/>
                    <a:gd name="connsiteY4" fmla="*/ 865559 h 865559"/>
                    <a:gd name="connsiteX5" fmla="*/ 259316 w 444538"/>
                    <a:gd name="connsiteY5" fmla="*/ 865559 h 865559"/>
                    <a:gd name="connsiteX6" fmla="*/ 145648 w 444538"/>
                    <a:gd name="connsiteY6" fmla="*/ 751891 h 865559"/>
                    <a:gd name="connsiteX7" fmla="*/ 16987 w 444538"/>
                    <a:gd name="connsiteY7" fmla="*/ 10594 h 865559"/>
                    <a:gd name="connsiteX0" fmla="*/ 16987 w 444538"/>
                    <a:gd name="connsiteY0" fmla="*/ 14456 h 869421"/>
                    <a:gd name="connsiteX1" fmla="*/ 427605 w 444538"/>
                    <a:gd name="connsiteY1" fmla="*/ 302052 h 869421"/>
                    <a:gd name="connsiteX2" fmla="*/ 427605 w 444538"/>
                    <a:gd name="connsiteY2" fmla="*/ 755753 h 869421"/>
                    <a:gd name="connsiteX3" fmla="*/ 313937 w 444538"/>
                    <a:gd name="connsiteY3" fmla="*/ 869421 h 869421"/>
                    <a:gd name="connsiteX4" fmla="*/ 259316 w 444538"/>
                    <a:gd name="connsiteY4" fmla="*/ 869421 h 869421"/>
                    <a:gd name="connsiteX5" fmla="*/ 145648 w 444538"/>
                    <a:gd name="connsiteY5" fmla="*/ 755753 h 869421"/>
                    <a:gd name="connsiteX6" fmla="*/ 16987 w 444538"/>
                    <a:gd name="connsiteY6" fmla="*/ 14456 h 869421"/>
                    <a:gd name="connsiteX0" fmla="*/ 16987 w 479167"/>
                    <a:gd name="connsiteY0" fmla="*/ 30685 h 885782"/>
                    <a:gd name="connsiteX1" fmla="*/ 465447 w 479167"/>
                    <a:gd name="connsiteY1" fmla="*/ 151778 h 885782"/>
                    <a:gd name="connsiteX2" fmla="*/ 427605 w 479167"/>
                    <a:gd name="connsiteY2" fmla="*/ 771982 h 885782"/>
                    <a:gd name="connsiteX3" fmla="*/ 313937 w 479167"/>
                    <a:gd name="connsiteY3" fmla="*/ 885650 h 885782"/>
                    <a:gd name="connsiteX4" fmla="*/ 259316 w 479167"/>
                    <a:gd name="connsiteY4" fmla="*/ 885650 h 885782"/>
                    <a:gd name="connsiteX5" fmla="*/ 145648 w 479167"/>
                    <a:gd name="connsiteY5" fmla="*/ 771982 h 885782"/>
                    <a:gd name="connsiteX6" fmla="*/ 16987 w 479167"/>
                    <a:gd name="connsiteY6" fmla="*/ 30685 h 885782"/>
                    <a:gd name="connsiteX0" fmla="*/ 16987 w 585273"/>
                    <a:gd name="connsiteY0" fmla="*/ 89879 h 947944"/>
                    <a:gd name="connsiteX1" fmla="*/ 578972 w 585273"/>
                    <a:gd name="connsiteY1" fmla="*/ 67173 h 947944"/>
                    <a:gd name="connsiteX2" fmla="*/ 427605 w 585273"/>
                    <a:gd name="connsiteY2" fmla="*/ 831176 h 947944"/>
                    <a:gd name="connsiteX3" fmla="*/ 313937 w 585273"/>
                    <a:gd name="connsiteY3" fmla="*/ 944844 h 947944"/>
                    <a:gd name="connsiteX4" fmla="*/ 259316 w 585273"/>
                    <a:gd name="connsiteY4" fmla="*/ 944844 h 947944"/>
                    <a:gd name="connsiteX5" fmla="*/ 145648 w 585273"/>
                    <a:gd name="connsiteY5" fmla="*/ 831176 h 947944"/>
                    <a:gd name="connsiteX6" fmla="*/ 16987 w 585273"/>
                    <a:gd name="connsiteY6" fmla="*/ 89879 h 947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85273" h="947944">
                      <a:moveTo>
                        <a:pt x="16987" y="89879"/>
                      </a:moveTo>
                      <a:cubicBezTo>
                        <a:pt x="63980" y="14262"/>
                        <a:pt x="510536" y="-56377"/>
                        <a:pt x="578972" y="67173"/>
                      </a:cubicBezTo>
                      <a:cubicBezTo>
                        <a:pt x="617072" y="218407"/>
                        <a:pt x="471777" y="684898"/>
                        <a:pt x="427605" y="831176"/>
                      </a:cubicBezTo>
                      <a:cubicBezTo>
                        <a:pt x="383433" y="977454"/>
                        <a:pt x="376714" y="944844"/>
                        <a:pt x="313937" y="944844"/>
                      </a:cubicBezTo>
                      <a:lnTo>
                        <a:pt x="259316" y="944844"/>
                      </a:lnTo>
                      <a:cubicBezTo>
                        <a:pt x="196539" y="944844"/>
                        <a:pt x="145648" y="893953"/>
                        <a:pt x="145648" y="831176"/>
                      </a:cubicBezTo>
                      <a:cubicBezTo>
                        <a:pt x="145648" y="679942"/>
                        <a:pt x="-59213" y="241113"/>
                        <a:pt x="16987" y="89879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EC5351-02D2-CEDD-10DD-A23DDF06EE12}"/>
                    </a:ext>
                  </a:extLst>
                </p:cNvPr>
                <p:cNvSpPr/>
                <p:nvPr/>
              </p:nvSpPr>
              <p:spPr>
                <a:xfrm rot="5400000">
                  <a:off x="10447003" y="5207018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A2738E7-9371-A477-B19B-05EA920BD509}"/>
                    </a:ext>
                  </a:extLst>
                </p:cNvPr>
                <p:cNvSpPr/>
                <p:nvPr/>
              </p:nvSpPr>
              <p:spPr>
                <a:xfrm rot="6071342" flipH="1">
                  <a:off x="10438586" y="4116250"/>
                  <a:ext cx="310701" cy="745198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9B4A03A-3D8D-FBDD-2B94-CDCBCCFEF652}"/>
                </a:ext>
              </a:extLst>
            </p:cNvPr>
            <p:cNvGrpSpPr/>
            <p:nvPr/>
          </p:nvGrpSpPr>
          <p:grpSpPr>
            <a:xfrm>
              <a:off x="2588125" y="818705"/>
              <a:ext cx="3571708" cy="3357524"/>
              <a:chOff x="1662291" y="1242161"/>
              <a:chExt cx="3571708" cy="3357524"/>
            </a:xfrm>
          </p:grpSpPr>
          <p:sp>
            <p:nvSpPr>
              <p:cNvPr id="6" name="Rectangle 169">
                <a:extLst>
                  <a:ext uri="{FF2B5EF4-FFF2-40B4-BE49-F238E27FC236}">
                    <a16:creationId xmlns:a16="http://schemas.microsoft.com/office/drawing/2014/main" id="{907863D2-72FD-6E2D-74C5-FE576CB45169}"/>
                  </a:ext>
                </a:extLst>
              </p:cNvPr>
              <p:cNvSpPr/>
              <p:nvPr/>
            </p:nvSpPr>
            <p:spPr>
              <a:xfrm rot="18633300">
                <a:off x="2383440" y="1573997"/>
                <a:ext cx="430975" cy="314475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5122" h="788037">
                    <a:moveTo>
                      <a:pt x="30857" y="506777"/>
                    </a:moveTo>
                    <a:cubicBezTo>
                      <a:pt x="-62408" y="463683"/>
                      <a:pt x="75449" y="138754"/>
                      <a:pt x="183100" y="-1"/>
                    </a:cubicBezTo>
                    <a:cubicBezTo>
                      <a:pt x="285492" y="17739"/>
                      <a:pt x="791092" y="-15927"/>
                      <a:pt x="898246" y="49438"/>
                    </a:cubicBezTo>
                    <a:cubicBezTo>
                      <a:pt x="1025245" y="65499"/>
                      <a:pt x="1179560" y="505989"/>
                      <a:pt x="1235122" y="593487"/>
                    </a:cubicBezTo>
                    <a:cubicBezTo>
                      <a:pt x="1124327" y="1082437"/>
                      <a:pt x="89265" y="494078"/>
                      <a:pt x="30857" y="506777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angle 94">
                <a:extLst>
                  <a:ext uri="{FF2B5EF4-FFF2-40B4-BE49-F238E27FC236}">
                    <a16:creationId xmlns:a16="http://schemas.microsoft.com/office/drawing/2014/main" id="{91FF6764-E37F-2133-60CD-EA3A3B67BEFB}"/>
                  </a:ext>
                </a:extLst>
              </p:cNvPr>
              <p:cNvSpPr/>
              <p:nvPr/>
            </p:nvSpPr>
            <p:spPr>
              <a:xfrm>
                <a:off x="1707049" y="1704893"/>
                <a:ext cx="3094901" cy="2894792"/>
              </a:xfrm>
              <a:custGeom>
                <a:avLst/>
                <a:gdLst>
                  <a:gd name="connsiteX0" fmla="*/ 0 w 1776549"/>
                  <a:gd name="connsiteY0" fmla="*/ 0 h 1983513"/>
                  <a:gd name="connsiteX1" fmla="*/ 1776549 w 1776549"/>
                  <a:gd name="connsiteY1" fmla="*/ 0 h 1983513"/>
                  <a:gd name="connsiteX2" fmla="*/ 1776549 w 1776549"/>
                  <a:gd name="connsiteY2" fmla="*/ 1983513 h 1983513"/>
                  <a:gd name="connsiteX3" fmla="*/ 0 w 1776549"/>
                  <a:gd name="connsiteY3" fmla="*/ 1983513 h 1983513"/>
                  <a:gd name="connsiteX4" fmla="*/ 0 w 1776549"/>
                  <a:gd name="connsiteY4" fmla="*/ 0 h 1983513"/>
                  <a:gd name="connsiteX0" fmla="*/ 0 w 2144849"/>
                  <a:gd name="connsiteY0" fmla="*/ 0 h 2097813"/>
                  <a:gd name="connsiteX1" fmla="*/ 2144849 w 2144849"/>
                  <a:gd name="connsiteY1" fmla="*/ 114300 h 2097813"/>
                  <a:gd name="connsiteX2" fmla="*/ 2144849 w 2144849"/>
                  <a:gd name="connsiteY2" fmla="*/ 2097813 h 2097813"/>
                  <a:gd name="connsiteX3" fmla="*/ 368300 w 2144849"/>
                  <a:gd name="connsiteY3" fmla="*/ 2097813 h 2097813"/>
                  <a:gd name="connsiteX4" fmla="*/ 0 w 2144849"/>
                  <a:gd name="connsiteY4" fmla="*/ 0 h 2097813"/>
                  <a:gd name="connsiteX0" fmla="*/ 0 w 2271849"/>
                  <a:gd name="connsiteY0" fmla="*/ 0 h 2097813"/>
                  <a:gd name="connsiteX1" fmla="*/ 2271849 w 2271849"/>
                  <a:gd name="connsiteY1" fmla="*/ 0 h 2097813"/>
                  <a:gd name="connsiteX2" fmla="*/ 2144849 w 2271849"/>
                  <a:gd name="connsiteY2" fmla="*/ 2097813 h 2097813"/>
                  <a:gd name="connsiteX3" fmla="*/ 368300 w 2271849"/>
                  <a:gd name="connsiteY3" fmla="*/ 2097813 h 2097813"/>
                  <a:gd name="connsiteX4" fmla="*/ 0 w 2271849"/>
                  <a:gd name="connsiteY4" fmla="*/ 0 h 2097813"/>
                  <a:gd name="connsiteX0" fmla="*/ 0 w 2271849"/>
                  <a:gd name="connsiteY0" fmla="*/ 158044 h 2255857"/>
                  <a:gd name="connsiteX1" fmla="*/ 2271849 w 2271849"/>
                  <a:gd name="connsiteY1" fmla="*/ 158044 h 2255857"/>
                  <a:gd name="connsiteX2" fmla="*/ 2144849 w 2271849"/>
                  <a:gd name="connsiteY2" fmla="*/ 2255857 h 2255857"/>
                  <a:gd name="connsiteX3" fmla="*/ 368300 w 2271849"/>
                  <a:gd name="connsiteY3" fmla="*/ 2255857 h 2255857"/>
                  <a:gd name="connsiteX4" fmla="*/ 0 w 2271849"/>
                  <a:gd name="connsiteY4" fmla="*/ 158044 h 2255857"/>
                  <a:gd name="connsiteX0" fmla="*/ 0 w 2271849"/>
                  <a:gd name="connsiteY0" fmla="*/ 276307 h 2374120"/>
                  <a:gd name="connsiteX1" fmla="*/ 2271849 w 2271849"/>
                  <a:gd name="connsiteY1" fmla="*/ 276307 h 2374120"/>
                  <a:gd name="connsiteX2" fmla="*/ 2144849 w 2271849"/>
                  <a:gd name="connsiteY2" fmla="*/ 2374120 h 2374120"/>
                  <a:gd name="connsiteX3" fmla="*/ 368300 w 2271849"/>
                  <a:gd name="connsiteY3" fmla="*/ 2374120 h 2374120"/>
                  <a:gd name="connsiteX4" fmla="*/ 0 w 2271849"/>
                  <a:gd name="connsiteY4" fmla="*/ 276307 h 2374120"/>
                  <a:gd name="connsiteX0" fmla="*/ 0 w 2513149"/>
                  <a:gd name="connsiteY0" fmla="*/ 276307 h 2374120"/>
                  <a:gd name="connsiteX1" fmla="*/ 2271849 w 2513149"/>
                  <a:gd name="connsiteY1" fmla="*/ 276307 h 2374120"/>
                  <a:gd name="connsiteX2" fmla="*/ 2513149 w 2513149"/>
                  <a:gd name="connsiteY2" fmla="*/ 2196320 h 2374120"/>
                  <a:gd name="connsiteX3" fmla="*/ 368300 w 2513149"/>
                  <a:gd name="connsiteY3" fmla="*/ 2374120 h 2374120"/>
                  <a:gd name="connsiteX4" fmla="*/ 0 w 2513149"/>
                  <a:gd name="connsiteY4" fmla="*/ 276307 h 2374120"/>
                  <a:gd name="connsiteX0" fmla="*/ 0 w 2519880"/>
                  <a:gd name="connsiteY0" fmla="*/ 276307 h 2374120"/>
                  <a:gd name="connsiteX1" fmla="*/ 2271849 w 2519880"/>
                  <a:gd name="connsiteY1" fmla="*/ 276307 h 2374120"/>
                  <a:gd name="connsiteX2" fmla="*/ 2513149 w 2519880"/>
                  <a:gd name="connsiteY2" fmla="*/ 2196320 h 2374120"/>
                  <a:gd name="connsiteX3" fmla="*/ 368300 w 2519880"/>
                  <a:gd name="connsiteY3" fmla="*/ 2374120 h 2374120"/>
                  <a:gd name="connsiteX4" fmla="*/ 0 w 2519880"/>
                  <a:gd name="connsiteY4" fmla="*/ 276307 h 2374120"/>
                  <a:gd name="connsiteX0" fmla="*/ 0 w 2519880"/>
                  <a:gd name="connsiteY0" fmla="*/ 276307 h 2475720"/>
                  <a:gd name="connsiteX1" fmla="*/ 2271849 w 2519880"/>
                  <a:gd name="connsiteY1" fmla="*/ 276307 h 2475720"/>
                  <a:gd name="connsiteX2" fmla="*/ 2513149 w 2519880"/>
                  <a:gd name="connsiteY2" fmla="*/ 2196320 h 2475720"/>
                  <a:gd name="connsiteX3" fmla="*/ 241300 w 2519880"/>
                  <a:gd name="connsiteY3" fmla="*/ 2475720 h 2475720"/>
                  <a:gd name="connsiteX4" fmla="*/ 0 w 2519880"/>
                  <a:gd name="connsiteY4" fmla="*/ 276307 h 2475720"/>
                  <a:gd name="connsiteX0" fmla="*/ 0 w 2519880"/>
                  <a:gd name="connsiteY0" fmla="*/ 276307 h 2674404"/>
                  <a:gd name="connsiteX1" fmla="*/ 2271849 w 2519880"/>
                  <a:gd name="connsiteY1" fmla="*/ 276307 h 2674404"/>
                  <a:gd name="connsiteX2" fmla="*/ 2513149 w 2519880"/>
                  <a:gd name="connsiteY2" fmla="*/ 2196320 h 2674404"/>
                  <a:gd name="connsiteX3" fmla="*/ 241300 w 2519880"/>
                  <a:gd name="connsiteY3" fmla="*/ 2475720 h 2674404"/>
                  <a:gd name="connsiteX4" fmla="*/ 0 w 2519880"/>
                  <a:gd name="connsiteY4" fmla="*/ 276307 h 2674404"/>
                  <a:gd name="connsiteX0" fmla="*/ 0 w 2519880"/>
                  <a:gd name="connsiteY0" fmla="*/ 276307 h 2894792"/>
                  <a:gd name="connsiteX1" fmla="*/ 2271849 w 2519880"/>
                  <a:gd name="connsiteY1" fmla="*/ 276307 h 2894792"/>
                  <a:gd name="connsiteX2" fmla="*/ 2513149 w 2519880"/>
                  <a:gd name="connsiteY2" fmla="*/ 2196320 h 2894792"/>
                  <a:gd name="connsiteX3" fmla="*/ 241300 w 2519880"/>
                  <a:gd name="connsiteY3" fmla="*/ 2475720 h 2894792"/>
                  <a:gd name="connsiteX4" fmla="*/ 0 w 2519880"/>
                  <a:gd name="connsiteY4" fmla="*/ 276307 h 2894792"/>
                  <a:gd name="connsiteX0" fmla="*/ 59185 w 2579065"/>
                  <a:gd name="connsiteY0" fmla="*/ 276307 h 2894792"/>
                  <a:gd name="connsiteX1" fmla="*/ 2331034 w 2579065"/>
                  <a:gd name="connsiteY1" fmla="*/ 276307 h 2894792"/>
                  <a:gd name="connsiteX2" fmla="*/ 2572334 w 2579065"/>
                  <a:gd name="connsiteY2" fmla="*/ 2196320 h 2894792"/>
                  <a:gd name="connsiteX3" fmla="*/ 300485 w 2579065"/>
                  <a:gd name="connsiteY3" fmla="*/ 2475720 h 2894792"/>
                  <a:gd name="connsiteX4" fmla="*/ 59185 w 2579065"/>
                  <a:gd name="connsiteY4" fmla="*/ 276307 h 2894792"/>
                  <a:gd name="connsiteX0" fmla="*/ 392638 w 2912518"/>
                  <a:gd name="connsiteY0" fmla="*/ 276307 h 2894792"/>
                  <a:gd name="connsiteX1" fmla="*/ 2664487 w 2912518"/>
                  <a:gd name="connsiteY1" fmla="*/ 276307 h 2894792"/>
                  <a:gd name="connsiteX2" fmla="*/ 2905787 w 2912518"/>
                  <a:gd name="connsiteY2" fmla="*/ 2196320 h 2894792"/>
                  <a:gd name="connsiteX3" fmla="*/ 633938 w 2912518"/>
                  <a:gd name="connsiteY3" fmla="*/ 2475720 h 2894792"/>
                  <a:gd name="connsiteX4" fmla="*/ 12270 w 2912518"/>
                  <a:gd name="connsiteY4" fmla="*/ 1635207 h 2894792"/>
                  <a:gd name="connsiteX5" fmla="*/ 392638 w 2912518"/>
                  <a:gd name="connsiteY5" fmla="*/ 276307 h 2894792"/>
                  <a:gd name="connsiteX0" fmla="*/ 400226 w 2920106"/>
                  <a:gd name="connsiteY0" fmla="*/ 276307 h 2894792"/>
                  <a:gd name="connsiteX1" fmla="*/ 2672075 w 2920106"/>
                  <a:gd name="connsiteY1" fmla="*/ 276307 h 2894792"/>
                  <a:gd name="connsiteX2" fmla="*/ 2913375 w 2920106"/>
                  <a:gd name="connsiteY2" fmla="*/ 2196320 h 2894792"/>
                  <a:gd name="connsiteX3" fmla="*/ 641526 w 2920106"/>
                  <a:gd name="connsiteY3" fmla="*/ 2475720 h 2894792"/>
                  <a:gd name="connsiteX4" fmla="*/ 19858 w 2920106"/>
                  <a:gd name="connsiteY4" fmla="*/ 1635207 h 2894792"/>
                  <a:gd name="connsiteX5" fmla="*/ 286558 w 2920106"/>
                  <a:gd name="connsiteY5" fmla="*/ 1000207 h 2894792"/>
                  <a:gd name="connsiteX6" fmla="*/ 400226 w 2920106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100891 w 3001139"/>
                  <a:gd name="connsiteY4" fmla="*/ 1635207 h 2894792"/>
                  <a:gd name="connsiteX5" fmla="*/ 367591 w 3001139"/>
                  <a:gd name="connsiteY5" fmla="*/ 1000207 h 2894792"/>
                  <a:gd name="connsiteX6" fmla="*/ 481259 w 3001139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100891 w 3001139"/>
                  <a:gd name="connsiteY4" fmla="*/ 1635207 h 2894792"/>
                  <a:gd name="connsiteX5" fmla="*/ 367591 w 3001139"/>
                  <a:gd name="connsiteY5" fmla="*/ 1000207 h 2894792"/>
                  <a:gd name="connsiteX6" fmla="*/ 481259 w 3001139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697792 w 3001139"/>
                  <a:gd name="connsiteY4" fmla="*/ 1978107 h 2894792"/>
                  <a:gd name="connsiteX5" fmla="*/ 100891 w 3001139"/>
                  <a:gd name="connsiteY5" fmla="*/ 1635207 h 2894792"/>
                  <a:gd name="connsiteX6" fmla="*/ 367591 w 3001139"/>
                  <a:gd name="connsiteY6" fmla="*/ 1000207 h 2894792"/>
                  <a:gd name="connsiteX7" fmla="*/ 481259 w 3001139"/>
                  <a:gd name="connsiteY7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697792 w 3001139"/>
                  <a:gd name="connsiteY4" fmla="*/ 1978107 h 2894792"/>
                  <a:gd name="connsiteX5" fmla="*/ 100891 w 3001139"/>
                  <a:gd name="connsiteY5" fmla="*/ 1635207 h 2894792"/>
                  <a:gd name="connsiteX6" fmla="*/ 367591 w 3001139"/>
                  <a:gd name="connsiteY6" fmla="*/ 1000207 h 2894792"/>
                  <a:gd name="connsiteX7" fmla="*/ 481259 w 3001139"/>
                  <a:gd name="connsiteY7" fmla="*/ 276307 h 2894792"/>
                  <a:gd name="connsiteX0" fmla="*/ 388989 w 2908869"/>
                  <a:gd name="connsiteY0" fmla="*/ 276307 h 2894792"/>
                  <a:gd name="connsiteX1" fmla="*/ 2660838 w 2908869"/>
                  <a:gd name="connsiteY1" fmla="*/ 276307 h 2894792"/>
                  <a:gd name="connsiteX2" fmla="*/ 2902138 w 2908869"/>
                  <a:gd name="connsiteY2" fmla="*/ 2196320 h 2894792"/>
                  <a:gd name="connsiteX3" fmla="*/ 630289 w 2908869"/>
                  <a:gd name="connsiteY3" fmla="*/ 2475720 h 2894792"/>
                  <a:gd name="connsiteX4" fmla="*/ 8621 w 2908869"/>
                  <a:gd name="connsiteY4" fmla="*/ 1635207 h 2894792"/>
                  <a:gd name="connsiteX5" fmla="*/ 275321 w 2908869"/>
                  <a:gd name="connsiteY5" fmla="*/ 1000207 h 2894792"/>
                  <a:gd name="connsiteX6" fmla="*/ 388989 w 2908869"/>
                  <a:gd name="connsiteY6" fmla="*/ 276307 h 2894792"/>
                  <a:gd name="connsiteX0" fmla="*/ 469952 w 2989832"/>
                  <a:gd name="connsiteY0" fmla="*/ 276307 h 2894792"/>
                  <a:gd name="connsiteX1" fmla="*/ 2741801 w 2989832"/>
                  <a:gd name="connsiteY1" fmla="*/ 276307 h 2894792"/>
                  <a:gd name="connsiteX2" fmla="*/ 2983101 w 2989832"/>
                  <a:gd name="connsiteY2" fmla="*/ 2196320 h 2894792"/>
                  <a:gd name="connsiteX3" fmla="*/ 711252 w 2989832"/>
                  <a:gd name="connsiteY3" fmla="*/ 2475720 h 2894792"/>
                  <a:gd name="connsiteX4" fmla="*/ 7034 w 2989832"/>
                  <a:gd name="connsiteY4" fmla="*/ 1654257 h 2894792"/>
                  <a:gd name="connsiteX5" fmla="*/ 356284 w 2989832"/>
                  <a:gd name="connsiteY5" fmla="*/ 1000207 h 2894792"/>
                  <a:gd name="connsiteX6" fmla="*/ 469952 w 2989832"/>
                  <a:gd name="connsiteY6" fmla="*/ 276307 h 2894792"/>
                  <a:gd name="connsiteX0" fmla="*/ 463098 w 2982978"/>
                  <a:gd name="connsiteY0" fmla="*/ 276307 h 2894792"/>
                  <a:gd name="connsiteX1" fmla="*/ 2734947 w 2982978"/>
                  <a:gd name="connsiteY1" fmla="*/ 276307 h 2894792"/>
                  <a:gd name="connsiteX2" fmla="*/ 2976247 w 2982978"/>
                  <a:gd name="connsiteY2" fmla="*/ 2196320 h 2894792"/>
                  <a:gd name="connsiteX3" fmla="*/ 704398 w 2982978"/>
                  <a:gd name="connsiteY3" fmla="*/ 2475720 h 2894792"/>
                  <a:gd name="connsiteX4" fmla="*/ 412038 w 2982978"/>
                  <a:gd name="connsiteY4" fmla="*/ 2170525 h 2894792"/>
                  <a:gd name="connsiteX5" fmla="*/ 180 w 2982978"/>
                  <a:gd name="connsiteY5" fmla="*/ 1654257 h 2894792"/>
                  <a:gd name="connsiteX6" fmla="*/ 349430 w 2982978"/>
                  <a:gd name="connsiteY6" fmla="*/ 1000207 h 2894792"/>
                  <a:gd name="connsiteX7" fmla="*/ 463098 w 2982978"/>
                  <a:gd name="connsiteY7" fmla="*/ 276307 h 2894792"/>
                  <a:gd name="connsiteX0" fmla="*/ 463105 w 2982985"/>
                  <a:gd name="connsiteY0" fmla="*/ 276307 h 2894792"/>
                  <a:gd name="connsiteX1" fmla="*/ 2734954 w 2982985"/>
                  <a:gd name="connsiteY1" fmla="*/ 276307 h 2894792"/>
                  <a:gd name="connsiteX2" fmla="*/ 2976254 w 2982985"/>
                  <a:gd name="connsiteY2" fmla="*/ 2196320 h 2894792"/>
                  <a:gd name="connsiteX3" fmla="*/ 704405 w 2982985"/>
                  <a:gd name="connsiteY3" fmla="*/ 2475720 h 2894792"/>
                  <a:gd name="connsiteX4" fmla="*/ 412045 w 2982985"/>
                  <a:gd name="connsiteY4" fmla="*/ 2170525 h 2894792"/>
                  <a:gd name="connsiteX5" fmla="*/ 187 w 2982985"/>
                  <a:gd name="connsiteY5" fmla="*/ 1654257 h 2894792"/>
                  <a:gd name="connsiteX6" fmla="*/ 349437 w 2982985"/>
                  <a:gd name="connsiteY6" fmla="*/ 1000207 h 2894792"/>
                  <a:gd name="connsiteX7" fmla="*/ 463105 w 2982985"/>
                  <a:gd name="connsiteY7" fmla="*/ 276307 h 2894792"/>
                  <a:gd name="connsiteX0" fmla="*/ 463986 w 2983866"/>
                  <a:gd name="connsiteY0" fmla="*/ 276307 h 2894792"/>
                  <a:gd name="connsiteX1" fmla="*/ 2735835 w 2983866"/>
                  <a:gd name="connsiteY1" fmla="*/ 276307 h 2894792"/>
                  <a:gd name="connsiteX2" fmla="*/ 2977135 w 2983866"/>
                  <a:gd name="connsiteY2" fmla="*/ 2196320 h 2894792"/>
                  <a:gd name="connsiteX3" fmla="*/ 705286 w 2983866"/>
                  <a:gd name="connsiteY3" fmla="*/ 2475720 h 2894792"/>
                  <a:gd name="connsiteX4" fmla="*/ 412926 w 2983866"/>
                  <a:gd name="connsiteY4" fmla="*/ 2170525 h 2894792"/>
                  <a:gd name="connsiteX5" fmla="*/ 1068 w 2983866"/>
                  <a:gd name="connsiteY5" fmla="*/ 1654257 h 2894792"/>
                  <a:gd name="connsiteX6" fmla="*/ 350318 w 2983866"/>
                  <a:gd name="connsiteY6" fmla="*/ 1000207 h 2894792"/>
                  <a:gd name="connsiteX7" fmla="*/ 463986 w 2983866"/>
                  <a:gd name="connsiteY7" fmla="*/ 276307 h 2894792"/>
                  <a:gd name="connsiteX0" fmla="*/ 462932 w 2982812"/>
                  <a:gd name="connsiteY0" fmla="*/ 276307 h 2894792"/>
                  <a:gd name="connsiteX1" fmla="*/ 2734781 w 2982812"/>
                  <a:gd name="connsiteY1" fmla="*/ 276307 h 2894792"/>
                  <a:gd name="connsiteX2" fmla="*/ 2976081 w 2982812"/>
                  <a:gd name="connsiteY2" fmla="*/ 2196320 h 2894792"/>
                  <a:gd name="connsiteX3" fmla="*/ 704232 w 2982812"/>
                  <a:gd name="connsiteY3" fmla="*/ 2475720 h 2894792"/>
                  <a:gd name="connsiteX4" fmla="*/ 411872 w 2982812"/>
                  <a:gd name="connsiteY4" fmla="*/ 2170525 h 2894792"/>
                  <a:gd name="connsiteX5" fmla="*/ 14 w 2982812"/>
                  <a:gd name="connsiteY5" fmla="*/ 1654257 h 2894792"/>
                  <a:gd name="connsiteX6" fmla="*/ 349264 w 2982812"/>
                  <a:gd name="connsiteY6" fmla="*/ 1000207 h 2894792"/>
                  <a:gd name="connsiteX7" fmla="*/ 462932 w 2982812"/>
                  <a:gd name="connsiteY7" fmla="*/ 276307 h 2894792"/>
                  <a:gd name="connsiteX0" fmla="*/ 462931 w 2982811"/>
                  <a:gd name="connsiteY0" fmla="*/ 276307 h 2894792"/>
                  <a:gd name="connsiteX1" fmla="*/ 2734780 w 2982811"/>
                  <a:gd name="connsiteY1" fmla="*/ 276307 h 2894792"/>
                  <a:gd name="connsiteX2" fmla="*/ 2976080 w 2982811"/>
                  <a:gd name="connsiteY2" fmla="*/ 2196320 h 2894792"/>
                  <a:gd name="connsiteX3" fmla="*/ 704231 w 2982811"/>
                  <a:gd name="connsiteY3" fmla="*/ 2475720 h 2894792"/>
                  <a:gd name="connsiteX4" fmla="*/ 423777 w 2982811"/>
                  <a:gd name="connsiteY4" fmla="*/ 2144331 h 2894792"/>
                  <a:gd name="connsiteX5" fmla="*/ 13 w 2982811"/>
                  <a:gd name="connsiteY5" fmla="*/ 1654257 h 2894792"/>
                  <a:gd name="connsiteX6" fmla="*/ 349263 w 2982811"/>
                  <a:gd name="connsiteY6" fmla="*/ 1000207 h 2894792"/>
                  <a:gd name="connsiteX7" fmla="*/ 462931 w 2982811"/>
                  <a:gd name="connsiteY7" fmla="*/ 276307 h 2894792"/>
                  <a:gd name="connsiteX0" fmla="*/ 436739 w 2956619"/>
                  <a:gd name="connsiteY0" fmla="*/ 276307 h 2894792"/>
                  <a:gd name="connsiteX1" fmla="*/ 2708588 w 2956619"/>
                  <a:gd name="connsiteY1" fmla="*/ 276307 h 2894792"/>
                  <a:gd name="connsiteX2" fmla="*/ 2949888 w 2956619"/>
                  <a:gd name="connsiteY2" fmla="*/ 2196320 h 2894792"/>
                  <a:gd name="connsiteX3" fmla="*/ 678039 w 2956619"/>
                  <a:gd name="connsiteY3" fmla="*/ 2475720 h 2894792"/>
                  <a:gd name="connsiteX4" fmla="*/ 397585 w 2956619"/>
                  <a:gd name="connsiteY4" fmla="*/ 2144331 h 2894792"/>
                  <a:gd name="connsiteX5" fmla="*/ 15 w 2956619"/>
                  <a:gd name="connsiteY5" fmla="*/ 1656639 h 2894792"/>
                  <a:gd name="connsiteX6" fmla="*/ 323071 w 2956619"/>
                  <a:gd name="connsiteY6" fmla="*/ 1000207 h 2894792"/>
                  <a:gd name="connsiteX7" fmla="*/ 436739 w 2956619"/>
                  <a:gd name="connsiteY7" fmla="*/ 276307 h 2894792"/>
                  <a:gd name="connsiteX0" fmla="*/ 440342 w 2960222"/>
                  <a:gd name="connsiteY0" fmla="*/ 276307 h 2894792"/>
                  <a:gd name="connsiteX1" fmla="*/ 2712191 w 2960222"/>
                  <a:gd name="connsiteY1" fmla="*/ 276307 h 2894792"/>
                  <a:gd name="connsiteX2" fmla="*/ 2953491 w 2960222"/>
                  <a:gd name="connsiteY2" fmla="*/ 2196320 h 2894792"/>
                  <a:gd name="connsiteX3" fmla="*/ 681642 w 2960222"/>
                  <a:gd name="connsiteY3" fmla="*/ 2475720 h 2894792"/>
                  <a:gd name="connsiteX4" fmla="*/ 401188 w 2960222"/>
                  <a:gd name="connsiteY4" fmla="*/ 2144331 h 2894792"/>
                  <a:gd name="connsiteX5" fmla="*/ 3618 w 2960222"/>
                  <a:gd name="connsiteY5" fmla="*/ 1656639 h 2894792"/>
                  <a:gd name="connsiteX6" fmla="*/ 326674 w 2960222"/>
                  <a:gd name="connsiteY6" fmla="*/ 1000207 h 2894792"/>
                  <a:gd name="connsiteX7" fmla="*/ 440342 w 2960222"/>
                  <a:gd name="connsiteY7" fmla="*/ 276307 h 2894792"/>
                  <a:gd name="connsiteX0" fmla="*/ 438640 w 2958520"/>
                  <a:gd name="connsiteY0" fmla="*/ 276307 h 2894792"/>
                  <a:gd name="connsiteX1" fmla="*/ 2710489 w 2958520"/>
                  <a:gd name="connsiteY1" fmla="*/ 276307 h 2894792"/>
                  <a:gd name="connsiteX2" fmla="*/ 2951789 w 2958520"/>
                  <a:gd name="connsiteY2" fmla="*/ 2196320 h 2894792"/>
                  <a:gd name="connsiteX3" fmla="*/ 679940 w 2958520"/>
                  <a:gd name="connsiteY3" fmla="*/ 2475720 h 2894792"/>
                  <a:gd name="connsiteX4" fmla="*/ 399486 w 2958520"/>
                  <a:gd name="connsiteY4" fmla="*/ 2144331 h 2894792"/>
                  <a:gd name="connsiteX5" fmla="*/ 1916 w 2958520"/>
                  <a:gd name="connsiteY5" fmla="*/ 1656639 h 2894792"/>
                  <a:gd name="connsiteX6" fmla="*/ 324972 w 2958520"/>
                  <a:gd name="connsiteY6" fmla="*/ 1000207 h 2894792"/>
                  <a:gd name="connsiteX7" fmla="*/ 438640 w 2958520"/>
                  <a:gd name="connsiteY7" fmla="*/ 276307 h 2894792"/>
                  <a:gd name="connsiteX0" fmla="*/ 438558 w 2958438"/>
                  <a:gd name="connsiteY0" fmla="*/ 276307 h 2894792"/>
                  <a:gd name="connsiteX1" fmla="*/ 2710407 w 2958438"/>
                  <a:gd name="connsiteY1" fmla="*/ 276307 h 2894792"/>
                  <a:gd name="connsiteX2" fmla="*/ 2951707 w 2958438"/>
                  <a:gd name="connsiteY2" fmla="*/ 2196320 h 2894792"/>
                  <a:gd name="connsiteX3" fmla="*/ 679858 w 2958438"/>
                  <a:gd name="connsiteY3" fmla="*/ 2475720 h 2894792"/>
                  <a:gd name="connsiteX4" fmla="*/ 413691 w 2958438"/>
                  <a:gd name="connsiteY4" fmla="*/ 2134806 h 2894792"/>
                  <a:gd name="connsiteX5" fmla="*/ 1834 w 2958438"/>
                  <a:gd name="connsiteY5" fmla="*/ 1656639 h 2894792"/>
                  <a:gd name="connsiteX6" fmla="*/ 324890 w 2958438"/>
                  <a:gd name="connsiteY6" fmla="*/ 1000207 h 2894792"/>
                  <a:gd name="connsiteX7" fmla="*/ 438558 w 2958438"/>
                  <a:gd name="connsiteY7" fmla="*/ 276307 h 2894792"/>
                  <a:gd name="connsiteX0" fmla="*/ 438928 w 2958808"/>
                  <a:gd name="connsiteY0" fmla="*/ 276307 h 2894792"/>
                  <a:gd name="connsiteX1" fmla="*/ 2710777 w 2958808"/>
                  <a:gd name="connsiteY1" fmla="*/ 276307 h 2894792"/>
                  <a:gd name="connsiteX2" fmla="*/ 2952077 w 2958808"/>
                  <a:gd name="connsiteY2" fmla="*/ 2196320 h 2894792"/>
                  <a:gd name="connsiteX3" fmla="*/ 680228 w 2958808"/>
                  <a:gd name="connsiteY3" fmla="*/ 2475720 h 2894792"/>
                  <a:gd name="connsiteX4" fmla="*/ 414061 w 2958808"/>
                  <a:gd name="connsiteY4" fmla="*/ 2134806 h 2894792"/>
                  <a:gd name="connsiteX5" fmla="*/ 2204 w 2958808"/>
                  <a:gd name="connsiteY5" fmla="*/ 1656639 h 2894792"/>
                  <a:gd name="connsiteX6" fmla="*/ 325260 w 2958808"/>
                  <a:gd name="connsiteY6" fmla="*/ 1000207 h 2894792"/>
                  <a:gd name="connsiteX7" fmla="*/ 438928 w 2958808"/>
                  <a:gd name="connsiteY7" fmla="*/ 276307 h 2894792"/>
                  <a:gd name="connsiteX0" fmla="*/ 438928 w 3053097"/>
                  <a:gd name="connsiteY0" fmla="*/ 276307 h 2894792"/>
                  <a:gd name="connsiteX1" fmla="*/ 2710777 w 3053097"/>
                  <a:gd name="connsiteY1" fmla="*/ 276307 h 2894792"/>
                  <a:gd name="connsiteX2" fmla="*/ 2952077 w 3053097"/>
                  <a:gd name="connsiteY2" fmla="*/ 2196320 h 2894792"/>
                  <a:gd name="connsiteX3" fmla="*/ 680228 w 3053097"/>
                  <a:gd name="connsiteY3" fmla="*/ 2475720 h 2894792"/>
                  <a:gd name="connsiteX4" fmla="*/ 414061 w 3053097"/>
                  <a:gd name="connsiteY4" fmla="*/ 2134806 h 2894792"/>
                  <a:gd name="connsiteX5" fmla="*/ 2204 w 3053097"/>
                  <a:gd name="connsiteY5" fmla="*/ 1656639 h 2894792"/>
                  <a:gd name="connsiteX6" fmla="*/ 325260 w 3053097"/>
                  <a:gd name="connsiteY6" fmla="*/ 1000207 h 2894792"/>
                  <a:gd name="connsiteX7" fmla="*/ 438928 w 3053097"/>
                  <a:gd name="connsiteY7" fmla="*/ 276307 h 2894792"/>
                  <a:gd name="connsiteX0" fmla="*/ 438928 w 3089784"/>
                  <a:gd name="connsiteY0" fmla="*/ 276307 h 2894792"/>
                  <a:gd name="connsiteX1" fmla="*/ 2710777 w 3089784"/>
                  <a:gd name="connsiteY1" fmla="*/ 276307 h 2894792"/>
                  <a:gd name="connsiteX2" fmla="*/ 2952077 w 3089784"/>
                  <a:gd name="connsiteY2" fmla="*/ 2196320 h 2894792"/>
                  <a:gd name="connsiteX3" fmla="*/ 680228 w 3089784"/>
                  <a:gd name="connsiteY3" fmla="*/ 2475720 h 2894792"/>
                  <a:gd name="connsiteX4" fmla="*/ 414061 w 3089784"/>
                  <a:gd name="connsiteY4" fmla="*/ 2134806 h 2894792"/>
                  <a:gd name="connsiteX5" fmla="*/ 2204 w 3089784"/>
                  <a:gd name="connsiteY5" fmla="*/ 1656639 h 2894792"/>
                  <a:gd name="connsiteX6" fmla="*/ 325260 w 3089784"/>
                  <a:gd name="connsiteY6" fmla="*/ 1000207 h 2894792"/>
                  <a:gd name="connsiteX7" fmla="*/ 438928 w 3089784"/>
                  <a:gd name="connsiteY7" fmla="*/ 276307 h 2894792"/>
                  <a:gd name="connsiteX0" fmla="*/ 438928 w 3095212"/>
                  <a:gd name="connsiteY0" fmla="*/ 276307 h 2894792"/>
                  <a:gd name="connsiteX1" fmla="*/ 2710777 w 3095212"/>
                  <a:gd name="connsiteY1" fmla="*/ 276307 h 2894792"/>
                  <a:gd name="connsiteX2" fmla="*/ 2952077 w 3095212"/>
                  <a:gd name="connsiteY2" fmla="*/ 2196320 h 2894792"/>
                  <a:gd name="connsiteX3" fmla="*/ 680228 w 3095212"/>
                  <a:gd name="connsiteY3" fmla="*/ 2475720 h 2894792"/>
                  <a:gd name="connsiteX4" fmla="*/ 414061 w 3095212"/>
                  <a:gd name="connsiteY4" fmla="*/ 2134806 h 2894792"/>
                  <a:gd name="connsiteX5" fmla="*/ 2204 w 3095212"/>
                  <a:gd name="connsiteY5" fmla="*/ 1656639 h 2894792"/>
                  <a:gd name="connsiteX6" fmla="*/ 325260 w 3095212"/>
                  <a:gd name="connsiteY6" fmla="*/ 1000207 h 2894792"/>
                  <a:gd name="connsiteX7" fmla="*/ 438928 w 3095212"/>
                  <a:gd name="connsiteY7" fmla="*/ 276307 h 2894792"/>
                  <a:gd name="connsiteX0" fmla="*/ 438467 w 3094751"/>
                  <a:gd name="connsiteY0" fmla="*/ 276307 h 2894792"/>
                  <a:gd name="connsiteX1" fmla="*/ 2710316 w 3094751"/>
                  <a:gd name="connsiteY1" fmla="*/ 276307 h 2894792"/>
                  <a:gd name="connsiteX2" fmla="*/ 2951616 w 3094751"/>
                  <a:gd name="connsiteY2" fmla="*/ 2196320 h 2894792"/>
                  <a:gd name="connsiteX3" fmla="*/ 679767 w 3094751"/>
                  <a:gd name="connsiteY3" fmla="*/ 2475720 h 2894792"/>
                  <a:gd name="connsiteX4" fmla="*/ 487419 w 3094751"/>
                  <a:gd name="connsiteY4" fmla="*/ 2115756 h 2894792"/>
                  <a:gd name="connsiteX5" fmla="*/ 1743 w 3094751"/>
                  <a:gd name="connsiteY5" fmla="*/ 1656639 h 2894792"/>
                  <a:gd name="connsiteX6" fmla="*/ 324799 w 3094751"/>
                  <a:gd name="connsiteY6" fmla="*/ 1000207 h 2894792"/>
                  <a:gd name="connsiteX7" fmla="*/ 438467 w 3094751"/>
                  <a:gd name="connsiteY7" fmla="*/ 276307 h 2894792"/>
                  <a:gd name="connsiteX0" fmla="*/ 438604 w 3094888"/>
                  <a:gd name="connsiteY0" fmla="*/ 276307 h 2894792"/>
                  <a:gd name="connsiteX1" fmla="*/ 2710453 w 3094888"/>
                  <a:gd name="connsiteY1" fmla="*/ 276307 h 2894792"/>
                  <a:gd name="connsiteX2" fmla="*/ 2951753 w 3094888"/>
                  <a:gd name="connsiteY2" fmla="*/ 2196320 h 2894792"/>
                  <a:gd name="connsiteX3" fmla="*/ 679904 w 3094888"/>
                  <a:gd name="connsiteY3" fmla="*/ 2475720 h 2894792"/>
                  <a:gd name="connsiteX4" fmla="*/ 487556 w 3094888"/>
                  <a:gd name="connsiteY4" fmla="*/ 2115756 h 2894792"/>
                  <a:gd name="connsiteX5" fmla="*/ 1880 w 3094888"/>
                  <a:gd name="connsiteY5" fmla="*/ 1656639 h 2894792"/>
                  <a:gd name="connsiteX6" fmla="*/ 324936 w 3094888"/>
                  <a:gd name="connsiteY6" fmla="*/ 1000207 h 2894792"/>
                  <a:gd name="connsiteX7" fmla="*/ 438604 w 3094888"/>
                  <a:gd name="connsiteY7" fmla="*/ 276307 h 2894792"/>
                  <a:gd name="connsiteX0" fmla="*/ 438617 w 3094901"/>
                  <a:gd name="connsiteY0" fmla="*/ 276307 h 2894792"/>
                  <a:gd name="connsiteX1" fmla="*/ 2710466 w 3094901"/>
                  <a:gd name="connsiteY1" fmla="*/ 276307 h 2894792"/>
                  <a:gd name="connsiteX2" fmla="*/ 2951766 w 3094901"/>
                  <a:gd name="connsiteY2" fmla="*/ 2196320 h 2894792"/>
                  <a:gd name="connsiteX3" fmla="*/ 679917 w 3094901"/>
                  <a:gd name="connsiteY3" fmla="*/ 2475720 h 2894792"/>
                  <a:gd name="connsiteX4" fmla="*/ 487569 w 3094901"/>
                  <a:gd name="connsiteY4" fmla="*/ 2115756 h 2894792"/>
                  <a:gd name="connsiteX5" fmla="*/ 1893 w 3094901"/>
                  <a:gd name="connsiteY5" fmla="*/ 1656639 h 2894792"/>
                  <a:gd name="connsiteX6" fmla="*/ 324949 w 3094901"/>
                  <a:gd name="connsiteY6" fmla="*/ 1000207 h 2894792"/>
                  <a:gd name="connsiteX7" fmla="*/ 438617 w 3094901"/>
                  <a:gd name="connsiteY7" fmla="*/ 276307 h 2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94901" h="2894792">
                    <a:moveTo>
                      <a:pt x="438617" y="276307"/>
                    </a:moveTo>
                    <a:cubicBezTo>
                      <a:pt x="1183200" y="-104693"/>
                      <a:pt x="2130983" y="-79293"/>
                      <a:pt x="2710466" y="276307"/>
                    </a:cubicBezTo>
                    <a:cubicBezTo>
                      <a:pt x="3254923" y="1052789"/>
                      <a:pt x="3107516" y="1996077"/>
                      <a:pt x="2951766" y="2196320"/>
                    </a:cubicBezTo>
                    <a:cubicBezTo>
                      <a:pt x="2257983" y="3140353"/>
                      <a:pt x="1259400" y="3017587"/>
                      <a:pt x="679917" y="2475720"/>
                    </a:cubicBezTo>
                    <a:cubicBezTo>
                      <a:pt x="233499" y="2485179"/>
                      <a:pt x="604939" y="2252666"/>
                      <a:pt x="487569" y="2115756"/>
                    </a:cubicBezTo>
                    <a:cubicBezTo>
                      <a:pt x="271774" y="2066158"/>
                      <a:pt x="-26566" y="1957525"/>
                      <a:pt x="1893" y="1656639"/>
                    </a:cubicBezTo>
                    <a:cubicBezTo>
                      <a:pt x="10508" y="1447828"/>
                      <a:pt x="252162" y="1230262"/>
                      <a:pt x="324949" y="1000207"/>
                    </a:cubicBezTo>
                    <a:cubicBezTo>
                      <a:pt x="397736" y="770152"/>
                      <a:pt x="521514" y="202224"/>
                      <a:pt x="438617" y="276307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Rectangle 95">
                <a:extLst>
                  <a:ext uri="{FF2B5EF4-FFF2-40B4-BE49-F238E27FC236}">
                    <a16:creationId xmlns:a16="http://schemas.microsoft.com/office/drawing/2014/main" id="{F476BD01-CAED-C27B-AF12-95A88134FED1}"/>
                  </a:ext>
                </a:extLst>
              </p:cNvPr>
              <p:cNvSpPr/>
              <p:nvPr/>
            </p:nvSpPr>
            <p:spPr>
              <a:xfrm>
                <a:off x="3847768" y="1599630"/>
                <a:ext cx="1386231" cy="1493117"/>
              </a:xfrm>
              <a:custGeom>
                <a:avLst/>
                <a:gdLst>
                  <a:gd name="connsiteX0" fmla="*/ 0 w 347649"/>
                  <a:gd name="connsiteY0" fmla="*/ 0 h 326808"/>
                  <a:gd name="connsiteX1" fmla="*/ 347649 w 347649"/>
                  <a:gd name="connsiteY1" fmla="*/ 0 h 326808"/>
                  <a:gd name="connsiteX2" fmla="*/ 347649 w 347649"/>
                  <a:gd name="connsiteY2" fmla="*/ 326808 h 326808"/>
                  <a:gd name="connsiteX3" fmla="*/ 0 w 347649"/>
                  <a:gd name="connsiteY3" fmla="*/ 326808 h 326808"/>
                  <a:gd name="connsiteX4" fmla="*/ 0 w 347649"/>
                  <a:gd name="connsiteY4" fmla="*/ 0 h 326808"/>
                  <a:gd name="connsiteX0" fmla="*/ 0 w 1046149"/>
                  <a:gd name="connsiteY0" fmla="*/ 0 h 326808"/>
                  <a:gd name="connsiteX1" fmla="*/ 1046149 w 1046149"/>
                  <a:gd name="connsiteY1" fmla="*/ 50800 h 326808"/>
                  <a:gd name="connsiteX2" fmla="*/ 347649 w 1046149"/>
                  <a:gd name="connsiteY2" fmla="*/ 326808 h 326808"/>
                  <a:gd name="connsiteX3" fmla="*/ 0 w 1046149"/>
                  <a:gd name="connsiteY3" fmla="*/ 326808 h 326808"/>
                  <a:gd name="connsiteX4" fmla="*/ 0 w 1046149"/>
                  <a:gd name="connsiteY4" fmla="*/ 0 h 326808"/>
                  <a:gd name="connsiteX0" fmla="*/ 0 w 1087698"/>
                  <a:gd name="connsiteY0" fmla="*/ 0 h 663061"/>
                  <a:gd name="connsiteX1" fmla="*/ 1046149 w 1087698"/>
                  <a:gd name="connsiteY1" fmla="*/ 50800 h 663061"/>
                  <a:gd name="connsiteX2" fmla="*/ 1046149 w 1087698"/>
                  <a:gd name="connsiteY2" fmla="*/ 663061 h 663061"/>
                  <a:gd name="connsiteX3" fmla="*/ 347649 w 1087698"/>
                  <a:gd name="connsiteY3" fmla="*/ 326808 h 663061"/>
                  <a:gd name="connsiteX4" fmla="*/ 0 w 1087698"/>
                  <a:gd name="connsiteY4" fmla="*/ 326808 h 663061"/>
                  <a:gd name="connsiteX5" fmla="*/ 0 w 1087698"/>
                  <a:gd name="connsiteY5" fmla="*/ 0 h 663061"/>
                  <a:gd name="connsiteX0" fmla="*/ 0 w 1087698"/>
                  <a:gd name="connsiteY0" fmla="*/ 0 h 1088808"/>
                  <a:gd name="connsiteX1" fmla="*/ 1046149 w 1087698"/>
                  <a:gd name="connsiteY1" fmla="*/ 50800 h 1088808"/>
                  <a:gd name="connsiteX2" fmla="*/ 1046149 w 1087698"/>
                  <a:gd name="connsiteY2" fmla="*/ 663061 h 1088808"/>
                  <a:gd name="connsiteX3" fmla="*/ 931849 w 1087698"/>
                  <a:gd name="connsiteY3" fmla="*/ 1088808 h 1088808"/>
                  <a:gd name="connsiteX4" fmla="*/ 0 w 1087698"/>
                  <a:gd name="connsiteY4" fmla="*/ 326808 h 1088808"/>
                  <a:gd name="connsiteX5" fmla="*/ 0 w 1087698"/>
                  <a:gd name="connsiteY5" fmla="*/ 0 h 1088808"/>
                  <a:gd name="connsiteX0" fmla="*/ 0 w 1087698"/>
                  <a:gd name="connsiteY0" fmla="*/ 333292 h 1422100"/>
                  <a:gd name="connsiteX1" fmla="*/ 1046149 w 1087698"/>
                  <a:gd name="connsiteY1" fmla="*/ 384092 h 1422100"/>
                  <a:gd name="connsiteX2" fmla="*/ 1046149 w 1087698"/>
                  <a:gd name="connsiteY2" fmla="*/ 996353 h 1422100"/>
                  <a:gd name="connsiteX3" fmla="*/ 931849 w 1087698"/>
                  <a:gd name="connsiteY3" fmla="*/ 1422100 h 1422100"/>
                  <a:gd name="connsiteX4" fmla="*/ 0 w 1087698"/>
                  <a:gd name="connsiteY4" fmla="*/ 660100 h 1422100"/>
                  <a:gd name="connsiteX5" fmla="*/ 0 w 1087698"/>
                  <a:gd name="connsiteY5" fmla="*/ 333292 h 1422100"/>
                  <a:gd name="connsiteX0" fmla="*/ 0 w 1087698"/>
                  <a:gd name="connsiteY0" fmla="*/ 404309 h 1493117"/>
                  <a:gd name="connsiteX1" fmla="*/ 1046149 w 1087698"/>
                  <a:gd name="connsiteY1" fmla="*/ 455109 h 1493117"/>
                  <a:gd name="connsiteX2" fmla="*/ 1046149 w 1087698"/>
                  <a:gd name="connsiteY2" fmla="*/ 1067370 h 1493117"/>
                  <a:gd name="connsiteX3" fmla="*/ 931849 w 1087698"/>
                  <a:gd name="connsiteY3" fmla="*/ 1493117 h 1493117"/>
                  <a:gd name="connsiteX4" fmla="*/ 0 w 1087698"/>
                  <a:gd name="connsiteY4" fmla="*/ 731117 h 1493117"/>
                  <a:gd name="connsiteX5" fmla="*/ 0 w 1087698"/>
                  <a:gd name="connsiteY5" fmla="*/ 404309 h 1493117"/>
                  <a:gd name="connsiteX0" fmla="*/ 0 w 1344550"/>
                  <a:gd name="connsiteY0" fmla="*/ 404309 h 1493117"/>
                  <a:gd name="connsiteX1" fmla="*/ 1046149 w 1344550"/>
                  <a:gd name="connsiteY1" fmla="*/ 455109 h 1493117"/>
                  <a:gd name="connsiteX2" fmla="*/ 1046149 w 1344550"/>
                  <a:gd name="connsiteY2" fmla="*/ 1067370 h 1493117"/>
                  <a:gd name="connsiteX3" fmla="*/ 931849 w 1344550"/>
                  <a:gd name="connsiteY3" fmla="*/ 1493117 h 1493117"/>
                  <a:gd name="connsiteX4" fmla="*/ 0 w 1344550"/>
                  <a:gd name="connsiteY4" fmla="*/ 731117 h 1493117"/>
                  <a:gd name="connsiteX5" fmla="*/ 0 w 1344550"/>
                  <a:gd name="connsiteY5" fmla="*/ 404309 h 1493117"/>
                  <a:gd name="connsiteX0" fmla="*/ 0 w 1361298"/>
                  <a:gd name="connsiteY0" fmla="*/ 404309 h 1493117"/>
                  <a:gd name="connsiteX1" fmla="*/ 1046149 w 1361298"/>
                  <a:gd name="connsiteY1" fmla="*/ 455109 h 1493117"/>
                  <a:gd name="connsiteX2" fmla="*/ 1046149 w 1361298"/>
                  <a:gd name="connsiteY2" fmla="*/ 1067370 h 1493117"/>
                  <a:gd name="connsiteX3" fmla="*/ 931849 w 1361298"/>
                  <a:gd name="connsiteY3" fmla="*/ 1493117 h 1493117"/>
                  <a:gd name="connsiteX4" fmla="*/ 0 w 1361298"/>
                  <a:gd name="connsiteY4" fmla="*/ 731117 h 1493117"/>
                  <a:gd name="connsiteX5" fmla="*/ 0 w 1361298"/>
                  <a:gd name="connsiteY5" fmla="*/ 404309 h 1493117"/>
                  <a:gd name="connsiteX0" fmla="*/ 0 w 1361298"/>
                  <a:gd name="connsiteY0" fmla="*/ 404309 h 1493117"/>
                  <a:gd name="connsiteX1" fmla="*/ 1046149 w 1361298"/>
                  <a:gd name="connsiteY1" fmla="*/ 455109 h 1493117"/>
                  <a:gd name="connsiteX2" fmla="*/ 1046149 w 1361298"/>
                  <a:gd name="connsiteY2" fmla="*/ 1067370 h 1493117"/>
                  <a:gd name="connsiteX3" fmla="*/ 931849 w 1361298"/>
                  <a:gd name="connsiteY3" fmla="*/ 1493117 h 1493117"/>
                  <a:gd name="connsiteX4" fmla="*/ 0 w 1361298"/>
                  <a:gd name="connsiteY4" fmla="*/ 731117 h 1493117"/>
                  <a:gd name="connsiteX5" fmla="*/ 0 w 1361298"/>
                  <a:gd name="connsiteY5" fmla="*/ 404309 h 1493117"/>
                  <a:gd name="connsiteX0" fmla="*/ 0 w 1201664"/>
                  <a:gd name="connsiteY0" fmla="*/ 404309 h 1493117"/>
                  <a:gd name="connsiteX1" fmla="*/ 1046149 w 1201664"/>
                  <a:gd name="connsiteY1" fmla="*/ 455109 h 1493117"/>
                  <a:gd name="connsiteX2" fmla="*/ 1046149 w 1201664"/>
                  <a:gd name="connsiteY2" fmla="*/ 1067370 h 1493117"/>
                  <a:gd name="connsiteX3" fmla="*/ 931849 w 1201664"/>
                  <a:gd name="connsiteY3" fmla="*/ 1493117 h 1493117"/>
                  <a:gd name="connsiteX4" fmla="*/ 0 w 1201664"/>
                  <a:gd name="connsiteY4" fmla="*/ 731117 h 1493117"/>
                  <a:gd name="connsiteX5" fmla="*/ 0 w 1201664"/>
                  <a:gd name="connsiteY5" fmla="*/ 404309 h 1493117"/>
                  <a:gd name="connsiteX0" fmla="*/ 0 w 1365376"/>
                  <a:gd name="connsiteY0" fmla="*/ 404309 h 1493117"/>
                  <a:gd name="connsiteX1" fmla="*/ 1046149 w 1365376"/>
                  <a:gd name="connsiteY1" fmla="*/ 455109 h 1493117"/>
                  <a:gd name="connsiteX2" fmla="*/ 1046149 w 1365376"/>
                  <a:gd name="connsiteY2" fmla="*/ 1067370 h 1493117"/>
                  <a:gd name="connsiteX3" fmla="*/ 931849 w 1365376"/>
                  <a:gd name="connsiteY3" fmla="*/ 1493117 h 1493117"/>
                  <a:gd name="connsiteX4" fmla="*/ 0 w 1365376"/>
                  <a:gd name="connsiteY4" fmla="*/ 731117 h 1493117"/>
                  <a:gd name="connsiteX5" fmla="*/ 0 w 1365376"/>
                  <a:gd name="connsiteY5" fmla="*/ 404309 h 1493117"/>
                  <a:gd name="connsiteX0" fmla="*/ 0 w 1354024"/>
                  <a:gd name="connsiteY0" fmla="*/ 404309 h 1493117"/>
                  <a:gd name="connsiteX1" fmla="*/ 1046149 w 1354024"/>
                  <a:gd name="connsiteY1" fmla="*/ 455109 h 1493117"/>
                  <a:gd name="connsiteX2" fmla="*/ 1046149 w 1354024"/>
                  <a:gd name="connsiteY2" fmla="*/ 1067370 h 1493117"/>
                  <a:gd name="connsiteX3" fmla="*/ 931849 w 1354024"/>
                  <a:gd name="connsiteY3" fmla="*/ 1493117 h 1493117"/>
                  <a:gd name="connsiteX4" fmla="*/ 0 w 1354024"/>
                  <a:gd name="connsiteY4" fmla="*/ 731117 h 1493117"/>
                  <a:gd name="connsiteX5" fmla="*/ 0 w 1354024"/>
                  <a:gd name="connsiteY5" fmla="*/ 404309 h 1493117"/>
                  <a:gd name="connsiteX0" fmla="*/ 0 w 1329294"/>
                  <a:gd name="connsiteY0" fmla="*/ 404309 h 1493117"/>
                  <a:gd name="connsiteX1" fmla="*/ 1046149 w 1329294"/>
                  <a:gd name="connsiteY1" fmla="*/ 455109 h 1493117"/>
                  <a:gd name="connsiteX2" fmla="*/ 1046149 w 1329294"/>
                  <a:gd name="connsiteY2" fmla="*/ 1067370 h 1493117"/>
                  <a:gd name="connsiteX3" fmla="*/ 931849 w 1329294"/>
                  <a:gd name="connsiteY3" fmla="*/ 1493117 h 1493117"/>
                  <a:gd name="connsiteX4" fmla="*/ 0 w 1329294"/>
                  <a:gd name="connsiteY4" fmla="*/ 731117 h 1493117"/>
                  <a:gd name="connsiteX5" fmla="*/ 0 w 1329294"/>
                  <a:gd name="connsiteY5" fmla="*/ 404309 h 1493117"/>
                  <a:gd name="connsiteX0" fmla="*/ 0 w 1343120"/>
                  <a:gd name="connsiteY0" fmla="*/ 404309 h 1493117"/>
                  <a:gd name="connsiteX1" fmla="*/ 1046149 w 1343120"/>
                  <a:gd name="connsiteY1" fmla="*/ 455109 h 1493117"/>
                  <a:gd name="connsiteX2" fmla="*/ 1046149 w 1343120"/>
                  <a:gd name="connsiteY2" fmla="*/ 1067370 h 1493117"/>
                  <a:gd name="connsiteX3" fmla="*/ 931849 w 1343120"/>
                  <a:gd name="connsiteY3" fmla="*/ 1493117 h 1493117"/>
                  <a:gd name="connsiteX4" fmla="*/ 0 w 1343120"/>
                  <a:gd name="connsiteY4" fmla="*/ 731117 h 1493117"/>
                  <a:gd name="connsiteX5" fmla="*/ 0 w 1343120"/>
                  <a:gd name="connsiteY5" fmla="*/ 404309 h 1493117"/>
                  <a:gd name="connsiteX0" fmla="*/ 0 w 1343120"/>
                  <a:gd name="connsiteY0" fmla="*/ 404309 h 1493117"/>
                  <a:gd name="connsiteX1" fmla="*/ 1046149 w 1343120"/>
                  <a:gd name="connsiteY1" fmla="*/ 455109 h 1493117"/>
                  <a:gd name="connsiteX2" fmla="*/ 1046149 w 1343120"/>
                  <a:gd name="connsiteY2" fmla="*/ 1067370 h 1493117"/>
                  <a:gd name="connsiteX3" fmla="*/ 931849 w 1343120"/>
                  <a:gd name="connsiteY3" fmla="*/ 1493117 h 1493117"/>
                  <a:gd name="connsiteX4" fmla="*/ 0 w 1343120"/>
                  <a:gd name="connsiteY4" fmla="*/ 731117 h 1493117"/>
                  <a:gd name="connsiteX5" fmla="*/ 0 w 1343120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0 w 1365247"/>
                  <a:gd name="connsiteY4" fmla="*/ 7311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195248 w 1365247"/>
                  <a:gd name="connsiteY4" fmla="*/ 889570 h 1493117"/>
                  <a:gd name="connsiteX5" fmla="*/ 0 w 1365247"/>
                  <a:gd name="connsiteY5" fmla="*/ 731117 h 1493117"/>
                  <a:gd name="connsiteX6" fmla="*/ 0 w 1365247"/>
                  <a:gd name="connsiteY6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0 w 1365247"/>
                  <a:gd name="connsiteY4" fmla="*/ 7311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20984 w 1386231"/>
                  <a:gd name="connsiteY0" fmla="*/ 404309 h 1493117"/>
                  <a:gd name="connsiteX1" fmla="*/ 1067133 w 1386231"/>
                  <a:gd name="connsiteY1" fmla="*/ 455109 h 1493117"/>
                  <a:gd name="connsiteX2" fmla="*/ 1067133 w 1386231"/>
                  <a:gd name="connsiteY2" fmla="*/ 1067370 h 1493117"/>
                  <a:gd name="connsiteX3" fmla="*/ 952833 w 1386231"/>
                  <a:gd name="connsiteY3" fmla="*/ 1493117 h 1493117"/>
                  <a:gd name="connsiteX4" fmla="*/ 554384 w 1386231"/>
                  <a:gd name="connsiteY4" fmla="*/ 261217 h 1493117"/>
                  <a:gd name="connsiteX5" fmla="*/ 381332 w 1386231"/>
                  <a:gd name="connsiteY5" fmla="*/ 673670 h 1493117"/>
                  <a:gd name="connsiteX6" fmla="*/ 20984 w 1386231"/>
                  <a:gd name="connsiteY6" fmla="*/ 404309 h 1493117"/>
                  <a:gd name="connsiteX0" fmla="*/ 20984 w 1386231"/>
                  <a:gd name="connsiteY0" fmla="*/ 404309 h 1493117"/>
                  <a:gd name="connsiteX1" fmla="*/ 1067133 w 1386231"/>
                  <a:gd name="connsiteY1" fmla="*/ 455109 h 1493117"/>
                  <a:gd name="connsiteX2" fmla="*/ 1067133 w 1386231"/>
                  <a:gd name="connsiteY2" fmla="*/ 1067370 h 1493117"/>
                  <a:gd name="connsiteX3" fmla="*/ 952833 w 1386231"/>
                  <a:gd name="connsiteY3" fmla="*/ 1493117 h 1493117"/>
                  <a:gd name="connsiteX4" fmla="*/ 554384 w 1386231"/>
                  <a:gd name="connsiteY4" fmla="*/ 261217 h 1493117"/>
                  <a:gd name="connsiteX5" fmla="*/ 381332 w 1386231"/>
                  <a:gd name="connsiteY5" fmla="*/ 673670 h 1493117"/>
                  <a:gd name="connsiteX6" fmla="*/ 20984 w 1386231"/>
                  <a:gd name="connsiteY6" fmla="*/ 404309 h 1493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231" h="1493117">
                    <a:moveTo>
                      <a:pt x="20984" y="404309"/>
                    </a:moveTo>
                    <a:cubicBezTo>
                      <a:pt x="826900" y="-366158"/>
                      <a:pt x="1086717" y="146076"/>
                      <a:pt x="1067133" y="455109"/>
                    </a:cubicBezTo>
                    <a:cubicBezTo>
                      <a:pt x="1253400" y="79229"/>
                      <a:pt x="1680966" y="986050"/>
                      <a:pt x="1067133" y="1067370"/>
                    </a:cubicBezTo>
                    <a:cubicBezTo>
                      <a:pt x="1257633" y="1094986"/>
                      <a:pt x="990933" y="1351201"/>
                      <a:pt x="952833" y="1493117"/>
                    </a:cubicBezTo>
                    <a:cubicBezTo>
                      <a:pt x="778475" y="1437075"/>
                      <a:pt x="620792" y="1039585"/>
                      <a:pt x="554384" y="261217"/>
                    </a:cubicBezTo>
                    <a:cubicBezTo>
                      <a:pt x="649634" y="338426"/>
                      <a:pt x="470232" y="649821"/>
                      <a:pt x="381332" y="673670"/>
                    </a:cubicBezTo>
                    <a:cubicBezTo>
                      <a:pt x="292432" y="697519"/>
                      <a:pt x="-93316" y="400519"/>
                      <a:pt x="20984" y="404309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Moon 8">
                <a:extLst>
                  <a:ext uri="{FF2B5EF4-FFF2-40B4-BE49-F238E27FC236}">
                    <a16:creationId xmlns:a16="http://schemas.microsoft.com/office/drawing/2014/main" id="{BEF62015-054B-0DEA-747D-47319785A688}"/>
                  </a:ext>
                </a:extLst>
              </p:cNvPr>
              <p:cNvSpPr/>
              <p:nvPr/>
            </p:nvSpPr>
            <p:spPr>
              <a:xfrm rot="7205339">
                <a:off x="3562075" y="2088569"/>
                <a:ext cx="155034" cy="296807"/>
              </a:xfrm>
              <a:prstGeom prst="moon">
                <a:avLst/>
              </a:prstGeom>
              <a:solidFill>
                <a:srgbClr val="BC585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Moon 9">
                <a:extLst>
                  <a:ext uri="{FF2B5EF4-FFF2-40B4-BE49-F238E27FC236}">
                    <a16:creationId xmlns:a16="http://schemas.microsoft.com/office/drawing/2014/main" id="{C96CBC6E-599E-C921-21FE-4D78BF0482F0}"/>
                  </a:ext>
                </a:extLst>
              </p:cNvPr>
              <p:cNvSpPr/>
              <p:nvPr/>
            </p:nvSpPr>
            <p:spPr>
              <a:xfrm rot="3670378">
                <a:off x="2333731" y="2037933"/>
                <a:ext cx="113382" cy="267762"/>
              </a:xfrm>
              <a:prstGeom prst="moon">
                <a:avLst/>
              </a:prstGeom>
              <a:solidFill>
                <a:srgbClr val="BC585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Rectangle 159">
                <a:extLst>
                  <a:ext uri="{FF2B5EF4-FFF2-40B4-BE49-F238E27FC236}">
                    <a16:creationId xmlns:a16="http://schemas.microsoft.com/office/drawing/2014/main" id="{D2A13972-85E0-B128-739F-A46FEC50ED6B}"/>
                  </a:ext>
                </a:extLst>
              </p:cNvPr>
              <p:cNvSpPr/>
              <p:nvPr/>
            </p:nvSpPr>
            <p:spPr>
              <a:xfrm>
                <a:off x="1726085" y="3500620"/>
                <a:ext cx="1811101" cy="738078"/>
              </a:xfrm>
              <a:custGeom>
                <a:avLst/>
                <a:gdLst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0 w 1380627"/>
                  <a:gd name="connsiteY3" fmla="*/ 425611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19969 w 1400596"/>
                  <a:gd name="connsiteY0" fmla="*/ 0 h 425611"/>
                  <a:gd name="connsiteX1" fmla="*/ 1400596 w 1400596"/>
                  <a:gd name="connsiteY1" fmla="*/ 0 h 425611"/>
                  <a:gd name="connsiteX2" fmla="*/ 1400596 w 1400596"/>
                  <a:gd name="connsiteY2" fmla="*/ 425611 h 425611"/>
                  <a:gd name="connsiteX3" fmla="*/ 877219 w 1400596"/>
                  <a:gd name="connsiteY3" fmla="*/ 206536 h 425611"/>
                  <a:gd name="connsiteX4" fmla="*/ 19969 w 1400596"/>
                  <a:gd name="connsiteY4" fmla="*/ 0 h 425611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95250 h 441648"/>
                  <a:gd name="connsiteX1" fmla="*/ 1400596 w 1400596"/>
                  <a:gd name="connsiteY1" fmla="*/ 0 h 441648"/>
                  <a:gd name="connsiteX2" fmla="*/ 1400596 w 1400596"/>
                  <a:gd name="connsiteY2" fmla="*/ 425611 h 441648"/>
                  <a:gd name="connsiteX3" fmla="*/ 877219 w 1400596"/>
                  <a:gd name="connsiteY3" fmla="*/ 206536 h 441648"/>
                  <a:gd name="connsiteX4" fmla="*/ 19969 w 1400596"/>
                  <a:gd name="connsiteY4" fmla="*/ 95250 h 441648"/>
                  <a:gd name="connsiteX0" fmla="*/ 6073 w 1815325"/>
                  <a:gd name="connsiteY0" fmla="*/ 0 h 663736"/>
                  <a:gd name="connsiteX1" fmla="*/ 1815325 w 1815325"/>
                  <a:gd name="connsiteY1" fmla="*/ 238125 h 663736"/>
                  <a:gd name="connsiteX2" fmla="*/ 1815325 w 1815325"/>
                  <a:gd name="connsiteY2" fmla="*/ 663736 h 663736"/>
                  <a:gd name="connsiteX3" fmla="*/ 1291948 w 1815325"/>
                  <a:gd name="connsiteY3" fmla="*/ 444661 h 663736"/>
                  <a:gd name="connsiteX4" fmla="*/ 6073 w 1815325"/>
                  <a:gd name="connsiteY4" fmla="*/ 0 h 663736"/>
                  <a:gd name="connsiteX0" fmla="*/ 6073 w 1815325"/>
                  <a:gd name="connsiteY0" fmla="*/ 0 h 663736"/>
                  <a:gd name="connsiteX1" fmla="*/ 1488064 w 1815325"/>
                  <a:gd name="connsiteY1" fmla="*/ 69262 h 663736"/>
                  <a:gd name="connsiteX2" fmla="*/ 1815325 w 1815325"/>
                  <a:gd name="connsiteY2" fmla="*/ 238125 h 663736"/>
                  <a:gd name="connsiteX3" fmla="*/ 1815325 w 1815325"/>
                  <a:gd name="connsiteY3" fmla="*/ 663736 h 663736"/>
                  <a:gd name="connsiteX4" fmla="*/ 1291948 w 1815325"/>
                  <a:gd name="connsiteY4" fmla="*/ 444661 h 663736"/>
                  <a:gd name="connsiteX5" fmla="*/ 6073 w 1815325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285875 w 1809252"/>
                  <a:gd name="connsiteY4" fmla="*/ 44466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285875 w 1809252"/>
                  <a:gd name="connsiteY4" fmla="*/ 44466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526038 w 1849390"/>
                  <a:gd name="connsiteY4" fmla="*/ 12081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392688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4681 w 1853933"/>
                  <a:gd name="connsiteY0" fmla="*/ 0 h 663736"/>
                  <a:gd name="connsiteX1" fmla="*/ 1526672 w 1853933"/>
                  <a:gd name="connsiteY1" fmla="*/ 69262 h 663736"/>
                  <a:gd name="connsiteX2" fmla="*/ 1853933 w 1853933"/>
                  <a:gd name="connsiteY2" fmla="*/ 238125 h 663736"/>
                  <a:gd name="connsiteX3" fmla="*/ 1853933 w 1853933"/>
                  <a:gd name="connsiteY3" fmla="*/ 663736 h 663736"/>
                  <a:gd name="connsiteX4" fmla="*/ 1425806 w 1853933"/>
                  <a:gd name="connsiteY4" fmla="*/ 177961 h 663736"/>
                  <a:gd name="connsiteX5" fmla="*/ 412246 w 1853933"/>
                  <a:gd name="connsiteY5" fmla="*/ 355012 h 663736"/>
                  <a:gd name="connsiteX6" fmla="*/ 44681 w 1853933"/>
                  <a:gd name="connsiteY6" fmla="*/ 0 h 663736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6043 w 1815295"/>
                  <a:gd name="connsiteY0" fmla="*/ 0 h 719593"/>
                  <a:gd name="connsiteX1" fmla="*/ 1488034 w 1815295"/>
                  <a:gd name="connsiteY1" fmla="*/ 69262 h 719593"/>
                  <a:gd name="connsiteX2" fmla="*/ 1815295 w 1815295"/>
                  <a:gd name="connsiteY2" fmla="*/ 238125 h 719593"/>
                  <a:gd name="connsiteX3" fmla="*/ 1815295 w 1815295"/>
                  <a:gd name="connsiteY3" fmla="*/ 663736 h 719593"/>
                  <a:gd name="connsiteX4" fmla="*/ 1225243 w 1815295"/>
                  <a:gd name="connsiteY4" fmla="*/ 520861 h 719593"/>
                  <a:gd name="connsiteX5" fmla="*/ 373608 w 1815295"/>
                  <a:gd name="connsiteY5" fmla="*/ 355012 h 719593"/>
                  <a:gd name="connsiteX6" fmla="*/ 6043 w 1815295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22 w 1809274"/>
                  <a:gd name="connsiteY0" fmla="*/ 0 h 719593"/>
                  <a:gd name="connsiteX1" fmla="*/ 1482013 w 1809274"/>
                  <a:gd name="connsiteY1" fmla="*/ 69262 h 719593"/>
                  <a:gd name="connsiteX2" fmla="*/ 1809274 w 1809274"/>
                  <a:gd name="connsiteY2" fmla="*/ 238125 h 719593"/>
                  <a:gd name="connsiteX3" fmla="*/ 1809274 w 1809274"/>
                  <a:gd name="connsiteY3" fmla="*/ 663736 h 719593"/>
                  <a:gd name="connsiteX4" fmla="*/ 1219222 w 1809274"/>
                  <a:gd name="connsiteY4" fmla="*/ 520861 h 719593"/>
                  <a:gd name="connsiteX5" fmla="*/ 367587 w 1809274"/>
                  <a:gd name="connsiteY5" fmla="*/ 355012 h 719593"/>
                  <a:gd name="connsiteX6" fmla="*/ 22 w 1809274"/>
                  <a:gd name="connsiteY6" fmla="*/ 0 h 719593"/>
                  <a:gd name="connsiteX0" fmla="*/ 22 w 1809274"/>
                  <a:gd name="connsiteY0" fmla="*/ 0 h 756202"/>
                  <a:gd name="connsiteX1" fmla="*/ 1482013 w 1809274"/>
                  <a:gd name="connsiteY1" fmla="*/ 69262 h 756202"/>
                  <a:gd name="connsiteX2" fmla="*/ 1809274 w 1809274"/>
                  <a:gd name="connsiteY2" fmla="*/ 238125 h 756202"/>
                  <a:gd name="connsiteX3" fmla="*/ 1809274 w 1809274"/>
                  <a:gd name="connsiteY3" fmla="*/ 663736 h 756202"/>
                  <a:gd name="connsiteX4" fmla="*/ 1219222 w 1809274"/>
                  <a:gd name="connsiteY4" fmla="*/ 520861 h 756202"/>
                  <a:gd name="connsiteX5" fmla="*/ 367587 w 1809274"/>
                  <a:gd name="connsiteY5" fmla="*/ 355012 h 756202"/>
                  <a:gd name="connsiteX6" fmla="*/ 22 w 1809274"/>
                  <a:gd name="connsiteY6" fmla="*/ 0 h 756202"/>
                  <a:gd name="connsiteX0" fmla="*/ 20 w 1809272"/>
                  <a:gd name="connsiteY0" fmla="*/ 0 h 741197"/>
                  <a:gd name="connsiteX1" fmla="*/ 1482011 w 1809272"/>
                  <a:gd name="connsiteY1" fmla="*/ 69262 h 741197"/>
                  <a:gd name="connsiteX2" fmla="*/ 1809272 w 1809272"/>
                  <a:gd name="connsiteY2" fmla="*/ 238125 h 741197"/>
                  <a:gd name="connsiteX3" fmla="*/ 1809272 w 1809272"/>
                  <a:gd name="connsiteY3" fmla="*/ 663736 h 741197"/>
                  <a:gd name="connsiteX4" fmla="*/ 1219220 w 1809272"/>
                  <a:gd name="connsiteY4" fmla="*/ 520861 h 741197"/>
                  <a:gd name="connsiteX5" fmla="*/ 377110 w 1809272"/>
                  <a:gd name="connsiteY5" fmla="*/ 331200 h 741197"/>
                  <a:gd name="connsiteX6" fmla="*/ 20 w 1809272"/>
                  <a:gd name="connsiteY6" fmla="*/ 0 h 741197"/>
                  <a:gd name="connsiteX0" fmla="*/ 17 w 1821175"/>
                  <a:gd name="connsiteY0" fmla="*/ 0 h 748341"/>
                  <a:gd name="connsiteX1" fmla="*/ 1493914 w 1821175"/>
                  <a:gd name="connsiteY1" fmla="*/ 76406 h 748341"/>
                  <a:gd name="connsiteX2" fmla="*/ 1821175 w 1821175"/>
                  <a:gd name="connsiteY2" fmla="*/ 245269 h 748341"/>
                  <a:gd name="connsiteX3" fmla="*/ 1821175 w 1821175"/>
                  <a:gd name="connsiteY3" fmla="*/ 670880 h 748341"/>
                  <a:gd name="connsiteX4" fmla="*/ 1231123 w 1821175"/>
                  <a:gd name="connsiteY4" fmla="*/ 528005 h 748341"/>
                  <a:gd name="connsiteX5" fmla="*/ 389013 w 1821175"/>
                  <a:gd name="connsiteY5" fmla="*/ 338344 h 748341"/>
                  <a:gd name="connsiteX6" fmla="*/ 17 w 1821175"/>
                  <a:gd name="connsiteY6" fmla="*/ 0 h 748341"/>
                  <a:gd name="connsiteX0" fmla="*/ 13 w 1821171"/>
                  <a:gd name="connsiteY0" fmla="*/ 0 h 733703"/>
                  <a:gd name="connsiteX1" fmla="*/ 1493910 w 1821171"/>
                  <a:gd name="connsiteY1" fmla="*/ 76406 h 733703"/>
                  <a:gd name="connsiteX2" fmla="*/ 1821171 w 1821171"/>
                  <a:gd name="connsiteY2" fmla="*/ 245269 h 733703"/>
                  <a:gd name="connsiteX3" fmla="*/ 1821171 w 1821171"/>
                  <a:gd name="connsiteY3" fmla="*/ 670880 h 733703"/>
                  <a:gd name="connsiteX4" fmla="*/ 1231119 w 1821171"/>
                  <a:gd name="connsiteY4" fmla="*/ 528005 h 733703"/>
                  <a:gd name="connsiteX5" fmla="*/ 431872 w 1821171"/>
                  <a:gd name="connsiteY5" fmla="*/ 314531 h 733703"/>
                  <a:gd name="connsiteX6" fmla="*/ 13 w 1821171"/>
                  <a:gd name="connsiteY6" fmla="*/ 0 h 733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1171" h="733703">
                    <a:moveTo>
                      <a:pt x="13" y="0"/>
                    </a:moveTo>
                    <a:cubicBezTo>
                      <a:pt x="103485" y="267562"/>
                      <a:pt x="647488" y="532744"/>
                      <a:pt x="1493910" y="76406"/>
                    </a:cubicBezTo>
                    <a:lnTo>
                      <a:pt x="1821171" y="245269"/>
                    </a:lnTo>
                    <a:lnTo>
                      <a:pt x="1821171" y="670880"/>
                    </a:lnTo>
                    <a:lnTo>
                      <a:pt x="1231119" y="528005"/>
                    </a:lnTo>
                    <a:cubicBezTo>
                      <a:pt x="1098788" y="587676"/>
                      <a:pt x="250897" y="1068091"/>
                      <a:pt x="431872" y="314531"/>
                    </a:cubicBezTo>
                    <a:cubicBezTo>
                      <a:pt x="146122" y="237246"/>
                      <a:pt x="-1575" y="63500"/>
                      <a:pt x="13" y="0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9599233-9FB6-8A3D-4E71-AEB47B75B384}"/>
                  </a:ext>
                </a:extLst>
              </p:cNvPr>
              <p:cNvSpPr/>
              <p:nvPr/>
            </p:nvSpPr>
            <p:spPr>
              <a:xfrm>
                <a:off x="2144403" y="2829654"/>
                <a:ext cx="675323" cy="109691"/>
              </a:xfrm>
              <a:custGeom>
                <a:avLst/>
                <a:gdLst>
                  <a:gd name="connsiteX0" fmla="*/ 0 w 633599"/>
                  <a:gd name="connsiteY0" fmla="*/ 98638 h 121498"/>
                  <a:gd name="connsiteX1" fmla="*/ 137160 w 633599"/>
                  <a:gd name="connsiteY1" fmla="*/ 14818 h 121498"/>
                  <a:gd name="connsiteX2" fmla="*/ 335280 w 633599"/>
                  <a:gd name="connsiteY2" fmla="*/ 7198 h 121498"/>
                  <a:gd name="connsiteX3" fmla="*/ 594360 w 633599"/>
                  <a:gd name="connsiteY3" fmla="*/ 91018 h 121498"/>
                  <a:gd name="connsiteX4" fmla="*/ 632460 w 633599"/>
                  <a:gd name="connsiteY4" fmla="*/ 121498 h 121498"/>
                  <a:gd name="connsiteX5" fmla="*/ 632460 w 633599"/>
                  <a:gd name="connsiteY5" fmla="*/ 121498 h 121498"/>
                  <a:gd name="connsiteX0" fmla="*/ 0 w 633599"/>
                  <a:gd name="connsiteY0" fmla="*/ 91459 h 114319"/>
                  <a:gd name="connsiteX1" fmla="*/ 335280 w 633599"/>
                  <a:gd name="connsiteY1" fmla="*/ 19 h 114319"/>
                  <a:gd name="connsiteX2" fmla="*/ 594360 w 633599"/>
                  <a:gd name="connsiteY2" fmla="*/ 83839 h 114319"/>
                  <a:gd name="connsiteX3" fmla="*/ 632460 w 633599"/>
                  <a:gd name="connsiteY3" fmla="*/ 114319 h 114319"/>
                  <a:gd name="connsiteX4" fmla="*/ 632460 w 633599"/>
                  <a:gd name="connsiteY4" fmla="*/ 114319 h 114319"/>
                  <a:gd name="connsiteX0" fmla="*/ 0 w 633599"/>
                  <a:gd name="connsiteY0" fmla="*/ 8490 h 31350"/>
                  <a:gd name="connsiteX1" fmla="*/ 594360 w 633599"/>
                  <a:gd name="connsiteY1" fmla="*/ 870 h 31350"/>
                  <a:gd name="connsiteX2" fmla="*/ 632460 w 633599"/>
                  <a:gd name="connsiteY2" fmla="*/ 31350 h 31350"/>
                  <a:gd name="connsiteX3" fmla="*/ 632460 w 633599"/>
                  <a:gd name="connsiteY3" fmla="*/ 31350 h 31350"/>
                  <a:gd name="connsiteX0" fmla="*/ 0 w 632460"/>
                  <a:gd name="connsiteY0" fmla="*/ 0 h 22860"/>
                  <a:gd name="connsiteX1" fmla="*/ 632460 w 632460"/>
                  <a:gd name="connsiteY1" fmla="*/ 22860 h 22860"/>
                  <a:gd name="connsiteX2" fmla="*/ 632460 w 632460"/>
                  <a:gd name="connsiteY2" fmla="*/ 22860 h 22860"/>
                  <a:gd name="connsiteX0" fmla="*/ 0 w 675323"/>
                  <a:gd name="connsiteY0" fmla="*/ 15240 h 15240"/>
                  <a:gd name="connsiteX1" fmla="*/ 675323 w 675323"/>
                  <a:gd name="connsiteY1" fmla="*/ 0 h 15240"/>
                  <a:gd name="connsiteX2" fmla="*/ 675323 w 675323"/>
                  <a:gd name="connsiteY2" fmla="*/ 0 h 15240"/>
                  <a:gd name="connsiteX0" fmla="*/ 0 w 675323"/>
                  <a:gd name="connsiteY0" fmla="*/ 91964 h 91964"/>
                  <a:gd name="connsiteX1" fmla="*/ 675323 w 675323"/>
                  <a:gd name="connsiteY1" fmla="*/ 76724 h 91964"/>
                  <a:gd name="connsiteX2" fmla="*/ 675323 w 675323"/>
                  <a:gd name="connsiteY2" fmla="*/ 76724 h 91964"/>
                  <a:gd name="connsiteX0" fmla="*/ 0 w 675323"/>
                  <a:gd name="connsiteY0" fmla="*/ 109691 h 109691"/>
                  <a:gd name="connsiteX1" fmla="*/ 675323 w 675323"/>
                  <a:gd name="connsiteY1" fmla="*/ 94451 h 109691"/>
                  <a:gd name="connsiteX2" fmla="*/ 675323 w 675323"/>
                  <a:gd name="connsiteY2" fmla="*/ 94451 h 109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5323" h="109691">
                    <a:moveTo>
                      <a:pt x="0" y="109691"/>
                    </a:moveTo>
                    <a:cubicBezTo>
                      <a:pt x="329883" y="-90652"/>
                      <a:pt x="616903" y="32856"/>
                      <a:pt x="675323" y="94451"/>
                    </a:cubicBezTo>
                    <a:lnTo>
                      <a:pt x="675323" y="9445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Rectangle 159">
                <a:extLst>
                  <a:ext uri="{FF2B5EF4-FFF2-40B4-BE49-F238E27FC236}">
                    <a16:creationId xmlns:a16="http://schemas.microsoft.com/office/drawing/2014/main" id="{95187AE4-8413-AF36-CD9A-9F12B267745B}"/>
                  </a:ext>
                </a:extLst>
              </p:cNvPr>
              <p:cNvSpPr/>
              <p:nvPr/>
            </p:nvSpPr>
            <p:spPr>
              <a:xfrm>
                <a:off x="2155271" y="3592033"/>
                <a:ext cx="1028373" cy="534972"/>
              </a:xfrm>
              <a:custGeom>
                <a:avLst/>
                <a:gdLst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0 w 1380627"/>
                  <a:gd name="connsiteY3" fmla="*/ 425611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19969 w 1400596"/>
                  <a:gd name="connsiteY0" fmla="*/ 0 h 425611"/>
                  <a:gd name="connsiteX1" fmla="*/ 1400596 w 1400596"/>
                  <a:gd name="connsiteY1" fmla="*/ 0 h 425611"/>
                  <a:gd name="connsiteX2" fmla="*/ 1400596 w 1400596"/>
                  <a:gd name="connsiteY2" fmla="*/ 425611 h 425611"/>
                  <a:gd name="connsiteX3" fmla="*/ 877219 w 1400596"/>
                  <a:gd name="connsiteY3" fmla="*/ 206536 h 425611"/>
                  <a:gd name="connsiteX4" fmla="*/ 19969 w 1400596"/>
                  <a:gd name="connsiteY4" fmla="*/ 0 h 425611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8802 w 1413717"/>
                  <a:gd name="connsiteY0" fmla="*/ 71437 h 432990"/>
                  <a:gd name="connsiteX1" fmla="*/ 1413717 w 1413717"/>
                  <a:gd name="connsiteY1" fmla="*/ 0 h 432990"/>
                  <a:gd name="connsiteX2" fmla="*/ 1413717 w 1413717"/>
                  <a:gd name="connsiteY2" fmla="*/ 425611 h 432990"/>
                  <a:gd name="connsiteX3" fmla="*/ 890340 w 1413717"/>
                  <a:gd name="connsiteY3" fmla="*/ 206536 h 432990"/>
                  <a:gd name="connsiteX4" fmla="*/ 18802 w 1413717"/>
                  <a:gd name="connsiteY4" fmla="*/ 71437 h 432990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042242"/>
                  <a:gd name="connsiteY0" fmla="*/ 233362 h 594915"/>
                  <a:gd name="connsiteX1" fmla="*/ 1042242 w 1042242"/>
                  <a:gd name="connsiteY1" fmla="*/ 0 h 594915"/>
                  <a:gd name="connsiteX2" fmla="*/ 890340 w 1042242"/>
                  <a:gd name="connsiteY2" fmla="*/ 368461 h 594915"/>
                  <a:gd name="connsiteX3" fmla="*/ 18802 w 1042242"/>
                  <a:gd name="connsiteY3" fmla="*/ 233362 h 594915"/>
                  <a:gd name="connsiteX0" fmla="*/ 0 w 1023440"/>
                  <a:gd name="connsiteY0" fmla="*/ 233362 h 236620"/>
                  <a:gd name="connsiteX1" fmla="*/ 1023440 w 1023440"/>
                  <a:gd name="connsiteY1" fmla="*/ 0 h 236620"/>
                  <a:gd name="connsiteX2" fmla="*/ 0 w 1023440"/>
                  <a:gd name="connsiteY2" fmla="*/ 233362 h 236620"/>
                  <a:gd name="connsiteX0" fmla="*/ 4960 w 1028400"/>
                  <a:gd name="connsiteY0" fmla="*/ 233362 h 514512"/>
                  <a:gd name="connsiteX1" fmla="*/ 1028400 w 1028400"/>
                  <a:gd name="connsiteY1" fmla="*/ 0 h 514512"/>
                  <a:gd name="connsiteX2" fmla="*/ 4960 w 1028400"/>
                  <a:gd name="connsiteY2" fmla="*/ 233362 h 51451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8373" h="534972">
                    <a:moveTo>
                      <a:pt x="4933" y="233362"/>
                    </a:moveTo>
                    <a:cubicBezTo>
                      <a:pt x="322268" y="250825"/>
                      <a:pt x="691989" y="173037"/>
                      <a:pt x="1028373" y="0"/>
                    </a:cubicBezTo>
                    <a:cubicBezTo>
                      <a:pt x="691988" y="187325"/>
                      <a:pt x="-68257" y="950913"/>
                      <a:pt x="4933" y="2333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236D37C-B0E7-8447-14A9-58C504AFF304}"/>
                  </a:ext>
                </a:extLst>
              </p:cNvPr>
              <p:cNvSpPr/>
              <p:nvPr/>
            </p:nvSpPr>
            <p:spPr>
              <a:xfrm>
                <a:off x="2226511" y="3704873"/>
                <a:ext cx="728299" cy="418493"/>
              </a:xfrm>
              <a:custGeom>
                <a:avLst/>
                <a:gdLst>
                  <a:gd name="connsiteX0" fmla="*/ 735674 w 760493"/>
                  <a:gd name="connsiteY0" fmla="*/ 0 h 435966"/>
                  <a:gd name="connsiteX1" fmla="*/ 756600 w 760493"/>
                  <a:gd name="connsiteY1" fmla="*/ 22202 h 435966"/>
                  <a:gd name="connsiteX2" fmla="*/ 760493 w 760493"/>
                  <a:gd name="connsiteY2" fmla="*/ 35376 h 435966"/>
                  <a:gd name="connsiteX3" fmla="*/ 648241 w 760493"/>
                  <a:gd name="connsiteY3" fmla="*/ 117390 h 435966"/>
                  <a:gd name="connsiteX4" fmla="*/ 18649 w 760493"/>
                  <a:gd name="connsiteY4" fmla="*/ 426953 h 435966"/>
                  <a:gd name="connsiteX5" fmla="*/ 0 w 760493"/>
                  <a:gd name="connsiteY5" fmla="*/ 413328 h 435966"/>
                  <a:gd name="connsiteX6" fmla="*/ 4571 w 760493"/>
                  <a:gd name="connsiteY6" fmla="*/ 372733 h 435966"/>
                  <a:gd name="connsiteX7" fmla="*/ 219654 w 760493"/>
                  <a:gd name="connsiteY7" fmla="*/ 125371 h 435966"/>
                  <a:gd name="connsiteX8" fmla="*/ 220128 w 760493"/>
                  <a:gd name="connsiteY8" fmla="*/ 125071 h 435966"/>
                  <a:gd name="connsiteX9" fmla="*/ 311500 w 760493"/>
                  <a:gd name="connsiteY9" fmla="*/ 113818 h 435966"/>
                  <a:gd name="connsiteX10" fmla="*/ 703159 w 760493"/>
                  <a:gd name="connsiteY10" fmla="*/ 12913 h 435966"/>
                  <a:gd name="connsiteX11" fmla="*/ 735674 w 760493"/>
                  <a:gd name="connsiteY11" fmla="*/ 0 h 435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0493" h="435966">
                    <a:moveTo>
                      <a:pt x="735674" y="0"/>
                    </a:moveTo>
                    <a:lnTo>
                      <a:pt x="756600" y="22202"/>
                    </a:lnTo>
                    <a:lnTo>
                      <a:pt x="760493" y="35376"/>
                    </a:lnTo>
                    <a:lnTo>
                      <a:pt x="648241" y="117390"/>
                    </a:lnTo>
                    <a:cubicBezTo>
                      <a:pt x="413374" y="290825"/>
                      <a:pt x="151123" y="479737"/>
                      <a:pt x="18649" y="426953"/>
                    </a:cubicBezTo>
                    <a:lnTo>
                      <a:pt x="0" y="413328"/>
                    </a:lnTo>
                    <a:lnTo>
                      <a:pt x="4571" y="372733"/>
                    </a:lnTo>
                    <a:cubicBezTo>
                      <a:pt x="24679" y="298480"/>
                      <a:pt x="104262" y="205639"/>
                      <a:pt x="219654" y="125371"/>
                    </a:cubicBezTo>
                    <a:lnTo>
                      <a:pt x="220128" y="125071"/>
                    </a:lnTo>
                    <a:lnTo>
                      <a:pt x="311500" y="113818"/>
                    </a:lnTo>
                    <a:cubicBezTo>
                      <a:pt x="440713" y="93577"/>
                      <a:pt x="572773" y="59942"/>
                      <a:pt x="703159" y="12913"/>
                    </a:cubicBezTo>
                    <a:lnTo>
                      <a:pt x="735674" y="0"/>
                    </a:lnTo>
                    <a:close/>
                  </a:path>
                </a:pathLst>
              </a:custGeom>
              <a:solidFill>
                <a:srgbClr val="F66785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6AF5531-53D7-587C-D649-10608607CF59}"/>
                  </a:ext>
                </a:extLst>
              </p:cNvPr>
              <p:cNvGrpSpPr/>
              <p:nvPr/>
            </p:nvGrpSpPr>
            <p:grpSpPr>
              <a:xfrm>
                <a:off x="2086571" y="2351726"/>
                <a:ext cx="518161" cy="614937"/>
                <a:chOff x="1250449" y="2412730"/>
                <a:chExt cx="518161" cy="614937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419BF76-11B7-26C3-8B27-0D43F479EE88}"/>
                    </a:ext>
                  </a:extLst>
                </p:cNvPr>
                <p:cNvGrpSpPr/>
                <p:nvPr/>
              </p:nvGrpSpPr>
              <p:grpSpPr>
                <a:xfrm>
                  <a:off x="1250449" y="2412730"/>
                  <a:ext cx="518161" cy="614937"/>
                  <a:chOff x="9280391" y="4797065"/>
                  <a:chExt cx="518161" cy="614937"/>
                </a:xfrm>
              </p:grpSpPr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218B626C-13E8-7FE2-C47D-CFB7FB96BD89}"/>
                      </a:ext>
                    </a:extLst>
                  </p:cNvPr>
                  <p:cNvSpPr/>
                  <p:nvPr/>
                </p:nvSpPr>
                <p:spPr>
                  <a:xfrm>
                    <a:off x="9421642" y="4870524"/>
                    <a:ext cx="310700" cy="458165"/>
                  </a:xfrm>
                  <a:custGeom>
                    <a:avLst/>
                    <a:gdLst>
                      <a:gd name="connsiteX0" fmla="*/ 225540 w 310700"/>
                      <a:gd name="connsiteY0" fmla="*/ 0 h 458165"/>
                      <a:gd name="connsiteX1" fmla="*/ 270994 w 310700"/>
                      <a:gd name="connsiteY1" fmla="*/ 6389 h 458165"/>
                      <a:gd name="connsiteX2" fmla="*/ 281439 w 310700"/>
                      <a:gd name="connsiteY2" fmla="*/ 10910 h 458165"/>
                      <a:gd name="connsiteX3" fmla="*/ 301026 w 310700"/>
                      <a:gd name="connsiteY3" fmla="*/ 33740 h 458165"/>
                      <a:gd name="connsiteX4" fmla="*/ 310700 w 310700"/>
                      <a:gd name="connsiteY4" fmla="*/ 50304 h 458165"/>
                      <a:gd name="connsiteX5" fmla="*/ 286518 w 310700"/>
                      <a:gd name="connsiteY5" fmla="*/ 47118 h 458165"/>
                      <a:gd name="connsiteX6" fmla="*/ 60978 w 310700"/>
                      <a:gd name="connsiteY6" fmla="*/ 341832 h 458165"/>
                      <a:gd name="connsiteX7" fmla="*/ 65560 w 310700"/>
                      <a:gd name="connsiteY7" fmla="*/ 401227 h 458165"/>
                      <a:gd name="connsiteX8" fmla="*/ 73189 w 310700"/>
                      <a:gd name="connsiteY8" fmla="*/ 433340 h 458165"/>
                      <a:gd name="connsiteX9" fmla="*/ 66793 w 310700"/>
                      <a:gd name="connsiteY9" fmla="*/ 435742 h 458165"/>
                      <a:gd name="connsiteX10" fmla="*/ 26009 w 310700"/>
                      <a:gd name="connsiteY10" fmla="*/ 458165 h 458165"/>
                      <a:gd name="connsiteX11" fmla="*/ 17724 w 310700"/>
                      <a:gd name="connsiteY11" fmla="*/ 436881 h 458165"/>
                      <a:gd name="connsiteX12" fmla="*/ 0 w 310700"/>
                      <a:gd name="connsiteY12" fmla="*/ 314474 h 458165"/>
                      <a:gd name="connsiteX13" fmla="*/ 225540 w 310700"/>
                      <a:gd name="connsiteY13" fmla="*/ 0 h 458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0700" h="458165">
                        <a:moveTo>
                          <a:pt x="225540" y="0"/>
                        </a:moveTo>
                        <a:cubicBezTo>
                          <a:pt x="241110" y="0"/>
                          <a:pt x="256312" y="2200"/>
                          <a:pt x="270994" y="6389"/>
                        </a:cubicBezTo>
                        <a:lnTo>
                          <a:pt x="281439" y="10910"/>
                        </a:lnTo>
                        <a:lnTo>
                          <a:pt x="301026" y="33740"/>
                        </a:lnTo>
                        <a:lnTo>
                          <a:pt x="310700" y="50304"/>
                        </a:lnTo>
                        <a:lnTo>
                          <a:pt x="286518" y="47118"/>
                        </a:lnTo>
                        <a:cubicBezTo>
                          <a:pt x="161956" y="47118"/>
                          <a:pt x="60978" y="179066"/>
                          <a:pt x="60978" y="341832"/>
                        </a:cubicBezTo>
                        <a:cubicBezTo>
                          <a:pt x="60978" y="362178"/>
                          <a:pt x="62556" y="382042"/>
                          <a:pt x="65560" y="401227"/>
                        </a:cubicBezTo>
                        <a:lnTo>
                          <a:pt x="73189" y="433340"/>
                        </a:lnTo>
                        <a:lnTo>
                          <a:pt x="66793" y="435742"/>
                        </a:lnTo>
                        <a:lnTo>
                          <a:pt x="26009" y="458165"/>
                        </a:lnTo>
                        <a:lnTo>
                          <a:pt x="17724" y="436881"/>
                        </a:lnTo>
                        <a:cubicBezTo>
                          <a:pt x="6311" y="399258"/>
                          <a:pt x="0" y="357894"/>
                          <a:pt x="0" y="314474"/>
                        </a:cubicBezTo>
                        <a:cubicBezTo>
                          <a:pt x="0" y="140795"/>
                          <a:pt x="100978" y="0"/>
                          <a:pt x="225540" y="0"/>
                        </a:cubicBezTo>
                        <a:close/>
                      </a:path>
                    </a:pathLst>
                  </a:custGeom>
                  <a:solidFill>
                    <a:srgbClr val="0D5A95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699DF9A7-408C-E2DC-5256-05F07EF25DC0}"/>
                      </a:ext>
                    </a:extLst>
                  </p:cNvPr>
                  <p:cNvSpPr/>
                  <p:nvPr/>
                </p:nvSpPr>
                <p:spPr>
                  <a:xfrm>
                    <a:off x="9280391" y="4797065"/>
                    <a:ext cx="422690" cy="614937"/>
                  </a:xfrm>
                  <a:custGeom>
                    <a:avLst/>
                    <a:gdLst>
                      <a:gd name="connsiteX0" fmla="*/ 259080 w 422690"/>
                      <a:gd name="connsiteY0" fmla="*/ 0 h 614937"/>
                      <a:gd name="connsiteX1" fmla="*/ 403934 w 422690"/>
                      <a:gd name="connsiteY1" fmla="*/ 62507 h 614937"/>
                      <a:gd name="connsiteX2" fmla="*/ 422690 w 422690"/>
                      <a:gd name="connsiteY2" fmla="*/ 84369 h 614937"/>
                      <a:gd name="connsiteX3" fmla="*/ 412245 w 422690"/>
                      <a:gd name="connsiteY3" fmla="*/ 79848 h 614937"/>
                      <a:gd name="connsiteX4" fmla="*/ 366791 w 422690"/>
                      <a:gd name="connsiteY4" fmla="*/ 73459 h 614937"/>
                      <a:gd name="connsiteX5" fmla="*/ 141251 w 422690"/>
                      <a:gd name="connsiteY5" fmla="*/ 387933 h 614937"/>
                      <a:gd name="connsiteX6" fmla="*/ 158975 w 422690"/>
                      <a:gd name="connsiteY6" fmla="*/ 510340 h 614937"/>
                      <a:gd name="connsiteX7" fmla="*/ 167260 w 422690"/>
                      <a:gd name="connsiteY7" fmla="*/ 531624 h 614937"/>
                      <a:gd name="connsiteX8" fmla="*/ 152123 w 422690"/>
                      <a:gd name="connsiteY8" fmla="*/ 539946 h 614937"/>
                      <a:gd name="connsiteX9" fmla="*/ 104923 w 422690"/>
                      <a:gd name="connsiteY9" fmla="*/ 576470 h 614937"/>
                      <a:gd name="connsiteX10" fmla="*/ 70122 w 422690"/>
                      <a:gd name="connsiteY10" fmla="*/ 614937 h 614937"/>
                      <a:gd name="connsiteX11" fmla="*/ 44247 w 422690"/>
                      <a:gd name="connsiteY11" fmla="*/ 570634 h 614937"/>
                      <a:gd name="connsiteX12" fmla="*/ 0 w 422690"/>
                      <a:gd name="connsiteY12" fmla="*/ 366000 h 614937"/>
                      <a:gd name="connsiteX13" fmla="*/ 259080 w 422690"/>
                      <a:gd name="connsiteY13" fmla="*/ 0 h 614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22690" h="614937">
                        <a:moveTo>
                          <a:pt x="259080" y="0"/>
                        </a:moveTo>
                        <a:cubicBezTo>
                          <a:pt x="312737" y="0"/>
                          <a:pt x="362585" y="23044"/>
                          <a:pt x="403934" y="62507"/>
                        </a:cubicBezTo>
                        <a:lnTo>
                          <a:pt x="422690" y="84369"/>
                        </a:lnTo>
                        <a:lnTo>
                          <a:pt x="412245" y="79848"/>
                        </a:lnTo>
                        <a:cubicBezTo>
                          <a:pt x="397563" y="75659"/>
                          <a:pt x="382361" y="73459"/>
                          <a:pt x="366791" y="73459"/>
                        </a:cubicBezTo>
                        <a:cubicBezTo>
                          <a:pt x="242229" y="73459"/>
                          <a:pt x="141251" y="214254"/>
                          <a:pt x="141251" y="387933"/>
                        </a:cubicBezTo>
                        <a:cubicBezTo>
                          <a:pt x="141251" y="431353"/>
                          <a:pt x="147562" y="472717"/>
                          <a:pt x="158975" y="510340"/>
                        </a:cubicBezTo>
                        <a:lnTo>
                          <a:pt x="167260" y="531624"/>
                        </a:lnTo>
                        <a:lnTo>
                          <a:pt x="152123" y="539946"/>
                        </a:lnTo>
                        <a:cubicBezTo>
                          <a:pt x="134867" y="551222"/>
                          <a:pt x="119063" y="563461"/>
                          <a:pt x="104923" y="576470"/>
                        </a:cubicBezTo>
                        <a:lnTo>
                          <a:pt x="70122" y="614937"/>
                        </a:lnTo>
                        <a:lnTo>
                          <a:pt x="44247" y="570634"/>
                        </a:lnTo>
                        <a:cubicBezTo>
                          <a:pt x="16312" y="512220"/>
                          <a:pt x="0" y="441801"/>
                          <a:pt x="0" y="366000"/>
                        </a:cubicBezTo>
                        <a:cubicBezTo>
                          <a:pt x="0" y="163864"/>
                          <a:pt x="115994" y="0"/>
                          <a:pt x="259080" y="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974A57EC-FE2C-0A90-430F-52570CFF5C05}"/>
                      </a:ext>
                    </a:extLst>
                  </p:cNvPr>
                  <p:cNvSpPr/>
                  <p:nvPr/>
                </p:nvSpPr>
                <p:spPr>
                  <a:xfrm>
                    <a:off x="9482621" y="4917641"/>
                    <a:ext cx="315931" cy="386222"/>
                  </a:xfrm>
                  <a:custGeom>
                    <a:avLst/>
                    <a:gdLst>
                      <a:gd name="connsiteX0" fmla="*/ 225540 w 315931"/>
                      <a:gd name="connsiteY0" fmla="*/ 0 h 386222"/>
                      <a:gd name="connsiteX1" fmla="*/ 249722 w 315931"/>
                      <a:gd name="connsiteY1" fmla="*/ 3186 h 386222"/>
                      <a:gd name="connsiteX2" fmla="*/ 271684 w 315931"/>
                      <a:gd name="connsiteY2" fmla="*/ 40789 h 386222"/>
                      <a:gd name="connsiteX3" fmla="*/ 315931 w 315931"/>
                      <a:gd name="connsiteY3" fmla="*/ 245423 h 386222"/>
                      <a:gd name="connsiteX4" fmla="*/ 310667 w 315931"/>
                      <a:gd name="connsiteY4" fmla="*/ 319185 h 386222"/>
                      <a:gd name="connsiteX5" fmla="*/ 303612 w 315931"/>
                      <a:gd name="connsiteY5" fmla="*/ 351294 h 386222"/>
                      <a:gd name="connsiteX6" fmla="*/ 277478 w 315931"/>
                      <a:gd name="connsiteY6" fmla="*/ 346191 h 386222"/>
                      <a:gd name="connsiteX7" fmla="*/ 138786 w 315931"/>
                      <a:gd name="connsiteY7" fmla="*/ 349094 h 386222"/>
                      <a:gd name="connsiteX8" fmla="*/ 69197 w 315931"/>
                      <a:gd name="connsiteY8" fmla="*/ 364814 h 386222"/>
                      <a:gd name="connsiteX9" fmla="*/ 12211 w 315931"/>
                      <a:gd name="connsiteY9" fmla="*/ 386222 h 386222"/>
                      <a:gd name="connsiteX10" fmla="*/ 4582 w 315931"/>
                      <a:gd name="connsiteY10" fmla="*/ 354109 h 386222"/>
                      <a:gd name="connsiteX11" fmla="*/ 0 w 315931"/>
                      <a:gd name="connsiteY11" fmla="*/ 294714 h 386222"/>
                      <a:gd name="connsiteX12" fmla="*/ 225540 w 315931"/>
                      <a:gd name="connsiteY12" fmla="*/ 0 h 386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5931" h="386222">
                        <a:moveTo>
                          <a:pt x="225540" y="0"/>
                        </a:moveTo>
                        <a:lnTo>
                          <a:pt x="249722" y="3186"/>
                        </a:lnTo>
                        <a:lnTo>
                          <a:pt x="271684" y="40789"/>
                        </a:lnTo>
                        <a:cubicBezTo>
                          <a:pt x="299619" y="99203"/>
                          <a:pt x="315931" y="169622"/>
                          <a:pt x="315931" y="245423"/>
                        </a:cubicBezTo>
                        <a:cubicBezTo>
                          <a:pt x="315931" y="270690"/>
                          <a:pt x="314119" y="295359"/>
                          <a:pt x="310667" y="319185"/>
                        </a:cubicBezTo>
                        <a:lnTo>
                          <a:pt x="303612" y="351294"/>
                        </a:lnTo>
                        <a:lnTo>
                          <a:pt x="277478" y="346191"/>
                        </a:lnTo>
                        <a:cubicBezTo>
                          <a:pt x="233887" y="340920"/>
                          <a:pt x="186968" y="341568"/>
                          <a:pt x="138786" y="349094"/>
                        </a:cubicBezTo>
                        <a:cubicBezTo>
                          <a:pt x="114695" y="352857"/>
                          <a:pt x="91429" y="358161"/>
                          <a:pt x="69197" y="364814"/>
                        </a:cubicBezTo>
                        <a:lnTo>
                          <a:pt x="12211" y="386222"/>
                        </a:lnTo>
                        <a:lnTo>
                          <a:pt x="4582" y="354109"/>
                        </a:lnTo>
                        <a:cubicBezTo>
                          <a:pt x="1578" y="334924"/>
                          <a:pt x="0" y="315060"/>
                          <a:pt x="0" y="294714"/>
                        </a:cubicBezTo>
                        <a:cubicBezTo>
                          <a:pt x="0" y="131948"/>
                          <a:pt x="100978" y="0"/>
                          <a:pt x="225540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974DAD6-6EB4-C9FE-32EB-222C001DADE3}"/>
                    </a:ext>
                  </a:extLst>
                </p:cNvPr>
                <p:cNvSpPr/>
                <p:nvPr/>
              </p:nvSpPr>
              <p:spPr>
                <a:xfrm rot="2131195">
                  <a:off x="1555168" y="2566715"/>
                  <a:ext cx="99780" cy="17958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5020157-E81A-4910-4E0E-CC5565E10499}"/>
                    </a:ext>
                  </a:extLst>
                </p:cNvPr>
                <p:cNvSpPr/>
                <p:nvPr/>
              </p:nvSpPr>
              <p:spPr>
                <a:xfrm rot="2131195">
                  <a:off x="1515061" y="2764883"/>
                  <a:ext cx="72242" cy="63851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AE5158A-074B-C636-8BFA-6BB8D75B604B}"/>
                  </a:ext>
                </a:extLst>
              </p:cNvPr>
              <p:cNvGrpSpPr/>
              <p:nvPr/>
            </p:nvGrpSpPr>
            <p:grpSpPr>
              <a:xfrm rot="203425">
                <a:off x="3113123" y="2490091"/>
                <a:ext cx="590404" cy="818958"/>
                <a:chOff x="3799803" y="2583694"/>
                <a:chExt cx="590404" cy="81895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7DD78406-8D54-7D7A-F35C-F22DD57D02F7}"/>
                    </a:ext>
                  </a:extLst>
                </p:cNvPr>
                <p:cNvGrpSpPr/>
                <p:nvPr/>
              </p:nvGrpSpPr>
              <p:grpSpPr>
                <a:xfrm>
                  <a:off x="3799803" y="2583694"/>
                  <a:ext cx="590404" cy="818958"/>
                  <a:chOff x="10475215" y="4805471"/>
                  <a:chExt cx="590404" cy="818958"/>
                </a:xfrm>
              </p:grpSpPr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30E241B2-E344-79DD-18E3-9BA19BA982C6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475215" y="4805471"/>
                    <a:ext cx="496057" cy="663575"/>
                  </a:xfrm>
                  <a:custGeom>
                    <a:avLst/>
                    <a:gdLst>
                      <a:gd name="connsiteX0" fmla="*/ 304049 w 496057"/>
                      <a:gd name="connsiteY0" fmla="*/ 0 h 663575"/>
                      <a:gd name="connsiteX1" fmla="*/ 474044 w 496057"/>
                      <a:gd name="connsiteY1" fmla="*/ 73356 h 663575"/>
                      <a:gd name="connsiteX2" fmla="*/ 496057 w 496057"/>
                      <a:gd name="connsiteY2" fmla="*/ 99014 h 663575"/>
                      <a:gd name="connsiteX3" fmla="*/ 483799 w 496057"/>
                      <a:gd name="connsiteY3" fmla="*/ 93708 h 663575"/>
                      <a:gd name="connsiteX4" fmla="*/ 430455 w 496057"/>
                      <a:gd name="connsiteY4" fmla="*/ 86209 h 663575"/>
                      <a:gd name="connsiteX5" fmla="*/ 243293 w 496057"/>
                      <a:gd name="connsiteY5" fmla="*/ 194304 h 663575"/>
                      <a:gd name="connsiteX6" fmla="*/ 243293 w 496057"/>
                      <a:gd name="connsiteY6" fmla="*/ 194305 h 663575"/>
                      <a:gd name="connsiteX7" fmla="*/ 243292 w 496057"/>
                      <a:gd name="connsiteY7" fmla="*/ 194305 h 663575"/>
                      <a:gd name="connsiteX8" fmla="*/ 186567 w 496057"/>
                      <a:gd name="connsiteY8" fmla="*/ 311614 h 663575"/>
                      <a:gd name="connsiteX9" fmla="*/ 176567 w 496057"/>
                      <a:gd name="connsiteY9" fmla="*/ 356531 h 663575"/>
                      <a:gd name="connsiteX10" fmla="*/ 171145 w 496057"/>
                      <a:gd name="connsiteY10" fmla="*/ 380889 h 663575"/>
                      <a:gd name="connsiteX11" fmla="*/ 165767 w 496057"/>
                      <a:gd name="connsiteY11" fmla="*/ 455267 h 663575"/>
                      <a:gd name="connsiteX12" fmla="*/ 169902 w 496057"/>
                      <a:gd name="connsiteY12" fmla="*/ 520596 h 663575"/>
                      <a:gd name="connsiteX13" fmla="*/ 169902 w 496057"/>
                      <a:gd name="connsiteY13" fmla="*/ 520597 h 663575"/>
                      <a:gd name="connsiteX14" fmla="*/ 169902 w 496057"/>
                      <a:gd name="connsiteY14" fmla="*/ 520597 h 663575"/>
                      <a:gd name="connsiteX15" fmla="*/ 200836 w 496057"/>
                      <a:gd name="connsiteY15" fmla="*/ 638969 h 663575"/>
                      <a:gd name="connsiteX16" fmla="*/ 205831 w 496057"/>
                      <a:gd name="connsiteY16" fmla="*/ 649021 h 663575"/>
                      <a:gd name="connsiteX17" fmla="*/ 197001 w 496057"/>
                      <a:gd name="connsiteY17" fmla="*/ 647194 h 663575"/>
                      <a:gd name="connsiteX18" fmla="*/ 90567 w 496057"/>
                      <a:gd name="connsiteY18" fmla="*/ 650786 h 663575"/>
                      <a:gd name="connsiteX19" fmla="*/ 49580 w 496057"/>
                      <a:gd name="connsiteY19" fmla="*/ 663575 h 663575"/>
                      <a:gd name="connsiteX20" fmla="*/ 23893 w 496057"/>
                      <a:gd name="connsiteY20" fmla="*/ 596718 h 663575"/>
                      <a:gd name="connsiteX21" fmla="*/ 0 w 496057"/>
                      <a:gd name="connsiteY21" fmla="*/ 429527 h 663575"/>
                      <a:gd name="connsiteX22" fmla="*/ 304049 w 496057"/>
                      <a:gd name="connsiteY22" fmla="*/ 0 h 663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96057" h="663575">
                        <a:moveTo>
                          <a:pt x="304049" y="0"/>
                        </a:moveTo>
                        <a:cubicBezTo>
                          <a:pt x="367019" y="0"/>
                          <a:pt x="425519" y="27044"/>
                          <a:pt x="474044" y="73356"/>
                        </a:cubicBezTo>
                        <a:lnTo>
                          <a:pt x="496057" y="99014"/>
                        </a:lnTo>
                        <a:lnTo>
                          <a:pt x="483799" y="93708"/>
                        </a:lnTo>
                        <a:cubicBezTo>
                          <a:pt x="466568" y="88792"/>
                          <a:pt x="448728" y="86209"/>
                          <a:pt x="430455" y="86209"/>
                        </a:cubicBezTo>
                        <a:cubicBezTo>
                          <a:pt x="357364" y="86209"/>
                          <a:pt x="291192" y="127518"/>
                          <a:pt x="243293" y="194304"/>
                        </a:cubicBezTo>
                        <a:lnTo>
                          <a:pt x="243293" y="194305"/>
                        </a:lnTo>
                        <a:lnTo>
                          <a:pt x="243292" y="194305"/>
                        </a:lnTo>
                        <a:cubicBezTo>
                          <a:pt x="219343" y="227698"/>
                          <a:pt x="199961" y="267461"/>
                          <a:pt x="186567" y="311614"/>
                        </a:cubicBezTo>
                        <a:lnTo>
                          <a:pt x="176567" y="356531"/>
                        </a:lnTo>
                        <a:lnTo>
                          <a:pt x="171145" y="380889"/>
                        </a:lnTo>
                        <a:cubicBezTo>
                          <a:pt x="167619" y="404914"/>
                          <a:pt x="165767" y="429789"/>
                          <a:pt x="165767" y="455267"/>
                        </a:cubicBezTo>
                        <a:cubicBezTo>
                          <a:pt x="165767" y="477560"/>
                          <a:pt x="167185" y="499392"/>
                          <a:pt x="169902" y="520596"/>
                        </a:cubicBezTo>
                        <a:lnTo>
                          <a:pt x="169902" y="520597"/>
                        </a:lnTo>
                        <a:lnTo>
                          <a:pt x="169902" y="520597"/>
                        </a:lnTo>
                        <a:cubicBezTo>
                          <a:pt x="175334" y="563006"/>
                          <a:pt x="185963" y="602905"/>
                          <a:pt x="200836" y="638969"/>
                        </a:cubicBezTo>
                        <a:lnTo>
                          <a:pt x="205831" y="649021"/>
                        </a:lnTo>
                        <a:lnTo>
                          <a:pt x="197001" y="647194"/>
                        </a:lnTo>
                        <a:cubicBezTo>
                          <a:pt x="159734" y="642467"/>
                          <a:pt x="123604" y="643802"/>
                          <a:pt x="90567" y="650786"/>
                        </a:cubicBezTo>
                        <a:lnTo>
                          <a:pt x="49580" y="663575"/>
                        </a:lnTo>
                        <a:lnTo>
                          <a:pt x="23893" y="596718"/>
                        </a:lnTo>
                        <a:cubicBezTo>
                          <a:pt x="8508" y="545330"/>
                          <a:pt x="-1" y="488832"/>
                          <a:pt x="0" y="429527"/>
                        </a:cubicBezTo>
                        <a:cubicBezTo>
                          <a:pt x="0" y="192306"/>
                          <a:pt x="136126" y="0"/>
                          <a:pt x="304049" y="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9F91AC36-C21A-0850-5F36-2563CB82BFE5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634896" y="4903243"/>
                    <a:ext cx="364629" cy="581708"/>
                  </a:xfrm>
                  <a:custGeom>
                    <a:avLst/>
                    <a:gdLst>
                      <a:gd name="connsiteX0" fmla="*/ 264688 w 364629"/>
                      <a:gd name="connsiteY0" fmla="*/ 0 h 581708"/>
                      <a:gd name="connsiteX1" fmla="*/ 318031 w 364629"/>
                      <a:gd name="connsiteY1" fmla="*/ 7498 h 581708"/>
                      <a:gd name="connsiteX2" fmla="*/ 330290 w 364629"/>
                      <a:gd name="connsiteY2" fmla="*/ 12804 h 581708"/>
                      <a:gd name="connsiteX3" fmla="*/ 353275 w 364629"/>
                      <a:gd name="connsiteY3" fmla="*/ 39596 h 581708"/>
                      <a:gd name="connsiteX4" fmla="*/ 364629 w 364629"/>
                      <a:gd name="connsiteY4" fmla="*/ 59035 h 581708"/>
                      <a:gd name="connsiteX5" fmla="*/ 336250 w 364629"/>
                      <a:gd name="connsiteY5" fmla="*/ 55296 h 581708"/>
                      <a:gd name="connsiteX6" fmla="*/ 71562 w 364629"/>
                      <a:gd name="connsiteY6" fmla="*/ 401164 h 581708"/>
                      <a:gd name="connsiteX7" fmla="*/ 83462 w 364629"/>
                      <a:gd name="connsiteY7" fmla="*/ 504015 h 581708"/>
                      <a:gd name="connsiteX8" fmla="*/ 112045 w 364629"/>
                      <a:gd name="connsiteY8" fmla="*/ 581708 h 581708"/>
                      <a:gd name="connsiteX9" fmla="*/ 87743 w 364629"/>
                      <a:gd name="connsiteY9" fmla="*/ 572674 h 581708"/>
                      <a:gd name="connsiteX10" fmla="*/ 40065 w 364629"/>
                      <a:gd name="connsiteY10" fmla="*/ 562810 h 581708"/>
                      <a:gd name="connsiteX11" fmla="*/ 35068 w 364629"/>
                      <a:gd name="connsiteY11" fmla="*/ 552758 h 581708"/>
                      <a:gd name="connsiteX12" fmla="*/ 16061 w 364629"/>
                      <a:gd name="connsiteY12" fmla="*/ 495952 h 581708"/>
                      <a:gd name="connsiteX13" fmla="*/ 4135 w 364629"/>
                      <a:gd name="connsiteY13" fmla="*/ 434387 h 581708"/>
                      <a:gd name="connsiteX14" fmla="*/ 0 w 364629"/>
                      <a:gd name="connsiteY14" fmla="*/ 369058 h 581708"/>
                      <a:gd name="connsiteX15" fmla="*/ 5378 w 364629"/>
                      <a:gd name="connsiteY15" fmla="*/ 294680 h 581708"/>
                      <a:gd name="connsiteX16" fmla="*/ 10800 w 364629"/>
                      <a:gd name="connsiteY16" fmla="*/ 270321 h 581708"/>
                      <a:gd name="connsiteX17" fmla="*/ 20801 w 364629"/>
                      <a:gd name="connsiteY17" fmla="*/ 225403 h 581708"/>
                      <a:gd name="connsiteX18" fmla="*/ 45205 w 364629"/>
                      <a:gd name="connsiteY18" fmla="*/ 162714 h 581708"/>
                      <a:gd name="connsiteX19" fmla="*/ 77526 w 364629"/>
                      <a:gd name="connsiteY19" fmla="*/ 108095 h 581708"/>
                      <a:gd name="connsiteX20" fmla="*/ 116698 w 364629"/>
                      <a:gd name="connsiteY20" fmla="*/ 63030 h 581708"/>
                      <a:gd name="connsiteX21" fmla="*/ 264688 w 364629"/>
                      <a:gd name="connsiteY21" fmla="*/ 0 h 5817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364629" h="581708">
                        <a:moveTo>
                          <a:pt x="264688" y="0"/>
                        </a:moveTo>
                        <a:cubicBezTo>
                          <a:pt x="282960" y="0"/>
                          <a:pt x="300801" y="2583"/>
                          <a:pt x="318031" y="7498"/>
                        </a:cubicBezTo>
                        <a:lnTo>
                          <a:pt x="330290" y="12804"/>
                        </a:lnTo>
                        <a:lnTo>
                          <a:pt x="353275" y="39596"/>
                        </a:lnTo>
                        <a:lnTo>
                          <a:pt x="364629" y="59035"/>
                        </a:lnTo>
                        <a:lnTo>
                          <a:pt x="336250" y="55296"/>
                        </a:lnTo>
                        <a:cubicBezTo>
                          <a:pt x="190067" y="55296"/>
                          <a:pt x="71562" y="210147"/>
                          <a:pt x="71562" y="401164"/>
                        </a:cubicBezTo>
                        <a:cubicBezTo>
                          <a:pt x="71562" y="436980"/>
                          <a:pt x="75728" y="471524"/>
                          <a:pt x="83462" y="504015"/>
                        </a:cubicBezTo>
                        <a:lnTo>
                          <a:pt x="112045" y="581708"/>
                        </a:lnTo>
                        <a:lnTo>
                          <a:pt x="87743" y="572674"/>
                        </a:lnTo>
                        <a:lnTo>
                          <a:pt x="40065" y="562810"/>
                        </a:lnTo>
                        <a:lnTo>
                          <a:pt x="35068" y="552758"/>
                        </a:lnTo>
                        <a:cubicBezTo>
                          <a:pt x="27632" y="534726"/>
                          <a:pt x="21256" y="515735"/>
                          <a:pt x="16061" y="495952"/>
                        </a:cubicBezTo>
                        <a:lnTo>
                          <a:pt x="4135" y="434387"/>
                        </a:lnTo>
                        <a:lnTo>
                          <a:pt x="0" y="369058"/>
                        </a:lnTo>
                        <a:cubicBezTo>
                          <a:pt x="0" y="343580"/>
                          <a:pt x="1852" y="318705"/>
                          <a:pt x="5378" y="294680"/>
                        </a:cubicBezTo>
                        <a:lnTo>
                          <a:pt x="10800" y="270321"/>
                        </a:lnTo>
                        <a:lnTo>
                          <a:pt x="20801" y="225403"/>
                        </a:lnTo>
                        <a:cubicBezTo>
                          <a:pt x="27498" y="203327"/>
                          <a:pt x="35692" y="182347"/>
                          <a:pt x="45205" y="162714"/>
                        </a:cubicBezTo>
                        <a:lnTo>
                          <a:pt x="77526" y="108095"/>
                        </a:lnTo>
                        <a:lnTo>
                          <a:pt x="116698" y="63030"/>
                        </a:lnTo>
                        <a:cubicBezTo>
                          <a:pt x="158943" y="23236"/>
                          <a:pt x="209869" y="0"/>
                          <a:pt x="264688" y="0"/>
                        </a:cubicBezTo>
                        <a:close/>
                      </a:path>
                    </a:pathLst>
                  </a:custGeom>
                  <a:solidFill>
                    <a:srgbClr val="0D5A95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5ABF37D2-3078-6416-064C-157446A728A9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694851" y="4966743"/>
                    <a:ext cx="370768" cy="657686"/>
                  </a:xfrm>
                  <a:custGeom>
                    <a:avLst/>
                    <a:gdLst>
                      <a:gd name="connsiteX0" fmla="*/ 264688 w 370768"/>
                      <a:gd name="connsiteY0" fmla="*/ 0 h 657686"/>
                      <a:gd name="connsiteX1" fmla="*/ 293068 w 370768"/>
                      <a:gd name="connsiteY1" fmla="*/ 3739 h 657686"/>
                      <a:gd name="connsiteX2" fmla="*/ 318841 w 370768"/>
                      <a:gd name="connsiteY2" fmla="*/ 47869 h 657686"/>
                      <a:gd name="connsiteX3" fmla="*/ 370768 w 370768"/>
                      <a:gd name="connsiteY3" fmla="*/ 288022 h 657686"/>
                      <a:gd name="connsiteX4" fmla="*/ 236716 w 370768"/>
                      <a:gd name="connsiteY4" fmla="*/ 644193 h 657686"/>
                      <a:gd name="connsiteX5" fmla="*/ 219120 w 370768"/>
                      <a:gd name="connsiteY5" fmla="*/ 657686 h 657686"/>
                      <a:gd name="connsiteX6" fmla="*/ 209242 w 370768"/>
                      <a:gd name="connsiteY6" fmla="*/ 642936 h 657686"/>
                      <a:gd name="connsiteX7" fmla="*/ 72925 w 370768"/>
                      <a:gd name="connsiteY7" fmla="*/ 538472 h 657686"/>
                      <a:gd name="connsiteX8" fmla="*/ 40484 w 370768"/>
                      <a:gd name="connsiteY8" fmla="*/ 526412 h 657686"/>
                      <a:gd name="connsiteX9" fmla="*/ 11900 w 370768"/>
                      <a:gd name="connsiteY9" fmla="*/ 448720 h 657686"/>
                      <a:gd name="connsiteX10" fmla="*/ 0 w 370768"/>
                      <a:gd name="connsiteY10" fmla="*/ 345869 h 657686"/>
                      <a:gd name="connsiteX11" fmla="*/ 264688 w 370768"/>
                      <a:gd name="connsiteY11" fmla="*/ 0 h 6576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70768" h="657686">
                        <a:moveTo>
                          <a:pt x="264688" y="0"/>
                        </a:moveTo>
                        <a:lnTo>
                          <a:pt x="293068" y="3739"/>
                        </a:lnTo>
                        <a:lnTo>
                          <a:pt x="318841" y="47869"/>
                        </a:lnTo>
                        <a:cubicBezTo>
                          <a:pt x="351625" y="116423"/>
                          <a:pt x="370769" y="199064"/>
                          <a:pt x="370768" y="288022"/>
                        </a:cubicBezTo>
                        <a:cubicBezTo>
                          <a:pt x="370768" y="436285"/>
                          <a:pt x="317594" y="567004"/>
                          <a:pt x="236716" y="644193"/>
                        </a:cubicBezTo>
                        <a:lnTo>
                          <a:pt x="219120" y="657686"/>
                        </a:lnTo>
                        <a:lnTo>
                          <a:pt x="209242" y="642936"/>
                        </a:lnTo>
                        <a:cubicBezTo>
                          <a:pt x="175818" y="601169"/>
                          <a:pt x="129298" y="564373"/>
                          <a:pt x="72925" y="538472"/>
                        </a:cubicBezTo>
                        <a:lnTo>
                          <a:pt x="40484" y="526412"/>
                        </a:lnTo>
                        <a:lnTo>
                          <a:pt x="11900" y="448720"/>
                        </a:lnTo>
                        <a:cubicBezTo>
                          <a:pt x="4166" y="416229"/>
                          <a:pt x="0" y="381685"/>
                          <a:pt x="0" y="345869"/>
                        </a:cubicBezTo>
                        <a:cubicBezTo>
                          <a:pt x="0" y="154851"/>
                          <a:pt x="118505" y="1"/>
                          <a:pt x="264688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B0676D3-3073-16EC-D213-5FDC9677D268}"/>
                    </a:ext>
                  </a:extLst>
                </p:cNvPr>
                <p:cNvSpPr/>
                <p:nvPr/>
              </p:nvSpPr>
              <p:spPr>
                <a:xfrm rot="2131195">
                  <a:off x="4093494" y="2881874"/>
                  <a:ext cx="211543" cy="29385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14AEE33-EA61-3E3E-1DE4-3FB6191EC7DB}"/>
                    </a:ext>
                  </a:extLst>
                </p:cNvPr>
                <p:cNvSpPr/>
                <p:nvPr/>
              </p:nvSpPr>
              <p:spPr>
                <a:xfrm rot="2131195">
                  <a:off x="4063573" y="3167092"/>
                  <a:ext cx="81651" cy="7425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4EB3FE6-C15B-E8AB-DBA8-4E33999BC74D}"/>
                  </a:ext>
                </a:extLst>
              </p:cNvPr>
              <p:cNvSpPr/>
              <p:nvPr/>
            </p:nvSpPr>
            <p:spPr>
              <a:xfrm>
                <a:off x="3063875" y="3112763"/>
                <a:ext cx="441325" cy="233687"/>
              </a:xfrm>
              <a:custGeom>
                <a:avLst/>
                <a:gdLst>
                  <a:gd name="connsiteX0" fmla="*/ 0 w 441325"/>
                  <a:gd name="connsiteY0" fmla="*/ 21106 h 240181"/>
                  <a:gd name="connsiteX1" fmla="*/ 69850 w 441325"/>
                  <a:gd name="connsiteY1" fmla="*/ 2056 h 240181"/>
                  <a:gd name="connsiteX2" fmla="*/ 209550 w 441325"/>
                  <a:gd name="connsiteY2" fmla="*/ 27456 h 240181"/>
                  <a:gd name="connsiteX3" fmla="*/ 441325 w 441325"/>
                  <a:gd name="connsiteY3" fmla="*/ 240181 h 240181"/>
                  <a:gd name="connsiteX4" fmla="*/ 441325 w 441325"/>
                  <a:gd name="connsiteY4" fmla="*/ 240181 h 240181"/>
                  <a:gd name="connsiteX0" fmla="*/ 0 w 441325"/>
                  <a:gd name="connsiteY0" fmla="*/ 33008 h 252083"/>
                  <a:gd name="connsiteX1" fmla="*/ 69850 w 441325"/>
                  <a:gd name="connsiteY1" fmla="*/ 13958 h 252083"/>
                  <a:gd name="connsiteX2" fmla="*/ 441325 w 441325"/>
                  <a:gd name="connsiteY2" fmla="*/ 252083 h 252083"/>
                  <a:gd name="connsiteX3" fmla="*/ 441325 w 441325"/>
                  <a:gd name="connsiteY3" fmla="*/ 252083 h 252083"/>
                  <a:gd name="connsiteX0" fmla="*/ 0 w 441325"/>
                  <a:gd name="connsiteY0" fmla="*/ 0 h 219075"/>
                  <a:gd name="connsiteX1" fmla="*/ 441325 w 441325"/>
                  <a:gd name="connsiteY1" fmla="*/ 219075 h 219075"/>
                  <a:gd name="connsiteX2" fmla="*/ 441325 w 441325"/>
                  <a:gd name="connsiteY2" fmla="*/ 219075 h 219075"/>
                  <a:gd name="connsiteX0" fmla="*/ 0 w 441325"/>
                  <a:gd name="connsiteY0" fmla="*/ 0 h 219075"/>
                  <a:gd name="connsiteX1" fmla="*/ 441325 w 441325"/>
                  <a:gd name="connsiteY1" fmla="*/ 219075 h 219075"/>
                  <a:gd name="connsiteX2" fmla="*/ 441325 w 441325"/>
                  <a:gd name="connsiteY2" fmla="*/ 219075 h 219075"/>
                  <a:gd name="connsiteX0" fmla="*/ 0 w 441325"/>
                  <a:gd name="connsiteY0" fmla="*/ 14612 h 233687"/>
                  <a:gd name="connsiteX1" fmla="*/ 441325 w 441325"/>
                  <a:gd name="connsiteY1" fmla="*/ 233687 h 233687"/>
                  <a:gd name="connsiteX2" fmla="*/ 441325 w 441325"/>
                  <a:gd name="connsiteY2" fmla="*/ 233687 h 23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1325" h="233687">
                    <a:moveTo>
                      <a:pt x="0" y="14612"/>
                    </a:moveTo>
                    <a:cubicBezTo>
                      <a:pt x="89958" y="-26663"/>
                      <a:pt x="338667" y="11437"/>
                      <a:pt x="441325" y="233687"/>
                    </a:cubicBezTo>
                    <a:lnTo>
                      <a:pt x="441325" y="233687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Rectangle 169">
                <a:extLst>
                  <a:ext uri="{FF2B5EF4-FFF2-40B4-BE49-F238E27FC236}">
                    <a16:creationId xmlns:a16="http://schemas.microsoft.com/office/drawing/2014/main" id="{855566B8-8BBD-021C-D006-E00AFD4C8F02}"/>
                  </a:ext>
                </a:extLst>
              </p:cNvPr>
              <p:cNvSpPr/>
              <p:nvPr/>
            </p:nvSpPr>
            <p:spPr>
              <a:xfrm>
                <a:off x="1662291" y="2905956"/>
                <a:ext cx="907332" cy="763059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797539"/>
                  <a:gd name="connsiteY0" fmla="*/ 2 h 762633"/>
                  <a:gd name="connsiteX1" fmla="*/ 404637 w 797539"/>
                  <a:gd name="connsiteY1" fmla="*/ 51557 h 762633"/>
                  <a:gd name="connsiteX2" fmla="*/ 797539 w 797539"/>
                  <a:gd name="connsiteY2" fmla="*/ 47626 h 762633"/>
                  <a:gd name="connsiteX3" fmla="*/ 403240 w 797539"/>
                  <a:gd name="connsiteY3" fmla="*/ 762556 h 762633"/>
                  <a:gd name="connsiteX4" fmla="*/ 198452 w 797539"/>
                  <a:gd name="connsiteY4" fmla="*/ 2 h 762633"/>
                  <a:gd name="connsiteX0" fmla="*/ 198452 w 816555"/>
                  <a:gd name="connsiteY0" fmla="*/ 2 h 763030"/>
                  <a:gd name="connsiteX1" fmla="*/ 404637 w 816555"/>
                  <a:gd name="connsiteY1" fmla="*/ 51557 h 763030"/>
                  <a:gd name="connsiteX2" fmla="*/ 797539 w 816555"/>
                  <a:gd name="connsiteY2" fmla="*/ 47626 h 763030"/>
                  <a:gd name="connsiteX3" fmla="*/ 403240 w 816555"/>
                  <a:gd name="connsiteY3" fmla="*/ 762556 h 763030"/>
                  <a:gd name="connsiteX4" fmla="*/ 198452 w 816555"/>
                  <a:gd name="connsiteY4" fmla="*/ 2 h 763030"/>
                  <a:gd name="connsiteX0" fmla="*/ 198452 w 880613"/>
                  <a:gd name="connsiteY0" fmla="*/ 2 h 763039"/>
                  <a:gd name="connsiteX1" fmla="*/ 404637 w 880613"/>
                  <a:gd name="connsiteY1" fmla="*/ 51557 h 763039"/>
                  <a:gd name="connsiteX2" fmla="*/ 797539 w 880613"/>
                  <a:gd name="connsiteY2" fmla="*/ 47626 h 763039"/>
                  <a:gd name="connsiteX3" fmla="*/ 403240 w 880613"/>
                  <a:gd name="connsiteY3" fmla="*/ 762556 h 763039"/>
                  <a:gd name="connsiteX4" fmla="*/ 198452 w 880613"/>
                  <a:gd name="connsiteY4" fmla="*/ 2 h 763039"/>
                  <a:gd name="connsiteX0" fmla="*/ 198452 w 907332"/>
                  <a:gd name="connsiteY0" fmla="*/ 2 h 763059"/>
                  <a:gd name="connsiteX1" fmla="*/ 404637 w 907332"/>
                  <a:gd name="connsiteY1" fmla="*/ 51557 h 763059"/>
                  <a:gd name="connsiteX2" fmla="*/ 797539 w 907332"/>
                  <a:gd name="connsiteY2" fmla="*/ 47626 h 763059"/>
                  <a:gd name="connsiteX3" fmla="*/ 403240 w 907332"/>
                  <a:gd name="connsiteY3" fmla="*/ 762556 h 763059"/>
                  <a:gd name="connsiteX4" fmla="*/ 198452 w 907332"/>
                  <a:gd name="connsiteY4" fmla="*/ 2 h 763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7332" h="763059">
                    <a:moveTo>
                      <a:pt x="198452" y="2"/>
                    </a:moveTo>
                    <a:cubicBezTo>
                      <a:pt x="276705" y="-275"/>
                      <a:pt x="354959" y="23259"/>
                      <a:pt x="404637" y="51557"/>
                    </a:cubicBezTo>
                    <a:cubicBezTo>
                      <a:pt x="507029" y="69297"/>
                      <a:pt x="690385" y="-17739"/>
                      <a:pt x="797539" y="47626"/>
                    </a:cubicBezTo>
                    <a:cubicBezTo>
                      <a:pt x="1001854" y="202223"/>
                      <a:pt x="948279" y="782525"/>
                      <a:pt x="403240" y="762556"/>
                    </a:cubicBezTo>
                    <a:cubicBezTo>
                      <a:pt x="-160323" y="622671"/>
                      <a:pt x="-38085" y="11299"/>
                      <a:pt x="198452" y="2"/>
                    </a:cubicBezTo>
                    <a:close/>
                  </a:path>
                </a:pathLst>
              </a:custGeom>
              <a:solidFill>
                <a:srgbClr val="F1969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4BA5D1A-4291-6996-EA8C-761245AEC285}"/>
                  </a:ext>
                </a:extLst>
              </p:cNvPr>
              <p:cNvSpPr/>
              <p:nvPr/>
            </p:nvSpPr>
            <p:spPr>
              <a:xfrm>
                <a:off x="2131085" y="3083174"/>
                <a:ext cx="180633" cy="306864"/>
              </a:xfrm>
              <a:prstGeom prst="ellipse">
                <a:avLst/>
              </a:prstGeom>
              <a:solidFill>
                <a:srgbClr val="6D030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F44C401-6AFA-3DF5-71DF-4E672265EF83}"/>
                  </a:ext>
                </a:extLst>
              </p:cNvPr>
              <p:cNvSpPr/>
              <p:nvPr/>
            </p:nvSpPr>
            <p:spPr>
              <a:xfrm>
                <a:off x="1753036" y="3066549"/>
                <a:ext cx="180633" cy="244079"/>
              </a:xfrm>
              <a:prstGeom prst="ellipse">
                <a:avLst/>
              </a:prstGeom>
              <a:solidFill>
                <a:srgbClr val="6D030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Rectangle 169">
                <a:extLst>
                  <a:ext uri="{FF2B5EF4-FFF2-40B4-BE49-F238E27FC236}">
                    <a16:creationId xmlns:a16="http://schemas.microsoft.com/office/drawing/2014/main" id="{79447864-4485-B48C-C15C-F812BF0B0A73}"/>
                  </a:ext>
                </a:extLst>
              </p:cNvPr>
              <p:cNvSpPr/>
              <p:nvPr/>
            </p:nvSpPr>
            <p:spPr>
              <a:xfrm rot="870722">
                <a:off x="2972905" y="3542443"/>
                <a:ext cx="1117833" cy="819442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833" h="819442">
                    <a:moveTo>
                      <a:pt x="26144" y="819442"/>
                    </a:moveTo>
                    <a:cubicBezTo>
                      <a:pt x="-67121" y="776348"/>
                      <a:pt x="110929" y="161673"/>
                      <a:pt x="218580" y="22918"/>
                    </a:cubicBezTo>
                    <a:cubicBezTo>
                      <a:pt x="320972" y="40658"/>
                      <a:pt x="843992" y="-39188"/>
                      <a:pt x="951146" y="26177"/>
                    </a:cubicBezTo>
                    <a:cubicBezTo>
                      <a:pt x="1078145" y="42238"/>
                      <a:pt x="1062271" y="201172"/>
                      <a:pt x="1117833" y="288670"/>
                    </a:cubicBezTo>
                    <a:cubicBezTo>
                      <a:pt x="1007038" y="777620"/>
                      <a:pt x="84552" y="806743"/>
                      <a:pt x="26144" y="819442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" name="Rectangle 169">
                <a:extLst>
                  <a:ext uri="{FF2B5EF4-FFF2-40B4-BE49-F238E27FC236}">
                    <a16:creationId xmlns:a16="http://schemas.microsoft.com/office/drawing/2014/main" id="{9C74CF99-EFA5-4594-703B-22887C8ECF34}"/>
                  </a:ext>
                </a:extLst>
              </p:cNvPr>
              <p:cNvSpPr/>
              <p:nvPr/>
            </p:nvSpPr>
            <p:spPr>
              <a:xfrm rot="870722">
                <a:off x="3797526" y="1883433"/>
                <a:ext cx="639947" cy="442814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5122" h="788037">
                    <a:moveTo>
                      <a:pt x="30857" y="506777"/>
                    </a:moveTo>
                    <a:cubicBezTo>
                      <a:pt x="-62408" y="463683"/>
                      <a:pt x="75449" y="138754"/>
                      <a:pt x="183100" y="-1"/>
                    </a:cubicBezTo>
                    <a:cubicBezTo>
                      <a:pt x="285492" y="17739"/>
                      <a:pt x="791092" y="-15927"/>
                      <a:pt x="898246" y="49438"/>
                    </a:cubicBezTo>
                    <a:cubicBezTo>
                      <a:pt x="1025245" y="65499"/>
                      <a:pt x="1179560" y="505989"/>
                      <a:pt x="1235122" y="593487"/>
                    </a:cubicBezTo>
                    <a:cubicBezTo>
                      <a:pt x="1124327" y="1082437"/>
                      <a:pt x="89265" y="494078"/>
                      <a:pt x="30857" y="506777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3" name="Rectangle 96">
                <a:extLst>
                  <a:ext uri="{FF2B5EF4-FFF2-40B4-BE49-F238E27FC236}">
                    <a16:creationId xmlns:a16="http://schemas.microsoft.com/office/drawing/2014/main" id="{A041C2D4-83A0-7E6F-2A91-9527A7C1FC3F}"/>
                  </a:ext>
                </a:extLst>
              </p:cNvPr>
              <p:cNvSpPr/>
              <p:nvPr/>
            </p:nvSpPr>
            <p:spPr>
              <a:xfrm>
                <a:off x="1664107" y="1242161"/>
                <a:ext cx="1557962" cy="1208939"/>
              </a:xfrm>
              <a:custGeom>
                <a:avLst/>
                <a:gdLst>
                  <a:gd name="connsiteX0" fmla="*/ 0 w 599011"/>
                  <a:gd name="connsiteY0" fmla="*/ 0 h 290683"/>
                  <a:gd name="connsiteX1" fmla="*/ 599011 w 599011"/>
                  <a:gd name="connsiteY1" fmla="*/ 0 h 290683"/>
                  <a:gd name="connsiteX2" fmla="*/ 599011 w 599011"/>
                  <a:gd name="connsiteY2" fmla="*/ 290683 h 290683"/>
                  <a:gd name="connsiteX3" fmla="*/ 0 w 599011"/>
                  <a:gd name="connsiteY3" fmla="*/ 290683 h 290683"/>
                  <a:gd name="connsiteX4" fmla="*/ 0 w 599011"/>
                  <a:gd name="connsiteY4" fmla="*/ 0 h 290683"/>
                  <a:gd name="connsiteX0" fmla="*/ 0 w 1234011"/>
                  <a:gd name="connsiteY0" fmla="*/ 0 h 455783"/>
                  <a:gd name="connsiteX1" fmla="*/ 1234011 w 1234011"/>
                  <a:gd name="connsiteY1" fmla="*/ 165100 h 455783"/>
                  <a:gd name="connsiteX2" fmla="*/ 1234011 w 1234011"/>
                  <a:gd name="connsiteY2" fmla="*/ 455783 h 455783"/>
                  <a:gd name="connsiteX3" fmla="*/ 635000 w 1234011"/>
                  <a:gd name="connsiteY3" fmla="*/ 455783 h 455783"/>
                  <a:gd name="connsiteX4" fmla="*/ 0 w 1234011"/>
                  <a:gd name="connsiteY4" fmla="*/ 0 h 455783"/>
                  <a:gd name="connsiteX0" fmla="*/ 260858 w 1494869"/>
                  <a:gd name="connsiteY0" fmla="*/ 0 h 455783"/>
                  <a:gd name="connsiteX1" fmla="*/ 1494869 w 1494869"/>
                  <a:gd name="connsiteY1" fmla="*/ 165100 h 455783"/>
                  <a:gd name="connsiteX2" fmla="*/ 1494869 w 1494869"/>
                  <a:gd name="connsiteY2" fmla="*/ 455783 h 455783"/>
                  <a:gd name="connsiteX3" fmla="*/ 895858 w 1494869"/>
                  <a:gd name="connsiteY3" fmla="*/ 455783 h 455783"/>
                  <a:gd name="connsiteX4" fmla="*/ 0 w 1494869"/>
                  <a:gd name="connsiteY4" fmla="*/ 385877 h 455783"/>
                  <a:gd name="connsiteX5" fmla="*/ 260858 w 1494869"/>
                  <a:gd name="connsiteY5" fmla="*/ 0 h 455783"/>
                  <a:gd name="connsiteX0" fmla="*/ 305063 w 1539074"/>
                  <a:gd name="connsiteY0" fmla="*/ 0 h 716434"/>
                  <a:gd name="connsiteX1" fmla="*/ 1539074 w 1539074"/>
                  <a:gd name="connsiteY1" fmla="*/ 165100 h 716434"/>
                  <a:gd name="connsiteX2" fmla="*/ 1539074 w 1539074"/>
                  <a:gd name="connsiteY2" fmla="*/ 455783 h 716434"/>
                  <a:gd name="connsiteX3" fmla="*/ 940063 w 1539074"/>
                  <a:gd name="connsiteY3" fmla="*/ 455783 h 716434"/>
                  <a:gd name="connsiteX4" fmla="*/ 56905 w 1539074"/>
                  <a:gd name="connsiteY4" fmla="*/ 716077 h 716434"/>
                  <a:gd name="connsiteX5" fmla="*/ 44205 w 1539074"/>
                  <a:gd name="connsiteY5" fmla="*/ 385877 h 716434"/>
                  <a:gd name="connsiteX6" fmla="*/ 305063 w 1539074"/>
                  <a:gd name="connsiteY6" fmla="*/ 0 h 716434"/>
                  <a:gd name="connsiteX0" fmla="*/ 305063 w 1539074"/>
                  <a:gd name="connsiteY0" fmla="*/ 478712 h 1195146"/>
                  <a:gd name="connsiteX1" fmla="*/ 1539074 w 1539074"/>
                  <a:gd name="connsiteY1" fmla="*/ 643812 h 1195146"/>
                  <a:gd name="connsiteX2" fmla="*/ 1539074 w 1539074"/>
                  <a:gd name="connsiteY2" fmla="*/ 934495 h 1195146"/>
                  <a:gd name="connsiteX3" fmla="*/ 940063 w 1539074"/>
                  <a:gd name="connsiteY3" fmla="*/ 934495 h 1195146"/>
                  <a:gd name="connsiteX4" fmla="*/ 56905 w 1539074"/>
                  <a:gd name="connsiteY4" fmla="*/ 1194789 h 1195146"/>
                  <a:gd name="connsiteX5" fmla="*/ 44205 w 1539074"/>
                  <a:gd name="connsiteY5" fmla="*/ 864589 h 1195146"/>
                  <a:gd name="connsiteX6" fmla="*/ 305063 w 1539074"/>
                  <a:gd name="connsiteY6" fmla="*/ 478712 h 1195146"/>
                  <a:gd name="connsiteX0" fmla="*/ 305063 w 1539074"/>
                  <a:gd name="connsiteY0" fmla="*/ 497675 h 1214109"/>
                  <a:gd name="connsiteX1" fmla="*/ 1539074 w 1539074"/>
                  <a:gd name="connsiteY1" fmla="*/ 662775 h 1214109"/>
                  <a:gd name="connsiteX2" fmla="*/ 1539074 w 1539074"/>
                  <a:gd name="connsiteY2" fmla="*/ 953458 h 1214109"/>
                  <a:gd name="connsiteX3" fmla="*/ 940063 w 1539074"/>
                  <a:gd name="connsiteY3" fmla="*/ 953458 h 1214109"/>
                  <a:gd name="connsiteX4" fmla="*/ 56905 w 1539074"/>
                  <a:gd name="connsiteY4" fmla="*/ 1213752 h 1214109"/>
                  <a:gd name="connsiteX5" fmla="*/ 44205 w 1539074"/>
                  <a:gd name="connsiteY5" fmla="*/ 883552 h 1214109"/>
                  <a:gd name="connsiteX6" fmla="*/ 305063 w 1539074"/>
                  <a:gd name="connsiteY6" fmla="*/ 497675 h 1214109"/>
                  <a:gd name="connsiteX0" fmla="*/ 305063 w 1539074"/>
                  <a:gd name="connsiteY0" fmla="*/ 497675 h 1214109"/>
                  <a:gd name="connsiteX1" fmla="*/ 1539074 w 1539074"/>
                  <a:gd name="connsiteY1" fmla="*/ 662775 h 1214109"/>
                  <a:gd name="connsiteX2" fmla="*/ 1539074 w 1539074"/>
                  <a:gd name="connsiteY2" fmla="*/ 953458 h 1214109"/>
                  <a:gd name="connsiteX3" fmla="*/ 940063 w 1539074"/>
                  <a:gd name="connsiteY3" fmla="*/ 953458 h 1214109"/>
                  <a:gd name="connsiteX4" fmla="*/ 56905 w 1539074"/>
                  <a:gd name="connsiteY4" fmla="*/ 1213752 h 1214109"/>
                  <a:gd name="connsiteX5" fmla="*/ 44205 w 1539074"/>
                  <a:gd name="connsiteY5" fmla="*/ 883552 h 1214109"/>
                  <a:gd name="connsiteX6" fmla="*/ 305063 w 1539074"/>
                  <a:gd name="connsiteY6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56793 w 1557962"/>
                  <a:gd name="connsiteY6" fmla="*/ 2993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3863"/>
                  <a:gd name="connsiteX1" fmla="*/ 1557962 w 1557962"/>
                  <a:gd name="connsiteY1" fmla="*/ 662775 h 1213863"/>
                  <a:gd name="connsiteX2" fmla="*/ 1557962 w 1557962"/>
                  <a:gd name="connsiteY2" fmla="*/ 953458 h 1213863"/>
                  <a:gd name="connsiteX3" fmla="*/ 897991 w 1557962"/>
                  <a:gd name="connsiteY3" fmla="*/ 328618 h 1213863"/>
                  <a:gd name="connsiteX4" fmla="*/ 75793 w 1557962"/>
                  <a:gd name="connsiteY4" fmla="*/ 1213752 h 1213863"/>
                  <a:gd name="connsiteX5" fmla="*/ 63093 w 1557962"/>
                  <a:gd name="connsiteY5" fmla="*/ 883552 h 1213863"/>
                  <a:gd name="connsiteX6" fmla="*/ 469493 w 1557962"/>
                  <a:gd name="connsiteY6" fmla="*/ 248552 h 1213863"/>
                  <a:gd name="connsiteX7" fmla="*/ 323951 w 1557962"/>
                  <a:gd name="connsiteY7" fmla="*/ 497675 h 1213863"/>
                  <a:gd name="connsiteX0" fmla="*/ 323951 w 1557962"/>
                  <a:gd name="connsiteY0" fmla="*/ 497675 h 1214043"/>
                  <a:gd name="connsiteX1" fmla="*/ 1557962 w 1557962"/>
                  <a:gd name="connsiteY1" fmla="*/ 662775 h 1214043"/>
                  <a:gd name="connsiteX2" fmla="*/ 1557962 w 1557962"/>
                  <a:gd name="connsiteY2" fmla="*/ 953458 h 1214043"/>
                  <a:gd name="connsiteX3" fmla="*/ 897991 w 1557962"/>
                  <a:gd name="connsiteY3" fmla="*/ 328618 h 1214043"/>
                  <a:gd name="connsiteX4" fmla="*/ 75793 w 1557962"/>
                  <a:gd name="connsiteY4" fmla="*/ 1213752 h 1214043"/>
                  <a:gd name="connsiteX5" fmla="*/ 63093 w 1557962"/>
                  <a:gd name="connsiteY5" fmla="*/ 883552 h 1214043"/>
                  <a:gd name="connsiteX6" fmla="*/ 469493 w 1557962"/>
                  <a:gd name="connsiteY6" fmla="*/ 248552 h 1214043"/>
                  <a:gd name="connsiteX7" fmla="*/ 323951 w 1557962"/>
                  <a:gd name="connsiteY7" fmla="*/ 497675 h 1214043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469493 w 1557962"/>
                  <a:gd name="connsiteY6" fmla="*/ 248552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469493 w 1557962"/>
                  <a:gd name="connsiteY6" fmla="*/ 248552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0759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36168 w 1557962"/>
                  <a:gd name="connsiteY6" fmla="*/ 27712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4061 h 1210138"/>
                  <a:gd name="connsiteX1" fmla="*/ 1557962 w 1557962"/>
                  <a:gd name="connsiteY1" fmla="*/ 659161 h 1210138"/>
                  <a:gd name="connsiteX2" fmla="*/ 1557962 w 1557962"/>
                  <a:gd name="connsiteY2" fmla="*/ 949844 h 1210138"/>
                  <a:gd name="connsiteX3" fmla="*/ 897991 w 1557962"/>
                  <a:gd name="connsiteY3" fmla="*/ 325004 h 1210138"/>
                  <a:gd name="connsiteX4" fmla="*/ 75793 w 1557962"/>
                  <a:gd name="connsiteY4" fmla="*/ 1210138 h 1210138"/>
                  <a:gd name="connsiteX5" fmla="*/ 63093 w 1557962"/>
                  <a:gd name="connsiteY5" fmla="*/ 879938 h 1210138"/>
                  <a:gd name="connsiteX6" fmla="*/ 526643 w 1557962"/>
                  <a:gd name="connsiteY6" fmla="*/ 254463 h 1210138"/>
                  <a:gd name="connsiteX7" fmla="*/ 323951 w 1557962"/>
                  <a:gd name="connsiteY7" fmla="*/ 494061 h 1210138"/>
                  <a:gd name="connsiteX0" fmla="*/ 323951 w 1557962"/>
                  <a:gd name="connsiteY0" fmla="*/ 494061 h 1210138"/>
                  <a:gd name="connsiteX1" fmla="*/ 1557962 w 1557962"/>
                  <a:gd name="connsiteY1" fmla="*/ 659161 h 1210138"/>
                  <a:gd name="connsiteX2" fmla="*/ 1557962 w 1557962"/>
                  <a:gd name="connsiteY2" fmla="*/ 949844 h 1210138"/>
                  <a:gd name="connsiteX3" fmla="*/ 897991 w 1557962"/>
                  <a:gd name="connsiteY3" fmla="*/ 325004 h 1210138"/>
                  <a:gd name="connsiteX4" fmla="*/ 75793 w 1557962"/>
                  <a:gd name="connsiteY4" fmla="*/ 1210138 h 1210138"/>
                  <a:gd name="connsiteX5" fmla="*/ 63093 w 1557962"/>
                  <a:gd name="connsiteY5" fmla="*/ 879938 h 1210138"/>
                  <a:gd name="connsiteX6" fmla="*/ 526643 w 1557962"/>
                  <a:gd name="connsiteY6" fmla="*/ 254463 h 1210138"/>
                  <a:gd name="connsiteX7" fmla="*/ 323951 w 1557962"/>
                  <a:gd name="connsiteY7" fmla="*/ 494061 h 1210138"/>
                  <a:gd name="connsiteX0" fmla="*/ 323951 w 1557962"/>
                  <a:gd name="connsiteY0" fmla="*/ 492862 h 1208939"/>
                  <a:gd name="connsiteX1" fmla="*/ 1557962 w 1557962"/>
                  <a:gd name="connsiteY1" fmla="*/ 657962 h 1208939"/>
                  <a:gd name="connsiteX2" fmla="*/ 1557962 w 1557962"/>
                  <a:gd name="connsiteY2" fmla="*/ 948645 h 1208939"/>
                  <a:gd name="connsiteX3" fmla="*/ 897991 w 1557962"/>
                  <a:gd name="connsiteY3" fmla="*/ 323805 h 1208939"/>
                  <a:gd name="connsiteX4" fmla="*/ 75793 w 1557962"/>
                  <a:gd name="connsiteY4" fmla="*/ 1208939 h 1208939"/>
                  <a:gd name="connsiteX5" fmla="*/ 63093 w 1557962"/>
                  <a:gd name="connsiteY5" fmla="*/ 878739 h 1208939"/>
                  <a:gd name="connsiteX6" fmla="*/ 526643 w 1557962"/>
                  <a:gd name="connsiteY6" fmla="*/ 253264 h 1208939"/>
                  <a:gd name="connsiteX7" fmla="*/ 323951 w 1557962"/>
                  <a:gd name="connsiteY7" fmla="*/ 492862 h 1208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7962" h="1208939">
                    <a:moveTo>
                      <a:pt x="323951" y="492862"/>
                    </a:moveTo>
                    <a:cubicBezTo>
                      <a:pt x="490812" y="490745"/>
                      <a:pt x="727525" y="-717871"/>
                      <a:pt x="1557962" y="657962"/>
                    </a:cubicBezTo>
                    <a:lnTo>
                      <a:pt x="1557962" y="948645"/>
                    </a:lnTo>
                    <a:lnTo>
                      <a:pt x="897991" y="323805"/>
                    </a:lnTo>
                    <a:cubicBezTo>
                      <a:pt x="762300" y="1004304"/>
                      <a:pt x="232723" y="1129150"/>
                      <a:pt x="75793" y="1208939"/>
                    </a:cubicBezTo>
                    <a:cubicBezTo>
                      <a:pt x="-73517" y="1197288"/>
                      <a:pt x="39810" y="1014206"/>
                      <a:pt x="63093" y="878739"/>
                    </a:cubicBezTo>
                    <a:cubicBezTo>
                      <a:pt x="86376" y="743272"/>
                      <a:pt x="-27373" y="332817"/>
                      <a:pt x="526643" y="253264"/>
                    </a:cubicBezTo>
                    <a:cubicBezTo>
                      <a:pt x="570119" y="188951"/>
                      <a:pt x="393577" y="450177"/>
                      <a:pt x="323951" y="492862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Rectangle 169">
                <a:extLst>
                  <a:ext uri="{FF2B5EF4-FFF2-40B4-BE49-F238E27FC236}">
                    <a16:creationId xmlns:a16="http://schemas.microsoft.com/office/drawing/2014/main" id="{36890A66-34FA-0C68-EBEE-1C8D65F2E80C}"/>
                  </a:ext>
                </a:extLst>
              </p:cNvPr>
              <p:cNvSpPr/>
              <p:nvPr/>
            </p:nvSpPr>
            <p:spPr>
              <a:xfrm rot="18633300">
                <a:off x="2860571" y="1621439"/>
                <a:ext cx="425542" cy="683195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  <a:gd name="connsiteX0" fmla="*/ 14553 w 1218818"/>
                  <a:gd name="connsiteY0" fmla="*/ 1101114 h 1382374"/>
                  <a:gd name="connsiteX1" fmla="*/ 410306 w 1218818"/>
                  <a:gd name="connsiteY1" fmla="*/ 0 h 1382374"/>
                  <a:gd name="connsiteX2" fmla="*/ 881942 w 1218818"/>
                  <a:gd name="connsiteY2" fmla="*/ 643775 h 1382374"/>
                  <a:gd name="connsiteX3" fmla="*/ 1218818 w 1218818"/>
                  <a:gd name="connsiteY3" fmla="*/ 1187824 h 1382374"/>
                  <a:gd name="connsiteX4" fmla="*/ 14553 w 1218818"/>
                  <a:gd name="connsiteY4" fmla="*/ 1101114 h 1382374"/>
                  <a:gd name="connsiteX0" fmla="*/ 15287 w 1219552"/>
                  <a:gd name="connsiteY0" fmla="*/ 1024759 h 1306019"/>
                  <a:gd name="connsiteX1" fmla="*/ 389233 w 1219552"/>
                  <a:gd name="connsiteY1" fmla="*/ -1 h 1306019"/>
                  <a:gd name="connsiteX2" fmla="*/ 882676 w 1219552"/>
                  <a:gd name="connsiteY2" fmla="*/ 567420 h 1306019"/>
                  <a:gd name="connsiteX3" fmla="*/ 1219552 w 1219552"/>
                  <a:gd name="connsiteY3" fmla="*/ 1111469 h 1306019"/>
                  <a:gd name="connsiteX4" fmla="*/ 15287 w 1219552"/>
                  <a:gd name="connsiteY4" fmla="*/ 1024759 h 130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552" h="1306019">
                    <a:moveTo>
                      <a:pt x="15287" y="1024759"/>
                    </a:moveTo>
                    <a:cubicBezTo>
                      <a:pt x="-77978" y="981665"/>
                      <a:pt x="281582" y="138754"/>
                      <a:pt x="389233" y="-1"/>
                    </a:cubicBezTo>
                    <a:cubicBezTo>
                      <a:pt x="491625" y="17739"/>
                      <a:pt x="775522" y="502055"/>
                      <a:pt x="882676" y="567420"/>
                    </a:cubicBezTo>
                    <a:cubicBezTo>
                      <a:pt x="1009675" y="583481"/>
                      <a:pt x="1163990" y="1023971"/>
                      <a:pt x="1219552" y="1111469"/>
                    </a:cubicBezTo>
                    <a:cubicBezTo>
                      <a:pt x="1108757" y="1600419"/>
                      <a:pt x="73695" y="1012060"/>
                      <a:pt x="15287" y="1024759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CD66846-F319-BB04-DF87-107FB24119E1}"/>
              </a:ext>
            </a:extLst>
          </p:cNvPr>
          <p:cNvGrpSpPr/>
          <p:nvPr/>
        </p:nvGrpSpPr>
        <p:grpSpPr>
          <a:xfrm>
            <a:off x="3624527" y="398839"/>
            <a:ext cx="7995544" cy="6415921"/>
            <a:chOff x="2588125" y="818705"/>
            <a:chExt cx="6628218" cy="5318728"/>
          </a:xfrm>
          <a:solidFill>
            <a:schemeClr val="bg1"/>
          </a:solidFill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D563699-A01F-F903-4CFC-C92104022BEA}"/>
                </a:ext>
              </a:extLst>
            </p:cNvPr>
            <p:cNvGrpSpPr/>
            <p:nvPr/>
          </p:nvGrpSpPr>
          <p:grpSpPr>
            <a:xfrm>
              <a:off x="8231290" y="2543207"/>
              <a:ext cx="985053" cy="826676"/>
              <a:chOff x="7074950" y="1719429"/>
              <a:chExt cx="985053" cy="826676"/>
            </a:xfrm>
            <a:grpFill/>
          </p:grpSpPr>
          <p:sp>
            <p:nvSpPr>
              <p:cNvPr id="105" name="Rectangle 195">
                <a:extLst>
                  <a:ext uri="{FF2B5EF4-FFF2-40B4-BE49-F238E27FC236}">
                    <a16:creationId xmlns:a16="http://schemas.microsoft.com/office/drawing/2014/main" id="{328E3703-45FC-E3EE-C551-D41EA2332FF9}"/>
                  </a:ext>
                </a:extLst>
              </p:cNvPr>
              <p:cNvSpPr/>
              <p:nvPr/>
            </p:nvSpPr>
            <p:spPr>
              <a:xfrm>
                <a:off x="7074950" y="1719429"/>
                <a:ext cx="985053" cy="826676"/>
              </a:xfrm>
              <a:custGeom>
                <a:avLst/>
                <a:gdLst>
                  <a:gd name="connsiteX0" fmla="*/ 0 w 45719"/>
                  <a:gd name="connsiteY0" fmla="*/ 0 h 237233"/>
                  <a:gd name="connsiteX1" fmla="*/ 45719 w 45719"/>
                  <a:gd name="connsiteY1" fmla="*/ 0 h 237233"/>
                  <a:gd name="connsiteX2" fmla="*/ 45719 w 45719"/>
                  <a:gd name="connsiteY2" fmla="*/ 237233 h 237233"/>
                  <a:gd name="connsiteX3" fmla="*/ 0 w 45719"/>
                  <a:gd name="connsiteY3" fmla="*/ 237233 h 237233"/>
                  <a:gd name="connsiteX4" fmla="*/ 0 w 45719"/>
                  <a:gd name="connsiteY4" fmla="*/ 0 h 237233"/>
                  <a:gd name="connsiteX0" fmla="*/ 0 w 264794"/>
                  <a:gd name="connsiteY0" fmla="*/ 47625 h 284858"/>
                  <a:gd name="connsiteX1" fmla="*/ 264794 w 264794"/>
                  <a:gd name="connsiteY1" fmla="*/ 0 h 284858"/>
                  <a:gd name="connsiteX2" fmla="*/ 45719 w 264794"/>
                  <a:gd name="connsiteY2" fmla="*/ 284858 h 284858"/>
                  <a:gd name="connsiteX3" fmla="*/ 0 w 264794"/>
                  <a:gd name="connsiteY3" fmla="*/ 284858 h 284858"/>
                  <a:gd name="connsiteX4" fmla="*/ 0 w 264794"/>
                  <a:gd name="connsiteY4" fmla="*/ 47625 h 284858"/>
                  <a:gd name="connsiteX0" fmla="*/ 423862 w 688656"/>
                  <a:gd name="connsiteY0" fmla="*/ 47625 h 470596"/>
                  <a:gd name="connsiteX1" fmla="*/ 688656 w 688656"/>
                  <a:gd name="connsiteY1" fmla="*/ 0 h 470596"/>
                  <a:gd name="connsiteX2" fmla="*/ 469581 w 688656"/>
                  <a:gd name="connsiteY2" fmla="*/ 284858 h 470596"/>
                  <a:gd name="connsiteX3" fmla="*/ 0 w 688656"/>
                  <a:gd name="connsiteY3" fmla="*/ 470596 h 470596"/>
                  <a:gd name="connsiteX4" fmla="*/ 423862 w 688656"/>
                  <a:gd name="connsiteY4" fmla="*/ 47625 h 470596"/>
                  <a:gd name="connsiteX0" fmla="*/ 423862 w 688656"/>
                  <a:gd name="connsiteY0" fmla="*/ 47625 h 503933"/>
                  <a:gd name="connsiteX1" fmla="*/ 688656 w 688656"/>
                  <a:gd name="connsiteY1" fmla="*/ 0 h 503933"/>
                  <a:gd name="connsiteX2" fmla="*/ 155256 w 688656"/>
                  <a:gd name="connsiteY2" fmla="*/ 503933 h 503933"/>
                  <a:gd name="connsiteX3" fmla="*/ 0 w 688656"/>
                  <a:gd name="connsiteY3" fmla="*/ 470596 h 503933"/>
                  <a:gd name="connsiteX4" fmla="*/ 423862 w 688656"/>
                  <a:gd name="connsiteY4" fmla="*/ 47625 h 503933"/>
                  <a:gd name="connsiteX0" fmla="*/ 638175 w 902969"/>
                  <a:gd name="connsiteY0" fmla="*/ 47625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638175 w 902969"/>
                  <a:gd name="connsiteY4" fmla="*/ 47625 h 503933"/>
                  <a:gd name="connsiteX0" fmla="*/ 390525 w 902969"/>
                  <a:gd name="connsiteY0" fmla="*/ 347663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390525 w 902969"/>
                  <a:gd name="connsiteY4" fmla="*/ 347663 h 503933"/>
                  <a:gd name="connsiteX0" fmla="*/ 390525 w 902969"/>
                  <a:gd name="connsiteY0" fmla="*/ 347663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390525 w 902969"/>
                  <a:gd name="connsiteY4" fmla="*/ 347663 h 503933"/>
                  <a:gd name="connsiteX0" fmla="*/ 390525 w 902969"/>
                  <a:gd name="connsiteY0" fmla="*/ 347663 h 504141"/>
                  <a:gd name="connsiteX1" fmla="*/ 902969 w 902969"/>
                  <a:gd name="connsiteY1" fmla="*/ 0 h 504141"/>
                  <a:gd name="connsiteX2" fmla="*/ 369569 w 902969"/>
                  <a:gd name="connsiteY2" fmla="*/ 503933 h 504141"/>
                  <a:gd name="connsiteX3" fmla="*/ 0 w 902969"/>
                  <a:gd name="connsiteY3" fmla="*/ 103883 h 504141"/>
                  <a:gd name="connsiteX4" fmla="*/ 390525 w 902969"/>
                  <a:gd name="connsiteY4" fmla="*/ 347663 h 504141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483938 h 640357"/>
                  <a:gd name="connsiteX1" fmla="*/ 902969 w 902969"/>
                  <a:gd name="connsiteY1" fmla="*/ 117225 h 640357"/>
                  <a:gd name="connsiteX2" fmla="*/ 369569 w 902969"/>
                  <a:gd name="connsiteY2" fmla="*/ 640208 h 640357"/>
                  <a:gd name="connsiteX3" fmla="*/ 0 w 902969"/>
                  <a:gd name="connsiteY3" fmla="*/ 240158 h 640357"/>
                  <a:gd name="connsiteX4" fmla="*/ 314325 w 902969"/>
                  <a:gd name="connsiteY4" fmla="*/ 2361 h 640357"/>
                  <a:gd name="connsiteX5" fmla="*/ 390525 w 902969"/>
                  <a:gd name="connsiteY5" fmla="*/ 483938 h 640357"/>
                  <a:gd name="connsiteX0" fmla="*/ 390525 w 902969"/>
                  <a:gd name="connsiteY0" fmla="*/ 483938 h 640357"/>
                  <a:gd name="connsiteX1" fmla="*/ 902969 w 902969"/>
                  <a:gd name="connsiteY1" fmla="*/ 117225 h 640357"/>
                  <a:gd name="connsiteX2" fmla="*/ 369569 w 902969"/>
                  <a:gd name="connsiteY2" fmla="*/ 640208 h 640357"/>
                  <a:gd name="connsiteX3" fmla="*/ 0 w 902969"/>
                  <a:gd name="connsiteY3" fmla="*/ 240158 h 640357"/>
                  <a:gd name="connsiteX4" fmla="*/ 314325 w 902969"/>
                  <a:gd name="connsiteY4" fmla="*/ 2361 h 640357"/>
                  <a:gd name="connsiteX5" fmla="*/ 390525 w 902969"/>
                  <a:gd name="connsiteY5" fmla="*/ 483938 h 64035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90525 w 902969"/>
                  <a:gd name="connsiteY5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66713 w 902969"/>
                  <a:gd name="connsiteY5" fmla="*/ 309052 h 642247"/>
                  <a:gd name="connsiteX6" fmla="*/ 190500 w 902969"/>
                  <a:gd name="connsiteY6" fmla="*/ 337627 h 642247"/>
                  <a:gd name="connsiteX7" fmla="*/ 390525 w 902969"/>
                  <a:gd name="connsiteY7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66713 w 902969"/>
                  <a:gd name="connsiteY5" fmla="*/ 309052 h 642247"/>
                  <a:gd name="connsiteX6" fmla="*/ 190500 w 902969"/>
                  <a:gd name="connsiteY6" fmla="*/ 337627 h 642247"/>
                  <a:gd name="connsiteX7" fmla="*/ 390525 w 902969"/>
                  <a:gd name="connsiteY7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523875 w 902969"/>
                  <a:gd name="connsiteY5" fmla="*/ 580514 h 642247"/>
                  <a:gd name="connsiteX6" fmla="*/ 366713 w 902969"/>
                  <a:gd name="connsiteY6" fmla="*/ 309052 h 642247"/>
                  <a:gd name="connsiteX7" fmla="*/ 190500 w 902969"/>
                  <a:gd name="connsiteY7" fmla="*/ 337627 h 642247"/>
                  <a:gd name="connsiteX8" fmla="*/ 390525 w 902969"/>
                  <a:gd name="connsiteY8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523875 w 902969"/>
                  <a:gd name="connsiteY5" fmla="*/ 580514 h 642247"/>
                  <a:gd name="connsiteX6" fmla="*/ 366713 w 902969"/>
                  <a:gd name="connsiteY6" fmla="*/ 309052 h 642247"/>
                  <a:gd name="connsiteX7" fmla="*/ 190500 w 902969"/>
                  <a:gd name="connsiteY7" fmla="*/ 337627 h 642247"/>
                  <a:gd name="connsiteX8" fmla="*/ 390525 w 902969"/>
                  <a:gd name="connsiteY8" fmla="*/ 485828 h 642247"/>
                  <a:gd name="connsiteX0" fmla="*/ 472450 w 984894"/>
                  <a:gd name="connsiteY0" fmla="*/ 485828 h 797104"/>
                  <a:gd name="connsiteX1" fmla="*/ 984894 w 984894"/>
                  <a:gd name="connsiteY1" fmla="*/ 119115 h 797104"/>
                  <a:gd name="connsiteX2" fmla="*/ 451494 w 984894"/>
                  <a:gd name="connsiteY2" fmla="*/ 642098 h 797104"/>
                  <a:gd name="connsiteX3" fmla="*/ 81925 w 984894"/>
                  <a:gd name="connsiteY3" fmla="*/ 242048 h 797104"/>
                  <a:gd name="connsiteX4" fmla="*/ 396250 w 984894"/>
                  <a:gd name="connsiteY4" fmla="*/ 4251 h 797104"/>
                  <a:gd name="connsiteX5" fmla="*/ 605800 w 984894"/>
                  <a:gd name="connsiteY5" fmla="*/ 580514 h 797104"/>
                  <a:gd name="connsiteX6" fmla="*/ 963 w 984894"/>
                  <a:gd name="connsiteY6" fmla="*/ 790064 h 797104"/>
                  <a:gd name="connsiteX7" fmla="*/ 448638 w 984894"/>
                  <a:gd name="connsiteY7" fmla="*/ 309052 h 797104"/>
                  <a:gd name="connsiteX8" fmla="*/ 272425 w 984894"/>
                  <a:gd name="connsiteY8" fmla="*/ 337627 h 797104"/>
                  <a:gd name="connsiteX9" fmla="*/ 472450 w 984894"/>
                  <a:gd name="connsiteY9" fmla="*/ 485828 h 797104"/>
                  <a:gd name="connsiteX0" fmla="*/ 472609 w 985053"/>
                  <a:gd name="connsiteY0" fmla="*/ 485828 h 797104"/>
                  <a:gd name="connsiteX1" fmla="*/ 985053 w 985053"/>
                  <a:gd name="connsiteY1" fmla="*/ 119115 h 797104"/>
                  <a:gd name="connsiteX2" fmla="*/ 451653 w 985053"/>
                  <a:gd name="connsiteY2" fmla="*/ 642098 h 797104"/>
                  <a:gd name="connsiteX3" fmla="*/ 82084 w 985053"/>
                  <a:gd name="connsiteY3" fmla="*/ 242048 h 797104"/>
                  <a:gd name="connsiteX4" fmla="*/ 396409 w 985053"/>
                  <a:gd name="connsiteY4" fmla="*/ 4251 h 797104"/>
                  <a:gd name="connsiteX5" fmla="*/ 605959 w 985053"/>
                  <a:gd name="connsiteY5" fmla="*/ 580514 h 797104"/>
                  <a:gd name="connsiteX6" fmla="*/ 1122 w 985053"/>
                  <a:gd name="connsiteY6" fmla="*/ 790064 h 797104"/>
                  <a:gd name="connsiteX7" fmla="*/ 448797 w 985053"/>
                  <a:gd name="connsiteY7" fmla="*/ 309052 h 797104"/>
                  <a:gd name="connsiteX8" fmla="*/ 272584 w 985053"/>
                  <a:gd name="connsiteY8" fmla="*/ 337627 h 797104"/>
                  <a:gd name="connsiteX9" fmla="*/ 472609 w 985053"/>
                  <a:gd name="connsiteY9" fmla="*/ 485828 h 797104"/>
                  <a:gd name="connsiteX0" fmla="*/ 472609 w 985053"/>
                  <a:gd name="connsiteY0" fmla="*/ 485828 h 851003"/>
                  <a:gd name="connsiteX1" fmla="*/ 985053 w 985053"/>
                  <a:gd name="connsiteY1" fmla="*/ 119115 h 851003"/>
                  <a:gd name="connsiteX2" fmla="*/ 451653 w 985053"/>
                  <a:gd name="connsiteY2" fmla="*/ 642098 h 851003"/>
                  <a:gd name="connsiteX3" fmla="*/ 82084 w 985053"/>
                  <a:gd name="connsiteY3" fmla="*/ 242048 h 851003"/>
                  <a:gd name="connsiteX4" fmla="*/ 396409 w 985053"/>
                  <a:gd name="connsiteY4" fmla="*/ 4251 h 851003"/>
                  <a:gd name="connsiteX5" fmla="*/ 605959 w 985053"/>
                  <a:gd name="connsiteY5" fmla="*/ 580514 h 851003"/>
                  <a:gd name="connsiteX6" fmla="*/ 1122 w 985053"/>
                  <a:gd name="connsiteY6" fmla="*/ 790064 h 851003"/>
                  <a:gd name="connsiteX7" fmla="*/ 448797 w 985053"/>
                  <a:gd name="connsiteY7" fmla="*/ 309052 h 851003"/>
                  <a:gd name="connsiteX8" fmla="*/ 272584 w 985053"/>
                  <a:gd name="connsiteY8" fmla="*/ 337627 h 851003"/>
                  <a:gd name="connsiteX9" fmla="*/ 472609 w 985053"/>
                  <a:gd name="connsiteY9" fmla="*/ 485828 h 851003"/>
                  <a:gd name="connsiteX0" fmla="*/ 472609 w 985053"/>
                  <a:gd name="connsiteY0" fmla="*/ 462649 h 827824"/>
                  <a:gd name="connsiteX1" fmla="*/ 985053 w 985053"/>
                  <a:gd name="connsiteY1" fmla="*/ 95936 h 827824"/>
                  <a:gd name="connsiteX2" fmla="*/ 451653 w 985053"/>
                  <a:gd name="connsiteY2" fmla="*/ 618919 h 827824"/>
                  <a:gd name="connsiteX3" fmla="*/ 82084 w 985053"/>
                  <a:gd name="connsiteY3" fmla="*/ 218869 h 827824"/>
                  <a:gd name="connsiteX4" fmla="*/ 405934 w 985053"/>
                  <a:gd name="connsiteY4" fmla="*/ 4885 h 827824"/>
                  <a:gd name="connsiteX5" fmla="*/ 605959 w 985053"/>
                  <a:gd name="connsiteY5" fmla="*/ 557335 h 827824"/>
                  <a:gd name="connsiteX6" fmla="*/ 1122 w 985053"/>
                  <a:gd name="connsiteY6" fmla="*/ 766885 h 827824"/>
                  <a:gd name="connsiteX7" fmla="*/ 448797 w 985053"/>
                  <a:gd name="connsiteY7" fmla="*/ 285873 h 827824"/>
                  <a:gd name="connsiteX8" fmla="*/ 272584 w 985053"/>
                  <a:gd name="connsiteY8" fmla="*/ 314448 h 827824"/>
                  <a:gd name="connsiteX9" fmla="*/ 472609 w 985053"/>
                  <a:gd name="connsiteY9" fmla="*/ 462649 h 827824"/>
                  <a:gd name="connsiteX0" fmla="*/ 472609 w 985053"/>
                  <a:gd name="connsiteY0" fmla="*/ 461501 h 826676"/>
                  <a:gd name="connsiteX1" fmla="*/ 985053 w 985053"/>
                  <a:gd name="connsiteY1" fmla="*/ 94788 h 826676"/>
                  <a:gd name="connsiteX2" fmla="*/ 451653 w 985053"/>
                  <a:gd name="connsiteY2" fmla="*/ 617771 h 826676"/>
                  <a:gd name="connsiteX3" fmla="*/ 82084 w 985053"/>
                  <a:gd name="connsiteY3" fmla="*/ 217721 h 826676"/>
                  <a:gd name="connsiteX4" fmla="*/ 405934 w 985053"/>
                  <a:gd name="connsiteY4" fmla="*/ 3737 h 826676"/>
                  <a:gd name="connsiteX5" fmla="*/ 605959 w 985053"/>
                  <a:gd name="connsiteY5" fmla="*/ 556187 h 826676"/>
                  <a:gd name="connsiteX6" fmla="*/ 1122 w 985053"/>
                  <a:gd name="connsiteY6" fmla="*/ 765737 h 826676"/>
                  <a:gd name="connsiteX7" fmla="*/ 448797 w 985053"/>
                  <a:gd name="connsiteY7" fmla="*/ 284725 h 826676"/>
                  <a:gd name="connsiteX8" fmla="*/ 272584 w 985053"/>
                  <a:gd name="connsiteY8" fmla="*/ 313300 h 826676"/>
                  <a:gd name="connsiteX9" fmla="*/ 472609 w 985053"/>
                  <a:gd name="connsiteY9" fmla="*/ 461501 h 826676"/>
                  <a:gd name="connsiteX0" fmla="*/ 472609 w 985053"/>
                  <a:gd name="connsiteY0" fmla="*/ 461501 h 826676"/>
                  <a:gd name="connsiteX1" fmla="*/ 985053 w 985053"/>
                  <a:gd name="connsiteY1" fmla="*/ 94788 h 826676"/>
                  <a:gd name="connsiteX2" fmla="*/ 451653 w 985053"/>
                  <a:gd name="connsiteY2" fmla="*/ 617771 h 826676"/>
                  <a:gd name="connsiteX3" fmla="*/ 82084 w 985053"/>
                  <a:gd name="connsiteY3" fmla="*/ 217721 h 826676"/>
                  <a:gd name="connsiteX4" fmla="*/ 405934 w 985053"/>
                  <a:gd name="connsiteY4" fmla="*/ 3737 h 826676"/>
                  <a:gd name="connsiteX5" fmla="*/ 605959 w 985053"/>
                  <a:gd name="connsiteY5" fmla="*/ 556187 h 826676"/>
                  <a:gd name="connsiteX6" fmla="*/ 1122 w 985053"/>
                  <a:gd name="connsiteY6" fmla="*/ 765737 h 826676"/>
                  <a:gd name="connsiteX7" fmla="*/ 448797 w 985053"/>
                  <a:gd name="connsiteY7" fmla="*/ 284725 h 826676"/>
                  <a:gd name="connsiteX8" fmla="*/ 272584 w 985053"/>
                  <a:gd name="connsiteY8" fmla="*/ 313300 h 826676"/>
                  <a:gd name="connsiteX9" fmla="*/ 472609 w 985053"/>
                  <a:gd name="connsiteY9" fmla="*/ 461501 h 826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5053" h="826676">
                    <a:moveTo>
                      <a:pt x="472609" y="461501"/>
                    </a:moveTo>
                    <a:cubicBezTo>
                      <a:pt x="757724" y="405938"/>
                      <a:pt x="785663" y="359901"/>
                      <a:pt x="985053" y="94788"/>
                    </a:cubicBezTo>
                    <a:cubicBezTo>
                      <a:pt x="835828" y="567566"/>
                      <a:pt x="553253" y="621243"/>
                      <a:pt x="451653" y="617771"/>
                    </a:cubicBezTo>
                    <a:cubicBezTo>
                      <a:pt x="109388" y="622534"/>
                      <a:pt x="100499" y="412984"/>
                      <a:pt x="82084" y="217721"/>
                    </a:cubicBezTo>
                    <a:cubicBezTo>
                      <a:pt x="131297" y="101943"/>
                      <a:pt x="313858" y="-23360"/>
                      <a:pt x="405934" y="3737"/>
                    </a:cubicBezTo>
                    <a:cubicBezTo>
                      <a:pt x="500390" y="-10495"/>
                      <a:pt x="716291" y="229162"/>
                      <a:pt x="605959" y="556187"/>
                    </a:cubicBezTo>
                    <a:cubicBezTo>
                      <a:pt x="351959" y="949887"/>
                      <a:pt x="27316" y="810981"/>
                      <a:pt x="1122" y="765737"/>
                    </a:cubicBezTo>
                    <a:cubicBezTo>
                      <a:pt x="-25072" y="720493"/>
                      <a:pt x="415459" y="622862"/>
                      <a:pt x="448797" y="284725"/>
                    </a:cubicBezTo>
                    <a:cubicBezTo>
                      <a:pt x="423397" y="-83575"/>
                      <a:pt x="251153" y="258437"/>
                      <a:pt x="272584" y="313300"/>
                    </a:cubicBezTo>
                    <a:cubicBezTo>
                      <a:pt x="286872" y="500812"/>
                      <a:pt x="391647" y="469251"/>
                      <a:pt x="472609" y="461501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6" name="Rectangle 197">
                <a:extLst>
                  <a:ext uri="{FF2B5EF4-FFF2-40B4-BE49-F238E27FC236}">
                    <a16:creationId xmlns:a16="http://schemas.microsoft.com/office/drawing/2014/main" id="{065F33C8-D89C-FC46-9262-D2DFB3AD6804}"/>
                  </a:ext>
                </a:extLst>
              </p:cNvPr>
              <p:cNvSpPr/>
              <p:nvPr/>
            </p:nvSpPr>
            <p:spPr>
              <a:xfrm>
                <a:off x="7276799" y="1966617"/>
                <a:ext cx="425193" cy="453925"/>
              </a:xfrm>
              <a:custGeom>
                <a:avLst/>
                <a:gdLst>
                  <a:gd name="connsiteX0" fmla="*/ 0 w 88264"/>
                  <a:gd name="connsiteY0" fmla="*/ 0 h 238778"/>
                  <a:gd name="connsiteX1" fmla="*/ 88264 w 88264"/>
                  <a:gd name="connsiteY1" fmla="*/ 0 h 238778"/>
                  <a:gd name="connsiteX2" fmla="*/ 88264 w 88264"/>
                  <a:gd name="connsiteY2" fmla="*/ 238778 h 238778"/>
                  <a:gd name="connsiteX3" fmla="*/ 0 w 88264"/>
                  <a:gd name="connsiteY3" fmla="*/ 238778 h 238778"/>
                  <a:gd name="connsiteX4" fmla="*/ 0 w 88264"/>
                  <a:gd name="connsiteY4" fmla="*/ 0 h 238778"/>
                  <a:gd name="connsiteX0" fmla="*/ 0 w 193039"/>
                  <a:gd name="connsiteY0" fmla="*/ 200025 h 438803"/>
                  <a:gd name="connsiteX1" fmla="*/ 193039 w 193039"/>
                  <a:gd name="connsiteY1" fmla="*/ 0 h 438803"/>
                  <a:gd name="connsiteX2" fmla="*/ 88264 w 193039"/>
                  <a:gd name="connsiteY2" fmla="*/ 438803 h 438803"/>
                  <a:gd name="connsiteX3" fmla="*/ 0 w 193039"/>
                  <a:gd name="connsiteY3" fmla="*/ 438803 h 438803"/>
                  <a:gd name="connsiteX4" fmla="*/ 0 w 193039"/>
                  <a:gd name="connsiteY4" fmla="*/ 200025 h 438803"/>
                  <a:gd name="connsiteX0" fmla="*/ 0 w 193039"/>
                  <a:gd name="connsiteY0" fmla="*/ 438803 h 438803"/>
                  <a:gd name="connsiteX1" fmla="*/ 193039 w 193039"/>
                  <a:gd name="connsiteY1" fmla="*/ 0 h 438803"/>
                  <a:gd name="connsiteX2" fmla="*/ 88264 w 193039"/>
                  <a:gd name="connsiteY2" fmla="*/ 438803 h 438803"/>
                  <a:gd name="connsiteX3" fmla="*/ 0 w 193039"/>
                  <a:gd name="connsiteY3" fmla="*/ 438803 h 438803"/>
                  <a:gd name="connsiteX0" fmla="*/ 0 w 297814"/>
                  <a:gd name="connsiteY0" fmla="*/ 457853 h 457853"/>
                  <a:gd name="connsiteX1" fmla="*/ 297814 w 297814"/>
                  <a:gd name="connsiteY1" fmla="*/ 0 h 457853"/>
                  <a:gd name="connsiteX2" fmla="*/ 193039 w 297814"/>
                  <a:gd name="connsiteY2" fmla="*/ 438803 h 457853"/>
                  <a:gd name="connsiteX3" fmla="*/ 0 w 297814"/>
                  <a:gd name="connsiteY3" fmla="*/ 457853 h 457853"/>
                  <a:gd name="connsiteX0" fmla="*/ 0 w 297814"/>
                  <a:gd name="connsiteY0" fmla="*/ 457853 h 457853"/>
                  <a:gd name="connsiteX1" fmla="*/ 297814 w 297814"/>
                  <a:gd name="connsiteY1" fmla="*/ 0 h 457853"/>
                  <a:gd name="connsiteX2" fmla="*/ 193039 w 297814"/>
                  <a:gd name="connsiteY2" fmla="*/ 438803 h 457853"/>
                  <a:gd name="connsiteX3" fmla="*/ 0 w 297814"/>
                  <a:gd name="connsiteY3" fmla="*/ 457853 h 457853"/>
                  <a:gd name="connsiteX0" fmla="*/ 0 w 345439"/>
                  <a:gd name="connsiteY0" fmla="*/ 429278 h 438803"/>
                  <a:gd name="connsiteX1" fmla="*/ 345439 w 345439"/>
                  <a:gd name="connsiteY1" fmla="*/ 0 h 438803"/>
                  <a:gd name="connsiteX2" fmla="*/ 240664 w 345439"/>
                  <a:gd name="connsiteY2" fmla="*/ 438803 h 438803"/>
                  <a:gd name="connsiteX3" fmla="*/ 0 w 345439"/>
                  <a:gd name="connsiteY3" fmla="*/ 429278 h 438803"/>
                  <a:gd name="connsiteX0" fmla="*/ 0 w 345439"/>
                  <a:gd name="connsiteY0" fmla="*/ 429278 h 438803"/>
                  <a:gd name="connsiteX1" fmla="*/ 345439 w 345439"/>
                  <a:gd name="connsiteY1" fmla="*/ 0 h 438803"/>
                  <a:gd name="connsiteX2" fmla="*/ 240664 w 345439"/>
                  <a:gd name="connsiteY2" fmla="*/ 438803 h 438803"/>
                  <a:gd name="connsiteX3" fmla="*/ 0 w 345439"/>
                  <a:gd name="connsiteY3" fmla="*/ 429278 h 438803"/>
                  <a:gd name="connsiteX0" fmla="*/ 0 w 345439"/>
                  <a:gd name="connsiteY0" fmla="*/ 429278 h 429278"/>
                  <a:gd name="connsiteX1" fmla="*/ 345439 w 345439"/>
                  <a:gd name="connsiteY1" fmla="*/ 0 h 429278"/>
                  <a:gd name="connsiteX2" fmla="*/ 0 w 345439"/>
                  <a:gd name="connsiteY2" fmla="*/ 429278 h 429278"/>
                  <a:gd name="connsiteX0" fmla="*/ 0 w 419820"/>
                  <a:gd name="connsiteY0" fmla="*/ 429278 h 429278"/>
                  <a:gd name="connsiteX1" fmla="*/ 345439 w 419820"/>
                  <a:gd name="connsiteY1" fmla="*/ 0 h 429278"/>
                  <a:gd name="connsiteX2" fmla="*/ 0 w 419820"/>
                  <a:gd name="connsiteY2" fmla="*/ 429278 h 429278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01494"/>
                  <a:gd name="connsiteY0" fmla="*/ 410228 h 445688"/>
                  <a:gd name="connsiteX1" fmla="*/ 326389 w 401494"/>
                  <a:gd name="connsiteY1" fmla="*/ 0 h 445688"/>
                  <a:gd name="connsiteX2" fmla="*/ 0 w 401494"/>
                  <a:gd name="connsiteY2" fmla="*/ 410228 h 445688"/>
                  <a:gd name="connsiteX0" fmla="*/ 0 w 411968"/>
                  <a:gd name="connsiteY0" fmla="*/ 403084 h 439320"/>
                  <a:gd name="connsiteX1" fmla="*/ 338295 w 411968"/>
                  <a:gd name="connsiteY1" fmla="*/ 0 h 439320"/>
                  <a:gd name="connsiteX2" fmla="*/ 0 w 411968"/>
                  <a:gd name="connsiteY2" fmla="*/ 403084 h 439320"/>
                  <a:gd name="connsiteX0" fmla="*/ 0 w 416579"/>
                  <a:gd name="connsiteY0" fmla="*/ 403084 h 442122"/>
                  <a:gd name="connsiteX1" fmla="*/ 338295 w 416579"/>
                  <a:gd name="connsiteY1" fmla="*/ 0 h 442122"/>
                  <a:gd name="connsiteX2" fmla="*/ 0 w 416579"/>
                  <a:gd name="connsiteY2" fmla="*/ 403084 h 442122"/>
                  <a:gd name="connsiteX0" fmla="*/ 0 w 420466"/>
                  <a:gd name="connsiteY0" fmla="*/ 403084 h 437176"/>
                  <a:gd name="connsiteX1" fmla="*/ 338295 w 420466"/>
                  <a:gd name="connsiteY1" fmla="*/ 0 h 437176"/>
                  <a:gd name="connsiteX2" fmla="*/ 0 w 420466"/>
                  <a:gd name="connsiteY2" fmla="*/ 403084 h 437176"/>
                  <a:gd name="connsiteX0" fmla="*/ 0 w 423393"/>
                  <a:gd name="connsiteY0" fmla="*/ 403084 h 436005"/>
                  <a:gd name="connsiteX1" fmla="*/ 338295 w 423393"/>
                  <a:gd name="connsiteY1" fmla="*/ 0 h 436005"/>
                  <a:gd name="connsiteX2" fmla="*/ 0 w 423393"/>
                  <a:gd name="connsiteY2" fmla="*/ 403084 h 436005"/>
                  <a:gd name="connsiteX0" fmla="*/ 0 w 425193"/>
                  <a:gd name="connsiteY0" fmla="*/ 403084 h 453925"/>
                  <a:gd name="connsiteX1" fmla="*/ 338295 w 425193"/>
                  <a:gd name="connsiteY1" fmla="*/ 0 h 453925"/>
                  <a:gd name="connsiteX2" fmla="*/ 0 w 425193"/>
                  <a:gd name="connsiteY2" fmla="*/ 403084 h 45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5193" h="453925">
                    <a:moveTo>
                      <a:pt x="0" y="403084"/>
                    </a:moveTo>
                    <a:cubicBezTo>
                      <a:pt x="211190" y="576696"/>
                      <a:pt x="598593" y="271681"/>
                      <a:pt x="338295" y="0"/>
                    </a:cubicBezTo>
                    <a:cubicBezTo>
                      <a:pt x="242199" y="152618"/>
                      <a:pt x="153247" y="302854"/>
                      <a:pt x="0" y="403084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93F6078-2104-B62A-651F-B06C70A8574A}"/>
                </a:ext>
              </a:extLst>
            </p:cNvPr>
            <p:cNvGrpSpPr/>
            <p:nvPr/>
          </p:nvGrpSpPr>
          <p:grpSpPr>
            <a:xfrm>
              <a:off x="4063906" y="2606530"/>
              <a:ext cx="4503733" cy="3530903"/>
              <a:chOff x="2052481" y="3134901"/>
              <a:chExt cx="2056134" cy="1611998"/>
            </a:xfrm>
            <a:grpFill/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CEE143A-EA84-F918-2315-5CA2DB6AA394}"/>
                  </a:ext>
                </a:extLst>
              </p:cNvPr>
              <p:cNvGrpSpPr/>
              <p:nvPr/>
            </p:nvGrpSpPr>
            <p:grpSpPr>
              <a:xfrm>
                <a:off x="2221402" y="4053120"/>
                <a:ext cx="256522" cy="690658"/>
                <a:chOff x="10346885" y="4579565"/>
                <a:chExt cx="311590" cy="838923"/>
              </a:xfrm>
              <a:grpFill/>
            </p:grpSpPr>
            <p:sp>
              <p:nvSpPr>
                <p:cNvPr id="103" name="Rectangle: Rounded Corners 233">
                  <a:extLst>
                    <a:ext uri="{FF2B5EF4-FFF2-40B4-BE49-F238E27FC236}">
                      <a16:creationId xmlns:a16="http://schemas.microsoft.com/office/drawing/2014/main" id="{D37FA5AF-23E4-48B6-7A91-EA2C6ABA389B}"/>
                    </a:ext>
                  </a:extLst>
                </p:cNvPr>
                <p:cNvSpPr/>
                <p:nvPr/>
              </p:nvSpPr>
              <p:spPr>
                <a:xfrm>
                  <a:off x="10346885" y="4579565"/>
                  <a:ext cx="311590" cy="831330"/>
                </a:xfrm>
                <a:custGeom>
                  <a:avLst/>
                  <a:gdLst>
                    <a:gd name="connsiteX0" fmla="*/ 0 w 281957"/>
                    <a:gd name="connsiteY0" fmla="*/ 113668 h 831330"/>
                    <a:gd name="connsiteX1" fmla="*/ 113668 w 281957"/>
                    <a:gd name="connsiteY1" fmla="*/ 0 h 831330"/>
                    <a:gd name="connsiteX2" fmla="*/ 168289 w 281957"/>
                    <a:gd name="connsiteY2" fmla="*/ 0 h 831330"/>
                    <a:gd name="connsiteX3" fmla="*/ 281957 w 281957"/>
                    <a:gd name="connsiteY3" fmla="*/ 113668 h 831330"/>
                    <a:gd name="connsiteX4" fmla="*/ 281957 w 281957"/>
                    <a:gd name="connsiteY4" fmla="*/ 717662 h 831330"/>
                    <a:gd name="connsiteX5" fmla="*/ 168289 w 281957"/>
                    <a:gd name="connsiteY5" fmla="*/ 831330 h 831330"/>
                    <a:gd name="connsiteX6" fmla="*/ 113668 w 281957"/>
                    <a:gd name="connsiteY6" fmla="*/ 831330 h 831330"/>
                    <a:gd name="connsiteX7" fmla="*/ 0 w 281957"/>
                    <a:gd name="connsiteY7" fmla="*/ 717662 h 831330"/>
                    <a:gd name="connsiteX8" fmla="*/ 0 w 281957"/>
                    <a:gd name="connsiteY8" fmla="*/ 113668 h 831330"/>
                    <a:gd name="connsiteX0" fmla="*/ 29633 w 311590"/>
                    <a:gd name="connsiteY0" fmla="*/ 113668 h 831330"/>
                    <a:gd name="connsiteX1" fmla="*/ 143301 w 311590"/>
                    <a:gd name="connsiteY1" fmla="*/ 0 h 831330"/>
                    <a:gd name="connsiteX2" fmla="*/ 197922 w 311590"/>
                    <a:gd name="connsiteY2" fmla="*/ 0 h 831330"/>
                    <a:gd name="connsiteX3" fmla="*/ 311590 w 311590"/>
                    <a:gd name="connsiteY3" fmla="*/ 113668 h 831330"/>
                    <a:gd name="connsiteX4" fmla="*/ 311590 w 311590"/>
                    <a:gd name="connsiteY4" fmla="*/ 717662 h 831330"/>
                    <a:gd name="connsiteX5" fmla="*/ 197922 w 311590"/>
                    <a:gd name="connsiteY5" fmla="*/ 831330 h 831330"/>
                    <a:gd name="connsiteX6" fmla="*/ 143301 w 311590"/>
                    <a:gd name="connsiteY6" fmla="*/ 831330 h 831330"/>
                    <a:gd name="connsiteX7" fmla="*/ 29633 w 311590"/>
                    <a:gd name="connsiteY7" fmla="*/ 717662 h 831330"/>
                    <a:gd name="connsiteX8" fmla="*/ 29633 w 311590"/>
                    <a:gd name="connsiteY8" fmla="*/ 113668 h 831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1590" h="831330">
                      <a:moveTo>
                        <a:pt x="29633" y="113668"/>
                      </a:moveTo>
                      <a:cubicBezTo>
                        <a:pt x="29633" y="50891"/>
                        <a:pt x="80524" y="0"/>
                        <a:pt x="143301" y="0"/>
                      </a:cubicBezTo>
                      <a:lnTo>
                        <a:pt x="197922" y="0"/>
                      </a:lnTo>
                      <a:cubicBezTo>
                        <a:pt x="260699" y="0"/>
                        <a:pt x="311590" y="50891"/>
                        <a:pt x="311590" y="113668"/>
                      </a:cubicBezTo>
                      <a:lnTo>
                        <a:pt x="311590" y="717662"/>
                      </a:lnTo>
                      <a:cubicBezTo>
                        <a:pt x="311590" y="780439"/>
                        <a:pt x="260699" y="831330"/>
                        <a:pt x="197922" y="831330"/>
                      </a:cubicBezTo>
                      <a:lnTo>
                        <a:pt x="143301" y="831330"/>
                      </a:lnTo>
                      <a:cubicBezTo>
                        <a:pt x="80524" y="831330"/>
                        <a:pt x="29633" y="780439"/>
                        <a:pt x="29633" y="717662"/>
                      </a:cubicBezTo>
                      <a:cubicBezTo>
                        <a:pt x="29633" y="516331"/>
                        <a:pt x="-37042" y="314999"/>
                        <a:pt x="29633" y="113668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DCF110E-99EF-1DAB-F09A-11820AF25A24}"/>
                    </a:ext>
                  </a:extLst>
                </p:cNvPr>
                <p:cNvSpPr/>
                <p:nvPr/>
              </p:nvSpPr>
              <p:spPr>
                <a:xfrm rot="5400000">
                  <a:off x="10447007" y="5207020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9C564999-62E7-474B-1B80-A3F4061A800D}"/>
                  </a:ext>
                </a:extLst>
              </p:cNvPr>
              <p:cNvGrpSpPr/>
              <p:nvPr/>
            </p:nvGrpSpPr>
            <p:grpSpPr>
              <a:xfrm>
                <a:off x="3271730" y="4170599"/>
                <a:ext cx="262330" cy="566927"/>
                <a:chOff x="10339830" y="4729857"/>
                <a:chExt cx="318645" cy="688631"/>
              </a:xfrm>
              <a:grpFill/>
            </p:grpSpPr>
            <p:sp>
              <p:nvSpPr>
                <p:cNvPr id="101" name="Rectangle: Rounded Corners 236">
                  <a:extLst>
                    <a:ext uri="{FF2B5EF4-FFF2-40B4-BE49-F238E27FC236}">
                      <a16:creationId xmlns:a16="http://schemas.microsoft.com/office/drawing/2014/main" id="{EE620509-9E77-C174-AE00-4DEB420BE1E6}"/>
                    </a:ext>
                  </a:extLst>
                </p:cNvPr>
                <p:cNvSpPr/>
                <p:nvPr/>
              </p:nvSpPr>
              <p:spPr>
                <a:xfrm>
                  <a:off x="10339830" y="4729857"/>
                  <a:ext cx="318645" cy="681037"/>
                </a:xfrm>
                <a:custGeom>
                  <a:avLst/>
                  <a:gdLst>
                    <a:gd name="connsiteX0" fmla="*/ 0 w 281957"/>
                    <a:gd name="connsiteY0" fmla="*/ 113668 h 681037"/>
                    <a:gd name="connsiteX1" fmla="*/ 113668 w 281957"/>
                    <a:gd name="connsiteY1" fmla="*/ 0 h 681037"/>
                    <a:gd name="connsiteX2" fmla="*/ 168289 w 281957"/>
                    <a:gd name="connsiteY2" fmla="*/ 0 h 681037"/>
                    <a:gd name="connsiteX3" fmla="*/ 281957 w 281957"/>
                    <a:gd name="connsiteY3" fmla="*/ 113668 h 681037"/>
                    <a:gd name="connsiteX4" fmla="*/ 281957 w 281957"/>
                    <a:gd name="connsiteY4" fmla="*/ 567369 h 681037"/>
                    <a:gd name="connsiteX5" fmla="*/ 168289 w 281957"/>
                    <a:gd name="connsiteY5" fmla="*/ 681037 h 681037"/>
                    <a:gd name="connsiteX6" fmla="*/ 113668 w 281957"/>
                    <a:gd name="connsiteY6" fmla="*/ 681037 h 681037"/>
                    <a:gd name="connsiteX7" fmla="*/ 0 w 281957"/>
                    <a:gd name="connsiteY7" fmla="*/ 567369 h 681037"/>
                    <a:gd name="connsiteX8" fmla="*/ 0 w 281957"/>
                    <a:gd name="connsiteY8" fmla="*/ 113668 h 681037"/>
                    <a:gd name="connsiteX0" fmla="*/ 25400 w 307357"/>
                    <a:gd name="connsiteY0" fmla="*/ 113668 h 681037"/>
                    <a:gd name="connsiteX1" fmla="*/ 139068 w 307357"/>
                    <a:gd name="connsiteY1" fmla="*/ 0 h 681037"/>
                    <a:gd name="connsiteX2" fmla="*/ 193689 w 307357"/>
                    <a:gd name="connsiteY2" fmla="*/ 0 h 681037"/>
                    <a:gd name="connsiteX3" fmla="*/ 307357 w 307357"/>
                    <a:gd name="connsiteY3" fmla="*/ 113668 h 681037"/>
                    <a:gd name="connsiteX4" fmla="*/ 307357 w 307357"/>
                    <a:gd name="connsiteY4" fmla="*/ 567369 h 681037"/>
                    <a:gd name="connsiteX5" fmla="*/ 193689 w 307357"/>
                    <a:gd name="connsiteY5" fmla="*/ 681037 h 681037"/>
                    <a:gd name="connsiteX6" fmla="*/ 139068 w 307357"/>
                    <a:gd name="connsiteY6" fmla="*/ 681037 h 681037"/>
                    <a:gd name="connsiteX7" fmla="*/ 25400 w 307357"/>
                    <a:gd name="connsiteY7" fmla="*/ 567369 h 681037"/>
                    <a:gd name="connsiteX8" fmla="*/ 25400 w 307357"/>
                    <a:gd name="connsiteY8" fmla="*/ 113668 h 681037"/>
                    <a:gd name="connsiteX0" fmla="*/ 36688 w 318645"/>
                    <a:gd name="connsiteY0" fmla="*/ 113668 h 681037"/>
                    <a:gd name="connsiteX1" fmla="*/ 150356 w 318645"/>
                    <a:gd name="connsiteY1" fmla="*/ 0 h 681037"/>
                    <a:gd name="connsiteX2" fmla="*/ 204977 w 318645"/>
                    <a:gd name="connsiteY2" fmla="*/ 0 h 681037"/>
                    <a:gd name="connsiteX3" fmla="*/ 318645 w 318645"/>
                    <a:gd name="connsiteY3" fmla="*/ 113668 h 681037"/>
                    <a:gd name="connsiteX4" fmla="*/ 318645 w 318645"/>
                    <a:gd name="connsiteY4" fmla="*/ 567369 h 681037"/>
                    <a:gd name="connsiteX5" fmla="*/ 204977 w 318645"/>
                    <a:gd name="connsiteY5" fmla="*/ 681037 h 681037"/>
                    <a:gd name="connsiteX6" fmla="*/ 150356 w 318645"/>
                    <a:gd name="connsiteY6" fmla="*/ 681037 h 681037"/>
                    <a:gd name="connsiteX7" fmla="*/ 36688 w 318645"/>
                    <a:gd name="connsiteY7" fmla="*/ 567369 h 681037"/>
                    <a:gd name="connsiteX8" fmla="*/ 36688 w 318645"/>
                    <a:gd name="connsiteY8" fmla="*/ 113668 h 681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8645" h="681037">
                      <a:moveTo>
                        <a:pt x="36688" y="113668"/>
                      </a:moveTo>
                      <a:cubicBezTo>
                        <a:pt x="36688" y="50891"/>
                        <a:pt x="87579" y="0"/>
                        <a:pt x="150356" y="0"/>
                      </a:cubicBezTo>
                      <a:lnTo>
                        <a:pt x="204977" y="0"/>
                      </a:lnTo>
                      <a:cubicBezTo>
                        <a:pt x="267754" y="0"/>
                        <a:pt x="318645" y="50891"/>
                        <a:pt x="318645" y="113668"/>
                      </a:cubicBezTo>
                      <a:lnTo>
                        <a:pt x="318645" y="567369"/>
                      </a:lnTo>
                      <a:cubicBezTo>
                        <a:pt x="318645" y="630146"/>
                        <a:pt x="267754" y="681037"/>
                        <a:pt x="204977" y="681037"/>
                      </a:cubicBezTo>
                      <a:lnTo>
                        <a:pt x="150356" y="681037"/>
                      </a:lnTo>
                      <a:cubicBezTo>
                        <a:pt x="87579" y="681037"/>
                        <a:pt x="36688" y="630146"/>
                        <a:pt x="36688" y="567369"/>
                      </a:cubicBezTo>
                      <a:cubicBezTo>
                        <a:pt x="36688" y="416135"/>
                        <a:pt x="-45862" y="366502"/>
                        <a:pt x="36688" y="113668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0B0E30E9-9046-C2A6-7431-3DAB02F6744E}"/>
                    </a:ext>
                  </a:extLst>
                </p:cNvPr>
                <p:cNvSpPr/>
                <p:nvPr/>
              </p:nvSpPr>
              <p:spPr>
                <a:xfrm rot="5400000">
                  <a:off x="10447007" y="5207020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92" name="Oval 52">
                <a:extLst>
                  <a:ext uri="{FF2B5EF4-FFF2-40B4-BE49-F238E27FC236}">
                    <a16:creationId xmlns:a16="http://schemas.microsoft.com/office/drawing/2014/main" id="{F4A114DC-BCC6-0AF7-EB2D-01F126054D98}"/>
                  </a:ext>
                </a:extLst>
              </p:cNvPr>
              <p:cNvSpPr/>
              <p:nvPr/>
            </p:nvSpPr>
            <p:spPr>
              <a:xfrm>
                <a:off x="2052481" y="3134901"/>
                <a:ext cx="2056134" cy="1282284"/>
              </a:xfrm>
              <a:custGeom>
                <a:avLst/>
                <a:gdLst>
                  <a:gd name="connsiteX0" fmla="*/ 0 w 1816269"/>
                  <a:gd name="connsiteY0" fmla="*/ 622094 h 1244188"/>
                  <a:gd name="connsiteX1" fmla="*/ 908135 w 1816269"/>
                  <a:gd name="connsiteY1" fmla="*/ 0 h 1244188"/>
                  <a:gd name="connsiteX2" fmla="*/ 1816270 w 1816269"/>
                  <a:gd name="connsiteY2" fmla="*/ 622094 h 1244188"/>
                  <a:gd name="connsiteX3" fmla="*/ 908135 w 1816269"/>
                  <a:gd name="connsiteY3" fmla="*/ 1244188 h 1244188"/>
                  <a:gd name="connsiteX4" fmla="*/ 0 w 1816269"/>
                  <a:gd name="connsiteY4" fmla="*/ 622094 h 1244188"/>
                  <a:gd name="connsiteX0" fmla="*/ 0 w 1816270"/>
                  <a:gd name="connsiteY0" fmla="*/ 657696 h 1279790"/>
                  <a:gd name="connsiteX1" fmla="*/ 908135 w 1816270"/>
                  <a:gd name="connsiteY1" fmla="*/ 35602 h 1279790"/>
                  <a:gd name="connsiteX2" fmla="*/ 1816270 w 1816270"/>
                  <a:gd name="connsiteY2" fmla="*/ 657696 h 1279790"/>
                  <a:gd name="connsiteX3" fmla="*/ 908135 w 1816270"/>
                  <a:gd name="connsiteY3" fmla="*/ 1279790 h 1279790"/>
                  <a:gd name="connsiteX4" fmla="*/ 0 w 1816270"/>
                  <a:gd name="connsiteY4" fmla="*/ 657696 h 1279790"/>
                  <a:gd name="connsiteX0" fmla="*/ 0 w 1816270"/>
                  <a:gd name="connsiteY0" fmla="*/ 683888 h 1305982"/>
                  <a:gd name="connsiteX1" fmla="*/ 908135 w 1816270"/>
                  <a:gd name="connsiteY1" fmla="*/ 61794 h 1305982"/>
                  <a:gd name="connsiteX2" fmla="*/ 1816270 w 1816270"/>
                  <a:gd name="connsiteY2" fmla="*/ 683888 h 1305982"/>
                  <a:gd name="connsiteX3" fmla="*/ 908135 w 1816270"/>
                  <a:gd name="connsiteY3" fmla="*/ 1305982 h 1305982"/>
                  <a:gd name="connsiteX4" fmla="*/ 0 w 1816270"/>
                  <a:gd name="connsiteY4" fmla="*/ 683888 h 1305982"/>
                  <a:gd name="connsiteX0" fmla="*/ 0 w 1816270"/>
                  <a:gd name="connsiteY0" fmla="*/ 660190 h 1282284"/>
                  <a:gd name="connsiteX1" fmla="*/ 908135 w 1816270"/>
                  <a:gd name="connsiteY1" fmla="*/ 38096 h 1282284"/>
                  <a:gd name="connsiteX2" fmla="*/ 1816270 w 1816270"/>
                  <a:gd name="connsiteY2" fmla="*/ 660190 h 1282284"/>
                  <a:gd name="connsiteX3" fmla="*/ 908135 w 1816270"/>
                  <a:gd name="connsiteY3" fmla="*/ 1282284 h 1282284"/>
                  <a:gd name="connsiteX4" fmla="*/ 0 w 1816270"/>
                  <a:gd name="connsiteY4" fmla="*/ 660190 h 1282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270" h="1282284">
                    <a:moveTo>
                      <a:pt x="0" y="660190"/>
                    </a:moveTo>
                    <a:cubicBezTo>
                      <a:pt x="0" y="316617"/>
                      <a:pt x="78078" y="210858"/>
                      <a:pt x="908135" y="38096"/>
                    </a:cubicBezTo>
                    <a:cubicBezTo>
                      <a:pt x="1738192" y="-134666"/>
                      <a:pt x="1816270" y="316617"/>
                      <a:pt x="1816270" y="660190"/>
                    </a:cubicBezTo>
                    <a:cubicBezTo>
                      <a:pt x="1816270" y="1003763"/>
                      <a:pt x="1409684" y="1282284"/>
                      <a:pt x="908135" y="1282284"/>
                    </a:cubicBezTo>
                    <a:cubicBezTo>
                      <a:pt x="406586" y="1282284"/>
                      <a:pt x="0" y="1003763"/>
                      <a:pt x="0" y="66019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09156612-573C-DCED-F9B8-FA35550ABA7B}"/>
                  </a:ext>
                </a:extLst>
              </p:cNvPr>
              <p:cNvGrpSpPr/>
              <p:nvPr/>
            </p:nvGrpSpPr>
            <p:grpSpPr>
              <a:xfrm>
                <a:off x="3027523" y="3744013"/>
                <a:ext cx="813737" cy="987987"/>
                <a:chOff x="9774032" y="4435368"/>
                <a:chExt cx="988422" cy="983120"/>
              </a:xfrm>
              <a:grpFill/>
            </p:grpSpPr>
            <p:sp>
              <p:nvSpPr>
                <p:cNvPr id="98" name="Rectangle: Rounded Corners 239">
                  <a:extLst>
                    <a:ext uri="{FF2B5EF4-FFF2-40B4-BE49-F238E27FC236}">
                      <a16:creationId xmlns:a16="http://schemas.microsoft.com/office/drawing/2014/main" id="{21988FBF-2D12-32FE-18ED-6C24C8C3598C}"/>
                    </a:ext>
                  </a:extLst>
                </p:cNvPr>
                <p:cNvSpPr/>
                <p:nvPr/>
              </p:nvSpPr>
              <p:spPr>
                <a:xfrm>
                  <a:off x="9868567" y="4435368"/>
                  <a:ext cx="871820" cy="975524"/>
                </a:xfrm>
                <a:custGeom>
                  <a:avLst/>
                  <a:gdLst>
                    <a:gd name="connsiteX0" fmla="*/ 0 w 281957"/>
                    <a:gd name="connsiteY0" fmla="*/ 113668 h 831331"/>
                    <a:gd name="connsiteX1" fmla="*/ 113668 w 281957"/>
                    <a:gd name="connsiteY1" fmla="*/ 0 h 831331"/>
                    <a:gd name="connsiteX2" fmla="*/ 168289 w 281957"/>
                    <a:gd name="connsiteY2" fmla="*/ 0 h 831331"/>
                    <a:gd name="connsiteX3" fmla="*/ 281957 w 281957"/>
                    <a:gd name="connsiteY3" fmla="*/ 113668 h 831331"/>
                    <a:gd name="connsiteX4" fmla="*/ 281957 w 281957"/>
                    <a:gd name="connsiteY4" fmla="*/ 717663 h 831331"/>
                    <a:gd name="connsiteX5" fmla="*/ 168289 w 281957"/>
                    <a:gd name="connsiteY5" fmla="*/ 831331 h 831331"/>
                    <a:gd name="connsiteX6" fmla="*/ 113668 w 281957"/>
                    <a:gd name="connsiteY6" fmla="*/ 831331 h 831331"/>
                    <a:gd name="connsiteX7" fmla="*/ 0 w 281957"/>
                    <a:gd name="connsiteY7" fmla="*/ 717663 h 831331"/>
                    <a:gd name="connsiteX8" fmla="*/ 0 w 281957"/>
                    <a:gd name="connsiteY8" fmla="*/ 113668 h 831331"/>
                    <a:gd name="connsiteX0" fmla="*/ 50800 w 332757"/>
                    <a:gd name="connsiteY0" fmla="*/ 113668 h 831331"/>
                    <a:gd name="connsiteX1" fmla="*/ 164468 w 332757"/>
                    <a:gd name="connsiteY1" fmla="*/ 0 h 831331"/>
                    <a:gd name="connsiteX2" fmla="*/ 219089 w 332757"/>
                    <a:gd name="connsiteY2" fmla="*/ 0 h 831331"/>
                    <a:gd name="connsiteX3" fmla="*/ 332757 w 332757"/>
                    <a:gd name="connsiteY3" fmla="*/ 113668 h 831331"/>
                    <a:gd name="connsiteX4" fmla="*/ 332757 w 332757"/>
                    <a:gd name="connsiteY4" fmla="*/ 717663 h 831331"/>
                    <a:gd name="connsiteX5" fmla="*/ 219089 w 332757"/>
                    <a:gd name="connsiteY5" fmla="*/ 831331 h 831331"/>
                    <a:gd name="connsiteX6" fmla="*/ 164468 w 332757"/>
                    <a:gd name="connsiteY6" fmla="*/ 831331 h 831331"/>
                    <a:gd name="connsiteX7" fmla="*/ 50800 w 332757"/>
                    <a:gd name="connsiteY7" fmla="*/ 717663 h 831331"/>
                    <a:gd name="connsiteX8" fmla="*/ 50800 w 332757"/>
                    <a:gd name="connsiteY8" fmla="*/ 113668 h 831331"/>
                    <a:gd name="connsiteX0" fmla="*/ 50800 w 332757"/>
                    <a:gd name="connsiteY0" fmla="*/ 253997 h 971660"/>
                    <a:gd name="connsiteX1" fmla="*/ 164468 w 332757"/>
                    <a:gd name="connsiteY1" fmla="*/ 140329 h 971660"/>
                    <a:gd name="connsiteX2" fmla="*/ 219089 w 332757"/>
                    <a:gd name="connsiteY2" fmla="*/ 140329 h 971660"/>
                    <a:gd name="connsiteX3" fmla="*/ 320057 w 332757"/>
                    <a:gd name="connsiteY3" fmla="*/ 12697 h 971660"/>
                    <a:gd name="connsiteX4" fmla="*/ 332757 w 332757"/>
                    <a:gd name="connsiteY4" fmla="*/ 857992 h 971660"/>
                    <a:gd name="connsiteX5" fmla="*/ 219089 w 332757"/>
                    <a:gd name="connsiteY5" fmla="*/ 971660 h 971660"/>
                    <a:gd name="connsiteX6" fmla="*/ 164468 w 332757"/>
                    <a:gd name="connsiteY6" fmla="*/ 971660 h 971660"/>
                    <a:gd name="connsiteX7" fmla="*/ 50800 w 332757"/>
                    <a:gd name="connsiteY7" fmla="*/ 857992 h 971660"/>
                    <a:gd name="connsiteX8" fmla="*/ 50800 w 332757"/>
                    <a:gd name="connsiteY8" fmla="*/ 253997 h 971660"/>
                    <a:gd name="connsiteX0" fmla="*/ 50800 w 414668"/>
                    <a:gd name="connsiteY0" fmla="*/ 294600 h 1012263"/>
                    <a:gd name="connsiteX1" fmla="*/ 164468 w 414668"/>
                    <a:gd name="connsiteY1" fmla="*/ 180932 h 1012263"/>
                    <a:gd name="connsiteX2" fmla="*/ 219089 w 414668"/>
                    <a:gd name="connsiteY2" fmla="*/ 180932 h 1012263"/>
                    <a:gd name="connsiteX3" fmla="*/ 320057 w 414668"/>
                    <a:gd name="connsiteY3" fmla="*/ 53300 h 1012263"/>
                    <a:gd name="connsiteX4" fmla="*/ 332757 w 414668"/>
                    <a:gd name="connsiteY4" fmla="*/ 898595 h 1012263"/>
                    <a:gd name="connsiteX5" fmla="*/ 219089 w 414668"/>
                    <a:gd name="connsiteY5" fmla="*/ 1012263 h 1012263"/>
                    <a:gd name="connsiteX6" fmla="*/ 164468 w 414668"/>
                    <a:gd name="connsiteY6" fmla="*/ 1012263 h 1012263"/>
                    <a:gd name="connsiteX7" fmla="*/ 50800 w 414668"/>
                    <a:gd name="connsiteY7" fmla="*/ 898595 h 1012263"/>
                    <a:gd name="connsiteX8" fmla="*/ 50800 w 414668"/>
                    <a:gd name="connsiteY8" fmla="*/ 294600 h 1012263"/>
                    <a:gd name="connsiteX0" fmla="*/ 14310 w 871820"/>
                    <a:gd name="connsiteY0" fmla="*/ 7248 h 1141422"/>
                    <a:gd name="connsiteX1" fmla="*/ 621620 w 871820"/>
                    <a:gd name="connsiteY1" fmla="*/ 310091 h 1141422"/>
                    <a:gd name="connsiteX2" fmla="*/ 676241 w 871820"/>
                    <a:gd name="connsiteY2" fmla="*/ 310091 h 1141422"/>
                    <a:gd name="connsiteX3" fmla="*/ 777209 w 871820"/>
                    <a:gd name="connsiteY3" fmla="*/ 182459 h 1141422"/>
                    <a:gd name="connsiteX4" fmla="*/ 789909 w 871820"/>
                    <a:gd name="connsiteY4" fmla="*/ 1027754 h 1141422"/>
                    <a:gd name="connsiteX5" fmla="*/ 676241 w 871820"/>
                    <a:gd name="connsiteY5" fmla="*/ 1141422 h 1141422"/>
                    <a:gd name="connsiteX6" fmla="*/ 621620 w 871820"/>
                    <a:gd name="connsiteY6" fmla="*/ 1141422 h 1141422"/>
                    <a:gd name="connsiteX7" fmla="*/ 507952 w 871820"/>
                    <a:gd name="connsiteY7" fmla="*/ 1027754 h 1141422"/>
                    <a:gd name="connsiteX8" fmla="*/ 14310 w 871820"/>
                    <a:gd name="connsiteY8" fmla="*/ 7248 h 1141422"/>
                    <a:gd name="connsiteX0" fmla="*/ 14310 w 871820"/>
                    <a:gd name="connsiteY0" fmla="*/ 7248 h 1141422"/>
                    <a:gd name="connsiteX1" fmla="*/ 621620 w 871820"/>
                    <a:gd name="connsiteY1" fmla="*/ 310091 h 1141422"/>
                    <a:gd name="connsiteX2" fmla="*/ 777209 w 871820"/>
                    <a:gd name="connsiteY2" fmla="*/ 182459 h 1141422"/>
                    <a:gd name="connsiteX3" fmla="*/ 789909 w 871820"/>
                    <a:gd name="connsiteY3" fmla="*/ 1027754 h 1141422"/>
                    <a:gd name="connsiteX4" fmla="*/ 676241 w 871820"/>
                    <a:gd name="connsiteY4" fmla="*/ 1141422 h 1141422"/>
                    <a:gd name="connsiteX5" fmla="*/ 621620 w 871820"/>
                    <a:gd name="connsiteY5" fmla="*/ 1141422 h 1141422"/>
                    <a:gd name="connsiteX6" fmla="*/ 507952 w 871820"/>
                    <a:gd name="connsiteY6" fmla="*/ 1027754 h 1141422"/>
                    <a:gd name="connsiteX7" fmla="*/ 14310 w 871820"/>
                    <a:gd name="connsiteY7" fmla="*/ 7248 h 1141422"/>
                    <a:gd name="connsiteX0" fmla="*/ 14310 w 871820"/>
                    <a:gd name="connsiteY0" fmla="*/ 56635 h 1190809"/>
                    <a:gd name="connsiteX1" fmla="*/ 777209 w 871820"/>
                    <a:gd name="connsiteY1" fmla="*/ 231846 h 1190809"/>
                    <a:gd name="connsiteX2" fmla="*/ 789909 w 871820"/>
                    <a:gd name="connsiteY2" fmla="*/ 1077141 h 1190809"/>
                    <a:gd name="connsiteX3" fmla="*/ 676241 w 871820"/>
                    <a:gd name="connsiteY3" fmla="*/ 1190809 h 1190809"/>
                    <a:gd name="connsiteX4" fmla="*/ 621620 w 871820"/>
                    <a:gd name="connsiteY4" fmla="*/ 1190809 h 1190809"/>
                    <a:gd name="connsiteX5" fmla="*/ 507952 w 871820"/>
                    <a:gd name="connsiteY5" fmla="*/ 1077141 h 1190809"/>
                    <a:gd name="connsiteX6" fmla="*/ 14310 w 871820"/>
                    <a:gd name="connsiteY6" fmla="*/ 56635 h 1190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820" h="1190809">
                      <a:moveTo>
                        <a:pt x="14310" y="56635"/>
                      </a:moveTo>
                      <a:cubicBezTo>
                        <a:pt x="59186" y="-84247"/>
                        <a:pt x="647943" y="61762"/>
                        <a:pt x="777209" y="231846"/>
                      </a:cubicBezTo>
                      <a:cubicBezTo>
                        <a:pt x="984642" y="-38839"/>
                        <a:pt x="785676" y="795376"/>
                        <a:pt x="789909" y="1077141"/>
                      </a:cubicBezTo>
                      <a:cubicBezTo>
                        <a:pt x="789909" y="1139918"/>
                        <a:pt x="739018" y="1190809"/>
                        <a:pt x="676241" y="1190809"/>
                      </a:cubicBezTo>
                      <a:lnTo>
                        <a:pt x="621620" y="1190809"/>
                      </a:lnTo>
                      <a:cubicBezTo>
                        <a:pt x="558843" y="1190809"/>
                        <a:pt x="507952" y="1139918"/>
                        <a:pt x="507952" y="1077141"/>
                      </a:cubicBezTo>
                      <a:cubicBezTo>
                        <a:pt x="507952" y="875809"/>
                        <a:pt x="-99990" y="302417"/>
                        <a:pt x="14310" y="56635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AA6D5DA-FB91-9CD3-C122-46F3581F85F8}"/>
                    </a:ext>
                  </a:extLst>
                </p:cNvPr>
                <p:cNvSpPr/>
                <p:nvPr/>
              </p:nvSpPr>
              <p:spPr>
                <a:xfrm rot="5400000">
                  <a:off x="10462500" y="5222513"/>
                  <a:ext cx="109993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84F03B8E-3EA8-A0B6-2710-BC8E343238E3}"/>
                    </a:ext>
                  </a:extLst>
                </p:cNvPr>
                <p:cNvSpPr/>
                <p:nvPr/>
              </p:nvSpPr>
              <p:spPr>
                <a:xfrm rot="6327036">
                  <a:off x="10189119" y="4041231"/>
                  <a:ext cx="158248" cy="988422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A86A5406-539C-6409-4C9E-96598378523F}"/>
                  </a:ext>
                </a:extLst>
              </p:cNvPr>
              <p:cNvGrpSpPr/>
              <p:nvPr/>
            </p:nvGrpSpPr>
            <p:grpSpPr>
              <a:xfrm>
                <a:off x="2329089" y="3853665"/>
                <a:ext cx="613496" cy="893234"/>
                <a:chOff x="10221338" y="4333498"/>
                <a:chExt cx="745198" cy="1084988"/>
              </a:xfrm>
              <a:grpFill/>
            </p:grpSpPr>
            <p:sp>
              <p:nvSpPr>
                <p:cNvPr id="95" name="Rectangle: Rounded Corners 19">
                  <a:extLst>
                    <a:ext uri="{FF2B5EF4-FFF2-40B4-BE49-F238E27FC236}">
                      <a16:creationId xmlns:a16="http://schemas.microsoft.com/office/drawing/2014/main" id="{E237AE4A-6CB1-92DC-2B88-D654D75A6AE1}"/>
                    </a:ext>
                  </a:extLst>
                </p:cNvPr>
                <p:cNvSpPr/>
                <p:nvPr/>
              </p:nvSpPr>
              <p:spPr>
                <a:xfrm>
                  <a:off x="10230870" y="4466052"/>
                  <a:ext cx="585272" cy="947945"/>
                </a:xfrm>
                <a:custGeom>
                  <a:avLst/>
                  <a:gdLst>
                    <a:gd name="connsiteX0" fmla="*/ 0 w 281957"/>
                    <a:gd name="connsiteY0" fmla="*/ 113668 h 681037"/>
                    <a:gd name="connsiteX1" fmla="*/ 113668 w 281957"/>
                    <a:gd name="connsiteY1" fmla="*/ 0 h 681037"/>
                    <a:gd name="connsiteX2" fmla="*/ 168289 w 281957"/>
                    <a:gd name="connsiteY2" fmla="*/ 0 h 681037"/>
                    <a:gd name="connsiteX3" fmla="*/ 281957 w 281957"/>
                    <a:gd name="connsiteY3" fmla="*/ 113668 h 681037"/>
                    <a:gd name="connsiteX4" fmla="*/ 281957 w 281957"/>
                    <a:gd name="connsiteY4" fmla="*/ 567369 h 681037"/>
                    <a:gd name="connsiteX5" fmla="*/ 168289 w 281957"/>
                    <a:gd name="connsiteY5" fmla="*/ 681037 h 681037"/>
                    <a:gd name="connsiteX6" fmla="*/ 113668 w 281957"/>
                    <a:gd name="connsiteY6" fmla="*/ 681037 h 681037"/>
                    <a:gd name="connsiteX7" fmla="*/ 0 w 281957"/>
                    <a:gd name="connsiteY7" fmla="*/ 567369 h 681037"/>
                    <a:gd name="connsiteX8" fmla="*/ 0 w 281957"/>
                    <a:gd name="connsiteY8" fmla="*/ 113668 h 681037"/>
                    <a:gd name="connsiteX0" fmla="*/ 33866 w 315823"/>
                    <a:gd name="connsiteY0" fmla="*/ 113668 h 681037"/>
                    <a:gd name="connsiteX1" fmla="*/ 147534 w 315823"/>
                    <a:gd name="connsiteY1" fmla="*/ 0 h 681037"/>
                    <a:gd name="connsiteX2" fmla="*/ 202155 w 315823"/>
                    <a:gd name="connsiteY2" fmla="*/ 0 h 681037"/>
                    <a:gd name="connsiteX3" fmla="*/ 315823 w 315823"/>
                    <a:gd name="connsiteY3" fmla="*/ 113668 h 681037"/>
                    <a:gd name="connsiteX4" fmla="*/ 315823 w 315823"/>
                    <a:gd name="connsiteY4" fmla="*/ 567369 h 681037"/>
                    <a:gd name="connsiteX5" fmla="*/ 202155 w 315823"/>
                    <a:gd name="connsiteY5" fmla="*/ 681037 h 681037"/>
                    <a:gd name="connsiteX6" fmla="*/ 147534 w 315823"/>
                    <a:gd name="connsiteY6" fmla="*/ 681037 h 681037"/>
                    <a:gd name="connsiteX7" fmla="*/ 33866 w 315823"/>
                    <a:gd name="connsiteY7" fmla="*/ 567369 h 681037"/>
                    <a:gd name="connsiteX8" fmla="*/ 33866 w 315823"/>
                    <a:gd name="connsiteY8" fmla="*/ 113668 h 681037"/>
                    <a:gd name="connsiteX0" fmla="*/ 33866 w 332756"/>
                    <a:gd name="connsiteY0" fmla="*/ 113668 h 681037"/>
                    <a:gd name="connsiteX1" fmla="*/ 147534 w 332756"/>
                    <a:gd name="connsiteY1" fmla="*/ 0 h 681037"/>
                    <a:gd name="connsiteX2" fmla="*/ 202155 w 332756"/>
                    <a:gd name="connsiteY2" fmla="*/ 0 h 681037"/>
                    <a:gd name="connsiteX3" fmla="*/ 315823 w 332756"/>
                    <a:gd name="connsiteY3" fmla="*/ 113668 h 681037"/>
                    <a:gd name="connsiteX4" fmla="*/ 315823 w 332756"/>
                    <a:gd name="connsiteY4" fmla="*/ 567369 h 681037"/>
                    <a:gd name="connsiteX5" fmla="*/ 202155 w 332756"/>
                    <a:gd name="connsiteY5" fmla="*/ 681037 h 681037"/>
                    <a:gd name="connsiteX6" fmla="*/ 147534 w 332756"/>
                    <a:gd name="connsiteY6" fmla="*/ 681037 h 681037"/>
                    <a:gd name="connsiteX7" fmla="*/ 33866 w 332756"/>
                    <a:gd name="connsiteY7" fmla="*/ 567369 h 681037"/>
                    <a:gd name="connsiteX8" fmla="*/ 33866 w 332756"/>
                    <a:gd name="connsiteY8" fmla="*/ 113668 h 681037"/>
                    <a:gd name="connsiteX0" fmla="*/ 16987 w 444538"/>
                    <a:gd name="connsiteY0" fmla="*/ 10594 h 865559"/>
                    <a:gd name="connsiteX1" fmla="*/ 259316 w 444538"/>
                    <a:gd name="connsiteY1" fmla="*/ 184522 h 865559"/>
                    <a:gd name="connsiteX2" fmla="*/ 313937 w 444538"/>
                    <a:gd name="connsiteY2" fmla="*/ 184522 h 865559"/>
                    <a:gd name="connsiteX3" fmla="*/ 427605 w 444538"/>
                    <a:gd name="connsiteY3" fmla="*/ 298190 h 865559"/>
                    <a:gd name="connsiteX4" fmla="*/ 427605 w 444538"/>
                    <a:gd name="connsiteY4" fmla="*/ 751891 h 865559"/>
                    <a:gd name="connsiteX5" fmla="*/ 313937 w 444538"/>
                    <a:gd name="connsiteY5" fmla="*/ 865559 h 865559"/>
                    <a:gd name="connsiteX6" fmla="*/ 259316 w 444538"/>
                    <a:gd name="connsiteY6" fmla="*/ 865559 h 865559"/>
                    <a:gd name="connsiteX7" fmla="*/ 145648 w 444538"/>
                    <a:gd name="connsiteY7" fmla="*/ 751891 h 865559"/>
                    <a:gd name="connsiteX8" fmla="*/ 16987 w 444538"/>
                    <a:gd name="connsiteY8" fmla="*/ 10594 h 865559"/>
                    <a:gd name="connsiteX0" fmla="*/ 16987 w 444538"/>
                    <a:gd name="connsiteY0" fmla="*/ 10594 h 865559"/>
                    <a:gd name="connsiteX1" fmla="*/ 259316 w 444538"/>
                    <a:gd name="connsiteY1" fmla="*/ 184522 h 865559"/>
                    <a:gd name="connsiteX2" fmla="*/ 427605 w 444538"/>
                    <a:gd name="connsiteY2" fmla="*/ 298190 h 865559"/>
                    <a:gd name="connsiteX3" fmla="*/ 427605 w 444538"/>
                    <a:gd name="connsiteY3" fmla="*/ 751891 h 865559"/>
                    <a:gd name="connsiteX4" fmla="*/ 313937 w 444538"/>
                    <a:gd name="connsiteY4" fmla="*/ 865559 h 865559"/>
                    <a:gd name="connsiteX5" fmla="*/ 259316 w 444538"/>
                    <a:gd name="connsiteY5" fmla="*/ 865559 h 865559"/>
                    <a:gd name="connsiteX6" fmla="*/ 145648 w 444538"/>
                    <a:gd name="connsiteY6" fmla="*/ 751891 h 865559"/>
                    <a:gd name="connsiteX7" fmla="*/ 16987 w 444538"/>
                    <a:gd name="connsiteY7" fmla="*/ 10594 h 865559"/>
                    <a:gd name="connsiteX0" fmla="*/ 16987 w 444538"/>
                    <a:gd name="connsiteY0" fmla="*/ 14456 h 869421"/>
                    <a:gd name="connsiteX1" fmla="*/ 427605 w 444538"/>
                    <a:gd name="connsiteY1" fmla="*/ 302052 h 869421"/>
                    <a:gd name="connsiteX2" fmla="*/ 427605 w 444538"/>
                    <a:gd name="connsiteY2" fmla="*/ 755753 h 869421"/>
                    <a:gd name="connsiteX3" fmla="*/ 313937 w 444538"/>
                    <a:gd name="connsiteY3" fmla="*/ 869421 h 869421"/>
                    <a:gd name="connsiteX4" fmla="*/ 259316 w 444538"/>
                    <a:gd name="connsiteY4" fmla="*/ 869421 h 869421"/>
                    <a:gd name="connsiteX5" fmla="*/ 145648 w 444538"/>
                    <a:gd name="connsiteY5" fmla="*/ 755753 h 869421"/>
                    <a:gd name="connsiteX6" fmla="*/ 16987 w 444538"/>
                    <a:gd name="connsiteY6" fmla="*/ 14456 h 869421"/>
                    <a:gd name="connsiteX0" fmla="*/ 16987 w 479167"/>
                    <a:gd name="connsiteY0" fmla="*/ 30685 h 885782"/>
                    <a:gd name="connsiteX1" fmla="*/ 465447 w 479167"/>
                    <a:gd name="connsiteY1" fmla="*/ 151778 h 885782"/>
                    <a:gd name="connsiteX2" fmla="*/ 427605 w 479167"/>
                    <a:gd name="connsiteY2" fmla="*/ 771982 h 885782"/>
                    <a:gd name="connsiteX3" fmla="*/ 313937 w 479167"/>
                    <a:gd name="connsiteY3" fmla="*/ 885650 h 885782"/>
                    <a:gd name="connsiteX4" fmla="*/ 259316 w 479167"/>
                    <a:gd name="connsiteY4" fmla="*/ 885650 h 885782"/>
                    <a:gd name="connsiteX5" fmla="*/ 145648 w 479167"/>
                    <a:gd name="connsiteY5" fmla="*/ 771982 h 885782"/>
                    <a:gd name="connsiteX6" fmla="*/ 16987 w 479167"/>
                    <a:gd name="connsiteY6" fmla="*/ 30685 h 885782"/>
                    <a:gd name="connsiteX0" fmla="*/ 16987 w 585273"/>
                    <a:gd name="connsiteY0" fmla="*/ 89879 h 947944"/>
                    <a:gd name="connsiteX1" fmla="*/ 578972 w 585273"/>
                    <a:gd name="connsiteY1" fmla="*/ 67173 h 947944"/>
                    <a:gd name="connsiteX2" fmla="*/ 427605 w 585273"/>
                    <a:gd name="connsiteY2" fmla="*/ 831176 h 947944"/>
                    <a:gd name="connsiteX3" fmla="*/ 313937 w 585273"/>
                    <a:gd name="connsiteY3" fmla="*/ 944844 h 947944"/>
                    <a:gd name="connsiteX4" fmla="*/ 259316 w 585273"/>
                    <a:gd name="connsiteY4" fmla="*/ 944844 h 947944"/>
                    <a:gd name="connsiteX5" fmla="*/ 145648 w 585273"/>
                    <a:gd name="connsiteY5" fmla="*/ 831176 h 947944"/>
                    <a:gd name="connsiteX6" fmla="*/ 16987 w 585273"/>
                    <a:gd name="connsiteY6" fmla="*/ 89879 h 947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85273" h="947944">
                      <a:moveTo>
                        <a:pt x="16987" y="89879"/>
                      </a:moveTo>
                      <a:cubicBezTo>
                        <a:pt x="63980" y="14262"/>
                        <a:pt x="510536" y="-56377"/>
                        <a:pt x="578972" y="67173"/>
                      </a:cubicBezTo>
                      <a:cubicBezTo>
                        <a:pt x="617072" y="218407"/>
                        <a:pt x="471777" y="684898"/>
                        <a:pt x="427605" y="831176"/>
                      </a:cubicBezTo>
                      <a:cubicBezTo>
                        <a:pt x="383433" y="977454"/>
                        <a:pt x="376714" y="944844"/>
                        <a:pt x="313937" y="944844"/>
                      </a:cubicBezTo>
                      <a:lnTo>
                        <a:pt x="259316" y="944844"/>
                      </a:lnTo>
                      <a:cubicBezTo>
                        <a:pt x="196539" y="944844"/>
                        <a:pt x="145648" y="893953"/>
                        <a:pt x="145648" y="831176"/>
                      </a:cubicBezTo>
                      <a:cubicBezTo>
                        <a:pt x="145648" y="679942"/>
                        <a:pt x="-59213" y="241113"/>
                        <a:pt x="16987" y="8987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7BA09712-1A85-F558-B5F4-649C2059DA9B}"/>
                    </a:ext>
                  </a:extLst>
                </p:cNvPr>
                <p:cNvSpPr/>
                <p:nvPr/>
              </p:nvSpPr>
              <p:spPr>
                <a:xfrm rot="5400000">
                  <a:off x="10447003" y="5207018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66BE844A-4CF4-73EF-E4DC-B632D6C14E0A}"/>
                    </a:ext>
                  </a:extLst>
                </p:cNvPr>
                <p:cNvSpPr/>
                <p:nvPr/>
              </p:nvSpPr>
              <p:spPr>
                <a:xfrm rot="6071342" flipH="1">
                  <a:off x="10438586" y="4116250"/>
                  <a:ext cx="310701" cy="745198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09B8BF1-0515-356B-8D75-F77F01B4A3E2}"/>
                </a:ext>
              </a:extLst>
            </p:cNvPr>
            <p:cNvGrpSpPr/>
            <p:nvPr/>
          </p:nvGrpSpPr>
          <p:grpSpPr>
            <a:xfrm>
              <a:off x="2588125" y="818705"/>
              <a:ext cx="3571708" cy="3357524"/>
              <a:chOff x="1662291" y="1242161"/>
              <a:chExt cx="3571708" cy="3357524"/>
            </a:xfrm>
            <a:grpFill/>
          </p:grpSpPr>
          <p:sp>
            <p:nvSpPr>
              <p:cNvPr id="59" name="Rectangle 169">
                <a:extLst>
                  <a:ext uri="{FF2B5EF4-FFF2-40B4-BE49-F238E27FC236}">
                    <a16:creationId xmlns:a16="http://schemas.microsoft.com/office/drawing/2014/main" id="{BE64DEED-C863-128F-8986-D54EA2095325}"/>
                  </a:ext>
                </a:extLst>
              </p:cNvPr>
              <p:cNvSpPr/>
              <p:nvPr/>
            </p:nvSpPr>
            <p:spPr>
              <a:xfrm rot="18633300">
                <a:off x="2383440" y="1573997"/>
                <a:ext cx="430975" cy="314475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5122" h="788037">
                    <a:moveTo>
                      <a:pt x="30857" y="506777"/>
                    </a:moveTo>
                    <a:cubicBezTo>
                      <a:pt x="-62408" y="463683"/>
                      <a:pt x="75449" y="138754"/>
                      <a:pt x="183100" y="-1"/>
                    </a:cubicBezTo>
                    <a:cubicBezTo>
                      <a:pt x="285492" y="17739"/>
                      <a:pt x="791092" y="-15927"/>
                      <a:pt x="898246" y="49438"/>
                    </a:cubicBezTo>
                    <a:cubicBezTo>
                      <a:pt x="1025245" y="65499"/>
                      <a:pt x="1179560" y="505989"/>
                      <a:pt x="1235122" y="593487"/>
                    </a:cubicBezTo>
                    <a:cubicBezTo>
                      <a:pt x="1124327" y="1082437"/>
                      <a:pt x="89265" y="494078"/>
                      <a:pt x="30857" y="50677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0" name="Rectangle 94">
                <a:extLst>
                  <a:ext uri="{FF2B5EF4-FFF2-40B4-BE49-F238E27FC236}">
                    <a16:creationId xmlns:a16="http://schemas.microsoft.com/office/drawing/2014/main" id="{A2C13EF1-9806-1786-DCC8-C5A7BE062F40}"/>
                  </a:ext>
                </a:extLst>
              </p:cNvPr>
              <p:cNvSpPr/>
              <p:nvPr/>
            </p:nvSpPr>
            <p:spPr>
              <a:xfrm>
                <a:off x="1707049" y="1704893"/>
                <a:ext cx="3094901" cy="2894792"/>
              </a:xfrm>
              <a:custGeom>
                <a:avLst/>
                <a:gdLst>
                  <a:gd name="connsiteX0" fmla="*/ 0 w 1776549"/>
                  <a:gd name="connsiteY0" fmla="*/ 0 h 1983513"/>
                  <a:gd name="connsiteX1" fmla="*/ 1776549 w 1776549"/>
                  <a:gd name="connsiteY1" fmla="*/ 0 h 1983513"/>
                  <a:gd name="connsiteX2" fmla="*/ 1776549 w 1776549"/>
                  <a:gd name="connsiteY2" fmla="*/ 1983513 h 1983513"/>
                  <a:gd name="connsiteX3" fmla="*/ 0 w 1776549"/>
                  <a:gd name="connsiteY3" fmla="*/ 1983513 h 1983513"/>
                  <a:gd name="connsiteX4" fmla="*/ 0 w 1776549"/>
                  <a:gd name="connsiteY4" fmla="*/ 0 h 1983513"/>
                  <a:gd name="connsiteX0" fmla="*/ 0 w 2144849"/>
                  <a:gd name="connsiteY0" fmla="*/ 0 h 2097813"/>
                  <a:gd name="connsiteX1" fmla="*/ 2144849 w 2144849"/>
                  <a:gd name="connsiteY1" fmla="*/ 114300 h 2097813"/>
                  <a:gd name="connsiteX2" fmla="*/ 2144849 w 2144849"/>
                  <a:gd name="connsiteY2" fmla="*/ 2097813 h 2097813"/>
                  <a:gd name="connsiteX3" fmla="*/ 368300 w 2144849"/>
                  <a:gd name="connsiteY3" fmla="*/ 2097813 h 2097813"/>
                  <a:gd name="connsiteX4" fmla="*/ 0 w 2144849"/>
                  <a:gd name="connsiteY4" fmla="*/ 0 h 2097813"/>
                  <a:gd name="connsiteX0" fmla="*/ 0 w 2271849"/>
                  <a:gd name="connsiteY0" fmla="*/ 0 h 2097813"/>
                  <a:gd name="connsiteX1" fmla="*/ 2271849 w 2271849"/>
                  <a:gd name="connsiteY1" fmla="*/ 0 h 2097813"/>
                  <a:gd name="connsiteX2" fmla="*/ 2144849 w 2271849"/>
                  <a:gd name="connsiteY2" fmla="*/ 2097813 h 2097813"/>
                  <a:gd name="connsiteX3" fmla="*/ 368300 w 2271849"/>
                  <a:gd name="connsiteY3" fmla="*/ 2097813 h 2097813"/>
                  <a:gd name="connsiteX4" fmla="*/ 0 w 2271849"/>
                  <a:gd name="connsiteY4" fmla="*/ 0 h 2097813"/>
                  <a:gd name="connsiteX0" fmla="*/ 0 w 2271849"/>
                  <a:gd name="connsiteY0" fmla="*/ 158044 h 2255857"/>
                  <a:gd name="connsiteX1" fmla="*/ 2271849 w 2271849"/>
                  <a:gd name="connsiteY1" fmla="*/ 158044 h 2255857"/>
                  <a:gd name="connsiteX2" fmla="*/ 2144849 w 2271849"/>
                  <a:gd name="connsiteY2" fmla="*/ 2255857 h 2255857"/>
                  <a:gd name="connsiteX3" fmla="*/ 368300 w 2271849"/>
                  <a:gd name="connsiteY3" fmla="*/ 2255857 h 2255857"/>
                  <a:gd name="connsiteX4" fmla="*/ 0 w 2271849"/>
                  <a:gd name="connsiteY4" fmla="*/ 158044 h 2255857"/>
                  <a:gd name="connsiteX0" fmla="*/ 0 w 2271849"/>
                  <a:gd name="connsiteY0" fmla="*/ 276307 h 2374120"/>
                  <a:gd name="connsiteX1" fmla="*/ 2271849 w 2271849"/>
                  <a:gd name="connsiteY1" fmla="*/ 276307 h 2374120"/>
                  <a:gd name="connsiteX2" fmla="*/ 2144849 w 2271849"/>
                  <a:gd name="connsiteY2" fmla="*/ 2374120 h 2374120"/>
                  <a:gd name="connsiteX3" fmla="*/ 368300 w 2271849"/>
                  <a:gd name="connsiteY3" fmla="*/ 2374120 h 2374120"/>
                  <a:gd name="connsiteX4" fmla="*/ 0 w 2271849"/>
                  <a:gd name="connsiteY4" fmla="*/ 276307 h 2374120"/>
                  <a:gd name="connsiteX0" fmla="*/ 0 w 2513149"/>
                  <a:gd name="connsiteY0" fmla="*/ 276307 h 2374120"/>
                  <a:gd name="connsiteX1" fmla="*/ 2271849 w 2513149"/>
                  <a:gd name="connsiteY1" fmla="*/ 276307 h 2374120"/>
                  <a:gd name="connsiteX2" fmla="*/ 2513149 w 2513149"/>
                  <a:gd name="connsiteY2" fmla="*/ 2196320 h 2374120"/>
                  <a:gd name="connsiteX3" fmla="*/ 368300 w 2513149"/>
                  <a:gd name="connsiteY3" fmla="*/ 2374120 h 2374120"/>
                  <a:gd name="connsiteX4" fmla="*/ 0 w 2513149"/>
                  <a:gd name="connsiteY4" fmla="*/ 276307 h 2374120"/>
                  <a:gd name="connsiteX0" fmla="*/ 0 w 2519880"/>
                  <a:gd name="connsiteY0" fmla="*/ 276307 h 2374120"/>
                  <a:gd name="connsiteX1" fmla="*/ 2271849 w 2519880"/>
                  <a:gd name="connsiteY1" fmla="*/ 276307 h 2374120"/>
                  <a:gd name="connsiteX2" fmla="*/ 2513149 w 2519880"/>
                  <a:gd name="connsiteY2" fmla="*/ 2196320 h 2374120"/>
                  <a:gd name="connsiteX3" fmla="*/ 368300 w 2519880"/>
                  <a:gd name="connsiteY3" fmla="*/ 2374120 h 2374120"/>
                  <a:gd name="connsiteX4" fmla="*/ 0 w 2519880"/>
                  <a:gd name="connsiteY4" fmla="*/ 276307 h 2374120"/>
                  <a:gd name="connsiteX0" fmla="*/ 0 w 2519880"/>
                  <a:gd name="connsiteY0" fmla="*/ 276307 h 2475720"/>
                  <a:gd name="connsiteX1" fmla="*/ 2271849 w 2519880"/>
                  <a:gd name="connsiteY1" fmla="*/ 276307 h 2475720"/>
                  <a:gd name="connsiteX2" fmla="*/ 2513149 w 2519880"/>
                  <a:gd name="connsiteY2" fmla="*/ 2196320 h 2475720"/>
                  <a:gd name="connsiteX3" fmla="*/ 241300 w 2519880"/>
                  <a:gd name="connsiteY3" fmla="*/ 2475720 h 2475720"/>
                  <a:gd name="connsiteX4" fmla="*/ 0 w 2519880"/>
                  <a:gd name="connsiteY4" fmla="*/ 276307 h 2475720"/>
                  <a:gd name="connsiteX0" fmla="*/ 0 w 2519880"/>
                  <a:gd name="connsiteY0" fmla="*/ 276307 h 2674404"/>
                  <a:gd name="connsiteX1" fmla="*/ 2271849 w 2519880"/>
                  <a:gd name="connsiteY1" fmla="*/ 276307 h 2674404"/>
                  <a:gd name="connsiteX2" fmla="*/ 2513149 w 2519880"/>
                  <a:gd name="connsiteY2" fmla="*/ 2196320 h 2674404"/>
                  <a:gd name="connsiteX3" fmla="*/ 241300 w 2519880"/>
                  <a:gd name="connsiteY3" fmla="*/ 2475720 h 2674404"/>
                  <a:gd name="connsiteX4" fmla="*/ 0 w 2519880"/>
                  <a:gd name="connsiteY4" fmla="*/ 276307 h 2674404"/>
                  <a:gd name="connsiteX0" fmla="*/ 0 w 2519880"/>
                  <a:gd name="connsiteY0" fmla="*/ 276307 h 2894792"/>
                  <a:gd name="connsiteX1" fmla="*/ 2271849 w 2519880"/>
                  <a:gd name="connsiteY1" fmla="*/ 276307 h 2894792"/>
                  <a:gd name="connsiteX2" fmla="*/ 2513149 w 2519880"/>
                  <a:gd name="connsiteY2" fmla="*/ 2196320 h 2894792"/>
                  <a:gd name="connsiteX3" fmla="*/ 241300 w 2519880"/>
                  <a:gd name="connsiteY3" fmla="*/ 2475720 h 2894792"/>
                  <a:gd name="connsiteX4" fmla="*/ 0 w 2519880"/>
                  <a:gd name="connsiteY4" fmla="*/ 276307 h 2894792"/>
                  <a:gd name="connsiteX0" fmla="*/ 59185 w 2579065"/>
                  <a:gd name="connsiteY0" fmla="*/ 276307 h 2894792"/>
                  <a:gd name="connsiteX1" fmla="*/ 2331034 w 2579065"/>
                  <a:gd name="connsiteY1" fmla="*/ 276307 h 2894792"/>
                  <a:gd name="connsiteX2" fmla="*/ 2572334 w 2579065"/>
                  <a:gd name="connsiteY2" fmla="*/ 2196320 h 2894792"/>
                  <a:gd name="connsiteX3" fmla="*/ 300485 w 2579065"/>
                  <a:gd name="connsiteY3" fmla="*/ 2475720 h 2894792"/>
                  <a:gd name="connsiteX4" fmla="*/ 59185 w 2579065"/>
                  <a:gd name="connsiteY4" fmla="*/ 276307 h 2894792"/>
                  <a:gd name="connsiteX0" fmla="*/ 392638 w 2912518"/>
                  <a:gd name="connsiteY0" fmla="*/ 276307 h 2894792"/>
                  <a:gd name="connsiteX1" fmla="*/ 2664487 w 2912518"/>
                  <a:gd name="connsiteY1" fmla="*/ 276307 h 2894792"/>
                  <a:gd name="connsiteX2" fmla="*/ 2905787 w 2912518"/>
                  <a:gd name="connsiteY2" fmla="*/ 2196320 h 2894792"/>
                  <a:gd name="connsiteX3" fmla="*/ 633938 w 2912518"/>
                  <a:gd name="connsiteY3" fmla="*/ 2475720 h 2894792"/>
                  <a:gd name="connsiteX4" fmla="*/ 12270 w 2912518"/>
                  <a:gd name="connsiteY4" fmla="*/ 1635207 h 2894792"/>
                  <a:gd name="connsiteX5" fmla="*/ 392638 w 2912518"/>
                  <a:gd name="connsiteY5" fmla="*/ 276307 h 2894792"/>
                  <a:gd name="connsiteX0" fmla="*/ 400226 w 2920106"/>
                  <a:gd name="connsiteY0" fmla="*/ 276307 h 2894792"/>
                  <a:gd name="connsiteX1" fmla="*/ 2672075 w 2920106"/>
                  <a:gd name="connsiteY1" fmla="*/ 276307 h 2894792"/>
                  <a:gd name="connsiteX2" fmla="*/ 2913375 w 2920106"/>
                  <a:gd name="connsiteY2" fmla="*/ 2196320 h 2894792"/>
                  <a:gd name="connsiteX3" fmla="*/ 641526 w 2920106"/>
                  <a:gd name="connsiteY3" fmla="*/ 2475720 h 2894792"/>
                  <a:gd name="connsiteX4" fmla="*/ 19858 w 2920106"/>
                  <a:gd name="connsiteY4" fmla="*/ 1635207 h 2894792"/>
                  <a:gd name="connsiteX5" fmla="*/ 286558 w 2920106"/>
                  <a:gd name="connsiteY5" fmla="*/ 1000207 h 2894792"/>
                  <a:gd name="connsiteX6" fmla="*/ 400226 w 2920106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100891 w 3001139"/>
                  <a:gd name="connsiteY4" fmla="*/ 1635207 h 2894792"/>
                  <a:gd name="connsiteX5" fmla="*/ 367591 w 3001139"/>
                  <a:gd name="connsiteY5" fmla="*/ 1000207 h 2894792"/>
                  <a:gd name="connsiteX6" fmla="*/ 481259 w 3001139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100891 w 3001139"/>
                  <a:gd name="connsiteY4" fmla="*/ 1635207 h 2894792"/>
                  <a:gd name="connsiteX5" fmla="*/ 367591 w 3001139"/>
                  <a:gd name="connsiteY5" fmla="*/ 1000207 h 2894792"/>
                  <a:gd name="connsiteX6" fmla="*/ 481259 w 3001139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697792 w 3001139"/>
                  <a:gd name="connsiteY4" fmla="*/ 1978107 h 2894792"/>
                  <a:gd name="connsiteX5" fmla="*/ 100891 w 3001139"/>
                  <a:gd name="connsiteY5" fmla="*/ 1635207 h 2894792"/>
                  <a:gd name="connsiteX6" fmla="*/ 367591 w 3001139"/>
                  <a:gd name="connsiteY6" fmla="*/ 1000207 h 2894792"/>
                  <a:gd name="connsiteX7" fmla="*/ 481259 w 3001139"/>
                  <a:gd name="connsiteY7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697792 w 3001139"/>
                  <a:gd name="connsiteY4" fmla="*/ 1978107 h 2894792"/>
                  <a:gd name="connsiteX5" fmla="*/ 100891 w 3001139"/>
                  <a:gd name="connsiteY5" fmla="*/ 1635207 h 2894792"/>
                  <a:gd name="connsiteX6" fmla="*/ 367591 w 3001139"/>
                  <a:gd name="connsiteY6" fmla="*/ 1000207 h 2894792"/>
                  <a:gd name="connsiteX7" fmla="*/ 481259 w 3001139"/>
                  <a:gd name="connsiteY7" fmla="*/ 276307 h 2894792"/>
                  <a:gd name="connsiteX0" fmla="*/ 388989 w 2908869"/>
                  <a:gd name="connsiteY0" fmla="*/ 276307 h 2894792"/>
                  <a:gd name="connsiteX1" fmla="*/ 2660838 w 2908869"/>
                  <a:gd name="connsiteY1" fmla="*/ 276307 h 2894792"/>
                  <a:gd name="connsiteX2" fmla="*/ 2902138 w 2908869"/>
                  <a:gd name="connsiteY2" fmla="*/ 2196320 h 2894792"/>
                  <a:gd name="connsiteX3" fmla="*/ 630289 w 2908869"/>
                  <a:gd name="connsiteY3" fmla="*/ 2475720 h 2894792"/>
                  <a:gd name="connsiteX4" fmla="*/ 8621 w 2908869"/>
                  <a:gd name="connsiteY4" fmla="*/ 1635207 h 2894792"/>
                  <a:gd name="connsiteX5" fmla="*/ 275321 w 2908869"/>
                  <a:gd name="connsiteY5" fmla="*/ 1000207 h 2894792"/>
                  <a:gd name="connsiteX6" fmla="*/ 388989 w 2908869"/>
                  <a:gd name="connsiteY6" fmla="*/ 276307 h 2894792"/>
                  <a:gd name="connsiteX0" fmla="*/ 469952 w 2989832"/>
                  <a:gd name="connsiteY0" fmla="*/ 276307 h 2894792"/>
                  <a:gd name="connsiteX1" fmla="*/ 2741801 w 2989832"/>
                  <a:gd name="connsiteY1" fmla="*/ 276307 h 2894792"/>
                  <a:gd name="connsiteX2" fmla="*/ 2983101 w 2989832"/>
                  <a:gd name="connsiteY2" fmla="*/ 2196320 h 2894792"/>
                  <a:gd name="connsiteX3" fmla="*/ 711252 w 2989832"/>
                  <a:gd name="connsiteY3" fmla="*/ 2475720 h 2894792"/>
                  <a:gd name="connsiteX4" fmla="*/ 7034 w 2989832"/>
                  <a:gd name="connsiteY4" fmla="*/ 1654257 h 2894792"/>
                  <a:gd name="connsiteX5" fmla="*/ 356284 w 2989832"/>
                  <a:gd name="connsiteY5" fmla="*/ 1000207 h 2894792"/>
                  <a:gd name="connsiteX6" fmla="*/ 469952 w 2989832"/>
                  <a:gd name="connsiteY6" fmla="*/ 276307 h 2894792"/>
                  <a:gd name="connsiteX0" fmla="*/ 463098 w 2982978"/>
                  <a:gd name="connsiteY0" fmla="*/ 276307 h 2894792"/>
                  <a:gd name="connsiteX1" fmla="*/ 2734947 w 2982978"/>
                  <a:gd name="connsiteY1" fmla="*/ 276307 h 2894792"/>
                  <a:gd name="connsiteX2" fmla="*/ 2976247 w 2982978"/>
                  <a:gd name="connsiteY2" fmla="*/ 2196320 h 2894792"/>
                  <a:gd name="connsiteX3" fmla="*/ 704398 w 2982978"/>
                  <a:gd name="connsiteY3" fmla="*/ 2475720 h 2894792"/>
                  <a:gd name="connsiteX4" fmla="*/ 412038 w 2982978"/>
                  <a:gd name="connsiteY4" fmla="*/ 2170525 h 2894792"/>
                  <a:gd name="connsiteX5" fmla="*/ 180 w 2982978"/>
                  <a:gd name="connsiteY5" fmla="*/ 1654257 h 2894792"/>
                  <a:gd name="connsiteX6" fmla="*/ 349430 w 2982978"/>
                  <a:gd name="connsiteY6" fmla="*/ 1000207 h 2894792"/>
                  <a:gd name="connsiteX7" fmla="*/ 463098 w 2982978"/>
                  <a:gd name="connsiteY7" fmla="*/ 276307 h 2894792"/>
                  <a:gd name="connsiteX0" fmla="*/ 463105 w 2982985"/>
                  <a:gd name="connsiteY0" fmla="*/ 276307 h 2894792"/>
                  <a:gd name="connsiteX1" fmla="*/ 2734954 w 2982985"/>
                  <a:gd name="connsiteY1" fmla="*/ 276307 h 2894792"/>
                  <a:gd name="connsiteX2" fmla="*/ 2976254 w 2982985"/>
                  <a:gd name="connsiteY2" fmla="*/ 2196320 h 2894792"/>
                  <a:gd name="connsiteX3" fmla="*/ 704405 w 2982985"/>
                  <a:gd name="connsiteY3" fmla="*/ 2475720 h 2894792"/>
                  <a:gd name="connsiteX4" fmla="*/ 412045 w 2982985"/>
                  <a:gd name="connsiteY4" fmla="*/ 2170525 h 2894792"/>
                  <a:gd name="connsiteX5" fmla="*/ 187 w 2982985"/>
                  <a:gd name="connsiteY5" fmla="*/ 1654257 h 2894792"/>
                  <a:gd name="connsiteX6" fmla="*/ 349437 w 2982985"/>
                  <a:gd name="connsiteY6" fmla="*/ 1000207 h 2894792"/>
                  <a:gd name="connsiteX7" fmla="*/ 463105 w 2982985"/>
                  <a:gd name="connsiteY7" fmla="*/ 276307 h 2894792"/>
                  <a:gd name="connsiteX0" fmla="*/ 463986 w 2983866"/>
                  <a:gd name="connsiteY0" fmla="*/ 276307 h 2894792"/>
                  <a:gd name="connsiteX1" fmla="*/ 2735835 w 2983866"/>
                  <a:gd name="connsiteY1" fmla="*/ 276307 h 2894792"/>
                  <a:gd name="connsiteX2" fmla="*/ 2977135 w 2983866"/>
                  <a:gd name="connsiteY2" fmla="*/ 2196320 h 2894792"/>
                  <a:gd name="connsiteX3" fmla="*/ 705286 w 2983866"/>
                  <a:gd name="connsiteY3" fmla="*/ 2475720 h 2894792"/>
                  <a:gd name="connsiteX4" fmla="*/ 412926 w 2983866"/>
                  <a:gd name="connsiteY4" fmla="*/ 2170525 h 2894792"/>
                  <a:gd name="connsiteX5" fmla="*/ 1068 w 2983866"/>
                  <a:gd name="connsiteY5" fmla="*/ 1654257 h 2894792"/>
                  <a:gd name="connsiteX6" fmla="*/ 350318 w 2983866"/>
                  <a:gd name="connsiteY6" fmla="*/ 1000207 h 2894792"/>
                  <a:gd name="connsiteX7" fmla="*/ 463986 w 2983866"/>
                  <a:gd name="connsiteY7" fmla="*/ 276307 h 2894792"/>
                  <a:gd name="connsiteX0" fmla="*/ 462932 w 2982812"/>
                  <a:gd name="connsiteY0" fmla="*/ 276307 h 2894792"/>
                  <a:gd name="connsiteX1" fmla="*/ 2734781 w 2982812"/>
                  <a:gd name="connsiteY1" fmla="*/ 276307 h 2894792"/>
                  <a:gd name="connsiteX2" fmla="*/ 2976081 w 2982812"/>
                  <a:gd name="connsiteY2" fmla="*/ 2196320 h 2894792"/>
                  <a:gd name="connsiteX3" fmla="*/ 704232 w 2982812"/>
                  <a:gd name="connsiteY3" fmla="*/ 2475720 h 2894792"/>
                  <a:gd name="connsiteX4" fmla="*/ 411872 w 2982812"/>
                  <a:gd name="connsiteY4" fmla="*/ 2170525 h 2894792"/>
                  <a:gd name="connsiteX5" fmla="*/ 14 w 2982812"/>
                  <a:gd name="connsiteY5" fmla="*/ 1654257 h 2894792"/>
                  <a:gd name="connsiteX6" fmla="*/ 349264 w 2982812"/>
                  <a:gd name="connsiteY6" fmla="*/ 1000207 h 2894792"/>
                  <a:gd name="connsiteX7" fmla="*/ 462932 w 2982812"/>
                  <a:gd name="connsiteY7" fmla="*/ 276307 h 2894792"/>
                  <a:gd name="connsiteX0" fmla="*/ 462931 w 2982811"/>
                  <a:gd name="connsiteY0" fmla="*/ 276307 h 2894792"/>
                  <a:gd name="connsiteX1" fmla="*/ 2734780 w 2982811"/>
                  <a:gd name="connsiteY1" fmla="*/ 276307 h 2894792"/>
                  <a:gd name="connsiteX2" fmla="*/ 2976080 w 2982811"/>
                  <a:gd name="connsiteY2" fmla="*/ 2196320 h 2894792"/>
                  <a:gd name="connsiteX3" fmla="*/ 704231 w 2982811"/>
                  <a:gd name="connsiteY3" fmla="*/ 2475720 h 2894792"/>
                  <a:gd name="connsiteX4" fmla="*/ 423777 w 2982811"/>
                  <a:gd name="connsiteY4" fmla="*/ 2144331 h 2894792"/>
                  <a:gd name="connsiteX5" fmla="*/ 13 w 2982811"/>
                  <a:gd name="connsiteY5" fmla="*/ 1654257 h 2894792"/>
                  <a:gd name="connsiteX6" fmla="*/ 349263 w 2982811"/>
                  <a:gd name="connsiteY6" fmla="*/ 1000207 h 2894792"/>
                  <a:gd name="connsiteX7" fmla="*/ 462931 w 2982811"/>
                  <a:gd name="connsiteY7" fmla="*/ 276307 h 2894792"/>
                  <a:gd name="connsiteX0" fmla="*/ 436739 w 2956619"/>
                  <a:gd name="connsiteY0" fmla="*/ 276307 h 2894792"/>
                  <a:gd name="connsiteX1" fmla="*/ 2708588 w 2956619"/>
                  <a:gd name="connsiteY1" fmla="*/ 276307 h 2894792"/>
                  <a:gd name="connsiteX2" fmla="*/ 2949888 w 2956619"/>
                  <a:gd name="connsiteY2" fmla="*/ 2196320 h 2894792"/>
                  <a:gd name="connsiteX3" fmla="*/ 678039 w 2956619"/>
                  <a:gd name="connsiteY3" fmla="*/ 2475720 h 2894792"/>
                  <a:gd name="connsiteX4" fmla="*/ 397585 w 2956619"/>
                  <a:gd name="connsiteY4" fmla="*/ 2144331 h 2894792"/>
                  <a:gd name="connsiteX5" fmla="*/ 15 w 2956619"/>
                  <a:gd name="connsiteY5" fmla="*/ 1656639 h 2894792"/>
                  <a:gd name="connsiteX6" fmla="*/ 323071 w 2956619"/>
                  <a:gd name="connsiteY6" fmla="*/ 1000207 h 2894792"/>
                  <a:gd name="connsiteX7" fmla="*/ 436739 w 2956619"/>
                  <a:gd name="connsiteY7" fmla="*/ 276307 h 2894792"/>
                  <a:gd name="connsiteX0" fmla="*/ 440342 w 2960222"/>
                  <a:gd name="connsiteY0" fmla="*/ 276307 h 2894792"/>
                  <a:gd name="connsiteX1" fmla="*/ 2712191 w 2960222"/>
                  <a:gd name="connsiteY1" fmla="*/ 276307 h 2894792"/>
                  <a:gd name="connsiteX2" fmla="*/ 2953491 w 2960222"/>
                  <a:gd name="connsiteY2" fmla="*/ 2196320 h 2894792"/>
                  <a:gd name="connsiteX3" fmla="*/ 681642 w 2960222"/>
                  <a:gd name="connsiteY3" fmla="*/ 2475720 h 2894792"/>
                  <a:gd name="connsiteX4" fmla="*/ 401188 w 2960222"/>
                  <a:gd name="connsiteY4" fmla="*/ 2144331 h 2894792"/>
                  <a:gd name="connsiteX5" fmla="*/ 3618 w 2960222"/>
                  <a:gd name="connsiteY5" fmla="*/ 1656639 h 2894792"/>
                  <a:gd name="connsiteX6" fmla="*/ 326674 w 2960222"/>
                  <a:gd name="connsiteY6" fmla="*/ 1000207 h 2894792"/>
                  <a:gd name="connsiteX7" fmla="*/ 440342 w 2960222"/>
                  <a:gd name="connsiteY7" fmla="*/ 276307 h 2894792"/>
                  <a:gd name="connsiteX0" fmla="*/ 438640 w 2958520"/>
                  <a:gd name="connsiteY0" fmla="*/ 276307 h 2894792"/>
                  <a:gd name="connsiteX1" fmla="*/ 2710489 w 2958520"/>
                  <a:gd name="connsiteY1" fmla="*/ 276307 h 2894792"/>
                  <a:gd name="connsiteX2" fmla="*/ 2951789 w 2958520"/>
                  <a:gd name="connsiteY2" fmla="*/ 2196320 h 2894792"/>
                  <a:gd name="connsiteX3" fmla="*/ 679940 w 2958520"/>
                  <a:gd name="connsiteY3" fmla="*/ 2475720 h 2894792"/>
                  <a:gd name="connsiteX4" fmla="*/ 399486 w 2958520"/>
                  <a:gd name="connsiteY4" fmla="*/ 2144331 h 2894792"/>
                  <a:gd name="connsiteX5" fmla="*/ 1916 w 2958520"/>
                  <a:gd name="connsiteY5" fmla="*/ 1656639 h 2894792"/>
                  <a:gd name="connsiteX6" fmla="*/ 324972 w 2958520"/>
                  <a:gd name="connsiteY6" fmla="*/ 1000207 h 2894792"/>
                  <a:gd name="connsiteX7" fmla="*/ 438640 w 2958520"/>
                  <a:gd name="connsiteY7" fmla="*/ 276307 h 2894792"/>
                  <a:gd name="connsiteX0" fmla="*/ 438558 w 2958438"/>
                  <a:gd name="connsiteY0" fmla="*/ 276307 h 2894792"/>
                  <a:gd name="connsiteX1" fmla="*/ 2710407 w 2958438"/>
                  <a:gd name="connsiteY1" fmla="*/ 276307 h 2894792"/>
                  <a:gd name="connsiteX2" fmla="*/ 2951707 w 2958438"/>
                  <a:gd name="connsiteY2" fmla="*/ 2196320 h 2894792"/>
                  <a:gd name="connsiteX3" fmla="*/ 679858 w 2958438"/>
                  <a:gd name="connsiteY3" fmla="*/ 2475720 h 2894792"/>
                  <a:gd name="connsiteX4" fmla="*/ 413691 w 2958438"/>
                  <a:gd name="connsiteY4" fmla="*/ 2134806 h 2894792"/>
                  <a:gd name="connsiteX5" fmla="*/ 1834 w 2958438"/>
                  <a:gd name="connsiteY5" fmla="*/ 1656639 h 2894792"/>
                  <a:gd name="connsiteX6" fmla="*/ 324890 w 2958438"/>
                  <a:gd name="connsiteY6" fmla="*/ 1000207 h 2894792"/>
                  <a:gd name="connsiteX7" fmla="*/ 438558 w 2958438"/>
                  <a:gd name="connsiteY7" fmla="*/ 276307 h 2894792"/>
                  <a:gd name="connsiteX0" fmla="*/ 438928 w 2958808"/>
                  <a:gd name="connsiteY0" fmla="*/ 276307 h 2894792"/>
                  <a:gd name="connsiteX1" fmla="*/ 2710777 w 2958808"/>
                  <a:gd name="connsiteY1" fmla="*/ 276307 h 2894792"/>
                  <a:gd name="connsiteX2" fmla="*/ 2952077 w 2958808"/>
                  <a:gd name="connsiteY2" fmla="*/ 2196320 h 2894792"/>
                  <a:gd name="connsiteX3" fmla="*/ 680228 w 2958808"/>
                  <a:gd name="connsiteY3" fmla="*/ 2475720 h 2894792"/>
                  <a:gd name="connsiteX4" fmla="*/ 414061 w 2958808"/>
                  <a:gd name="connsiteY4" fmla="*/ 2134806 h 2894792"/>
                  <a:gd name="connsiteX5" fmla="*/ 2204 w 2958808"/>
                  <a:gd name="connsiteY5" fmla="*/ 1656639 h 2894792"/>
                  <a:gd name="connsiteX6" fmla="*/ 325260 w 2958808"/>
                  <a:gd name="connsiteY6" fmla="*/ 1000207 h 2894792"/>
                  <a:gd name="connsiteX7" fmla="*/ 438928 w 2958808"/>
                  <a:gd name="connsiteY7" fmla="*/ 276307 h 2894792"/>
                  <a:gd name="connsiteX0" fmla="*/ 438928 w 3053097"/>
                  <a:gd name="connsiteY0" fmla="*/ 276307 h 2894792"/>
                  <a:gd name="connsiteX1" fmla="*/ 2710777 w 3053097"/>
                  <a:gd name="connsiteY1" fmla="*/ 276307 h 2894792"/>
                  <a:gd name="connsiteX2" fmla="*/ 2952077 w 3053097"/>
                  <a:gd name="connsiteY2" fmla="*/ 2196320 h 2894792"/>
                  <a:gd name="connsiteX3" fmla="*/ 680228 w 3053097"/>
                  <a:gd name="connsiteY3" fmla="*/ 2475720 h 2894792"/>
                  <a:gd name="connsiteX4" fmla="*/ 414061 w 3053097"/>
                  <a:gd name="connsiteY4" fmla="*/ 2134806 h 2894792"/>
                  <a:gd name="connsiteX5" fmla="*/ 2204 w 3053097"/>
                  <a:gd name="connsiteY5" fmla="*/ 1656639 h 2894792"/>
                  <a:gd name="connsiteX6" fmla="*/ 325260 w 3053097"/>
                  <a:gd name="connsiteY6" fmla="*/ 1000207 h 2894792"/>
                  <a:gd name="connsiteX7" fmla="*/ 438928 w 3053097"/>
                  <a:gd name="connsiteY7" fmla="*/ 276307 h 2894792"/>
                  <a:gd name="connsiteX0" fmla="*/ 438928 w 3089784"/>
                  <a:gd name="connsiteY0" fmla="*/ 276307 h 2894792"/>
                  <a:gd name="connsiteX1" fmla="*/ 2710777 w 3089784"/>
                  <a:gd name="connsiteY1" fmla="*/ 276307 h 2894792"/>
                  <a:gd name="connsiteX2" fmla="*/ 2952077 w 3089784"/>
                  <a:gd name="connsiteY2" fmla="*/ 2196320 h 2894792"/>
                  <a:gd name="connsiteX3" fmla="*/ 680228 w 3089784"/>
                  <a:gd name="connsiteY3" fmla="*/ 2475720 h 2894792"/>
                  <a:gd name="connsiteX4" fmla="*/ 414061 w 3089784"/>
                  <a:gd name="connsiteY4" fmla="*/ 2134806 h 2894792"/>
                  <a:gd name="connsiteX5" fmla="*/ 2204 w 3089784"/>
                  <a:gd name="connsiteY5" fmla="*/ 1656639 h 2894792"/>
                  <a:gd name="connsiteX6" fmla="*/ 325260 w 3089784"/>
                  <a:gd name="connsiteY6" fmla="*/ 1000207 h 2894792"/>
                  <a:gd name="connsiteX7" fmla="*/ 438928 w 3089784"/>
                  <a:gd name="connsiteY7" fmla="*/ 276307 h 2894792"/>
                  <a:gd name="connsiteX0" fmla="*/ 438928 w 3095212"/>
                  <a:gd name="connsiteY0" fmla="*/ 276307 h 2894792"/>
                  <a:gd name="connsiteX1" fmla="*/ 2710777 w 3095212"/>
                  <a:gd name="connsiteY1" fmla="*/ 276307 h 2894792"/>
                  <a:gd name="connsiteX2" fmla="*/ 2952077 w 3095212"/>
                  <a:gd name="connsiteY2" fmla="*/ 2196320 h 2894792"/>
                  <a:gd name="connsiteX3" fmla="*/ 680228 w 3095212"/>
                  <a:gd name="connsiteY3" fmla="*/ 2475720 h 2894792"/>
                  <a:gd name="connsiteX4" fmla="*/ 414061 w 3095212"/>
                  <a:gd name="connsiteY4" fmla="*/ 2134806 h 2894792"/>
                  <a:gd name="connsiteX5" fmla="*/ 2204 w 3095212"/>
                  <a:gd name="connsiteY5" fmla="*/ 1656639 h 2894792"/>
                  <a:gd name="connsiteX6" fmla="*/ 325260 w 3095212"/>
                  <a:gd name="connsiteY6" fmla="*/ 1000207 h 2894792"/>
                  <a:gd name="connsiteX7" fmla="*/ 438928 w 3095212"/>
                  <a:gd name="connsiteY7" fmla="*/ 276307 h 2894792"/>
                  <a:gd name="connsiteX0" fmla="*/ 438467 w 3094751"/>
                  <a:gd name="connsiteY0" fmla="*/ 276307 h 2894792"/>
                  <a:gd name="connsiteX1" fmla="*/ 2710316 w 3094751"/>
                  <a:gd name="connsiteY1" fmla="*/ 276307 h 2894792"/>
                  <a:gd name="connsiteX2" fmla="*/ 2951616 w 3094751"/>
                  <a:gd name="connsiteY2" fmla="*/ 2196320 h 2894792"/>
                  <a:gd name="connsiteX3" fmla="*/ 679767 w 3094751"/>
                  <a:gd name="connsiteY3" fmla="*/ 2475720 h 2894792"/>
                  <a:gd name="connsiteX4" fmla="*/ 487419 w 3094751"/>
                  <a:gd name="connsiteY4" fmla="*/ 2115756 h 2894792"/>
                  <a:gd name="connsiteX5" fmla="*/ 1743 w 3094751"/>
                  <a:gd name="connsiteY5" fmla="*/ 1656639 h 2894792"/>
                  <a:gd name="connsiteX6" fmla="*/ 324799 w 3094751"/>
                  <a:gd name="connsiteY6" fmla="*/ 1000207 h 2894792"/>
                  <a:gd name="connsiteX7" fmla="*/ 438467 w 3094751"/>
                  <a:gd name="connsiteY7" fmla="*/ 276307 h 2894792"/>
                  <a:gd name="connsiteX0" fmla="*/ 438604 w 3094888"/>
                  <a:gd name="connsiteY0" fmla="*/ 276307 h 2894792"/>
                  <a:gd name="connsiteX1" fmla="*/ 2710453 w 3094888"/>
                  <a:gd name="connsiteY1" fmla="*/ 276307 h 2894792"/>
                  <a:gd name="connsiteX2" fmla="*/ 2951753 w 3094888"/>
                  <a:gd name="connsiteY2" fmla="*/ 2196320 h 2894792"/>
                  <a:gd name="connsiteX3" fmla="*/ 679904 w 3094888"/>
                  <a:gd name="connsiteY3" fmla="*/ 2475720 h 2894792"/>
                  <a:gd name="connsiteX4" fmla="*/ 487556 w 3094888"/>
                  <a:gd name="connsiteY4" fmla="*/ 2115756 h 2894792"/>
                  <a:gd name="connsiteX5" fmla="*/ 1880 w 3094888"/>
                  <a:gd name="connsiteY5" fmla="*/ 1656639 h 2894792"/>
                  <a:gd name="connsiteX6" fmla="*/ 324936 w 3094888"/>
                  <a:gd name="connsiteY6" fmla="*/ 1000207 h 2894792"/>
                  <a:gd name="connsiteX7" fmla="*/ 438604 w 3094888"/>
                  <a:gd name="connsiteY7" fmla="*/ 276307 h 2894792"/>
                  <a:gd name="connsiteX0" fmla="*/ 438617 w 3094901"/>
                  <a:gd name="connsiteY0" fmla="*/ 276307 h 2894792"/>
                  <a:gd name="connsiteX1" fmla="*/ 2710466 w 3094901"/>
                  <a:gd name="connsiteY1" fmla="*/ 276307 h 2894792"/>
                  <a:gd name="connsiteX2" fmla="*/ 2951766 w 3094901"/>
                  <a:gd name="connsiteY2" fmla="*/ 2196320 h 2894792"/>
                  <a:gd name="connsiteX3" fmla="*/ 679917 w 3094901"/>
                  <a:gd name="connsiteY3" fmla="*/ 2475720 h 2894792"/>
                  <a:gd name="connsiteX4" fmla="*/ 487569 w 3094901"/>
                  <a:gd name="connsiteY4" fmla="*/ 2115756 h 2894792"/>
                  <a:gd name="connsiteX5" fmla="*/ 1893 w 3094901"/>
                  <a:gd name="connsiteY5" fmla="*/ 1656639 h 2894792"/>
                  <a:gd name="connsiteX6" fmla="*/ 324949 w 3094901"/>
                  <a:gd name="connsiteY6" fmla="*/ 1000207 h 2894792"/>
                  <a:gd name="connsiteX7" fmla="*/ 438617 w 3094901"/>
                  <a:gd name="connsiteY7" fmla="*/ 276307 h 2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94901" h="2894792">
                    <a:moveTo>
                      <a:pt x="438617" y="276307"/>
                    </a:moveTo>
                    <a:cubicBezTo>
                      <a:pt x="1183200" y="-104693"/>
                      <a:pt x="2130983" y="-79293"/>
                      <a:pt x="2710466" y="276307"/>
                    </a:cubicBezTo>
                    <a:cubicBezTo>
                      <a:pt x="3254923" y="1052789"/>
                      <a:pt x="3107516" y="1996077"/>
                      <a:pt x="2951766" y="2196320"/>
                    </a:cubicBezTo>
                    <a:cubicBezTo>
                      <a:pt x="2257983" y="3140353"/>
                      <a:pt x="1259400" y="3017587"/>
                      <a:pt x="679917" y="2475720"/>
                    </a:cubicBezTo>
                    <a:cubicBezTo>
                      <a:pt x="233499" y="2485179"/>
                      <a:pt x="604939" y="2252666"/>
                      <a:pt x="487569" y="2115756"/>
                    </a:cubicBezTo>
                    <a:cubicBezTo>
                      <a:pt x="271774" y="2066158"/>
                      <a:pt x="-26566" y="1957525"/>
                      <a:pt x="1893" y="1656639"/>
                    </a:cubicBezTo>
                    <a:cubicBezTo>
                      <a:pt x="10508" y="1447828"/>
                      <a:pt x="252162" y="1230262"/>
                      <a:pt x="324949" y="1000207"/>
                    </a:cubicBezTo>
                    <a:cubicBezTo>
                      <a:pt x="397736" y="770152"/>
                      <a:pt x="521514" y="202224"/>
                      <a:pt x="438617" y="27630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1" name="Rectangle 95">
                <a:extLst>
                  <a:ext uri="{FF2B5EF4-FFF2-40B4-BE49-F238E27FC236}">
                    <a16:creationId xmlns:a16="http://schemas.microsoft.com/office/drawing/2014/main" id="{2B9A4342-81C3-D15A-02D5-6C0B90875C3E}"/>
                  </a:ext>
                </a:extLst>
              </p:cNvPr>
              <p:cNvSpPr/>
              <p:nvPr/>
            </p:nvSpPr>
            <p:spPr>
              <a:xfrm>
                <a:off x="3847768" y="1599630"/>
                <a:ext cx="1386231" cy="1493117"/>
              </a:xfrm>
              <a:custGeom>
                <a:avLst/>
                <a:gdLst>
                  <a:gd name="connsiteX0" fmla="*/ 0 w 347649"/>
                  <a:gd name="connsiteY0" fmla="*/ 0 h 326808"/>
                  <a:gd name="connsiteX1" fmla="*/ 347649 w 347649"/>
                  <a:gd name="connsiteY1" fmla="*/ 0 h 326808"/>
                  <a:gd name="connsiteX2" fmla="*/ 347649 w 347649"/>
                  <a:gd name="connsiteY2" fmla="*/ 326808 h 326808"/>
                  <a:gd name="connsiteX3" fmla="*/ 0 w 347649"/>
                  <a:gd name="connsiteY3" fmla="*/ 326808 h 326808"/>
                  <a:gd name="connsiteX4" fmla="*/ 0 w 347649"/>
                  <a:gd name="connsiteY4" fmla="*/ 0 h 326808"/>
                  <a:gd name="connsiteX0" fmla="*/ 0 w 1046149"/>
                  <a:gd name="connsiteY0" fmla="*/ 0 h 326808"/>
                  <a:gd name="connsiteX1" fmla="*/ 1046149 w 1046149"/>
                  <a:gd name="connsiteY1" fmla="*/ 50800 h 326808"/>
                  <a:gd name="connsiteX2" fmla="*/ 347649 w 1046149"/>
                  <a:gd name="connsiteY2" fmla="*/ 326808 h 326808"/>
                  <a:gd name="connsiteX3" fmla="*/ 0 w 1046149"/>
                  <a:gd name="connsiteY3" fmla="*/ 326808 h 326808"/>
                  <a:gd name="connsiteX4" fmla="*/ 0 w 1046149"/>
                  <a:gd name="connsiteY4" fmla="*/ 0 h 326808"/>
                  <a:gd name="connsiteX0" fmla="*/ 0 w 1087698"/>
                  <a:gd name="connsiteY0" fmla="*/ 0 h 663061"/>
                  <a:gd name="connsiteX1" fmla="*/ 1046149 w 1087698"/>
                  <a:gd name="connsiteY1" fmla="*/ 50800 h 663061"/>
                  <a:gd name="connsiteX2" fmla="*/ 1046149 w 1087698"/>
                  <a:gd name="connsiteY2" fmla="*/ 663061 h 663061"/>
                  <a:gd name="connsiteX3" fmla="*/ 347649 w 1087698"/>
                  <a:gd name="connsiteY3" fmla="*/ 326808 h 663061"/>
                  <a:gd name="connsiteX4" fmla="*/ 0 w 1087698"/>
                  <a:gd name="connsiteY4" fmla="*/ 326808 h 663061"/>
                  <a:gd name="connsiteX5" fmla="*/ 0 w 1087698"/>
                  <a:gd name="connsiteY5" fmla="*/ 0 h 663061"/>
                  <a:gd name="connsiteX0" fmla="*/ 0 w 1087698"/>
                  <a:gd name="connsiteY0" fmla="*/ 0 h 1088808"/>
                  <a:gd name="connsiteX1" fmla="*/ 1046149 w 1087698"/>
                  <a:gd name="connsiteY1" fmla="*/ 50800 h 1088808"/>
                  <a:gd name="connsiteX2" fmla="*/ 1046149 w 1087698"/>
                  <a:gd name="connsiteY2" fmla="*/ 663061 h 1088808"/>
                  <a:gd name="connsiteX3" fmla="*/ 931849 w 1087698"/>
                  <a:gd name="connsiteY3" fmla="*/ 1088808 h 1088808"/>
                  <a:gd name="connsiteX4" fmla="*/ 0 w 1087698"/>
                  <a:gd name="connsiteY4" fmla="*/ 326808 h 1088808"/>
                  <a:gd name="connsiteX5" fmla="*/ 0 w 1087698"/>
                  <a:gd name="connsiteY5" fmla="*/ 0 h 1088808"/>
                  <a:gd name="connsiteX0" fmla="*/ 0 w 1087698"/>
                  <a:gd name="connsiteY0" fmla="*/ 333292 h 1422100"/>
                  <a:gd name="connsiteX1" fmla="*/ 1046149 w 1087698"/>
                  <a:gd name="connsiteY1" fmla="*/ 384092 h 1422100"/>
                  <a:gd name="connsiteX2" fmla="*/ 1046149 w 1087698"/>
                  <a:gd name="connsiteY2" fmla="*/ 996353 h 1422100"/>
                  <a:gd name="connsiteX3" fmla="*/ 931849 w 1087698"/>
                  <a:gd name="connsiteY3" fmla="*/ 1422100 h 1422100"/>
                  <a:gd name="connsiteX4" fmla="*/ 0 w 1087698"/>
                  <a:gd name="connsiteY4" fmla="*/ 660100 h 1422100"/>
                  <a:gd name="connsiteX5" fmla="*/ 0 w 1087698"/>
                  <a:gd name="connsiteY5" fmla="*/ 333292 h 1422100"/>
                  <a:gd name="connsiteX0" fmla="*/ 0 w 1087698"/>
                  <a:gd name="connsiteY0" fmla="*/ 404309 h 1493117"/>
                  <a:gd name="connsiteX1" fmla="*/ 1046149 w 1087698"/>
                  <a:gd name="connsiteY1" fmla="*/ 455109 h 1493117"/>
                  <a:gd name="connsiteX2" fmla="*/ 1046149 w 1087698"/>
                  <a:gd name="connsiteY2" fmla="*/ 1067370 h 1493117"/>
                  <a:gd name="connsiteX3" fmla="*/ 931849 w 1087698"/>
                  <a:gd name="connsiteY3" fmla="*/ 1493117 h 1493117"/>
                  <a:gd name="connsiteX4" fmla="*/ 0 w 1087698"/>
                  <a:gd name="connsiteY4" fmla="*/ 731117 h 1493117"/>
                  <a:gd name="connsiteX5" fmla="*/ 0 w 1087698"/>
                  <a:gd name="connsiteY5" fmla="*/ 404309 h 1493117"/>
                  <a:gd name="connsiteX0" fmla="*/ 0 w 1344550"/>
                  <a:gd name="connsiteY0" fmla="*/ 404309 h 1493117"/>
                  <a:gd name="connsiteX1" fmla="*/ 1046149 w 1344550"/>
                  <a:gd name="connsiteY1" fmla="*/ 455109 h 1493117"/>
                  <a:gd name="connsiteX2" fmla="*/ 1046149 w 1344550"/>
                  <a:gd name="connsiteY2" fmla="*/ 1067370 h 1493117"/>
                  <a:gd name="connsiteX3" fmla="*/ 931849 w 1344550"/>
                  <a:gd name="connsiteY3" fmla="*/ 1493117 h 1493117"/>
                  <a:gd name="connsiteX4" fmla="*/ 0 w 1344550"/>
                  <a:gd name="connsiteY4" fmla="*/ 731117 h 1493117"/>
                  <a:gd name="connsiteX5" fmla="*/ 0 w 1344550"/>
                  <a:gd name="connsiteY5" fmla="*/ 404309 h 1493117"/>
                  <a:gd name="connsiteX0" fmla="*/ 0 w 1361298"/>
                  <a:gd name="connsiteY0" fmla="*/ 404309 h 1493117"/>
                  <a:gd name="connsiteX1" fmla="*/ 1046149 w 1361298"/>
                  <a:gd name="connsiteY1" fmla="*/ 455109 h 1493117"/>
                  <a:gd name="connsiteX2" fmla="*/ 1046149 w 1361298"/>
                  <a:gd name="connsiteY2" fmla="*/ 1067370 h 1493117"/>
                  <a:gd name="connsiteX3" fmla="*/ 931849 w 1361298"/>
                  <a:gd name="connsiteY3" fmla="*/ 1493117 h 1493117"/>
                  <a:gd name="connsiteX4" fmla="*/ 0 w 1361298"/>
                  <a:gd name="connsiteY4" fmla="*/ 731117 h 1493117"/>
                  <a:gd name="connsiteX5" fmla="*/ 0 w 1361298"/>
                  <a:gd name="connsiteY5" fmla="*/ 404309 h 1493117"/>
                  <a:gd name="connsiteX0" fmla="*/ 0 w 1361298"/>
                  <a:gd name="connsiteY0" fmla="*/ 404309 h 1493117"/>
                  <a:gd name="connsiteX1" fmla="*/ 1046149 w 1361298"/>
                  <a:gd name="connsiteY1" fmla="*/ 455109 h 1493117"/>
                  <a:gd name="connsiteX2" fmla="*/ 1046149 w 1361298"/>
                  <a:gd name="connsiteY2" fmla="*/ 1067370 h 1493117"/>
                  <a:gd name="connsiteX3" fmla="*/ 931849 w 1361298"/>
                  <a:gd name="connsiteY3" fmla="*/ 1493117 h 1493117"/>
                  <a:gd name="connsiteX4" fmla="*/ 0 w 1361298"/>
                  <a:gd name="connsiteY4" fmla="*/ 731117 h 1493117"/>
                  <a:gd name="connsiteX5" fmla="*/ 0 w 1361298"/>
                  <a:gd name="connsiteY5" fmla="*/ 404309 h 1493117"/>
                  <a:gd name="connsiteX0" fmla="*/ 0 w 1201664"/>
                  <a:gd name="connsiteY0" fmla="*/ 404309 h 1493117"/>
                  <a:gd name="connsiteX1" fmla="*/ 1046149 w 1201664"/>
                  <a:gd name="connsiteY1" fmla="*/ 455109 h 1493117"/>
                  <a:gd name="connsiteX2" fmla="*/ 1046149 w 1201664"/>
                  <a:gd name="connsiteY2" fmla="*/ 1067370 h 1493117"/>
                  <a:gd name="connsiteX3" fmla="*/ 931849 w 1201664"/>
                  <a:gd name="connsiteY3" fmla="*/ 1493117 h 1493117"/>
                  <a:gd name="connsiteX4" fmla="*/ 0 w 1201664"/>
                  <a:gd name="connsiteY4" fmla="*/ 731117 h 1493117"/>
                  <a:gd name="connsiteX5" fmla="*/ 0 w 1201664"/>
                  <a:gd name="connsiteY5" fmla="*/ 404309 h 1493117"/>
                  <a:gd name="connsiteX0" fmla="*/ 0 w 1365376"/>
                  <a:gd name="connsiteY0" fmla="*/ 404309 h 1493117"/>
                  <a:gd name="connsiteX1" fmla="*/ 1046149 w 1365376"/>
                  <a:gd name="connsiteY1" fmla="*/ 455109 h 1493117"/>
                  <a:gd name="connsiteX2" fmla="*/ 1046149 w 1365376"/>
                  <a:gd name="connsiteY2" fmla="*/ 1067370 h 1493117"/>
                  <a:gd name="connsiteX3" fmla="*/ 931849 w 1365376"/>
                  <a:gd name="connsiteY3" fmla="*/ 1493117 h 1493117"/>
                  <a:gd name="connsiteX4" fmla="*/ 0 w 1365376"/>
                  <a:gd name="connsiteY4" fmla="*/ 731117 h 1493117"/>
                  <a:gd name="connsiteX5" fmla="*/ 0 w 1365376"/>
                  <a:gd name="connsiteY5" fmla="*/ 404309 h 1493117"/>
                  <a:gd name="connsiteX0" fmla="*/ 0 w 1354024"/>
                  <a:gd name="connsiteY0" fmla="*/ 404309 h 1493117"/>
                  <a:gd name="connsiteX1" fmla="*/ 1046149 w 1354024"/>
                  <a:gd name="connsiteY1" fmla="*/ 455109 h 1493117"/>
                  <a:gd name="connsiteX2" fmla="*/ 1046149 w 1354024"/>
                  <a:gd name="connsiteY2" fmla="*/ 1067370 h 1493117"/>
                  <a:gd name="connsiteX3" fmla="*/ 931849 w 1354024"/>
                  <a:gd name="connsiteY3" fmla="*/ 1493117 h 1493117"/>
                  <a:gd name="connsiteX4" fmla="*/ 0 w 1354024"/>
                  <a:gd name="connsiteY4" fmla="*/ 731117 h 1493117"/>
                  <a:gd name="connsiteX5" fmla="*/ 0 w 1354024"/>
                  <a:gd name="connsiteY5" fmla="*/ 404309 h 1493117"/>
                  <a:gd name="connsiteX0" fmla="*/ 0 w 1329294"/>
                  <a:gd name="connsiteY0" fmla="*/ 404309 h 1493117"/>
                  <a:gd name="connsiteX1" fmla="*/ 1046149 w 1329294"/>
                  <a:gd name="connsiteY1" fmla="*/ 455109 h 1493117"/>
                  <a:gd name="connsiteX2" fmla="*/ 1046149 w 1329294"/>
                  <a:gd name="connsiteY2" fmla="*/ 1067370 h 1493117"/>
                  <a:gd name="connsiteX3" fmla="*/ 931849 w 1329294"/>
                  <a:gd name="connsiteY3" fmla="*/ 1493117 h 1493117"/>
                  <a:gd name="connsiteX4" fmla="*/ 0 w 1329294"/>
                  <a:gd name="connsiteY4" fmla="*/ 731117 h 1493117"/>
                  <a:gd name="connsiteX5" fmla="*/ 0 w 1329294"/>
                  <a:gd name="connsiteY5" fmla="*/ 404309 h 1493117"/>
                  <a:gd name="connsiteX0" fmla="*/ 0 w 1343120"/>
                  <a:gd name="connsiteY0" fmla="*/ 404309 h 1493117"/>
                  <a:gd name="connsiteX1" fmla="*/ 1046149 w 1343120"/>
                  <a:gd name="connsiteY1" fmla="*/ 455109 h 1493117"/>
                  <a:gd name="connsiteX2" fmla="*/ 1046149 w 1343120"/>
                  <a:gd name="connsiteY2" fmla="*/ 1067370 h 1493117"/>
                  <a:gd name="connsiteX3" fmla="*/ 931849 w 1343120"/>
                  <a:gd name="connsiteY3" fmla="*/ 1493117 h 1493117"/>
                  <a:gd name="connsiteX4" fmla="*/ 0 w 1343120"/>
                  <a:gd name="connsiteY4" fmla="*/ 731117 h 1493117"/>
                  <a:gd name="connsiteX5" fmla="*/ 0 w 1343120"/>
                  <a:gd name="connsiteY5" fmla="*/ 404309 h 1493117"/>
                  <a:gd name="connsiteX0" fmla="*/ 0 w 1343120"/>
                  <a:gd name="connsiteY0" fmla="*/ 404309 h 1493117"/>
                  <a:gd name="connsiteX1" fmla="*/ 1046149 w 1343120"/>
                  <a:gd name="connsiteY1" fmla="*/ 455109 h 1493117"/>
                  <a:gd name="connsiteX2" fmla="*/ 1046149 w 1343120"/>
                  <a:gd name="connsiteY2" fmla="*/ 1067370 h 1493117"/>
                  <a:gd name="connsiteX3" fmla="*/ 931849 w 1343120"/>
                  <a:gd name="connsiteY3" fmla="*/ 1493117 h 1493117"/>
                  <a:gd name="connsiteX4" fmla="*/ 0 w 1343120"/>
                  <a:gd name="connsiteY4" fmla="*/ 731117 h 1493117"/>
                  <a:gd name="connsiteX5" fmla="*/ 0 w 1343120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0 w 1365247"/>
                  <a:gd name="connsiteY4" fmla="*/ 7311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195248 w 1365247"/>
                  <a:gd name="connsiteY4" fmla="*/ 889570 h 1493117"/>
                  <a:gd name="connsiteX5" fmla="*/ 0 w 1365247"/>
                  <a:gd name="connsiteY5" fmla="*/ 731117 h 1493117"/>
                  <a:gd name="connsiteX6" fmla="*/ 0 w 1365247"/>
                  <a:gd name="connsiteY6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0 w 1365247"/>
                  <a:gd name="connsiteY4" fmla="*/ 7311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20984 w 1386231"/>
                  <a:gd name="connsiteY0" fmla="*/ 404309 h 1493117"/>
                  <a:gd name="connsiteX1" fmla="*/ 1067133 w 1386231"/>
                  <a:gd name="connsiteY1" fmla="*/ 455109 h 1493117"/>
                  <a:gd name="connsiteX2" fmla="*/ 1067133 w 1386231"/>
                  <a:gd name="connsiteY2" fmla="*/ 1067370 h 1493117"/>
                  <a:gd name="connsiteX3" fmla="*/ 952833 w 1386231"/>
                  <a:gd name="connsiteY3" fmla="*/ 1493117 h 1493117"/>
                  <a:gd name="connsiteX4" fmla="*/ 554384 w 1386231"/>
                  <a:gd name="connsiteY4" fmla="*/ 261217 h 1493117"/>
                  <a:gd name="connsiteX5" fmla="*/ 381332 w 1386231"/>
                  <a:gd name="connsiteY5" fmla="*/ 673670 h 1493117"/>
                  <a:gd name="connsiteX6" fmla="*/ 20984 w 1386231"/>
                  <a:gd name="connsiteY6" fmla="*/ 404309 h 1493117"/>
                  <a:gd name="connsiteX0" fmla="*/ 20984 w 1386231"/>
                  <a:gd name="connsiteY0" fmla="*/ 404309 h 1493117"/>
                  <a:gd name="connsiteX1" fmla="*/ 1067133 w 1386231"/>
                  <a:gd name="connsiteY1" fmla="*/ 455109 h 1493117"/>
                  <a:gd name="connsiteX2" fmla="*/ 1067133 w 1386231"/>
                  <a:gd name="connsiteY2" fmla="*/ 1067370 h 1493117"/>
                  <a:gd name="connsiteX3" fmla="*/ 952833 w 1386231"/>
                  <a:gd name="connsiteY3" fmla="*/ 1493117 h 1493117"/>
                  <a:gd name="connsiteX4" fmla="*/ 554384 w 1386231"/>
                  <a:gd name="connsiteY4" fmla="*/ 261217 h 1493117"/>
                  <a:gd name="connsiteX5" fmla="*/ 381332 w 1386231"/>
                  <a:gd name="connsiteY5" fmla="*/ 673670 h 1493117"/>
                  <a:gd name="connsiteX6" fmla="*/ 20984 w 1386231"/>
                  <a:gd name="connsiteY6" fmla="*/ 404309 h 1493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231" h="1493117">
                    <a:moveTo>
                      <a:pt x="20984" y="404309"/>
                    </a:moveTo>
                    <a:cubicBezTo>
                      <a:pt x="826900" y="-366158"/>
                      <a:pt x="1086717" y="146076"/>
                      <a:pt x="1067133" y="455109"/>
                    </a:cubicBezTo>
                    <a:cubicBezTo>
                      <a:pt x="1253400" y="79229"/>
                      <a:pt x="1680966" y="986050"/>
                      <a:pt x="1067133" y="1067370"/>
                    </a:cubicBezTo>
                    <a:cubicBezTo>
                      <a:pt x="1257633" y="1094986"/>
                      <a:pt x="990933" y="1351201"/>
                      <a:pt x="952833" y="1493117"/>
                    </a:cubicBezTo>
                    <a:cubicBezTo>
                      <a:pt x="778475" y="1437075"/>
                      <a:pt x="620792" y="1039585"/>
                      <a:pt x="554384" y="261217"/>
                    </a:cubicBezTo>
                    <a:cubicBezTo>
                      <a:pt x="649634" y="338426"/>
                      <a:pt x="470232" y="649821"/>
                      <a:pt x="381332" y="673670"/>
                    </a:cubicBezTo>
                    <a:cubicBezTo>
                      <a:pt x="292432" y="697519"/>
                      <a:pt x="-93316" y="400519"/>
                      <a:pt x="20984" y="404309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2" name="Moon 61">
                <a:extLst>
                  <a:ext uri="{FF2B5EF4-FFF2-40B4-BE49-F238E27FC236}">
                    <a16:creationId xmlns:a16="http://schemas.microsoft.com/office/drawing/2014/main" id="{F8816AFC-0A67-714C-6CEE-DBDA83FD8C0B}"/>
                  </a:ext>
                </a:extLst>
              </p:cNvPr>
              <p:cNvSpPr/>
              <p:nvPr/>
            </p:nvSpPr>
            <p:spPr>
              <a:xfrm rot="7205339">
                <a:off x="3562075" y="2088569"/>
                <a:ext cx="155034" cy="296807"/>
              </a:xfrm>
              <a:prstGeom prst="moon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3" name="Moon 62">
                <a:extLst>
                  <a:ext uri="{FF2B5EF4-FFF2-40B4-BE49-F238E27FC236}">
                    <a16:creationId xmlns:a16="http://schemas.microsoft.com/office/drawing/2014/main" id="{CE7D898A-3AFF-0CA1-CF6B-8F99F9A95CAF}"/>
                  </a:ext>
                </a:extLst>
              </p:cNvPr>
              <p:cNvSpPr/>
              <p:nvPr/>
            </p:nvSpPr>
            <p:spPr>
              <a:xfrm rot="3670378">
                <a:off x="2333731" y="2037933"/>
                <a:ext cx="113382" cy="267762"/>
              </a:xfrm>
              <a:prstGeom prst="moon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4" name="Rectangle 159">
                <a:extLst>
                  <a:ext uri="{FF2B5EF4-FFF2-40B4-BE49-F238E27FC236}">
                    <a16:creationId xmlns:a16="http://schemas.microsoft.com/office/drawing/2014/main" id="{E4A5BF71-E9AC-BD17-FA81-F3D60375F1E4}"/>
                  </a:ext>
                </a:extLst>
              </p:cNvPr>
              <p:cNvSpPr/>
              <p:nvPr/>
            </p:nvSpPr>
            <p:spPr>
              <a:xfrm>
                <a:off x="1726085" y="3500620"/>
                <a:ext cx="1811101" cy="738078"/>
              </a:xfrm>
              <a:custGeom>
                <a:avLst/>
                <a:gdLst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0 w 1380627"/>
                  <a:gd name="connsiteY3" fmla="*/ 425611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19969 w 1400596"/>
                  <a:gd name="connsiteY0" fmla="*/ 0 h 425611"/>
                  <a:gd name="connsiteX1" fmla="*/ 1400596 w 1400596"/>
                  <a:gd name="connsiteY1" fmla="*/ 0 h 425611"/>
                  <a:gd name="connsiteX2" fmla="*/ 1400596 w 1400596"/>
                  <a:gd name="connsiteY2" fmla="*/ 425611 h 425611"/>
                  <a:gd name="connsiteX3" fmla="*/ 877219 w 1400596"/>
                  <a:gd name="connsiteY3" fmla="*/ 206536 h 425611"/>
                  <a:gd name="connsiteX4" fmla="*/ 19969 w 1400596"/>
                  <a:gd name="connsiteY4" fmla="*/ 0 h 425611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95250 h 441648"/>
                  <a:gd name="connsiteX1" fmla="*/ 1400596 w 1400596"/>
                  <a:gd name="connsiteY1" fmla="*/ 0 h 441648"/>
                  <a:gd name="connsiteX2" fmla="*/ 1400596 w 1400596"/>
                  <a:gd name="connsiteY2" fmla="*/ 425611 h 441648"/>
                  <a:gd name="connsiteX3" fmla="*/ 877219 w 1400596"/>
                  <a:gd name="connsiteY3" fmla="*/ 206536 h 441648"/>
                  <a:gd name="connsiteX4" fmla="*/ 19969 w 1400596"/>
                  <a:gd name="connsiteY4" fmla="*/ 95250 h 441648"/>
                  <a:gd name="connsiteX0" fmla="*/ 6073 w 1815325"/>
                  <a:gd name="connsiteY0" fmla="*/ 0 h 663736"/>
                  <a:gd name="connsiteX1" fmla="*/ 1815325 w 1815325"/>
                  <a:gd name="connsiteY1" fmla="*/ 238125 h 663736"/>
                  <a:gd name="connsiteX2" fmla="*/ 1815325 w 1815325"/>
                  <a:gd name="connsiteY2" fmla="*/ 663736 h 663736"/>
                  <a:gd name="connsiteX3" fmla="*/ 1291948 w 1815325"/>
                  <a:gd name="connsiteY3" fmla="*/ 444661 h 663736"/>
                  <a:gd name="connsiteX4" fmla="*/ 6073 w 1815325"/>
                  <a:gd name="connsiteY4" fmla="*/ 0 h 663736"/>
                  <a:gd name="connsiteX0" fmla="*/ 6073 w 1815325"/>
                  <a:gd name="connsiteY0" fmla="*/ 0 h 663736"/>
                  <a:gd name="connsiteX1" fmla="*/ 1488064 w 1815325"/>
                  <a:gd name="connsiteY1" fmla="*/ 69262 h 663736"/>
                  <a:gd name="connsiteX2" fmla="*/ 1815325 w 1815325"/>
                  <a:gd name="connsiteY2" fmla="*/ 238125 h 663736"/>
                  <a:gd name="connsiteX3" fmla="*/ 1815325 w 1815325"/>
                  <a:gd name="connsiteY3" fmla="*/ 663736 h 663736"/>
                  <a:gd name="connsiteX4" fmla="*/ 1291948 w 1815325"/>
                  <a:gd name="connsiteY4" fmla="*/ 444661 h 663736"/>
                  <a:gd name="connsiteX5" fmla="*/ 6073 w 1815325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285875 w 1809252"/>
                  <a:gd name="connsiteY4" fmla="*/ 44466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285875 w 1809252"/>
                  <a:gd name="connsiteY4" fmla="*/ 44466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526038 w 1849390"/>
                  <a:gd name="connsiteY4" fmla="*/ 12081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392688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4681 w 1853933"/>
                  <a:gd name="connsiteY0" fmla="*/ 0 h 663736"/>
                  <a:gd name="connsiteX1" fmla="*/ 1526672 w 1853933"/>
                  <a:gd name="connsiteY1" fmla="*/ 69262 h 663736"/>
                  <a:gd name="connsiteX2" fmla="*/ 1853933 w 1853933"/>
                  <a:gd name="connsiteY2" fmla="*/ 238125 h 663736"/>
                  <a:gd name="connsiteX3" fmla="*/ 1853933 w 1853933"/>
                  <a:gd name="connsiteY3" fmla="*/ 663736 h 663736"/>
                  <a:gd name="connsiteX4" fmla="*/ 1425806 w 1853933"/>
                  <a:gd name="connsiteY4" fmla="*/ 177961 h 663736"/>
                  <a:gd name="connsiteX5" fmla="*/ 412246 w 1853933"/>
                  <a:gd name="connsiteY5" fmla="*/ 355012 h 663736"/>
                  <a:gd name="connsiteX6" fmla="*/ 44681 w 1853933"/>
                  <a:gd name="connsiteY6" fmla="*/ 0 h 663736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6043 w 1815295"/>
                  <a:gd name="connsiteY0" fmla="*/ 0 h 719593"/>
                  <a:gd name="connsiteX1" fmla="*/ 1488034 w 1815295"/>
                  <a:gd name="connsiteY1" fmla="*/ 69262 h 719593"/>
                  <a:gd name="connsiteX2" fmla="*/ 1815295 w 1815295"/>
                  <a:gd name="connsiteY2" fmla="*/ 238125 h 719593"/>
                  <a:gd name="connsiteX3" fmla="*/ 1815295 w 1815295"/>
                  <a:gd name="connsiteY3" fmla="*/ 663736 h 719593"/>
                  <a:gd name="connsiteX4" fmla="*/ 1225243 w 1815295"/>
                  <a:gd name="connsiteY4" fmla="*/ 520861 h 719593"/>
                  <a:gd name="connsiteX5" fmla="*/ 373608 w 1815295"/>
                  <a:gd name="connsiteY5" fmla="*/ 355012 h 719593"/>
                  <a:gd name="connsiteX6" fmla="*/ 6043 w 1815295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22 w 1809274"/>
                  <a:gd name="connsiteY0" fmla="*/ 0 h 719593"/>
                  <a:gd name="connsiteX1" fmla="*/ 1482013 w 1809274"/>
                  <a:gd name="connsiteY1" fmla="*/ 69262 h 719593"/>
                  <a:gd name="connsiteX2" fmla="*/ 1809274 w 1809274"/>
                  <a:gd name="connsiteY2" fmla="*/ 238125 h 719593"/>
                  <a:gd name="connsiteX3" fmla="*/ 1809274 w 1809274"/>
                  <a:gd name="connsiteY3" fmla="*/ 663736 h 719593"/>
                  <a:gd name="connsiteX4" fmla="*/ 1219222 w 1809274"/>
                  <a:gd name="connsiteY4" fmla="*/ 520861 h 719593"/>
                  <a:gd name="connsiteX5" fmla="*/ 367587 w 1809274"/>
                  <a:gd name="connsiteY5" fmla="*/ 355012 h 719593"/>
                  <a:gd name="connsiteX6" fmla="*/ 22 w 1809274"/>
                  <a:gd name="connsiteY6" fmla="*/ 0 h 719593"/>
                  <a:gd name="connsiteX0" fmla="*/ 22 w 1809274"/>
                  <a:gd name="connsiteY0" fmla="*/ 0 h 756202"/>
                  <a:gd name="connsiteX1" fmla="*/ 1482013 w 1809274"/>
                  <a:gd name="connsiteY1" fmla="*/ 69262 h 756202"/>
                  <a:gd name="connsiteX2" fmla="*/ 1809274 w 1809274"/>
                  <a:gd name="connsiteY2" fmla="*/ 238125 h 756202"/>
                  <a:gd name="connsiteX3" fmla="*/ 1809274 w 1809274"/>
                  <a:gd name="connsiteY3" fmla="*/ 663736 h 756202"/>
                  <a:gd name="connsiteX4" fmla="*/ 1219222 w 1809274"/>
                  <a:gd name="connsiteY4" fmla="*/ 520861 h 756202"/>
                  <a:gd name="connsiteX5" fmla="*/ 367587 w 1809274"/>
                  <a:gd name="connsiteY5" fmla="*/ 355012 h 756202"/>
                  <a:gd name="connsiteX6" fmla="*/ 22 w 1809274"/>
                  <a:gd name="connsiteY6" fmla="*/ 0 h 756202"/>
                  <a:gd name="connsiteX0" fmla="*/ 20 w 1809272"/>
                  <a:gd name="connsiteY0" fmla="*/ 0 h 741197"/>
                  <a:gd name="connsiteX1" fmla="*/ 1482011 w 1809272"/>
                  <a:gd name="connsiteY1" fmla="*/ 69262 h 741197"/>
                  <a:gd name="connsiteX2" fmla="*/ 1809272 w 1809272"/>
                  <a:gd name="connsiteY2" fmla="*/ 238125 h 741197"/>
                  <a:gd name="connsiteX3" fmla="*/ 1809272 w 1809272"/>
                  <a:gd name="connsiteY3" fmla="*/ 663736 h 741197"/>
                  <a:gd name="connsiteX4" fmla="*/ 1219220 w 1809272"/>
                  <a:gd name="connsiteY4" fmla="*/ 520861 h 741197"/>
                  <a:gd name="connsiteX5" fmla="*/ 377110 w 1809272"/>
                  <a:gd name="connsiteY5" fmla="*/ 331200 h 741197"/>
                  <a:gd name="connsiteX6" fmla="*/ 20 w 1809272"/>
                  <a:gd name="connsiteY6" fmla="*/ 0 h 741197"/>
                  <a:gd name="connsiteX0" fmla="*/ 17 w 1821175"/>
                  <a:gd name="connsiteY0" fmla="*/ 0 h 748341"/>
                  <a:gd name="connsiteX1" fmla="*/ 1493914 w 1821175"/>
                  <a:gd name="connsiteY1" fmla="*/ 76406 h 748341"/>
                  <a:gd name="connsiteX2" fmla="*/ 1821175 w 1821175"/>
                  <a:gd name="connsiteY2" fmla="*/ 245269 h 748341"/>
                  <a:gd name="connsiteX3" fmla="*/ 1821175 w 1821175"/>
                  <a:gd name="connsiteY3" fmla="*/ 670880 h 748341"/>
                  <a:gd name="connsiteX4" fmla="*/ 1231123 w 1821175"/>
                  <a:gd name="connsiteY4" fmla="*/ 528005 h 748341"/>
                  <a:gd name="connsiteX5" fmla="*/ 389013 w 1821175"/>
                  <a:gd name="connsiteY5" fmla="*/ 338344 h 748341"/>
                  <a:gd name="connsiteX6" fmla="*/ 17 w 1821175"/>
                  <a:gd name="connsiteY6" fmla="*/ 0 h 748341"/>
                  <a:gd name="connsiteX0" fmla="*/ 13 w 1821171"/>
                  <a:gd name="connsiteY0" fmla="*/ 0 h 733703"/>
                  <a:gd name="connsiteX1" fmla="*/ 1493910 w 1821171"/>
                  <a:gd name="connsiteY1" fmla="*/ 76406 h 733703"/>
                  <a:gd name="connsiteX2" fmla="*/ 1821171 w 1821171"/>
                  <a:gd name="connsiteY2" fmla="*/ 245269 h 733703"/>
                  <a:gd name="connsiteX3" fmla="*/ 1821171 w 1821171"/>
                  <a:gd name="connsiteY3" fmla="*/ 670880 h 733703"/>
                  <a:gd name="connsiteX4" fmla="*/ 1231119 w 1821171"/>
                  <a:gd name="connsiteY4" fmla="*/ 528005 h 733703"/>
                  <a:gd name="connsiteX5" fmla="*/ 431872 w 1821171"/>
                  <a:gd name="connsiteY5" fmla="*/ 314531 h 733703"/>
                  <a:gd name="connsiteX6" fmla="*/ 13 w 1821171"/>
                  <a:gd name="connsiteY6" fmla="*/ 0 h 733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1171" h="733703">
                    <a:moveTo>
                      <a:pt x="13" y="0"/>
                    </a:moveTo>
                    <a:cubicBezTo>
                      <a:pt x="103485" y="267562"/>
                      <a:pt x="647488" y="532744"/>
                      <a:pt x="1493910" y="76406"/>
                    </a:cubicBezTo>
                    <a:lnTo>
                      <a:pt x="1821171" y="245269"/>
                    </a:lnTo>
                    <a:lnTo>
                      <a:pt x="1821171" y="670880"/>
                    </a:lnTo>
                    <a:lnTo>
                      <a:pt x="1231119" y="528005"/>
                    </a:lnTo>
                    <a:cubicBezTo>
                      <a:pt x="1098788" y="587676"/>
                      <a:pt x="250897" y="1068091"/>
                      <a:pt x="431872" y="314531"/>
                    </a:cubicBezTo>
                    <a:cubicBezTo>
                      <a:pt x="146122" y="237246"/>
                      <a:pt x="-1575" y="63500"/>
                      <a:pt x="13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2AFB50B-C4AF-F2EA-54CF-1E3081A612AB}"/>
                  </a:ext>
                </a:extLst>
              </p:cNvPr>
              <p:cNvSpPr/>
              <p:nvPr/>
            </p:nvSpPr>
            <p:spPr>
              <a:xfrm>
                <a:off x="2144403" y="2829654"/>
                <a:ext cx="675323" cy="109691"/>
              </a:xfrm>
              <a:custGeom>
                <a:avLst/>
                <a:gdLst>
                  <a:gd name="connsiteX0" fmla="*/ 0 w 633599"/>
                  <a:gd name="connsiteY0" fmla="*/ 98638 h 121498"/>
                  <a:gd name="connsiteX1" fmla="*/ 137160 w 633599"/>
                  <a:gd name="connsiteY1" fmla="*/ 14818 h 121498"/>
                  <a:gd name="connsiteX2" fmla="*/ 335280 w 633599"/>
                  <a:gd name="connsiteY2" fmla="*/ 7198 h 121498"/>
                  <a:gd name="connsiteX3" fmla="*/ 594360 w 633599"/>
                  <a:gd name="connsiteY3" fmla="*/ 91018 h 121498"/>
                  <a:gd name="connsiteX4" fmla="*/ 632460 w 633599"/>
                  <a:gd name="connsiteY4" fmla="*/ 121498 h 121498"/>
                  <a:gd name="connsiteX5" fmla="*/ 632460 w 633599"/>
                  <a:gd name="connsiteY5" fmla="*/ 121498 h 121498"/>
                  <a:gd name="connsiteX0" fmla="*/ 0 w 633599"/>
                  <a:gd name="connsiteY0" fmla="*/ 91459 h 114319"/>
                  <a:gd name="connsiteX1" fmla="*/ 335280 w 633599"/>
                  <a:gd name="connsiteY1" fmla="*/ 19 h 114319"/>
                  <a:gd name="connsiteX2" fmla="*/ 594360 w 633599"/>
                  <a:gd name="connsiteY2" fmla="*/ 83839 h 114319"/>
                  <a:gd name="connsiteX3" fmla="*/ 632460 w 633599"/>
                  <a:gd name="connsiteY3" fmla="*/ 114319 h 114319"/>
                  <a:gd name="connsiteX4" fmla="*/ 632460 w 633599"/>
                  <a:gd name="connsiteY4" fmla="*/ 114319 h 114319"/>
                  <a:gd name="connsiteX0" fmla="*/ 0 w 633599"/>
                  <a:gd name="connsiteY0" fmla="*/ 8490 h 31350"/>
                  <a:gd name="connsiteX1" fmla="*/ 594360 w 633599"/>
                  <a:gd name="connsiteY1" fmla="*/ 870 h 31350"/>
                  <a:gd name="connsiteX2" fmla="*/ 632460 w 633599"/>
                  <a:gd name="connsiteY2" fmla="*/ 31350 h 31350"/>
                  <a:gd name="connsiteX3" fmla="*/ 632460 w 633599"/>
                  <a:gd name="connsiteY3" fmla="*/ 31350 h 31350"/>
                  <a:gd name="connsiteX0" fmla="*/ 0 w 632460"/>
                  <a:gd name="connsiteY0" fmla="*/ 0 h 22860"/>
                  <a:gd name="connsiteX1" fmla="*/ 632460 w 632460"/>
                  <a:gd name="connsiteY1" fmla="*/ 22860 h 22860"/>
                  <a:gd name="connsiteX2" fmla="*/ 632460 w 632460"/>
                  <a:gd name="connsiteY2" fmla="*/ 22860 h 22860"/>
                  <a:gd name="connsiteX0" fmla="*/ 0 w 675323"/>
                  <a:gd name="connsiteY0" fmla="*/ 15240 h 15240"/>
                  <a:gd name="connsiteX1" fmla="*/ 675323 w 675323"/>
                  <a:gd name="connsiteY1" fmla="*/ 0 h 15240"/>
                  <a:gd name="connsiteX2" fmla="*/ 675323 w 675323"/>
                  <a:gd name="connsiteY2" fmla="*/ 0 h 15240"/>
                  <a:gd name="connsiteX0" fmla="*/ 0 w 675323"/>
                  <a:gd name="connsiteY0" fmla="*/ 91964 h 91964"/>
                  <a:gd name="connsiteX1" fmla="*/ 675323 w 675323"/>
                  <a:gd name="connsiteY1" fmla="*/ 76724 h 91964"/>
                  <a:gd name="connsiteX2" fmla="*/ 675323 w 675323"/>
                  <a:gd name="connsiteY2" fmla="*/ 76724 h 91964"/>
                  <a:gd name="connsiteX0" fmla="*/ 0 w 675323"/>
                  <a:gd name="connsiteY0" fmla="*/ 109691 h 109691"/>
                  <a:gd name="connsiteX1" fmla="*/ 675323 w 675323"/>
                  <a:gd name="connsiteY1" fmla="*/ 94451 h 109691"/>
                  <a:gd name="connsiteX2" fmla="*/ 675323 w 675323"/>
                  <a:gd name="connsiteY2" fmla="*/ 94451 h 109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5323" h="109691">
                    <a:moveTo>
                      <a:pt x="0" y="109691"/>
                    </a:moveTo>
                    <a:cubicBezTo>
                      <a:pt x="329883" y="-90652"/>
                      <a:pt x="616903" y="32856"/>
                      <a:pt x="675323" y="94451"/>
                    </a:cubicBezTo>
                    <a:lnTo>
                      <a:pt x="675323" y="94451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6" name="Rectangle 159">
                <a:extLst>
                  <a:ext uri="{FF2B5EF4-FFF2-40B4-BE49-F238E27FC236}">
                    <a16:creationId xmlns:a16="http://schemas.microsoft.com/office/drawing/2014/main" id="{675AF522-5783-206C-72ED-77D2E19444F3}"/>
                  </a:ext>
                </a:extLst>
              </p:cNvPr>
              <p:cNvSpPr/>
              <p:nvPr/>
            </p:nvSpPr>
            <p:spPr>
              <a:xfrm>
                <a:off x="2155271" y="3592033"/>
                <a:ext cx="1028373" cy="534972"/>
              </a:xfrm>
              <a:custGeom>
                <a:avLst/>
                <a:gdLst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0 w 1380627"/>
                  <a:gd name="connsiteY3" fmla="*/ 425611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19969 w 1400596"/>
                  <a:gd name="connsiteY0" fmla="*/ 0 h 425611"/>
                  <a:gd name="connsiteX1" fmla="*/ 1400596 w 1400596"/>
                  <a:gd name="connsiteY1" fmla="*/ 0 h 425611"/>
                  <a:gd name="connsiteX2" fmla="*/ 1400596 w 1400596"/>
                  <a:gd name="connsiteY2" fmla="*/ 425611 h 425611"/>
                  <a:gd name="connsiteX3" fmla="*/ 877219 w 1400596"/>
                  <a:gd name="connsiteY3" fmla="*/ 206536 h 425611"/>
                  <a:gd name="connsiteX4" fmla="*/ 19969 w 1400596"/>
                  <a:gd name="connsiteY4" fmla="*/ 0 h 425611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8802 w 1413717"/>
                  <a:gd name="connsiteY0" fmla="*/ 71437 h 432990"/>
                  <a:gd name="connsiteX1" fmla="*/ 1413717 w 1413717"/>
                  <a:gd name="connsiteY1" fmla="*/ 0 h 432990"/>
                  <a:gd name="connsiteX2" fmla="*/ 1413717 w 1413717"/>
                  <a:gd name="connsiteY2" fmla="*/ 425611 h 432990"/>
                  <a:gd name="connsiteX3" fmla="*/ 890340 w 1413717"/>
                  <a:gd name="connsiteY3" fmla="*/ 206536 h 432990"/>
                  <a:gd name="connsiteX4" fmla="*/ 18802 w 1413717"/>
                  <a:gd name="connsiteY4" fmla="*/ 71437 h 432990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042242"/>
                  <a:gd name="connsiteY0" fmla="*/ 233362 h 594915"/>
                  <a:gd name="connsiteX1" fmla="*/ 1042242 w 1042242"/>
                  <a:gd name="connsiteY1" fmla="*/ 0 h 594915"/>
                  <a:gd name="connsiteX2" fmla="*/ 890340 w 1042242"/>
                  <a:gd name="connsiteY2" fmla="*/ 368461 h 594915"/>
                  <a:gd name="connsiteX3" fmla="*/ 18802 w 1042242"/>
                  <a:gd name="connsiteY3" fmla="*/ 233362 h 594915"/>
                  <a:gd name="connsiteX0" fmla="*/ 0 w 1023440"/>
                  <a:gd name="connsiteY0" fmla="*/ 233362 h 236620"/>
                  <a:gd name="connsiteX1" fmla="*/ 1023440 w 1023440"/>
                  <a:gd name="connsiteY1" fmla="*/ 0 h 236620"/>
                  <a:gd name="connsiteX2" fmla="*/ 0 w 1023440"/>
                  <a:gd name="connsiteY2" fmla="*/ 233362 h 236620"/>
                  <a:gd name="connsiteX0" fmla="*/ 4960 w 1028400"/>
                  <a:gd name="connsiteY0" fmla="*/ 233362 h 514512"/>
                  <a:gd name="connsiteX1" fmla="*/ 1028400 w 1028400"/>
                  <a:gd name="connsiteY1" fmla="*/ 0 h 514512"/>
                  <a:gd name="connsiteX2" fmla="*/ 4960 w 1028400"/>
                  <a:gd name="connsiteY2" fmla="*/ 233362 h 51451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8373" h="534972">
                    <a:moveTo>
                      <a:pt x="4933" y="233362"/>
                    </a:moveTo>
                    <a:cubicBezTo>
                      <a:pt x="322268" y="250825"/>
                      <a:pt x="691989" y="173037"/>
                      <a:pt x="1028373" y="0"/>
                    </a:cubicBezTo>
                    <a:cubicBezTo>
                      <a:pt x="691988" y="187325"/>
                      <a:pt x="-68257" y="950913"/>
                      <a:pt x="4933" y="233362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9825873-4159-9F78-5B70-1BA13B8C2F40}"/>
                  </a:ext>
                </a:extLst>
              </p:cNvPr>
              <p:cNvSpPr/>
              <p:nvPr/>
            </p:nvSpPr>
            <p:spPr>
              <a:xfrm>
                <a:off x="2226511" y="3704873"/>
                <a:ext cx="728299" cy="418493"/>
              </a:xfrm>
              <a:custGeom>
                <a:avLst/>
                <a:gdLst>
                  <a:gd name="connsiteX0" fmla="*/ 735674 w 760493"/>
                  <a:gd name="connsiteY0" fmla="*/ 0 h 435966"/>
                  <a:gd name="connsiteX1" fmla="*/ 756600 w 760493"/>
                  <a:gd name="connsiteY1" fmla="*/ 22202 h 435966"/>
                  <a:gd name="connsiteX2" fmla="*/ 760493 w 760493"/>
                  <a:gd name="connsiteY2" fmla="*/ 35376 h 435966"/>
                  <a:gd name="connsiteX3" fmla="*/ 648241 w 760493"/>
                  <a:gd name="connsiteY3" fmla="*/ 117390 h 435966"/>
                  <a:gd name="connsiteX4" fmla="*/ 18649 w 760493"/>
                  <a:gd name="connsiteY4" fmla="*/ 426953 h 435966"/>
                  <a:gd name="connsiteX5" fmla="*/ 0 w 760493"/>
                  <a:gd name="connsiteY5" fmla="*/ 413328 h 435966"/>
                  <a:gd name="connsiteX6" fmla="*/ 4571 w 760493"/>
                  <a:gd name="connsiteY6" fmla="*/ 372733 h 435966"/>
                  <a:gd name="connsiteX7" fmla="*/ 219654 w 760493"/>
                  <a:gd name="connsiteY7" fmla="*/ 125371 h 435966"/>
                  <a:gd name="connsiteX8" fmla="*/ 220128 w 760493"/>
                  <a:gd name="connsiteY8" fmla="*/ 125071 h 435966"/>
                  <a:gd name="connsiteX9" fmla="*/ 311500 w 760493"/>
                  <a:gd name="connsiteY9" fmla="*/ 113818 h 435966"/>
                  <a:gd name="connsiteX10" fmla="*/ 703159 w 760493"/>
                  <a:gd name="connsiteY10" fmla="*/ 12913 h 435966"/>
                  <a:gd name="connsiteX11" fmla="*/ 735674 w 760493"/>
                  <a:gd name="connsiteY11" fmla="*/ 0 h 435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0493" h="435966">
                    <a:moveTo>
                      <a:pt x="735674" y="0"/>
                    </a:moveTo>
                    <a:lnTo>
                      <a:pt x="756600" y="22202"/>
                    </a:lnTo>
                    <a:lnTo>
                      <a:pt x="760493" y="35376"/>
                    </a:lnTo>
                    <a:lnTo>
                      <a:pt x="648241" y="117390"/>
                    </a:lnTo>
                    <a:cubicBezTo>
                      <a:pt x="413374" y="290825"/>
                      <a:pt x="151123" y="479737"/>
                      <a:pt x="18649" y="426953"/>
                    </a:cubicBezTo>
                    <a:lnTo>
                      <a:pt x="0" y="413328"/>
                    </a:lnTo>
                    <a:lnTo>
                      <a:pt x="4571" y="372733"/>
                    </a:lnTo>
                    <a:cubicBezTo>
                      <a:pt x="24679" y="298480"/>
                      <a:pt x="104262" y="205639"/>
                      <a:pt x="219654" y="125371"/>
                    </a:cubicBezTo>
                    <a:lnTo>
                      <a:pt x="220128" y="125071"/>
                    </a:lnTo>
                    <a:lnTo>
                      <a:pt x="311500" y="113818"/>
                    </a:lnTo>
                    <a:cubicBezTo>
                      <a:pt x="440713" y="93577"/>
                      <a:pt x="572773" y="59942"/>
                      <a:pt x="703159" y="12913"/>
                    </a:cubicBezTo>
                    <a:lnTo>
                      <a:pt x="735674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47DBEF1-0CB9-8AE6-032B-AC239A2BCBA0}"/>
                  </a:ext>
                </a:extLst>
              </p:cNvPr>
              <p:cNvGrpSpPr/>
              <p:nvPr/>
            </p:nvGrpSpPr>
            <p:grpSpPr>
              <a:xfrm>
                <a:off x="2086571" y="2351726"/>
                <a:ext cx="518161" cy="614937"/>
                <a:chOff x="1250449" y="2412730"/>
                <a:chExt cx="518161" cy="614937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82599E1B-EB0D-5454-8D51-D3D67A102E1E}"/>
                    </a:ext>
                  </a:extLst>
                </p:cNvPr>
                <p:cNvGrpSpPr/>
                <p:nvPr/>
              </p:nvGrpSpPr>
              <p:grpSpPr>
                <a:xfrm>
                  <a:off x="1250449" y="2412730"/>
                  <a:ext cx="518161" cy="614937"/>
                  <a:chOff x="9280391" y="4797065"/>
                  <a:chExt cx="518161" cy="614937"/>
                </a:xfrm>
                <a:grpFill/>
              </p:grpSpPr>
              <p:sp>
                <p:nvSpPr>
                  <p:cNvPr id="87" name="Freeform: Shape 86">
                    <a:extLst>
                      <a:ext uri="{FF2B5EF4-FFF2-40B4-BE49-F238E27FC236}">
                        <a16:creationId xmlns:a16="http://schemas.microsoft.com/office/drawing/2014/main" id="{4D371A1E-658F-0989-8536-7C87E277D506}"/>
                      </a:ext>
                    </a:extLst>
                  </p:cNvPr>
                  <p:cNvSpPr/>
                  <p:nvPr/>
                </p:nvSpPr>
                <p:spPr>
                  <a:xfrm>
                    <a:off x="9421642" y="4870524"/>
                    <a:ext cx="310700" cy="458165"/>
                  </a:xfrm>
                  <a:custGeom>
                    <a:avLst/>
                    <a:gdLst>
                      <a:gd name="connsiteX0" fmla="*/ 225540 w 310700"/>
                      <a:gd name="connsiteY0" fmla="*/ 0 h 458165"/>
                      <a:gd name="connsiteX1" fmla="*/ 270994 w 310700"/>
                      <a:gd name="connsiteY1" fmla="*/ 6389 h 458165"/>
                      <a:gd name="connsiteX2" fmla="*/ 281439 w 310700"/>
                      <a:gd name="connsiteY2" fmla="*/ 10910 h 458165"/>
                      <a:gd name="connsiteX3" fmla="*/ 301026 w 310700"/>
                      <a:gd name="connsiteY3" fmla="*/ 33740 h 458165"/>
                      <a:gd name="connsiteX4" fmla="*/ 310700 w 310700"/>
                      <a:gd name="connsiteY4" fmla="*/ 50304 h 458165"/>
                      <a:gd name="connsiteX5" fmla="*/ 286518 w 310700"/>
                      <a:gd name="connsiteY5" fmla="*/ 47118 h 458165"/>
                      <a:gd name="connsiteX6" fmla="*/ 60978 w 310700"/>
                      <a:gd name="connsiteY6" fmla="*/ 341832 h 458165"/>
                      <a:gd name="connsiteX7" fmla="*/ 65560 w 310700"/>
                      <a:gd name="connsiteY7" fmla="*/ 401227 h 458165"/>
                      <a:gd name="connsiteX8" fmla="*/ 73189 w 310700"/>
                      <a:gd name="connsiteY8" fmla="*/ 433340 h 458165"/>
                      <a:gd name="connsiteX9" fmla="*/ 66793 w 310700"/>
                      <a:gd name="connsiteY9" fmla="*/ 435742 h 458165"/>
                      <a:gd name="connsiteX10" fmla="*/ 26009 w 310700"/>
                      <a:gd name="connsiteY10" fmla="*/ 458165 h 458165"/>
                      <a:gd name="connsiteX11" fmla="*/ 17724 w 310700"/>
                      <a:gd name="connsiteY11" fmla="*/ 436881 h 458165"/>
                      <a:gd name="connsiteX12" fmla="*/ 0 w 310700"/>
                      <a:gd name="connsiteY12" fmla="*/ 314474 h 458165"/>
                      <a:gd name="connsiteX13" fmla="*/ 225540 w 310700"/>
                      <a:gd name="connsiteY13" fmla="*/ 0 h 458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0700" h="458165">
                        <a:moveTo>
                          <a:pt x="225540" y="0"/>
                        </a:moveTo>
                        <a:cubicBezTo>
                          <a:pt x="241110" y="0"/>
                          <a:pt x="256312" y="2200"/>
                          <a:pt x="270994" y="6389"/>
                        </a:cubicBezTo>
                        <a:lnTo>
                          <a:pt x="281439" y="10910"/>
                        </a:lnTo>
                        <a:lnTo>
                          <a:pt x="301026" y="33740"/>
                        </a:lnTo>
                        <a:lnTo>
                          <a:pt x="310700" y="50304"/>
                        </a:lnTo>
                        <a:lnTo>
                          <a:pt x="286518" y="47118"/>
                        </a:lnTo>
                        <a:cubicBezTo>
                          <a:pt x="161956" y="47118"/>
                          <a:pt x="60978" y="179066"/>
                          <a:pt x="60978" y="341832"/>
                        </a:cubicBezTo>
                        <a:cubicBezTo>
                          <a:pt x="60978" y="362178"/>
                          <a:pt x="62556" y="382042"/>
                          <a:pt x="65560" y="401227"/>
                        </a:cubicBezTo>
                        <a:lnTo>
                          <a:pt x="73189" y="433340"/>
                        </a:lnTo>
                        <a:lnTo>
                          <a:pt x="66793" y="435742"/>
                        </a:lnTo>
                        <a:lnTo>
                          <a:pt x="26009" y="458165"/>
                        </a:lnTo>
                        <a:lnTo>
                          <a:pt x="17724" y="436881"/>
                        </a:lnTo>
                        <a:cubicBezTo>
                          <a:pt x="6311" y="399258"/>
                          <a:pt x="0" y="357894"/>
                          <a:pt x="0" y="314474"/>
                        </a:cubicBezTo>
                        <a:cubicBezTo>
                          <a:pt x="0" y="140795"/>
                          <a:pt x="100978" y="0"/>
                          <a:pt x="225540" y="0"/>
                        </a:cubicBezTo>
                        <a:close/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Freeform: Shape 87">
                    <a:extLst>
                      <a:ext uri="{FF2B5EF4-FFF2-40B4-BE49-F238E27FC236}">
                        <a16:creationId xmlns:a16="http://schemas.microsoft.com/office/drawing/2014/main" id="{41D60D37-F686-B9BE-5D21-EAF2E6F96EE9}"/>
                      </a:ext>
                    </a:extLst>
                  </p:cNvPr>
                  <p:cNvSpPr/>
                  <p:nvPr/>
                </p:nvSpPr>
                <p:spPr>
                  <a:xfrm>
                    <a:off x="9280391" y="4797065"/>
                    <a:ext cx="422690" cy="614937"/>
                  </a:xfrm>
                  <a:custGeom>
                    <a:avLst/>
                    <a:gdLst>
                      <a:gd name="connsiteX0" fmla="*/ 259080 w 422690"/>
                      <a:gd name="connsiteY0" fmla="*/ 0 h 614937"/>
                      <a:gd name="connsiteX1" fmla="*/ 403934 w 422690"/>
                      <a:gd name="connsiteY1" fmla="*/ 62507 h 614937"/>
                      <a:gd name="connsiteX2" fmla="*/ 422690 w 422690"/>
                      <a:gd name="connsiteY2" fmla="*/ 84369 h 614937"/>
                      <a:gd name="connsiteX3" fmla="*/ 412245 w 422690"/>
                      <a:gd name="connsiteY3" fmla="*/ 79848 h 614937"/>
                      <a:gd name="connsiteX4" fmla="*/ 366791 w 422690"/>
                      <a:gd name="connsiteY4" fmla="*/ 73459 h 614937"/>
                      <a:gd name="connsiteX5" fmla="*/ 141251 w 422690"/>
                      <a:gd name="connsiteY5" fmla="*/ 387933 h 614937"/>
                      <a:gd name="connsiteX6" fmla="*/ 158975 w 422690"/>
                      <a:gd name="connsiteY6" fmla="*/ 510340 h 614937"/>
                      <a:gd name="connsiteX7" fmla="*/ 167260 w 422690"/>
                      <a:gd name="connsiteY7" fmla="*/ 531624 h 614937"/>
                      <a:gd name="connsiteX8" fmla="*/ 152123 w 422690"/>
                      <a:gd name="connsiteY8" fmla="*/ 539946 h 614937"/>
                      <a:gd name="connsiteX9" fmla="*/ 104923 w 422690"/>
                      <a:gd name="connsiteY9" fmla="*/ 576470 h 614937"/>
                      <a:gd name="connsiteX10" fmla="*/ 70122 w 422690"/>
                      <a:gd name="connsiteY10" fmla="*/ 614937 h 614937"/>
                      <a:gd name="connsiteX11" fmla="*/ 44247 w 422690"/>
                      <a:gd name="connsiteY11" fmla="*/ 570634 h 614937"/>
                      <a:gd name="connsiteX12" fmla="*/ 0 w 422690"/>
                      <a:gd name="connsiteY12" fmla="*/ 366000 h 614937"/>
                      <a:gd name="connsiteX13" fmla="*/ 259080 w 422690"/>
                      <a:gd name="connsiteY13" fmla="*/ 0 h 614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22690" h="614937">
                        <a:moveTo>
                          <a:pt x="259080" y="0"/>
                        </a:moveTo>
                        <a:cubicBezTo>
                          <a:pt x="312737" y="0"/>
                          <a:pt x="362585" y="23044"/>
                          <a:pt x="403934" y="62507"/>
                        </a:cubicBezTo>
                        <a:lnTo>
                          <a:pt x="422690" y="84369"/>
                        </a:lnTo>
                        <a:lnTo>
                          <a:pt x="412245" y="79848"/>
                        </a:lnTo>
                        <a:cubicBezTo>
                          <a:pt x="397563" y="75659"/>
                          <a:pt x="382361" y="73459"/>
                          <a:pt x="366791" y="73459"/>
                        </a:cubicBezTo>
                        <a:cubicBezTo>
                          <a:pt x="242229" y="73459"/>
                          <a:pt x="141251" y="214254"/>
                          <a:pt x="141251" y="387933"/>
                        </a:cubicBezTo>
                        <a:cubicBezTo>
                          <a:pt x="141251" y="431353"/>
                          <a:pt x="147562" y="472717"/>
                          <a:pt x="158975" y="510340"/>
                        </a:cubicBezTo>
                        <a:lnTo>
                          <a:pt x="167260" y="531624"/>
                        </a:lnTo>
                        <a:lnTo>
                          <a:pt x="152123" y="539946"/>
                        </a:lnTo>
                        <a:cubicBezTo>
                          <a:pt x="134867" y="551222"/>
                          <a:pt x="119063" y="563461"/>
                          <a:pt x="104923" y="576470"/>
                        </a:cubicBezTo>
                        <a:lnTo>
                          <a:pt x="70122" y="614937"/>
                        </a:lnTo>
                        <a:lnTo>
                          <a:pt x="44247" y="570634"/>
                        </a:lnTo>
                        <a:cubicBezTo>
                          <a:pt x="16312" y="512220"/>
                          <a:pt x="0" y="441801"/>
                          <a:pt x="0" y="366000"/>
                        </a:cubicBezTo>
                        <a:cubicBezTo>
                          <a:pt x="0" y="163864"/>
                          <a:pt x="115994" y="0"/>
                          <a:pt x="259080" y="0"/>
                        </a:cubicBezTo>
                        <a:close/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Freeform: Shape 88">
                    <a:extLst>
                      <a:ext uri="{FF2B5EF4-FFF2-40B4-BE49-F238E27FC236}">
                        <a16:creationId xmlns:a16="http://schemas.microsoft.com/office/drawing/2014/main" id="{54CBE5AD-FB96-14C6-B906-25514E7AD8FD}"/>
                      </a:ext>
                    </a:extLst>
                  </p:cNvPr>
                  <p:cNvSpPr/>
                  <p:nvPr/>
                </p:nvSpPr>
                <p:spPr>
                  <a:xfrm>
                    <a:off x="9482621" y="4917641"/>
                    <a:ext cx="315931" cy="386222"/>
                  </a:xfrm>
                  <a:custGeom>
                    <a:avLst/>
                    <a:gdLst>
                      <a:gd name="connsiteX0" fmla="*/ 225540 w 315931"/>
                      <a:gd name="connsiteY0" fmla="*/ 0 h 386222"/>
                      <a:gd name="connsiteX1" fmla="*/ 249722 w 315931"/>
                      <a:gd name="connsiteY1" fmla="*/ 3186 h 386222"/>
                      <a:gd name="connsiteX2" fmla="*/ 271684 w 315931"/>
                      <a:gd name="connsiteY2" fmla="*/ 40789 h 386222"/>
                      <a:gd name="connsiteX3" fmla="*/ 315931 w 315931"/>
                      <a:gd name="connsiteY3" fmla="*/ 245423 h 386222"/>
                      <a:gd name="connsiteX4" fmla="*/ 310667 w 315931"/>
                      <a:gd name="connsiteY4" fmla="*/ 319185 h 386222"/>
                      <a:gd name="connsiteX5" fmla="*/ 303612 w 315931"/>
                      <a:gd name="connsiteY5" fmla="*/ 351294 h 386222"/>
                      <a:gd name="connsiteX6" fmla="*/ 277478 w 315931"/>
                      <a:gd name="connsiteY6" fmla="*/ 346191 h 386222"/>
                      <a:gd name="connsiteX7" fmla="*/ 138786 w 315931"/>
                      <a:gd name="connsiteY7" fmla="*/ 349094 h 386222"/>
                      <a:gd name="connsiteX8" fmla="*/ 69197 w 315931"/>
                      <a:gd name="connsiteY8" fmla="*/ 364814 h 386222"/>
                      <a:gd name="connsiteX9" fmla="*/ 12211 w 315931"/>
                      <a:gd name="connsiteY9" fmla="*/ 386222 h 386222"/>
                      <a:gd name="connsiteX10" fmla="*/ 4582 w 315931"/>
                      <a:gd name="connsiteY10" fmla="*/ 354109 h 386222"/>
                      <a:gd name="connsiteX11" fmla="*/ 0 w 315931"/>
                      <a:gd name="connsiteY11" fmla="*/ 294714 h 386222"/>
                      <a:gd name="connsiteX12" fmla="*/ 225540 w 315931"/>
                      <a:gd name="connsiteY12" fmla="*/ 0 h 386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5931" h="386222">
                        <a:moveTo>
                          <a:pt x="225540" y="0"/>
                        </a:moveTo>
                        <a:lnTo>
                          <a:pt x="249722" y="3186"/>
                        </a:lnTo>
                        <a:lnTo>
                          <a:pt x="271684" y="40789"/>
                        </a:lnTo>
                        <a:cubicBezTo>
                          <a:pt x="299619" y="99203"/>
                          <a:pt x="315931" y="169622"/>
                          <a:pt x="315931" y="245423"/>
                        </a:cubicBezTo>
                        <a:cubicBezTo>
                          <a:pt x="315931" y="270690"/>
                          <a:pt x="314119" y="295359"/>
                          <a:pt x="310667" y="319185"/>
                        </a:cubicBezTo>
                        <a:lnTo>
                          <a:pt x="303612" y="351294"/>
                        </a:lnTo>
                        <a:lnTo>
                          <a:pt x="277478" y="346191"/>
                        </a:lnTo>
                        <a:cubicBezTo>
                          <a:pt x="233887" y="340920"/>
                          <a:pt x="186968" y="341568"/>
                          <a:pt x="138786" y="349094"/>
                        </a:cubicBezTo>
                        <a:cubicBezTo>
                          <a:pt x="114695" y="352857"/>
                          <a:pt x="91429" y="358161"/>
                          <a:pt x="69197" y="364814"/>
                        </a:cubicBezTo>
                        <a:lnTo>
                          <a:pt x="12211" y="386222"/>
                        </a:lnTo>
                        <a:lnTo>
                          <a:pt x="4582" y="354109"/>
                        </a:lnTo>
                        <a:cubicBezTo>
                          <a:pt x="1578" y="334924"/>
                          <a:pt x="0" y="315060"/>
                          <a:pt x="0" y="294714"/>
                        </a:cubicBezTo>
                        <a:cubicBezTo>
                          <a:pt x="0" y="131948"/>
                          <a:pt x="100978" y="0"/>
                          <a:pt x="225540" y="0"/>
                        </a:cubicBezTo>
                        <a:close/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24C46A24-0302-8FFE-558E-A6861047A78A}"/>
                    </a:ext>
                  </a:extLst>
                </p:cNvPr>
                <p:cNvSpPr/>
                <p:nvPr/>
              </p:nvSpPr>
              <p:spPr>
                <a:xfrm rot="2131195">
                  <a:off x="1555168" y="2566715"/>
                  <a:ext cx="99780" cy="179583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7C95E879-3C7E-4EE4-9927-DDBCA4A90F96}"/>
                    </a:ext>
                  </a:extLst>
                </p:cNvPr>
                <p:cNvSpPr/>
                <p:nvPr/>
              </p:nvSpPr>
              <p:spPr>
                <a:xfrm rot="2131195">
                  <a:off x="1515061" y="2764883"/>
                  <a:ext cx="72242" cy="6385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A4AB603-58F1-5DBE-4B13-20E6FA2C407E}"/>
                  </a:ext>
                </a:extLst>
              </p:cNvPr>
              <p:cNvGrpSpPr/>
              <p:nvPr/>
            </p:nvGrpSpPr>
            <p:grpSpPr>
              <a:xfrm rot="203425">
                <a:off x="3113123" y="2490091"/>
                <a:ext cx="590404" cy="818958"/>
                <a:chOff x="3799803" y="2583694"/>
                <a:chExt cx="590404" cy="818958"/>
              </a:xfrm>
              <a:grpFill/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5525400-FF2E-8604-9E95-C1AAD87C5DFD}"/>
                    </a:ext>
                  </a:extLst>
                </p:cNvPr>
                <p:cNvGrpSpPr/>
                <p:nvPr/>
              </p:nvGrpSpPr>
              <p:grpSpPr>
                <a:xfrm>
                  <a:off x="3799803" y="2583694"/>
                  <a:ext cx="590404" cy="818958"/>
                  <a:chOff x="10475215" y="4805471"/>
                  <a:chExt cx="590404" cy="818958"/>
                </a:xfrm>
                <a:grpFill/>
              </p:grpSpPr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DA46C82B-C3A6-8E6E-09A2-5164BC30BC32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475215" y="4805471"/>
                    <a:ext cx="496057" cy="663575"/>
                  </a:xfrm>
                  <a:custGeom>
                    <a:avLst/>
                    <a:gdLst>
                      <a:gd name="connsiteX0" fmla="*/ 304049 w 496057"/>
                      <a:gd name="connsiteY0" fmla="*/ 0 h 663575"/>
                      <a:gd name="connsiteX1" fmla="*/ 474044 w 496057"/>
                      <a:gd name="connsiteY1" fmla="*/ 73356 h 663575"/>
                      <a:gd name="connsiteX2" fmla="*/ 496057 w 496057"/>
                      <a:gd name="connsiteY2" fmla="*/ 99014 h 663575"/>
                      <a:gd name="connsiteX3" fmla="*/ 483799 w 496057"/>
                      <a:gd name="connsiteY3" fmla="*/ 93708 h 663575"/>
                      <a:gd name="connsiteX4" fmla="*/ 430455 w 496057"/>
                      <a:gd name="connsiteY4" fmla="*/ 86209 h 663575"/>
                      <a:gd name="connsiteX5" fmla="*/ 243293 w 496057"/>
                      <a:gd name="connsiteY5" fmla="*/ 194304 h 663575"/>
                      <a:gd name="connsiteX6" fmla="*/ 243293 w 496057"/>
                      <a:gd name="connsiteY6" fmla="*/ 194305 h 663575"/>
                      <a:gd name="connsiteX7" fmla="*/ 243292 w 496057"/>
                      <a:gd name="connsiteY7" fmla="*/ 194305 h 663575"/>
                      <a:gd name="connsiteX8" fmla="*/ 186567 w 496057"/>
                      <a:gd name="connsiteY8" fmla="*/ 311614 h 663575"/>
                      <a:gd name="connsiteX9" fmla="*/ 176567 w 496057"/>
                      <a:gd name="connsiteY9" fmla="*/ 356531 h 663575"/>
                      <a:gd name="connsiteX10" fmla="*/ 171145 w 496057"/>
                      <a:gd name="connsiteY10" fmla="*/ 380889 h 663575"/>
                      <a:gd name="connsiteX11" fmla="*/ 165767 w 496057"/>
                      <a:gd name="connsiteY11" fmla="*/ 455267 h 663575"/>
                      <a:gd name="connsiteX12" fmla="*/ 169902 w 496057"/>
                      <a:gd name="connsiteY12" fmla="*/ 520596 h 663575"/>
                      <a:gd name="connsiteX13" fmla="*/ 169902 w 496057"/>
                      <a:gd name="connsiteY13" fmla="*/ 520597 h 663575"/>
                      <a:gd name="connsiteX14" fmla="*/ 169902 w 496057"/>
                      <a:gd name="connsiteY14" fmla="*/ 520597 h 663575"/>
                      <a:gd name="connsiteX15" fmla="*/ 200836 w 496057"/>
                      <a:gd name="connsiteY15" fmla="*/ 638969 h 663575"/>
                      <a:gd name="connsiteX16" fmla="*/ 205831 w 496057"/>
                      <a:gd name="connsiteY16" fmla="*/ 649021 h 663575"/>
                      <a:gd name="connsiteX17" fmla="*/ 197001 w 496057"/>
                      <a:gd name="connsiteY17" fmla="*/ 647194 h 663575"/>
                      <a:gd name="connsiteX18" fmla="*/ 90567 w 496057"/>
                      <a:gd name="connsiteY18" fmla="*/ 650786 h 663575"/>
                      <a:gd name="connsiteX19" fmla="*/ 49580 w 496057"/>
                      <a:gd name="connsiteY19" fmla="*/ 663575 h 663575"/>
                      <a:gd name="connsiteX20" fmla="*/ 23893 w 496057"/>
                      <a:gd name="connsiteY20" fmla="*/ 596718 h 663575"/>
                      <a:gd name="connsiteX21" fmla="*/ 0 w 496057"/>
                      <a:gd name="connsiteY21" fmla="*/ 429527 h 663575"/>
                      <a:gd name="connsiteX22" fmla="*/ 304049 w 496057"/>
                      <a:gd name="connsiteY22" fmla="*/ 0 h 663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96057" h="663575">
                        <a:moveTo>
                          <a:pt x="304049" y="0"/>
                        </a:moveTo>
                        <a:cubicBezTo>
                          <a:pt x="367019" y="0"/>
                          <a:pt x="425519" y="27044"/>
                          <a:pt x="474044" y="73356"/>
                        </a:cubicBezTo>
                        <a:lnTo>
                          <a:pt x="496057" y="99014"/>
                        </a:lnTo>
                        <a:lnTo>
                          <a:pt x="483799" y="93708"/>
                        </a:lnTo>
                        <a:cubicBezTo>
                          <a:pt x="466568" y="88792"/>
                          <a:pt x="448728" y="86209"/>
                          <a:pt x="430455" y="86209"/>
                        </a:cubicBezTo>
                        <a:cubicBezTo>
                          <a:pt x="357364" y="86209"/>
                          <a:pt x="291192" y="127518"/>
                          <a:pt x="243293" y="194304"/>
                        </a:cubicBezTo>
                        <a:lnTo>
                          <a:pt x="243293" y="194305"/>
                        </a:lnTo>
                        <a:lnTo>
                          <a:pt x="243292" y="194305"/>
                        </a:lnTo>
                        <a:cubicBezTo>
                          <a:pt x="219343" y="227698"/>
                          <a:pt x="199961" y="267461"/>
                          <a:pt x="186567" y="311614"/>
                        </a:cubicBezTo>
                        <a:lnTo>
                          <a:pt x="176567" y="356531"/>
                        </a:lnTo>
                        <a:lnTo>
                          <a:pt x="171145" y="380889"/>
                        </a:lnTo>
                        <a:cubicBezTo>
                          <a:pt x="167619" y="404914"/>
                          <a:pt x="165767" y="429789"/>
                          <a:pt x="165767" y="455267"/>
                        </a:cubicBezTo>
                        <a:cubicBezTo>
                          <a:pt x="165767" y="477560"/>
                          <a:pt x="167185" y="499392"/>
                          <a:pt x="169902" y="520596"/>
                        </a:cubicBezTo>
                        <a:lnTo>
                          <a:pt x="169902" y="520597"/>
                        </a:lnTo>
                        <a:lnTo>
                          <a:pt x="169902" y="520597"/>
                        </a:lnTo>
                        <a:cubicBezTo>
                          <a:pt x="175334" y="563006"/>
                          <a:pt x="185963" y="602905"/>
                          <a:pt x="200836" y="638969"/>
                        </a:cubicBezTo>
                        <a:lnTo>
                          <a:pt x="205831" y="649021"/>
                        </a:lnTo>
                        <a:lnTo>
                          <a:pt x="197001" y="647194"/>
                        </a:lnTo>
                        <a:cubicBezTo>
                          <a:pt x="159734" y="642467"/>
                          <a:pt x="123604" y="643802"/>
                          <a:pt x="90567" y="650786"/>
                        </a:cubicBezTo>
                        <a:lnTo>
                          <a:pt x="49580" y="663575"/>
                        </a:lnTo>
                        <a:lnTo>
                          <a:pt x="23893" y="596718"/>
                        </a:lnTo>
                        <a:cubicBezTo>
                          <a:pt x="8508" y="545330"/>
                          <a:pt x="-1" y="488832"/>
                          <a:pt x="0" y="429527"/>
                        </a:cubicBezTo>
                        <a:cubicBezTo>
                          <a:pt x="0" y="192306"/>
                          <a:pt x="136126" y="0"/>
                          <a:pt x="304049" y="0"/>
                        </a:cubicBezTo>
                        <a:close/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D136E39F-B582-446F-DF65-0BE5FF814A97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634896" y="4903243"/>
                    <a:ext cx="364629" cy="581708"/>
                  </a:xfrm>
                  <a:custGeom>
                    <a:avLst/>
                    <a:gdLst>
                      <a:gd name="connsiteX0" fmla="*/ 264688 w 364629"/>
                      <a:gd name="connsiteY0" fmla="*/ 0 h 581708"/>
                      <a:gd name="connsiteX1" fmla="*/ 318031 w 364629"/>
                      <a:gd name="connsiteY1" fmla="*/ 7498 h 581708"/>
                      <a:gd name="connsiteX2" fmla="*/ 330290 w 364629"/>
                      <a:gd name="connsiteY2" fmla="*/ 12804 h 581708"/>
                      <a:gd name="connsiteX3" fmla="*/ 353275 w 364629"/>
                      <a:gd name="connsiteY3" fmla="*/ 39596 h 581708"/>
                      <a:gd name="connsiteX4" fmla="*/ 364629 w 364629"/>
                      <a:gd name="connsiteY4" fmla="*/ 59035 h 581708"/>
                      <a:gd name="connsiteX5" fmla="*/ 336250 w 364629"/>
                      <a:gd name="connsiteY5" fmla="*/ 55296 h 581708"/>
                      <a:gd name="connsiteX6" fmla="*/ 71562 w 364629"/>
                      <a:gd name="connsiteY6" fmla="*/ 401164 h 581708"/>
                      <a:gd name="connsiteX7" fmla="*/ 83462 w 364629"/>
                      <a:gd name="connsiteY7" fmla="*/ 504015 h 581708"/>
                      <a:gd name="connsiteX8" fmla="*/ 112045 w 364629"/>
                      <a:gd name="connsiteY8" fmla="*/ 581708 h 581708"/>
                      <a:gd name="connsiteX9" fmla="*/ 87743 w 364629"/>
                      <a:gd name="connsiteY9" fmla="*/ 572674 h 581708"/>
                      <a:gd name="connsiteX10" fmla="*/ 40065 w 364629"/>
                      <a:gd name="connsiteY10" fmla="*/ 562810 h 581708"/>
                      <a:gd name="connsiteX11" fmla="*/ 35068 w 364629"/>
                      <a:gd name="connsiteY11" fmla="*/ 552758 h 581708"/>
                      <a:gd name="connsiteX12" fmla="*/ 16061 w 364629"/>
                      <a:gd name="connsiteY12" fmla="*/ 495952 h 581708"/>
                      <a:gd name="connsiteX13" fmla="*/ 4135 w 364629"/>
                      <a:gd name="connsiteY13" fmla="*/ 434387 h 581708"/>
                      <a:gd name="connsiteX14" fmla="*/ 0 w 364629"/>
                      <a:gd name="connsiteY14" fmla="*/ 369058 h 581708"/>
                      <a:gd name="connsiteX15" fmla="*/ 5378 w 364629"/>
                      <a:gd name="connsiteY15" fmla="*/ 294680 h 581708"/>
                      <a:gd name="connsiteX16" fmla="*/ 10800 w 364629"/>
                      <a:gd name="connsiteY16" fmla="*/ 270321 h 581708"/>
                      <a:gd name="connsiteX17" fmla="*/ 20801 w 364629"/>
                      <a:gd name="connsiteY17" fmla="*/ 225403 h 581708"/>
                      <a:gd name="connsiteX18" fmla="*/ 45205 w 364629"/>
                      <a:gd name="connsiteY18" fmla="*/ 162714 h 581708"/>
                      <a:gd name="connsiteX19" fmla="*/ 77526 w 364629"/>
                      <a:gd name="connsiteY19" fmla="*/ 108095 h 581708"/>
                      <a:gd name="connsiteX20" fmla="*/ 116698 w 364629"/>
                      <a:gd name="connsiteY20" fmla="*/ 63030 h 581708"/>
                      <a:gd name="connsiteX21" fmla="*/ 264688 w 364629"/>
                      <a:gd name="connsiteY21" fmla="*/ 0 h 5817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364629" h="581708">
                        <a:moveTo>
                          <a:pt x="264688" y="0"/>
                        </a:moveTo>
                        <a:cubicBezTo>
                          <a:pt x="282960" y="0"/>
                          <a:pt x="300801" y="2583"/>
                          <a:pt x="318031" y="7498"/>
                        </a:cubicBezTo>
                        <a:lnTo>
                          <a:pt x="330290" y="12804"/>
                        </a:lnTo>
                        <a:lnTo>
                          <a:pt x="353275" y="39596"/>
                        </a:lnTo>
                        <a:lnTo>
                          <a:pt x="364629" y="59035"/>
                        </a:lnTo>
                        <a:lnTo>
                          <a:pt x="336250" y="55296"/>
                        </a:lnTo>
                        <a:cubicBezTo>
                          <a:pt x="190067" y="55296"/>
                          <a:pt x="71562" y="210147"/>
                          <a:pt x="71562" y="401164"/>
                        </a:cubicBezTo>
                        <a:cubicBezTo>
                          <a:pt x="71562" y="436980"/>
                          <a:pt x="75728" y="471524"/>
                          <a:pt x="83462" y="504015"/>
                        </a:cubicBezTo>
                        <a:lnTo>
                          <a:pt x="112045" y="581708"/>
                        </a:lnTo>
                        <a:lnTo>
                          <a:pt x="87743" y="572674"/>
                        </a:lnTo>
                        <a:lnTo>
                          <a:pt x="40065" y="562810"/>
                        </a:lnTo>
                        <a:lnTo>
                          <a:pt x="35068" y="552758"/>
                        </a:lnTo>
                        <a:cubicBezTo>
                          <a:pt x="27632" y="534726"/>
                          <a:pt x="21256" y="515735"/>
                          <a:pt x="16061" y="495952"/>
                        </a:cubicBezTo>
                        <a:lnTo>
                          <a:pt x="4135" y="434387"/>
                        </a:lnTo>
                        <a:lnTo>
                          <a:pt x="0" y="369058"/>
                        </a:lnTo>
                        <a:cubicBezTo>
                          <a:pt x="0" y="343580"/>
                          <a:pt x="1852" y="318705"/>
                          <a:pt x="5378" y="294680"/>
                        </a:cubicBezTo>
                        <a:lnTo>
                          <a:pt x="10800" y="270321"/>
                        </a:lnTo>
                        <a:lnTo>
                          <a:pt x="20801" y="225403"/>
                        </a:lnTo>
                        <a:cubicBezTo>
                          <a:pt x="27498" y="203327"/>
                          <a:pt x="35692" y="182347"/>
                          <a:pt x="45205" y="162714"/>
                        </a:cubicBezTo>
                        <a:lnTo>
                          <a:pt x="77526" y="108095"/>
                        </a:lnTo>
                        <a:lnTo>
                          <a:pt x="116698" y="63030"/>
                        </a:lnTo>
                        <a:cubicBezTo>
                          <a:pt x="158943" y="23236"/>
                          <a:pt x="209869" y="0"/>
                          <a:pt x="264688" y="0"/>
                        </a:cubicBezTo>
                        <a:close/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9854F640-DA85-5369-4CDE-79E3C6EB5A10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694851" y="4966743"/>
                    <a:ext cx="370768" cy="657686"/>
                  </a:xfrm>
                  <a:custGeom>
                    <a:avLst/>
                    <a:gdLst>
                      <a:gd name="connsiteX0" fmla="*/ 264688 w 370768"/>
                      <a:gd name="connsiteY0" fmla="*/ 0 h 657686"/>
                      <a:gd name="connsiteX1" fmla="*/ 293068 w 370768"/>
                      <a:gd name="connsiteY1" fmla="*/ 3739 h 657686"/>
                      <a:gd name="connsiteX2" fmla="*/ 318841 w 370768"/>
                      <a:gd name="connsiteY2" fmla="*/ 47869 h 657686"/>
                      <a:gd name="connsiteX3" fmla="*/ 370768 w 370768"/>
                      <a:gd name="connsiteY3" fmla="*/ 288022 h 657686"/>
                      <a:gd name="connsiteX4" fmla="*/ 236716 w 370768"/>
                      <a:gd name="connsiteY4" fmla="*/ 644193 h 657686"/>
                      <a:gd name="connsiteX5" fmla="*/ 219120 w 370768"/>
                      <a:gd name="connsiteY5" fmla="*/ 657686 h 657686"/>
                      <a:gd name="connsiteX6" fmla="*/ 209242 w 370768"/>
                      <a:gd name="connsiteY6" fmla="*/ 642936 h 657686"/>
                      <a:gd name="connsiteX7" fmla="*/ 72925 w 370768"/>
                      <a:gd name="connsiteY7" fmla="*/ 538472 h 657686"/>
                      <a:gd name="connsiteX8" fmla="*/ 40484 w 370768"/>
                      <a:gd name="connsiteY8" fmla="*/ 526412 h 657686"/>
                      <a:gd name="connsiteX9" fmla="*/ 11900 w 370768"/>
                      <a:gd name="connsiteY9" fmla="*/ 448720 h 657686"/>
                      <a:gd name="connsiteX10" fmla="*/ 0 w 370768"/>
                      <a:gd name="connsiteY10" fmla="*/ 345869 h 657686"/>
                      <a:gd name="connsiteX11" fmla="*/ 264688 w 370768"/>
                      <a:gd name="connsiteY11" fmla="*/ 0 h 6576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70768" h="657686">
                        <a:moveTo>
                          <a:pt x="264688" y="0"/>
                        </a:moveTo>
                        <a:lnTo>
                          <a:pt x="293068" y="3739"/>
                        </a:lnTo>
                        <a:lnTo>
                          <a:pt x="318841" y="47869"/>
                        </a:lnTo>
                        <a:cubicBezTo>
                          <a:pt x="351625" y="116423"/>
                          <a:pt x="370769" y="199064"/>
                          <a:pt x="370768" y="288022"/>
                        </a:cubicBezTo>
                        <a:cubicBezTo>
                          <a:pt x="370768" y="436285"/>
                          <a:pt x="317594" y="567004"/>
                          <a:pt x="236716" y="644193"/>
                        </a:cubicBezTo>
                        <a:lnTo>
                          <a:pt x="219120" y="657686"/>
                        </a:lnTo>
                        <a:lnTo>
                          <a:pt x="209242" y="642936"/>
                        </a:lnTo>
                        <a:cubicBezTo>
                          <a:pt x="175818" y="601169"/>
                          <a:pt x="129298" y="564373"/>
                          <a:pt x="72925" y="538472"/>
                        </a:cubicBezTo>
                        <a:lnTo>
                          <a:pt x="40484" y="526412"/>
                        </a:lnTo>
                        <a:lnTo>
                          <a:pt x="11900" y="448720"/>
                        </a:lnTo>
                        <a:cubicBezTo>
                          <a:pt x="4166" y="416229"/>
                          <a:pt x="0" y="381685"/>
                          <a:pt x="0" y="345869"/>
                        </a:cubicBezTo>
                        <a:cubicBezTo>
                          <a:pt x="0" y="154851"/>
                          <a:pt x="118505" y="1"/>
                          <a:pt x="264688" y="0"/>
                        </a:cubicBezTo>
                        <a:close/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617BDA10-D25D-8A9A-E013-8D980AB7562E}"/>
                    </a:ext>
                  </a:extLst>
                </p:cNvPr>
                <p:cNvSpPr/>
                <p:nvPr/>
              </p:nvSpPr>
              <p:spPr>
                <a:xfrm rot="2131195">
                  <a:off x="4093494" y="2881874"/>
                  <a:ext cx="211543" cy="293853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9925DAF1-27E5-B4FD-0733-7C074C35F465}"/>
                    </a:ext>
                  </a:extLst>
                </p:cNvPr>
                <p:cNvSpPr/>
                <p:nvPr/>
              </p:nvSpPr>
              <p:spPr>
                <a:xfrm rot="2131195">
                  <a:off x="4063573" y="3167092"/>
                  <a:ext cx="81651" cy="74259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C46F7EC-7BE5-92DD-CAB5-A505CF4A327B}"/>
                  </a:ext>
                </a:extLst>
              </p:cNvPr>
              <p:cNvSpPr/>
              <p:nvPr/>
            </p:nvSpPr>
            <p:spPr>
              <a:xfrm>
                <a:off x="3063875" y="3112763"/>
                <a:ext cx="441325" cy="233687"/>
              </a:xfrm>
              <a:custGeom>
                <a:avLst/>
                <a:gdLst>
                  <a:gd name="connsiteX0" fmla="*/ 0 w 441325"/>
                  <a:gd name="connsiteY0" fmla="*/ 21106 h 240181"/>
                  <a:gd name="connsiteX1" fmla="*/ 69850 w 441325"/>
                  <a:gd name="connsiteY1" fmla="*/ 2056 h 240181"/>
                  <a:gd name="connsiteX2" fmla="*/ 209550 w 441325"/>
                  <a:gd name="connsiteY2" fmla="*/ 27456 h 240181"/>
                  <a:gd name="connsiteX3" fmla="*/ 441325 w 441325"/>
                  <a:gd name="connsiteY3" fmla="*/ 240181 h 240181"/>
                  <a:gd name="connsiteX4" fmla="*/ 441325 w 441325"/>
                  <a:gd name="connsiteY4" fmla="*/ 240181 h 240181"/>
                  <a:gd name="connsiteX0" fmla="*/ 0 w 441325"/>
                  <a:gd name="connsiteY0" fmla="*/ 33008 h 252083"/>
                  <a:gd name="connsiteX1" fmla="*/ 69850 w 441325"/>
                  <a:gd name="connsiteY1" fmla="*/ 13958 h 252083"/>
                  <a:gd name="connsiteX2" fmla="*/ 441325 w 441325"/>
                  <a:gd name="connsiteY2" fmla="*/ 252083 h 252083"/>
                  <a:gd name="connsiteX3" fmla="*/ 441325 w 441325"/>
                  <a:gd name="connsiteY3" fmla="*/ 252083 h 252083"/>
                  <a:gd name="connsiteX0" fmla="*/ 0 w 441325"/>
                  <a:gd name="connsiteY0" fmla="*/ 0 h 219075"/>
                  <a:gd name="connsiteX1" fmla="*/ 441325 w 441325"/>
                  <a:gd name="connsiteY1" fmla="*/ 219075 h 219075"/>
                  <a:gd name="connsiteX2" fmla="*/ 441325 w 441325"/>
                  <a:gd name="connsiteY2" fmla="*/ 219075 h 219075"/>
                  <a:gd name="connsiteX0" fmla="*/ 0 w 441325"/>
                  <a:gd name="connsiteY0" fmla="*/ 0 h 219075"/>
                  <a:gd name="connsiteX1" fmla="*/ 441325 w 441325"/>
                  <a:gd name="connsiteY1" fmla="*/ 219075 h 219075"/>
                  <a:gd name="connsiteX2" fmla="*/ 441325 w 441325"/>
                  <a:gd name="connsiteY2" fmla="*/ 219075 h 219075"/>
                  <a:gd name="connsiteX0" fmla="*/ 0 w 441325"/>
                  <a:gd name="connsiteY0" fmla="*/ 14612 h 233687"/>
                  <a:gd name="connsiteX1" fmla="*/ 441325 w 441325"/>
                  <a:gd name="connsiteY1" fmla="*/ 233687 h 233687"/>
                  <a:gd name="connsiteX2" fmla="*/ 441325 w 441325"/>
                  <a:gd name="connsiteY2" fmla="*/ 233687 h 23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1325" h="233687">
                    <a:moveTo>
                      <a:pt x="0" y="14612"/>
                    </a:moveTo>
                    <a:cubicBezTo>
                      <a:pt x="89958" y="-26663"/>
                      <a:pt x="338667" y="11437"/>
                      <a:pt x="441325" y="233687"/>
                    </a:cubicBezTo>
                    <a:lnTo>
                      <a:pt x="441325" y="233687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1" name="Rectangle 169">
                <a:extLst>
                  <a:ext uri="{FF2B5EF4-FFF2-40B4-BE49-F238E27FC236}">
                    <a16:creationId xmlns:a16="http://schemas.microsoft.com/office/drawing/2014/main" id="{AE3B16FF-4A55-10B1-C27B-36B84D2C609B}"/>
                  </a:ext>
                </a:extLst>
              </p:cNvPr>
              <p:cNvSpPr/>
              <p:nvPr/>
            </p:nvSpPr>
            <p:spPr>
              <a:xfrm>
                <a:off x="1662291" y="2905956"/>
                <a:ext cx="907332" cy="763059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797539"/>
                  <a:gd name="connsiteY0" fmla="*/ 2 h 762633"/>
                  <a:gd name="connsiteX1" fmla="*/ 404637 w 797539"/>
                  <a:gd name="connsiteY1" fmla="*/ 51557 h 762633"/>
                  <a:gd name="connsiteX2" fmla="*/ 797539 w 797539"/>
                  <a:gd name="connsiteY2" fmla="*/ 47626 h 762633"/>
                  <a:gd name="connsiteX3" fmla="*/ 403240 w 797539"/>
                  <a:gd name="connsiteY3" fmla="*/ 762556 h 762633"/>
                  <a:gd name="connsiteX4" fmla="*/ 198452 w 797539"/>
                  <a:gd name="connsiteY4" fmla="*/ 2 h 762633"/>
                  <a:gd name="connsiteX0" fmla="*/ 198452 w 816555"/>
                  <a:gd name="connsiteY0" fmla="*/ 2 h 763030"/>
                  <a:gd name="connsiteX1" fmla="*/ 404637 w 816555"/>
                  <a:gd name="connsiteY1" fmla="*/ 51557 h 763030"/>
                  <a:gd name="connsiteX2" fmla="*/ 797539 w 816555"/>
                  <a:gd name="connsiteY2" fmla="*/ 47626 h 763030"/>
                  <a:gd name="connsiteX3" fmla="*/ 403240 w 816555"/>
                  <a:gd name="connsiteY3" fmla="*/ 762556 h 763030"/>
                  <a:gd name="connsiteX4" fmla="*/ 198452 w 816555"/>
                  <a:gd name="connsiteY4" fmla="*/ 2 h 763030"/>
                  <a:gd name="connsiteX0" fmla="*/ 198452 w 880613"/>
                  <a:gd name="connsiteY0" fmla="*/ 2 h 763039"/>
                  <a:gd name="connsiteX1" fmla="*/ 404637 w 880613"/>
                  <a:gd name="connsiteY1" fmla="*/ 51557 h 763039"/>
                  <a:gd name="connsiteX2" fmla="*/ 797539 w 880613"/>
                  <a:gd name="connsiteY2" fmla="*/ 47626 h 763039"/>
                  <a:gd name="connsiteX3" fmla="*/ 403240 w 880613"/>
                  <a:gd name="connsiteY3" fmla="*/ 762556 h 763039"/>
                  <a:gd name="connsiteX4" fmla="*/ 198452 w 880613"/>
                  <a:gd name="connsiteY4" fmla="*/ 2 h 763039"/>
                  <a:gd name="connsiteX0" fmla="*/ 198452 w 907332"/>
                  <a:gd name="connsiteY0" fmla="*/ 2 h 763059"/>
                  <a:gd name="connsiteX1" fmla="*/ 404637 w 907332"/>
                  <a:gd name="connsiteY1" fmla="*/ 51557 h 763059"/>
                  <a:gd name="connsiteX2" fmla="*/ 797539 w 907332"/>
                  <a:gd name="connsiteY2" fmla="*/ 47626 h 763059"/>
                  <a:gd name="connsiteX3" fmla="*/ 403240 w 907332"/>
                  <a:gd name="connsiteY3" fmla="*/ 762556 h 763059"/>
                  <a:gd name="connsiteX4" fmla="*/ 198452 w 907332"/>
                  <a:gd name="connsiteY4" fmla="*/ 2 h 763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7332" h="763059">
                    <a:moveTo>
                      <a:pt x="198452" y="2"/>
                    </a:moveTo>
                    <a:cubicBezTo>
                      <a:pt x="276705" y="-275"/>
                      <a:pt x="354959" y="23259"/>
                      <a:pt x="404637" y="51557"/>
                    </a:cubicBezTo>
                    <a:cubicBezTo>
                      <a:pt x="507029" y="69297"/>
                      <a:pt x="690385" y="-17739"/>
                      <a:pt x="797539" y="47626"/>
                    </a:cubicBezTo>
                    <a:cubicBezTo>
                      <a:pt x="1001854" y="202223"/>
                      <a:pt x="948279" y="782525"/>
                      <a:pt x="403240" y="762556"/>
                    </a:cubicBezTo>
                    <a:cubicBezTo>
                      <a:pt x="-160323" y="622671"/>
                      <a:pt x="-38085" y="11299"/>
                      <a:pt x="198452" y="2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264FF4A-23CD-EC53-88CC-F508AF5652E4}"/>
                  </a:ext>
                </a:extLst>
              </p:cNvPr>
              <p:cNvSpPr/>
              <p:nvPr/>
            </p:nvSpPr>
            <p:spPr>
              <a:xfrm>
                <a:off x="2131085" y="3083174"/>
                <a:ext cx="180633" cy="306864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257C832D-1879-2975-30EC-52504E2A7BEA}"/>
                  </a:ext>
                </a:extLst>
              </p:cNvPr>
              <p:cNvSpPr/>
              <p:nvPr/>
            </p:nvSpPr>
            <p:spPr>
              <a:xfrm>
                <a:off x="1753036" y="3066549"/>
                <a:ext cx="180633" cy="24407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4" name="Rectangle 169">
                <a:extLst>
                  <a:ext uri="{FF2B5EF4-FFF2-40B4-BE49-F238E27FC236}">
                    <a16:creationId xmlns:a16="http://schemas.microsoft.com/office/drawing/2014/main" id="{4E2BD00B-28F9-5D91-9959-C66E82C1AD7C}"/>
                  </a:ext>
                </a:extLst>
              </p:cNvPr>
              <p:cNvSpPr/>
              <p:nvPr/>
            </p:nvSpPr>
            <p:spPr>
              <a:xfrm rot="870722">
                <a:off x="2972905" y="3542443"/>
                <a:ext cx="1117833" cy="819442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833" h="819442">
                    <a:moveTo>
                      <a:pt x="26144" y="819442"/>
                    </a:moveTo>
                    <a:cubicBezTo>
                      <a:pt x="-67121" y="776348"/>
                      <a:pt x="110929" y="161673"/>
                      <a:pt x="218580" y="22918"/>
                    </a:cubicBezTo>
                    <a:cubicBezTo>
                      <a:pt x="320972" y="40658"/>
                      <a:pt x="843992" y="-39188"/>
                      <a:pt x="951146" y="26177"/>
                    </a:cubicBezTo>
                    <a:cubicBezTo>
                      <a:pt x="1078145" y="42238"/>
                      <a:pt x="1062271" y="201172"/>
                      <a:pt x="1117833" y="288670"/>
                    </a:cubicBezTo>
                    <a:cubicBezTo>
                      <a:pt x="1007038" y="777620"/>
                      <a:pt x="84552" y="806743"/>
                      <a:pt x="26144" y="819442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5" name="Rectangle 169">
                <a:extLst>
                  <a:ext uri="{FF2B5EF4-FFF2-40B4-BE49-F238E27FC236}">
                    <a16:creationId xmlns:a16="http://schemas.microsoft.com/office/drawing/2014/main" id="{3CFEC31C-5848-E26D-6E1A-51DBCC710C80}"/>
                  </a:ext>
                </a:extLst>
              </p:cNvPr>
              <p:cNvSpPr/>
              <p:nvPr/>
            </p:nvSpPr>
            <p:spPr>
              <a:xfrm rot="870722">
                <a:off x="3797526" y="1883433"/>
                <a:ext cx="639947" cy="442814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5122" h="788037">
                    <a:moveTo>
                      <a:pt x="30857" y="506777"/>
                    </a:moveTo>
                    <a:cubicBezTo>
                      <a:pt x="-62408" y="463683"/>
                      <a:pt x="75449" y="138754"/>
                      <a:pt x="183100" y="-1"/>
                    </a:cubicBezTo>
                    <a:cubicBezTo>
                      <a:pt x="285492" y="17739"/>
                      <a:pt x="791092" y="-15927"/>
                      <a:pt x="898246" y="49438"/>
                    </a:cubicBezTo>
                    <a:cubicBezTo>
                      <a:pt x="1025245" y="65499"/>
                      <a:pt x="1179560" y="505989"/>
                      <a:pt x="1235122" y="593487"/>
                    </a:cubicBezTo>
                    <a:cubicBezTo>
                      <a:pt x="1124327" y="1082437"/>
                      <a:pt x="89265" y="494078"/>
                      <a:pt x="30857" y="506777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6" name="Rectangle 96">
                <a:extLst>
                  <a:ext uri="{FF2B5EF4-FFF2-40B4-BE49-F238E27FC236}">
                    <a16:creationId xmlns:a16="http://schemas.microsoft.com/office/drawing/2014/main" id="{2492C21E-26B4-3BE2-8992-C46B6CF38B7D}"/>
                  </a:ext>
                </a:extLst>
              </p:cNvPr>
              <p:cNvSpPr/>
              <p:nvPr/>
            </p:nvSpPr>
            <p:spPr>
              <a:xfrm>
                <a:off x="1664107" y="1242161"/>
                <a:ext cx="1557962" cy="1208939"/>
              </a:xfrm>
              <a:custGeom>
                <a:avLst/>
                <a:gdLst>
                  <a:gd name="connsiteX0" fmla="*/ 0 w 599011"/>
                  <a:gd name="connsiteY0" fmla="*/ 0 h 290683"/>
                  <a:gd name="connsiteX1" fmla="*/ 599011 w 599011"/>
                  <a:gd name="connsiteY1" fmla="*/ 0 h 290683"/>
                  <a:gd name="connsiteX2" fmla="*/ 599011 w 599011"/>
                  <a:gd name="connsiteY2" fmla="*/ 290683 h 290683"/>
                  <a:gd name="connsiteX3" fmla="*/ 0 w 599011"/>
                  <a:gd name="connsiteY3" fmla="*/ 290683 h 290683"/>
                  <a:gd name="connsiteX4" fmla="*/ 0 w 599011"/>
                  <a:gd name="connsiteY4" fmla="*/ 0 h 290683"/>
                  <a:gd name="connsiteX0" fmla="*/ 0 w 1234011"/>
                  <a:gd name="connsiteY0" fmla="*/ 0 h 455783"/>
                  <a:gd name="connsiteX1" fmla="*/ 1234011 w 1234011"/>
                  <a:gd name="connsiteY1" fmla="*/ 165100 h 455783"/>
                  <a:gd name="connsiteX2" fmla="*/ 1234011 w 1234011"/>
                  <a:gd name="connsiteY2" fmla="*/ 455783 h 455783"/>
                  <a:gd name="connsiteX3" fmla="*/ 635000 w 1234011"/>
                  <a:gd name="connsiteY3" fmla="*/ 455783 h 455783"/>
                  <a:gd name="connsiteX4" fmla="*/ 0 w 1234011"/>
                  <a:gd name="connsiteY4" fmla="*/ 0 h 455783"/>
                  <a:gd name="connsiteX0" fmla="*/ 260858 w 1494869"/>
                  <a:gd name="connsiteY0" fmla="*/ 0 h 455783"/>
                  <a:gd name="connsiteX1" fmla="*/ 1494869 w 1494869"/>
                  <a:gd name="connsiteY1" fmla="*/ 165100 h 455783"/>
                  <a:gd name="connsiteX2" fmla="*/ 1494869 w 1494869"/>
                  <a:gd name="connsiteY2" fmla="*/ 455783 h 455783"/>
                  <a:gd name="connsiteX3" fmla="*/ 895858 w 1494869"/>
                  <a:gd name="connsiteY3" fmla="*/ 455783 h 455783"/>
                  <a:gd name="connsiteX4" fmla="*/ 0 w 1494869"/>
                  <a:gd name="connsiteY4" fmla="*/ 385877 h 455783"/>
                  <a:gd name="connsiteX5" fmla="*/ 260858 w 1494869"/>
                  <a:gd name="connsiteY5" fmla="*/ 0 h 455783"/>
                  <a:gd name="connsiteX0" fmla="*/ 305063 w 1539074"/>
                  <a:gd name="connsiteY0" fmla="*/ 0 h 716434"/>
                  <a:gd name="connsiteX1" fmla="*/ 1539074 w 1539074"/>
                  <a:gd name="connsiteY1" fmla="*/ 165100 h 716434"/>
                  <a:gd name="connsiteX2" fmla="*/ 1539074 w 1539074"/>
                  <a:gd name="connsiteY2" fmla="*/ 455783 h 716434"/>
                  <a:gd name="connsiteX3" fmla="*/ 940063 w 1539074"/>
                  <a:gd name="connsiteY3" fmla="*/ 455783 h 716434"/>
                  <a:gd name="connsiteX4" fmla="*/ 56905 w 1539074"/>
                  <a:gd name="connsiteY4" fmla="*/ 716077 h 716434"/>
                  <a:gd name="connsiteX5" fmla="*/ 44205 w 1539074"/>
                  <a:gd name="connsiteY5" fmla="*/ 385877 h 716434"/>
                  <a:gd name="connsiteX6" fmla="*/ 305063 w 1539074"/>
                  <a:gd name="connsiteY6" fmla="*/ 0 h 716434"/>
                  <a:gd name="connsiteX0" fmla="*/ 305063 w 1539074"/>
                  <a:gd name="connsiteY0" fmla="*/ 478712 h 1195146"/>
                  <a:gd name="connsiteX1" fmla="*/ 1539074 w 1539074"/>
                  <a:gd name="connsiteY1" fmla="*/ 643812 h 1195146"/>
                  <a:gd name="connsiteX2" fmla="*/ 1539074 w 1539074"/>
                  <a:gd name="connsiteY2" fmla="*/ 934495 h 1195146"/>
                  <a:gd name="connsiteX3" fmla="*/ 940063 w 1539074"/>
                  <a:gd name="connsiteY3" fmla="*/ 934495 h 1195146"/>
                  <a:gd name="connsiteX4" fmla="*/ 56905 w 1539074"/>
                  <a:gd name="connsiteY4" fmla="*/ 1194789 h 1195146"/>
                  <a:gd name="connsiteX5" fmla="*/ 44205 w 1539074"/>
                  <a:gd name="connsiteY5" fmla="*/ 864589 h 1195146"/>
                  <a:gd name="connsiteX6" fmla="*/ 305063 w 1539074"/>
                  <a:gd name="connsiteY6" fmla="*/ 478712 h 1195146"/>
                  <a:gd name="connsiteX0" fmla="*/ 305063 w 1539074"/>
                  <a:gd name="connsiteY0" fmla="*/ 497675 h 1214109"/>
                  <a:gd name="connsiteX1" fmla="*/ 1539074 w 1539074"/>
                  <a:gd name="connsiteY1" fmla="*/ 662775 h 1214109"/>
                  <a:gd name="connsiteX2" fmla="*/ 1539074 w 1539074"/>
                  <a:gd name="connsiteY2" fmla="*/ 953458 h 1214109"/>
                  <a:gd name="connsiteX3" fmla="*/ 940063 w 1539074"/>
                  <a:gd name="connsiteY3" fmla="*/ 953458 h 1214109"/>
                  <a:gd name="connsiteX4" fmla="*/ 56905 w 1539074"/>
                  <a:gd name="connsiteY4" fmla="*/ 1213752 h 1214109"/>
                  <a:gd name="connsiteX5" fmla="*/ 44205 w 1539074"/>
                  <a:gd name="connsiteY5" fmla="*/ 883552 h 1214109"/>
                  <a:gd name="connsiteX6" fmla="*/ 305063 w 1539074"/>
                  <a:gd name="connsiteY6" fmla="*/ 497675 h 1214109"/>
                  <a:gd name="connsiteX0" fmla="*/ 305063 w 1539074"/>
                  <a:gd name="connsiteY0" fmla="*/ 497675 h 1214109"/>
                  <a:gd name="connsiteX1" fmla="*/ 1539074 w 1539074"/>
                  <a:gd name="connsiteY1" fmla="*/ 662775 h 1214109"/>
                  <a:gd name="connsiteX2" fmla="*/ 1539074 w 1539074"/>
                  <a:gd name="connsiteY2" fmla="*/ 953458 h 1214109"/>
                  <a:gd name="connsiteX3" fmla="*/ 940063 w 1539074"/>
                  <a:gd name="connsiteY3" fmla="*/ 953458 h 1214109"/>
                  <a:gd name="connsiteX4" fmla="*/ 56905 w 1539074"/>
                  <a:gd name="connsiteY4" fmla="*/ 1213752 h 1214109"/>
                  <a:gd name="connsiteX5" fmla="*/ 44205 w 1539074"/>
                  <a:gd name="connsiteY5" fmla="*/ 883552 h 1214109"/>
                  <a:gd name="connsiteX6" fmla="*/ 305063 w 1539074"/>
                  <a:gd name="connsiteY6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56793 w 1557962"/>
                  <a:gd name="connsiteY6" fmla="*/ 2993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3863"/>
                  <a:gd name="connsiteX1" fmla="*/ 1557962 w 1557962"/>
                  <a:gd name="connsiteY1" fmla="*/ 662775 h 1213863"/>
                  <a:gd name="connsiteX2" fmla="*/ 1557962 w 1557962"/>
                  <a:gd name="connsiteY2" fmla="*/ 953458 h 1213863"/>
                  <a:gd name="connsiteX3" fmla="*/ 897991 w 1557962"/>
                  <a:gd name="connsiteY3" fmla="*/ 328618 h 1213863"/>
                  <a:gd name="connsiteX4" fmla="*/ 75793 w 1557962"/>
                  <a:gd name="connsiteY4" fmla="*/ 1213752 h 1213863"/>
                  <a:gd name="connsiteX5" fmla="*/ 63093 w 1557962"/>
                  <a:gd name="connsiteY5" fmla="*/ 883552 h 1213863"/>
                  <a:gd name="connsiteX6" fmla="*/ 469493 w 1557962"/>
                  <a:gd name="connsiteY6" fmla="*/ 248552 h 1213863"/>
                  <a:gd name="connsiteX7" fmla="*/ 323951 w 1557962"/>
                  <a:gd name="connsiteY7" fmla="*/ 497675 h 1213863"/>
                  <a:gd name="connsiteX0" fmla="*/ 323951 w 1557962"/>
                  <a:gd name="connsiteY0" fmla="*/ 497675 h 1214043"/>
                  <a:gd name="connsiteX1" fmla="*/ 1557962 w 1557962"/>
                  <a:gd name="connsiteY1" fmla="*/ 662775 h 1214043"/>
                  <a:gd name="connsiteX2" fmla="*/ 1557962 w 1557962"/>
                  <a:gd name="connsiteY2" fmla="*/ 953458 h 1214043"/>
                  <a:gd name="connsiteX3" fmla="*/ 897991 w 1557962"/>
                  <a:gd name="connsiteY3" fmla="*/ 328618 h 1214043"/>
                  <a:gd name="connsiteX4" fmla="*/ 75793 w 1557962"/>
                  <a:gd name="connsiteY4" fmla="*/ 1213752 h 1214043"/>
                  <a:gd name="connsiteX5" fmla="*/ 63093 w 1557962"/>
                  <a:gd name="connsiteY5" fmla="*/ 883552 h 1214043"/>
                  <a:gd name="connsiteX6" fmla="*/ 469493 w 1557962"/>
                  <a:gd name="connsiteY6" fmla="*/ 248552 h 1214043"/>
                  <a:gd name="connsiteX7" fmla="*/ 323951 w 1557962"/>
                  <a:gd name="connsiteY7" fmla="*/ 497675 h 1214043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469493 w 1557962"/>
                  <a:gd name="connsiteY6" fmla="*/ 248552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469493 w 1557962"/>
                  <a:gd name="connsiteY6" fmla="*/ 248552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0759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36168 w 1557962"/>
                  <a:gd name="connsiteY6" fmla="*/ 27712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4061 h 1210138"/>
                  <a:gd name="connsiteX1" fmla="*/ 1557962 w 1557962"/>
                  <a:gd name="connsiteY1" fmla="*/ 659161 h 1210138"/>
                  <a:gd name="connsiteX2" fmla="*/ 1557962 w 1557962"/>
                  <a:gd name="connsiteY2" fmla="*/ 949844 h 1210138"/>
                  <a:gd name="connsiteX3" fmla="*/ 897991 w 1557962"/>
                  <a:gd name="connsiteY3" fmla="*/ 325004 h 1210138"/>
                  <a:gd name="connsiteX4" fmla="*/ 75793 w 1557962"/>
                  <a:gd name="connsiteY4" fmla="*/ 1210138 h 1210138"/>
                  <a:gd name="connsiteX5" fmla="*/ 63093 w 1557962"/>
                  <a:gd name="connsiteY5" fmla="*/ 879938 h 1210138"/>
                  <a:gd name="connsiteX6" fmla="*/ 526643 w 1557962"/>
                  <a:gd name="connsiteY6" fmla="*/ 254463 h 1210138"/>
                  <a:gd name="connsiteX7" fmla="*/ 323951 w 1557962"/>
                  <a:gd name="connsiteY7" fmla="*/ 494061 h 1210138"/>
                  <a:gd name="connsiteX0" fmla="*/ 323951 w 1557962"/>
                  <a:gd name="connsiteY0" fmla="*/ 494061 h 1210138"/>
                  <a:gd name="connsiteX1" fmla="*/ 1557962 w 1557962"/>
                  <a:gd name="connsiteY1" fmla="*/ 659161 h 1210138"/>
                  <a:gd name="connsiteX2" fmla="*/ 1557962 w 1557962"/>
                  <a:gd name="connsiteY2" fmla="*/ 949844 h 1210138"/>
                  <a:gd name="connsiteX3" fmla="*/ 897991 w 1557962"/>
                  <a:gd name="connsiteY3" fmla="*/ 325004 h 1210138"/>
                  <a:gd name="connsiteX4" fmla="*/ 75793 w 1557962"/>
                  <a:gd name="connsiteY4" fmla="*/ 1210138 h 1210138"/>
                  <a:gd name="connsiteX5" fmla="*/ 63093 w 1557962"/>
                  <a:gd name="connsiteY5" fmla="*/ 879938 h 1210138"/>
                  <a:gd name="connsiteX6" fmla="*/ 526643 w 1557962"/>
                  <a:gd name="connsiteY6" fmla="*/ 254463 h 1210138"/>
                  <a:gd name="connsiteX7" fmla="*/ 323951 w 1557962"/>
                  <a:gd name="connsiteY7" fmla="*/ 494061 h 1210138"/>
                  <a:gd name="connsiteX0" fmla="*/ 323951 w 1557962"/>
                  <a:gd name="connsiteY0" fmla="*/ 492862 h 1208939"/>
                  <a:gd name="connsiteX1" fmla="*/ 1557962 w 1557962"/>
                  <a:gd name="connsiteY1" fmla="*/ 657962 h 1208939"/>
                  <a:gd name="connsiteX2" fmla="*/ 1557962 w 1557962"/>
                  <a:gd name="connsiteY2" fmla="*/ 948645 h 1208939"/>
                  <a:gd name="connsiteX3" fmla="*/ 897991 w 1557962"/>
                  <a:gd name="connsiteY3" fmla="*/ 323805 h 1208939"/>
                  <a:gd name="connsiteX4" fmla="*/ 75793 w 1557962"/>
                  <a:gd name="connsiteY4" fmla="*/ 1208939 h 1208939"/>
                  <a:gd name="connsiteX5" fmla="*/ 63093 w 1557962"/>
                  <a:gd name="connsiteY5" fmla="*/ 878739 h 1208939"/>
                  <a:gd name="connsiteX6" fmla="*/ 526643 w 1557962"/>
                  <a:gd name="connsiteY6" fmla="*/ 253264 h 1208939"/>
                  <a:gd name="connsiteX7" fmla="*/ 323951 w 1557962"/>
                  <a:gd name="connsiteY7" fmla="*/ 492862 h 1208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7962" h="1208939">
                    <a:moveTo>
                      <a:pt x="323951" y="492862"/>
                    </a:moveTo>
                    <a:cubicBezTo>
                      <a:pt x="490812" y="490745"/>
                      <a:pt x="727525" y="-717871"/>
                      <a:pt x="1557962" y="657962"/>
                    </a:cubicBezTo>
                    <a:lnTo>
                      <a:pt x="1557962" y="948645"/>
                    </a:lnTo>
                    <a:lnTo>
                      <a:pt x="897991" y="323805"/>
                    </a:lnTo>
                    <a:cubicBezTo>
                      <a:pt x="762300" y="1004304"/>
                      <a:pt x="232723" y="1129150"/>
                      <a:pt x="75793" y="1208939"/>
                    </a:cubicBezTo>
                    <a:cubicBezTo>
                      <a:pt x="-73517" y="1197288"/>
                      <a:pt x="39810" y="1014206"/>
                      <a:pt x="63093" y="878739"/>
                    </a:cubicBezTo>
                    <a:cubicBezTo>
                      <a:pt x="86376" y="743272"/>
                      <a:pt x="-27373" y="332817"/>
                      <a:pt x="526643" y="253264"/>
                    </a:cubicBezTo>
                    <a:cubicBezTo>
                      <a:pt x="570119" y="188951"/>
                      <a:pt x="393577" y="450177"/>
                      <a:pt x="323951" y="492862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7" name="Rectangle 169">
                <a:extLst>
                  <a:ext uri="{FF2B5EF4-FFF2-40B4-BE49-F238E27FC236}">
                    <a16:creationId xmlns:a16="http://schemas.microsoft.com/office/drawing/2014/main" id="{F3AF6CC5-C12F-5F7C-DD6A-8DC708BA9851}"/>
                  </a:ext>
                </a:extLst>
              </p:cNvPr>
              <p:cNvSpPr/>
              <p:nvPr/>
            </p:nvSpPr>
            <p:spPr>
              <a:xfrm rot="18633300">
                <a:off x="2860571" y="1621439"/>
                <a:ext cx="425542" cy="683195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  <a:gd name="connsiteX0" fmla="*/ 14553 w 1218818"/>
                  <a:gd name="connsiteY0" fmla="*/ 1101114 h 1382374"/>
                  <a:gd name="connsiteX1" fmla="*/ 410306 w 1218818"/>
                  <a:gd name="connsiteY1" fmla="*/ 0 h 1382374"/>
                  <a:gd name="connsiteX2" fmla="*/ 881942 w 1218818"/>
                  <a:gd name="connsiteY2" fmla="*/ 643775 h 1382374"/>
                  <a:gd name="connsiteX3" fmla="*/ 1218818 w 1218818"/>
                  <a:gd name="connsiteY3" fmla="*/ 1187824 h 1382374"/>
                  <a:gd name="connsiteX4" fmla="*/ 14553 w 1218818"/>
                  <a:gd name="connsiteY4" fmla="*/ 1101114 h 1382374"/>
                  <a:gd name="connsiteX0" fmla="*/ 15287 w 1219552"/>
                  <a:gd name="connsiteY0" fmla="*/ 1024759 h 1306019"/>
                  <a:gd name="connsiteX1" fmla="*/ 389233 w 1219552"/>
                  <a:gd name="connsiteY1" fmla="*/ -1 h 1306019"/>
                  <a:gd name="connsiteX2" fmla="*/ 882676 w 1219552"/>
                  <a:gd name="connsiteY2" fmla="*/ 567420 h 1306019"/>
                  <a:gd name="connsiteX3" fmla="*/ 1219552 w 1219552"/>
                  <a:gd name="connsiteY3" fmla="*/ 1111469 h 1306019"/>
                  <a:gd name="connsiteX4" fmla="*/ 15287 w 1219552"/>
                  <a:gd name="connsiteY4" fmla="*/ 1024759 h 130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552" h="1306019">
                    <a:moveTo>
                      <a:pt x="15287" y="1024759"/>
                    </a:moveTo>
                    <a:cubicBezTo>
                      <a:pt x="-77978" y="981665"/>
                      <a:pt x="281582" y="138754"/>
                      <a:pt x="389233" y="-1"/>
                    </a:cubicBezTo>
                    <a:cubicBezTo>
                      <a:pt x="491625" y="17739"/>
                      <a:pt x="775522" y="502055"/>
                      <a:pt x="882676" y="567420"/>
                    </a:cubicBezTo>
                    <a:cubicBezTo>
                      <a:pt x="1009675" y="583481"/>
                      <a:pt x="1163990" y="1023971"/>
                      <a:pt x="1219552" y="1111469"/>
                    </a:cubicBezTo>
                    <a:cubicBezTo>
                      <a:pt x="1108757" y="1600419"/>
                      <a:pt x="73695" y="1012060"/>
                      <a:pt x="15287" y="1024759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2C9F4D8-106E-33BD-77F4-0C43FAF2DEC9}"/>
              </a:ext>
            </a:extLst>
          </p:cNvPr>
          <p:cNvGrpSpPr/>
          <p:nvPr/>
        </p:nvGrpSpPr>
        <p:grpSpPr>
          <a:xfrm>
            <a:off x="3431695" y="459924"/>
            <a:ext cx="7995544" cy="6415921"/>
            <a:chOff x="2588125" y="818705"/>
            <a:chExt cx="6628218" cy="5318728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3C7E805-EA7D-D34D-69AB-7FD4F7B8B1A7}"/>
                </a:ext>
              </a:extLst>
            </p:cNvPr>
            <p:cNvGrpSpPr/>
            <p:nvPr/>
          </p:nvGrpSpPr>
          <p:grpSpPr>
            <a:xfrm>
              <a:off x="8231290" y="2543207"/>
              <a:ext cx="985053" cy="826676"/>
              <a:chOff x="7074950" y="1719429"/>
              <a:chExt cx="985053" cy="826676"/>
            </a:xfrm>
          </p:grpSpPr>
          <p:sp>
            <p:nvSpPr>
              <p:cNvPr id="157" name="Rectangle 195">
                <a:extLst>
                  <a:ext uri="{FF2B5EF4-FFF2-40B4-BE49-F238E27FC236}">
                    <a16:creationId xmlns:a16="http://schemas.microsoft.com/office/drawing/2014/main" id="{C3CBD0A0-83B3-67E7-2DF4-B759435E13ED}"/>
                  </a:ext>
                </a:extLst>
              </p:cNvPr>
              <p:cNvSpPr/>
              <p:nvPr/>
            </p:nvSpPr>
            <p:spPr>
              <a:xfrm>
                <a:off x="7074950" y="1719429"/>
                <a:ext cx="985053" cy="826676"/>
              </a:xfrm>
              <a:custGeom>
                <a:avLst/>
                <a:gdLst>
                  <a:gd name="connsiteX0" fmla="*/ 0 w 45719"/>
                  <a:gd name="connsiteY0" fmla="*/ 0 h 237233"/>
                  <a:gd name="connsiteX1" fmla="*/ 45719 w 45719"/>
                  <a:gd name="connsiteY1" fmla="*/ 0 h 237233"/>
                  <a:gd name="connsiteX2" fmla="*/ 45719 w 45719"/>
                  <a:gd name="connsiteY2" fmla="*/ 237233 h 237233"/>
                  <a:gd name="connsiteX3" fmla="*/ 0 w 45719"/>
                  <a:gd name="connsiteY3" fmla="*/ 237233 h 237233"/>
                  <a:gd name="connsiteX4" fmla="*/ 0 w 45719"/>
                  <a:gd name="connsiteY4" fmla="*/ 0 h 237233"/>
                  <a:gd name="connsiteX0" fmla="*/ 0 w 264794"/>
                  <a:gd name="connsiteY0" fmla="*/ 47625 h 284858"/>
                  <a:gd name="connsiteX1" fmla="*/ 264794 w 264794"/>
                  <a:gd name="connsiteY1" fmla="*/ 0 h 284858"/>
                  <a:gd name="connsiteX2" fmla="*/ 45719 w 264794"/>
                  <a:gd name="connsiteY2" fmla="*/ 284858 h 284858"/>
                  <a:gd name="connsiteX3" fmla="*/ 0 w 264794"/>
                  <a:gd name="connsiteY3" fmla="*/ 284858 h 284858"/>
                  <a:gd name="connsiteX4" fmla="*/ 0 w 264794"/>
                  <a:gd name="connsiteY4" fmla="*/ 47625 h 284858"/>
                  <a:gd name="connsiteX0" fmla="*/ 423862 w 688656"/>
                  <a:gd name="connsiteY0" fmla="*/ 47625 h 470596"/>
                  <a:gd name="connsiteX1" fmla="*/ 688656 w 688656"/>
                  <a:gd name="connsiteY1" fmla="*/ 0 h 470596"/>
                  <a:gd name="connsiteX2" fmla="*/ 469581 w 688656"/>
                  <a:gd name="connsiteY2" fmla="*/ 284858 h 470596"/>
                  <a:gd name="connsiteX3" fmla="*/ 0 w 688656"/>
                  <a:gd name="connsiteY3" fmla="*/ 470596 h 470596"/>
                  <a:gd name="connsiteX4" fmla="*/ 423862 w 688656"/>
                  <a:gd name="connsiteY4" fmla="*/ 47625 h 470596"/>
                  <a:gd name="connsiteX0" fmla="*/ 423862 w 688656"/>
                  <a:gd name="connsiteY0" fmla="*/ 47625 h 503933"/>
                  <a:gd name="connsiteX1" fmla="*/ 688656 w 688656"/>
                  <a:gd name="connsiteY1" fmla="*/ 0 h 503933"/>
                  <a:gd name="connsiteX2" fmla="*/ 155256 w 688656"/>
                  <a:gd name="connsiteY2" fmla="*/ 503933 h 503933"/>
                  <a:gd name="connsiteX3" fmla="*/ 0 w 688656"/>
                  <a:gd name="connsiteY3" fmla="*/ 470596 h 503933"/>
                  <a:gd name="connsiteX4" fmla="*/ 423862 w 688656"/>
                  <a:gd name="connsiteY4" fmla="*/ 47625 h 503933"/>
                  <a:gd name="connsiteX0" fmla="*/ 638175 w 902969"/>
                  <a:gd name="connsiteY0" fmla="*/ 47625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638175 w 902969"/>
                  <a:gd name="connsiteY4" fmla="*/ 47625 h 503933"/>
                  <a:gd name="connsiteX0" fmla="*/ 390525 w 902969"/>
                  <a:gd name="connsiteY0" fmla="*/ 347663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390525 w 902969"/>
                  <a:gd name="connsiteY4" fmla="*/ 347663 h 503933"/>
                  <a:gd name="connsiteX0" fmla="*/ 390525 w 902969"/>
                  <a:gd name="connsiteY0" fmla="*/ 347663 h 503933"/>
                  <a:gd name="connsiteX1" fmla="*/ 902969 w 902969"/>
                  <a:gd name="connsiteY1" fmla="*/ 0 h 503933"/>
                  <a:gd name="connsiteX2" fmla="*/ 369569 w 902969"/>
                  <a:gd name="connsiteY2" fmla="*/ 503933 h 503933"/>
                  <a:gd name="connsiteX3" fmla="*/ 0 w 902969"/>
                  <a:gd name="connsiteY3" fmla="*/ 103883 h 503933"/>
                  <a:gd name="connsiteX4" fmla="*/ 390525 w 902969"/>
                  <a:gd name="connsiteY4" fmla="*/ 347663 h 503933"/>
                  <a:gd name="connsiteX0" fmla="*/ 390525 w 902969"/>
                  <a:gd name="connsiteY0" fmla="*/ 347663 h 504141"/>
                  <a:gd name="connsiteX1" fmla="*/ 902969 w 902969"/>
                  <a:gd name="connsiteY1" fmla="*/ 0 h 504141"/>
                  <a:gd name="connsiteX2" fmla="*/ 369569 w 902969"/>
                  <a:gd name="connsiteY2" fmla="*/ 503933 h 504141"/>
                  <a:gd name="connsiteX3" fmla="*/ 0 w 902969"/>
                  <a:gd name="connsiteY3" fmla="*/ 103883 h 504141"/>
                  <a:gd name="connsiteX4" fmla="*/ 390525 w 902969"/>
                  <a:gd name="connsiteY4" fmla="*/ 347663 h 504141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366713 h 523132"/>
                  <a:gd name="connsiteX1" fmla="*/ 902969 w 902969"/>
                  <a:gd name="connsiteY1" fmla="*/ 0 h 523132"/>
                  <a:gd name="connsiteX2" fmla="*/ 369569 w 902969"/>
                  <a:gd name="connsiteY2" fmla="*/ 522983 h 523132"/>
                  <a:gd name="connsiteX3" fmla="*/ 0 w 902969"/>
                  <a:gd name="connsiteY3" fmla="*/ 122933 h 523132"/>
                  <a:gd name="connsiteX4" fmla="*/ 390525 w 902969"/>
                  <a:gd name="connsiteY4" fmla="*/ 366713 h 523132"/>
                  <a:gd name="connsiteX0" fmla="*/ 390525 w 902969"/>
                  <a:gd name="connsiteY0" fmla="*/ 483938 h 640357"/>
                  <a:gd name="connsiteX1" fmla="*/ 902969 w 902969"/>
                  <a:gd name="connsiteY1" fmla="*/ 117225 h 640357"/>
                  <a:gd name="connsiteX2" fmla="*/ 369569 w 902969"/>
                  <a:gd name="connsiteY2" fmla="*/ 640208 h 640357"/>
                  <a:gd name="connsiteX3" fmla="*/ 0 w 902969"/>
                  <a:gd name="connsiteY3" fmla="*/ 240158 h 640357"/>
                  <a:gd name="connsiteX4" fmla="*/ 314325 w 902969"/>
                  <a:gd name="connsiteY4" fmla="*/ 2361 h 640357"/>
                  <a:gd name="connsiteX5" fmla="*/ 390525 w 902969"/>
                  <a:gd name="connsiteY5" fmla="*/ 483938 h 640357"/>
                  <a:gd name="connsiteX0" fmla="*/ 390525 w 902969"/>
                  <a:gd name="connsiteY0" fmla="*/ 483938 h 640357"/>
                  <a:gd name="connsiteX1" fmla="*/ 902969 w 902969"/>
                  <a:gd name="connsiteY1" fmla="*/ 117225 h 640357"/>
                  <a:gd name="connsiteX2" fmla="*/ 369569 w 902969"/>
                  <a:gd name="connsiteY2" fmla="*/ 640208 h 640357"/>
                  <a:gd name="connsiteX3" fmla="*/ 0 w 902969"/>
                  <a:gd name="connsiteY3" fmla="*/ 240158 h 640357"/>
                  <a:gd name="connsiteX4" fmla="*/ 314325 w 902969"/>
                  <a:gd name="connsiteY4" fmla="*/ 2361 h 640357"/>
                  <a:gd name="connsiteX5" fmla="*/ 390525 w 902969"/>
                  <a:gd name="connsiteY5" fmla="*/ 483938 h 64035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90525 w 902969"/>
                  <a:gd name="connsiteY5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190500 w 902969"/>
                  <a:gd name="connsiteY5" fmla="*/ 337627 h 642247"/>
                  <a:gd name="connsiteX6" fmla="*/ 390525 w 902969"/>
                  <a:gd name="connsiteY6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66713 w 902969"/>
                  <a:gd name="connsiteY5" fmla="*/ 309052 h 642247"/>
                  <a:gd name="connsiteX6" fmla="*/ 190500 w 902969"/>
                  <a:gd name="connsiteY6" fmla="*/ 337627 h 642247"/>
                  <a:gd name="connsiteX7" fmla="*/ 390525 w 902969"/>
                  <a:gd name="connsiteY7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366713 w 902969"/>
                  <a:gd name="connsiteY5" fmla="*/ 309052 h 642247"/>
                  <a:gd name="connsiteX6" fmla="*/ 190500 w 902969"/>
                  <a:gd name="connsiteY6" fmla="*/ 337627 h 642247"/>
                  <a:gd name="connsiteX7" fmla="*/ 390525 w 902969"/>
                  <a:gd name="connsiteY7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523875 w 902969"/>
                  <a:gd name="connsiteY5" fmla="*/ 580514 h 642247"/>
                  <a:gd name="connsiteX6" fmla="*/ 366713 w 902969"/>
                  <a:gd name="connsiteY6" fmla="*/ 309052 h 642247"/>
                  <a:gd name="connsiteX7" fmla="*/ 190500 w 902969"/>
                  <a:gd name="connsiteY7" fmla="*/ 337627 h 642247"/>
                  <a:gd name="connsiteX8" fmla="*/ 390525 w 902969"/>
                  <a:gd name="connsiteY8" fmla="*/ 485828 h 642247"/>
                  <a:gd name="connsiteX0" fmla="*/ 390525 w 902969"/>
                  <a:gd name="connsiteY0" fmla="*/ 485828 h 642247"/>
                  <a:gd name="connsiteX1" fmla="*/ 902969 w 902969"/>
                  <a:gd name="connsiteY1" fmla="*/ 119115 h 642247"/>
                  <a:gd name="connsiteX2" fmla="*/ 369569 w 902969"/>
                  <a:gd name="connsiteY2" fmla="*/ 642098 h 642247"/>
                  <a:gd name="connsiteX3" fmla="*/ 0 w 902969"/>
                  <a:gd name="connsiteY3" fmla="*/ 242048 h 642247"/>
                  <a:gd name="connsiteX4" fmla="*/ 314325 w 902969"/>
                  <a:gd name="connsiteY4" fmla="*/ 4251 h 642247"/>
                  <a:gd name="connsiteX5" fmla="*/ 523875 w 902969"/>
                  <a:gd name="connsiteY5" fmla="*/ 580514 h 642247"/>
                  <a:gd name="connsiteX6" fmla="*/ 366713 w 902969"/>
                  <a:gd name="connsiteY6" fmla="*/ 309052 h 642247"/>
                  <a:gd name="connsiteX7" fmla="*/ 190500 w 902969"/>
                  <a:gd name="connsiteY7" fmla="*/ 337627 h 642247"/>
                  <a:gd name="connsiteX8" fmla="*/ 390525 w 902969"/>
                  <a:gd name="connsiteY8" fmla="*/ 485828 h 642247"/>
                  <a:gd name="connsiteX0" fmla="*/ 472450 w 984894"/>
                  <a:gd name="connsiteY0" fmla="*/ 485828 h 797104"/>
                  <a:gd name="connsiteX1" fmla="*/ 984894 w 984894"/>
                  <a:gd name="connsiteY1" fmla="*/ 119115 h 797104"/>
                  <a:gd name="connsiteX2" fmla="*/ 451494 w 984894"/>
                  <a:gd name="connsiteY2" fmla="*/ 642098 h 797104"/>
                  <a:gd name="connsiteX3" fmla="*/ 81925 w 984894"/>
                  <a:gd name="connsiteY3" fmla="*/ 242048 h 797104"/>
                  <a:gd name="connsiteX4" fmla="*/ 396250 w 984894"/>
                  <a:gd name="connsiteY4" fmla="*/ 4251 h 797104"/>
                  <a:gd name="connsiteX5" fmla="*/ 605800 w 984894"/>
                  <a:gd name="connsiteY5" fmla="*/ 580514 h 797104"/>
                  <a:gd name="connsiteX6" fmla="*/ 963 w 984894"/>
                  <a:gd name="connsiteY6" fmla="*/ 790064 h 797104"/>
                  <a:gd name="connsiteX7" fmla="*/ 448638 w 984894"/>
                  <a:gd name="connsiteY7" fmla="*/ 309052 h 797104"/>
                  <a:gd name="connsiteX8" fmla="*/ 272425 w 984894"/>
                  <a:gd name="connsiteY8" fmla="*/ 337627 h 797104"/>
                  <a:gd name="connsiteX9" fmla="*/ 472450 w 984894"/>
                  <a:gd name="connsiteY9" fmla="*/ 485828 h 797104"/>
                  <a:gd name="connsiteX0" fmla="*/ 472609 w 985053"/>
                  <a:gd name="connsiteY0" fmla="*/ 485828 h 797104"/>
                  <a:gd name="connsiteX1" fmla="*/ 985053 w 985053"/>
                  <a:gd name="connsiteY1" fmla="*/ 119115 h 797104"/>
                  <a:gd name="connsiteX2" fmla="*/ 451653 w 985053"/>
                  <a:gd name="connsiteY2" fmla="*/ 642098 h 797104"/>
                  <a:gd name="connsiteX3" fmla="*/ 82084 w 985053"/>
                  <a:gd name="connsiteY3" fmla="*/ 242048 h 797104"/>
                  <a:gd name="connsiteX4" fmla="*/ 396409 w 985053"/>
                  <a:gd name="connsiteY4" fmla="*/ 4251 h 797104"/>
                  <a:gd name="connsiteX5" fmla="*/ 605959 w 985053"/>
                  <a:gd name="connsiteY5" fmla="*/ 580514 h 797104"/>
                  <a:gd name="connsiteX6" fmla="*/ 1122 w 985053"/>
                  <a:gd name="connsiteY6" fmla="*/ 790064 h 797104"/>
                  <a:gd name="connsiteX7" fmla="*/ 448797 w 985053"/>
                  <a:gd name="connsiteY7" fmla="*/ 309052 h 797104"/>
                  <a:gd name="connsiteX8" fmla="*/ 272584 w 985053"/>
                  <a:gd name="connsiteY8" fmla="*/ 337627 h 797104"/>
                  <a:gd name="connsiteX9" fmla="*/ 472609 w 985053"/>
                  <a:gd name="connsiteY9" fmla="*/ 485828 h 797104"/>
                  <a:gd name="connsiteX0" fmla="*/ 472609 w 985053"/>
                  <a:gd name="connsiteY0" fmla="*/ 485828 h 851003"/>
                  <a:gd name="connsiteX1" fmla="*/ 985053 w 985053"/>
                  <a:gd name="connsiteY1" fmla="*/ 119115 h 851003"/>
                  <a:gd name="connsiteX2" fmla="*/ 451653 w 985053"/>
                  <a:gd name="connsiteY2" fmla="*/ 642098 h 851003"/>
                  <a:gd name="connsiteX3" fmla="*/ 82084 w 985053"/>
                  <a:gd name="connsiteY3" fmla="*/ 242048 h 851003"/>
                  <a:gd name="connsiteX4" fmla="*/ 396409 w 985053"/>
                  <a:gd name="connsiteY4" fmla="*/ 4251 h 851003"/>
                  <a:gd name="connsiteX5" fmla="*/ 605959 w 985053"/>
                  <a:gd name="connsiteY5" fmla="*/ 580514 h 851003"/>
                  <a:gd name="connsiteX6" fmla="*/ 1122 w 985053"/>
                  <a:gd name="connsiteY6" fmla="*/ 790064 h 851003"/>
                  <a:gd name="connsiteX7" fmla="*/ 448797 w 985053"/>
                  <a:gd name="connsiteY7" fmla="*/ 309052 h 851003"/>
                  <a:gd name="connsiteX8" fmla="*/ 272584 w 985053"/>
                  <a:gd name="connsiteY8" fmla="*/ 337627 h 851003"/>
                  <a:gd name="connsiteX9" fmla="*/ 472609 w 985053"/>
                  <a:gd name="connsiteY9" fmla="*/ 485828 h 851003"/>
                  <a:gd name="connsiteX0" fmla="*/ 472609 w 985053"/>
                  <a:gd name="connsiteY0" fmla="*/ 462649 h 827824"/>
                  <a:gd name="connsiteX1" fmla="*/ 985053 w 985053"/>
                  <a:gd name="connsiteY1" fmla="*/ 95936 h 827824"/>
                  <a:gd name="connsiteX2" fmla="*/ 451653 w 985053"/>
                  <a:gd name="connsiteY2" fmla="*/ 618919 h 827824"/>
                  <a:gd name="connsiteX3" fmla="*/ 82084 w 985053"/>
                  <a:gd name="connsiteY3" fmla="*/ 218869 h 827824"/>
                  <a:gd name="connsiteX4" fmla="*/ 405934 w 985053"/>
                  <a:gd name="connsiteY4" fmla="*/ 4885 h 827824"/>
                  <a:gd name="connsiteX5" fmla="*/ 605959 w 985053"/>
                  <a:gd name="connsiteY5" fmla="*/ 557335 h 827824"/>
                  <a:gd name="connsiteX6" fmla="*/ 1122 w 985053"/>
                  <a:gd name="connsiteY6" fmla="*/ 766885 h 827824"/>
                  <a:gd name="connsiteX7" fmla="*/ 448797 w 985053"/>
                  <a:gd name="connsiteY7" fmla="*/ 285873 h 827824"/>
                  <a:gd name="connsiteX8" fmla="*/ 272584 w 985053"/>
                  <a:gd name="connsiteY8" fmla="*/ 314448 h 827824"/>
                  <a:gd name="connsiteX9" fmla="*/ 472609 w 985053"/>
                  <a:gd name="connsiteY9" fmla="*/ 462649 h 827824"/>
                  <a:gd name="connsiteX0" fmla="*/ 472609 w 985053"/>
                  <a:gd name="connsiteY0" fmla="*/ 461501 h 826676"/>
                  <a:gd name="connsiteX1" fmla="*/ 985053 w 985053"/>
                  <a:gd name="connsiteY1" fmla="*/ 94788 h 826676"/>
                  <a:gd name="connsiteX2" fmla="*/ 451653 w 985053"/>
                  <a:gd name="connsiteY2" fmla="*/ 617771 h 826676"/>
                  <a:gd name="connsiteX3" fmla="*/ 82084 w 985053"/>
                  <a:gd name="connsiteY3" fmla="*/ 217721 h 826676"/>
                  <a:gd name="connsiteX4" fmla="*/ 405934 w 985053"/>
                  <a:gd name="connsiteY4" fmla="*/ 3737 h 826676"/>
                  <a:gd name="connsiteX5" fmla="*/ 605959 w 985053"/>
                  <a:gd name="connsiteY5" fmla="*/ 556187 h 826676"/>
                  <a:gd name="connsiteX6" fmla="*/ 1122 w 985053"/>
                  <a:gd name="connsiteY6" fmla="*/ 765737 h 826676"/>
                  <a:gd name="connsiteX7" fmla="*/ 448797 w 985053"/>
                  <a:gd name="connsiteY7" fmla="*/ 284725 h 826676"/>
                  <a:gd name="connsiteX8" fmla="*/ 272584 w 985053"/>
                  <a:gd name="connsiteY8" fmla="*/ 313300 h 826676"/>
                  <a:gd name="connsiteX9" fmla="*/ 472609 w 985053"/>
                  <a:gd name="connsiteY9" fmla="*/ 461501 h 826676"/>
                  <a:gd name="connsiteX0" fmla="*/ 472609 w 985053"/>
                  <a:gd name="connsiteY0" fmla="*/ 461501 h 826676"/>
                  <a:gd name="connsiteX1" fmla="*/ 985053 w 985053"/>
                  <a:gd name="connsiteY1" fmla="*/ 94788 h 826676"/>
                  <a:gd name="connsiteX2" fmla="*/ 451653 w 985053"/>
                  <a:gd name="connsiteY2" fmla="*/ 617771 h 826676"/>
                  <a:gd name="connsiteX3" fmla="*/ 82084 w 985053"/>
                  <a:gd name="connsiteY3" fmla="*/ 217721 h 826676"/>
                  <a:gd name="connsiteX4" fmla="*/ 405934 w 985053"/>
                  <a:gd name="connsiteY4" fmla="*/ 3737 h 826676"/>
                  <a:gd name="connsiteX5" fmla="*/ 605959 w 985053"/>
                  <a:gd name="connsiteY5" fmla="*/ 556187 h 826676"/>
                  <a:gd name="connsiteX6" fmla="*/ 1122 w 985053"/>
                  <a:gd name="connsiteY6" fmla="*/ 765737 h 826676"/>
                  <a:gd name="connsiteX7" fmla="*/ 448797 w 985053"/>
                  <a:gd name="connsiteY7" fmla="*/ 284725 h 826676"/>
                  <a:gd name="connsiteX8" fmla="*/ 272584 w 985053"/>
                  <a:gd name="connsiteY8" fmla="*/ 313300 h 826676"/>
                  <a:gd name="connsiteX9" fmla="*/ 472609 w 985053"/>
                  <a:gd name="connsiteY9" fmla="*/ 461501 h 826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5053" h="826676">
                    <a:moveTo>
                      <a:pt x="472609" y="461501"/>
                    </a:moveTo>
                    <a:cubicBezTo>
                      <a:pt x="757724" y="405938"/>
                      <a:pt x="785663" y="359901"/>
                      <a:pt x="985053" y="94788"/>
                    </a:cubicBezTo>
                    <a:cubicBezTo>
                      <a:pt x="835828" y="567566"/>
                      <a:pt x="553253" y="621243"/>
                      <a:pt x="451653" y="617771"/>
                    </a:cubicBezTo>
                    <a:cubicBezTo>
                      <a:pt x="109388" y="622534"/>
                      <a:pt x="100499" y="412984"/>
                      <a:pt x="82084" y="217721"/>
                    </a:cubicBezTo>
                    <a:cubicBezTo>
                      <a:pt x="131297" y="101943"/>
                      <a:pt x="313858" y="-23360"/>
                      <a:pt x="405934" y="3737"/>
                    </a:cubicBezTo>
                    <a:cubicBezTo>
                      <a:pt x="500390" y="-10495"/>
                      <a:pt x="716291" y="229162"/>
                      <a:pt x="605959" y="556187"/>
                    </a:cubicBezTo>
                    <a:cubicBezTo>
                      <a:pt x="351959" y="949887"/>
                      <a:pt x="27316" y="810981"/>
                      <a:pt x="1122" y="765737"/>
                    </a:cubicBezTo>
                    <a:cubicBezTo>
                      <a:pt x="-25072" y="720493"/>
                      <a:pt x="415459" y="622862"/>
                      <a:pt x="448797" y="284725"/>
                    </a:cubicBezTo>
                    <a:cubicBezTo>
                      <a:pt x="423397" y="-83575"/>
                      <a:pt x="251153" y="258437"/>
                      <a:pt x="272584" y="313300"/>
                    </a:cubicBezTo>
                    <a:cubicBezTo>
                      <a:pt x="286872" y="500812"/>
                      <a:pt x="391647" y="469251"/>
                      <a:pt x="472609" y="461501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8" name="Rectangle 197">
                <a:extLst>
                  <a:ext uri="{FF2B5EF4-FFF2-40B4-BE49-F238E27FC236}">
                    <a16:creationId xmlns:a16="http://schemas.microsoft.com/office/drawing/2014/main" id="{7414CD30-5E9F-EAF5-972A-25C5DDEE9ACD}"/>
                  </a:ext>
                </a:extLst>
              </p:cNvPr>
              <p:cNvSpPr/>
              <p:nvPr/>
            </p:nvSpPr>
            <p:spPr>
              <a:xfrm>
                <a:off x="7276799" y="1966617"/>
                <a:ext cx="425193" cy="453925"/>
              </a:xfrm>
              <a:custGeom>
                <a:avLst/>
                <a:gdLst>
                  <a:gd name="connsiteX0" fmla="*/ 0 w 88264"/>
                  <a:gd name="connsiteY0" fmla="*/ 0 h 238778"/>
                  <a:gd name="connsiteX1" fmla="*/ 88264 w 88264"/>
                  <a:gd name="connsiteY1" fmla="*/ 0 h 238778"/>
                  <a:gd name="connsiteX2" fmla="*/ 88264 w 88264"/>
                  <a:gd name="connsiteY2" fmla="*/ 238778 h 238778"/>
                  <a:gd name="connsiteX3" fmla="*/ 0 w 88264"/>
                  <a:gd name="connsiteY3" fmla="*/ 238778 h 238778"/>
                  <a:gd name="connsiteX4" fmla="*/ 0 w 88264"/>
                  <a:gd name="connsiteY4" fmla="*/ 0 h 238778"/>
                  <a:gd name="connsiteX0" fmla="*/ 0 w 193039"/>
                  <a:gd name="connsiteY0" fmla="*/ 200025 h 438803"/>
                  <a:gd name="connsiteX1" fmla="*/ 193039 w 193039"/>
                  <a:gd name="connsiteY1" fmla="*/ 0 h 438803"/>
                  <a:gd name="connsiteX2" fmla="*/ 88264 w 193039"/>
                  <a:gd name="connsiteY2" fmla="*/ 438803 h 438803"/>
                  <a:gd name="connsiteX3" fmla="*/ 0 w 193039"/>
                  <a:gd name="connsiteY3" fmla="*/ 438803 h 438803"/>
                  <a:gd name="connsiteX4" fmla="*/ 0 w 193039"/>
                  <a:gd name="connsiteY4" fmla="*/ 200025 h 438803"/>
                  <a:gd name="connsiteX0" fmla="*/ 0 w 193039"/>
                  <a:gd name="connsiteY0" fmla="*/ 438803 h 438803"/>
                  <a:gd name="connsiteX1" fmla="*/ 193039 w 193039"/>
                  <a:gd name="connsiteY1" fmla="*/ 0 h 438803"/>
                  <a:gd name="connsiteX2" fmla="*/ 88264 w 193039"/>
                  <a:gd name="connsiteY2" fmla="*/ 438803 h 438803"/>
                  <a:gd name="connsiteX3" fmla="*/ 0 w 193039"/>
                  <a:gd name="connsiteY3" fmla="*/ 438803 h 438803"/>
                  <a:gd name="connsiteX0" fmla="*/ 0 w 297814"/>
                  <a:gd name="connsiteY0" fmla="*/ 457853 h 457853"/>
                  <a:gd name="connsiteX1" fmla="*/ 297814 w 297814"/>
                  <a:gd name="connsiteY1" fmla="*/ 0 h 457853"/>
                  <a:gd name="connsiteX2" fmla="*/ 193039 w 297814"/>
                  <a:gd name="connsiteY2" fmla="*/ 438803 h 457853"/>
                  <a:gd name="connsiteX3" fmla="*/ 0 w 297814"/>
                  <a:gd name="connsiteY3" fmla="*/ 457853 h 457853"/>
                  <a:gd name="connsiteX0" fmla="*/ 0 w 297814"/>
                  <a:gd name="connsiteY0" fmla="*/ 457853 h 457853"/>
                  <a:gd name="connsiteX1" fmla="*/ 297814 w 297814"/>
                  <a:gd name="connsiteY1" fmla="*/ 0 h 457853"/>
                  <a:gd name="connsiteX2" fmla="*/ 193039 w 297814"/>
                  <a:gd name="connsiteY2" fmla="*/ 438803 h 457853"/>
                  <a:gd name="connsiteX3" fmla="*/ 0 w 297814"/>
                  <a:gd name="connsiteY3" fmla="*/ 457853 h 457853"/>
                  <a:gd name="connsiteX0" fmla="*/ 0 w 345439"/>
                  <a:gd name="connsiteY0" fmla="*/ 429278 h 438803"/>
                  <a:gd name="connsiteX1" fmla="*/ 345439 w 345439"/>
                  <a:gd name="connsiteY1" fmla="*/ 0 h 438803"/>
                  <a:gd name="connsiteX2" fmla="*/ 240664 w 345439"/>
                  <a:gd name="connsiteY2" fmla="*/ 438803 h 438803"/>
                  <a:gd name="connsiteX3" fmla="*/ 0 w 345439"/>
                  <a:gd name="connsiteY3" fmla="*/ 429278 h 438803"/>
                  <a:gd name="connsiteX0" fmla="*/ 0 w 345439"/>
                  <a:gd name="connsiteY0" fmla="*/ 429278 h 438803"/>
                  <a:gd name="connsiteX1" fmla="*/ 345439 w 345439"/>
                  <a:gd name="connsiteY1" fmla="*/ 0 h 438803"/>
                  <a:gd name="connsiteX2" fmla="*/ 240664 w 345439"/>
                  <a:gd name="connsiteY2" fmla="*/ 438803 h 438803"/>
                  <a:gd name="connsiteX3" fmla="*/ 0 w 345439"/>
                  <a:gd name="connsiteY3" fmla="*/ 429278 h 438803"/>
                  <a:gd name="connsiteX0" fmla="*/ 0 w 345439"/>
                  <a:gd name="connsiteY0" fmla="*/ 429278 h 429278"/>
                  <a:gd name="connsiteX1" fmla="*/ 345439 w 345439"/>
                  <a:gd name="connsiteY1" fmla="*/ 0 h 429278"/>
                  <a:gd name="connsiteX2" fmla="*/ 0 w 345439"/>
                  <a:gd name="connsiteY2" fmla="*/ 429278 h 429278"/>
                  <a:gd name="connsiteX0" fmla="*/ 0 w 419820"/>
                  <a:gd name="connsiteY0" fmla="*/ 429278 h 429278"/>
                  <a:gd name="connsiteX1" fmla="*/ 345439 w 419820"/>
                  <a:gd name="connsiteY1" fmla="*/ 0 h 429278"/>
                  <a:gd name="connsiteX2" fmla="*/ 0 w 419820"/>
                  <a:gd name="connsiteY2" fmla="*/ 429278 h 429278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18279"/>
                  <a:gd name="connsiteY0" fmla="*/ 429278 h 462806"/>
                  <a:gd name="connsiteX1" fmla="*/ 345439 w 418279"/>
                  <a:gd name="connsiteY1" fmla="*/ 0 h 462806"/>
                  <a:gd name="connsiteX2" fmla="*/ 0 w 418279"/>
                  <a:gd name="connsiteY2" fmla="*/ 429278 h 462806"/>
                  <a:gd name="connsiteX0" fmla="*/ 0 w 401494"/>
                  <a:gd name="connsiteY0" fmla="*/ 410228 h 445688"/>
                  <a:gd name="connsiteX1" fmla="*/ 326389 w 401494"/>
                  <a:gd name="connsiteY1" fmla="*/ 0 h 445688"/>
                  <a:gd name="connsiteX2" fmla="*/ 0 w 401494"/>
                  <a:gd name="connsiteY2" fmla="*/ 410228 h 445688"/>
                  <a:gd name="connsiteX0" fmla="*/ 0 w 411968"/>
                  <a:gd name="connsiteY0" fmla="*/ 403084 h 439320"/>
                  <a:gd name="connsiteX1" fmla="*/ 338295 w 411968"/>
                  <a:gd name="connsiteY1" fmla="*/ 0 h 439320"/>
                  <a:gd name="connsiteX2" fmla="*/ 0 w 411968"/>
                  <a:gd name="connsiteY2" fmla="*/ 403084 h 439320"/>
                  <a:gd name="connsiteX0" fmla="*/ 0 w 416579"/>
                  <a:gd name="connsiteY0" fmla="*/ 403084 h 442122"/>
                  <a:gd name="connsiteX1" fmla="*/ 338295 w 416579"/>
                  <a:gd name="connsiteY1" fmla="*/ 0 h 442122"/>
                  <a:gd name="connsiteX2" fmla="*/ 0 w 416579"/>
                  <a:gd name="connsiteY2" fmla="*/ 403084 h 442122"/>
                  <a:gd name="connsiteX0" fmla="*/ 0 w 420466"/>
                  <a:gd name="connsiteY0" fmla="*/ 403084 h 437176"/>
                  <a:gd name="connsiteX1" fmla="*/ 338295 w 420466"/>
                  <a:gd name="connsiteY1" fmla="*/ 0 h 437176"/>
                  <a:gd name="connsiteX2" fmla="*/ 0 w 420466"/>
                  <a:gd name="connsiteY2" fmla="*/ 403084 h 437176"/>
                  <a:gd name="connsiteX0" fmla="*/ 0 w 423393"/>
                  <a:gd name="connsiteY0" fmla="*/ 403084 h 436005"/>
                  <a:gd name="connsiteX1" fmla="*/ 338295 w 423393"/>
                  <a:gd name="connsiteY1" fmla="*/ 0 h 436005"/>
                  <a:gd name="connsiteX2" fmla="*/ 0 w 423393"/>
                  <a:gd name="connsiteY2" fmla="*/ 403084 h 436005"/>
                  <a:gd name="connsiteX0" fmla="*/ 0 w 425193"/>
                  <a:gd name="connsiteY0" fmla="*/ 403084 h 453925"/>
                  <a:gd name="connsiteX1" fmla="*/ 338295 w 425193"/>
                  <a:gd name="connsiteY1" fmla="*/ 0 h 453925"/>
                  <a:gd name="connsiteX2" fmla="*/ 0 w 425193"/>
                  <a:gd name="connsiteY2" fmla="*/ 403084 h 45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5193" h="453925">
                    <a:moveTo>
                      <a:pt x="0" y="403084"/>
                    </a:moveTo>
                    <a:cubicBezTo>
                      <a:pt x="211190" y="576696"/>
                      <a:pt x="598593" y="271681"/>
                      <a:pt x="338295" y="0"/>
                    </a:cubicBezTo>
                    <a:cubicBezTo>
                      <a:pt x="242199" y="152618"/>
                      <a:pt x="153247" y="302854"/>
                      <a:pt x="0" y="403084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4D0D5401-21BD-CE2E-CFDB-9980139D4477}"/>
                </a:ext>
              </a:extLst>
            </p:cNvPr>
            <p:cNvGrpSpPr/>
            <p:nvPr/>
          </p:nvGrpSpPr>
          <p:grpSpPr>
            <a:xfrm>
              <a:off x="4063906" y="2606530"/>
              <a:ext cx="4503733" cy="3530903"/>
              <a:chOff x="2052481" y="3134901"/>
              <a:chExt cx="2056134" cy="161199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1C4A8852-D79F-FC34-D333-695C20E18963}"/>
                  </a:ext>
                </a:extLst>
              </p:cNvPr>
              <p:cNvGrpSpPr/>
              <p:nvPr/>
            </p:nvGrpSpPr>
            <p:grpSpPr>
              <a:xfrm>
                <a:off x="2221402" y="4053120"/>
                <a:ext cx="256522" cy="690658"/>
                <a:chOff x="10346885" y="4579565"/>
                <a:chExt cx="311590" cy="838923"/>
              </a:xfrm>
            </p:grpSpPr>
            <p:sp>
              <p:nvSpPr>
                <p:cNvPr id="155" name="Rectangle: Rounded Corners 233">
                  <a:extLst>
                    <a:ext uri="{FF2B5EF4-FFF2-40B4-BE49-F238E27FC236}">
                      <a16:creationId xmlns:a16="http://schemas.microsoft.com/office/drawing/2014/main" id="{86D2ED0C-C881-E531-28E9-6C7DFA4E3F77}"/>
                    </a:ext>
                  </a:extLst>
                </p:cNvPr>
                <p:cNvSpPr/>
                <p:nvPr/>
              </p:nvSpPr>
              <p:spPr>
                <a:xfrm>
                  <a:off x="10346885" y="4579565"/>
                  <a:ext cx="311590" cy="831330"/>
                </a:xfrm>
                <a:custGeom>
                  <a:avLst/>
                  <a:gdLst>
                    <a:gd name="connsiteX0" fmla="*/ 0 w 281957"/>
                    <a:gd name="connsiteY0" fmla="*/ 113668 h 831330"/>
                    <a:gd name="connsiteX1" fmla="*/ 113668 w 281957"/>
                    <a:gd name="connsiteY1" fmla="*/ 0 h 831330"/>
                    <a:gd name="connsiteX2" fmla="*/ 168289 w 281957"/>
                    <a:gd name="connsiteY2" fmla="*/ 0 h 831330"/>
                    <a:gd name="connsiteX3" fmla="*/ 281957 w 281957"/>
                    <a:gd name="connsiteY3" fmla="*/ 113668 h 831330"/>
                    <a:gd name="connsiteX4" fmla="*/ 281957 w 281957"/>
                    <a:gd name="connsiteY4" fmla="*/ 717662 h 831330"/>
                    <a:gd name="connsiteX5" fmla="*/ 168289 w 281957"/>
                    <a:gd name="connsiteY5" fmla="*/ 831330 h 831330"/>
                    <a:gd name="connsiteX6" fmla="*/ 113668 w 281957"/>
                    <a:gd name="connsiteY6" fmla="*/ 831330 h 831330"/>
                    <a:gd name="connsiteX7" fmla="*/ 0 w 281957"/>
                    <a:gd name="connsiteY7" fmla="*/ 717662 h 831330"/>
                    <a:gd name="connsiteX8" fmla="*/ 0 w 281957"/>
                    <a:gd name="connsiteY8" fmla="*/ 113668 h 831330"/>
                    <a:gd name="connsiteX0" fmla="*/ 29633 w 311590"/>
                    <a:gd name="connsiteY0" fmla="*/ 113668 h 831330"/>
                    <a:gd name="connsiteX1" fmla="*/ 143301 w 311590"/>
                    <a:gd name="connsiteY1" fmla="*/ 0 h 831330"/>
                    <a:gd name="connsiteX2" fmla="*/ 197922 w 311590"/>
                    <a:gd name="connsiteY2" fmla="*/ 0 h 831330"/>
                    <a:gd name="connsiteX3" fmla="*/ 311590 w 311590"/>
                    <a:gd name="connsiteY3" fmla="*/ 113668 h 831330"/>
                    <a:gd name="connsiteX4" fmla="*/ 311590 w 311590"/>
                    <a:gd name="connsiteY4" fmla="*/ 717662 h 831330"/>
                    <a:gd name="connsiteX5" fmla="*/ 197922 w 311590"/>
                    <a:gd name="connsiteY5" fmla="*/ 831330 h 831330"/>
                    <a:gd name="connsiteX6" fmla="*/ 143301 w 311590"/>
                    <a:gd name="connsiteY6" fmla="*/ 831330 h 831330"/>
                    <a:gd name="connsiteX7" fmla="*/ 29633 w 311590"/>
                    <a:gd name="connsiteY7" fmla="*/ 717662 h 831330"/>
                    <a:gd name="connsiteX8" fmla="*/ 29633 w 311590"/>
                    <a:gd name="connsiteY8" fmla="*/ 113668 h 831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1590" h="831330">
                      <a:moveTo>
                        <a:pt x="29633" y="113668"/>
                      </a:moveTo>
                      <a:cubicBezTo>
                        <a:pt x="29633" y="50891"/>
                        <a:pt x="80524" y="0"/>
                        <a:pt x="143301" y="0"/>
                      </a:cubicBezTo>
                      <a:lnTo>
                        <a:pt x="197922" y="0"/>
                      </a:lnTo>
                      <a:cubicBezTo>
                        <a:pt x="260699" y="0"/>
                        <a:pt x="311590" y="50891"/>
                        <a:pt x="311590" y="113668"/>
                      </a:cubicBezTo>
                      <a:lnTo>
                        <a:pt x="311590" y="717662"/>
                      </a:lnTo>
                      <a:cubicBezTo>
                        <a:pt x="311590" y="780439"/>
                        <a:pt x="260699" y="831330"/>
                        <a:pt x="197922" y="831330"/>
                      </a:cubicBezTo>
                      <a:lnTo>
                        <a:pt x="143301" y="831330"/>
                      </a:lnTo>
                      <a:cubicBezTo>
                        <a:pt x="80524" y="831330"/>
                        <a:pt x="29633" y="780439"/>
                        <a:pt x="29633" y="717662"/>
                      </a:cubicBezTo>
                      <a:cubicBezTo>
                        <a:pt x="29633" y="516331"/>
                        <a:pt x="-37042" y="314999"/>
                        <a:pt x="29633" y="113668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06FDAFA6-EC9B-3C18-05D9-857018F3D2F5}"/>
                    </a:ext>
                  </a:extLst>
                </p:cNvPr>
                <p:cNvSpPr/>
                <p:nvPr/>
              </p:nvSpPr>
              <p:spPr>
                <a:xfrm rot="5400000">
                  <a:off x="10447007" y="5207020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D0420FD5-D43F-D66E-F4BE-A9CF7EB41751}"/>
                  </a:ext>
                </a:extLst>
              </p:cNvPr>
              <p:cNvGrpSpPr/>
              <p:nvPr/>
            </p:nvGrpSpPr>
            <p:grpSpPr>
              <a:xfrm>
                <a:off x="3271730" y="4170599"/>
                <a:ext cx="262330" cy="566927"/>
                <a:chOff x="10339830" y="4729857"/>
                <a:chExt cx="318645" cy="688631"/>
              </a:xfrm>
            </p:grpSpPr>
            <p:sp>
              <p:nvSpPr>
                <p:cNvPr id="153" name="Rectangle: Rounded Corners 236">
                  <a:extLst>
                    <a:ext uri="{FF2B5EF4-FFF2-40B4-BE49-F238E27FC236}">
                      <a16:creationId xmlns:a16="http://schemas.microsoft.com/office/drawing/2014/main" id="{B717BF84-7AC5-E2A0-6E71-2E874BFAA44C}"/>
                    </a:ext>
                  </a:extLst>
                </p:cNvPr>
                <p:cNvSpPr/>
                <p:nvPr/>
              </p:nvSpPr>
              <p:spPr>
                <a:xfrm>
                  <a:off x="10339830" y="4729857"/>
                  <a:ext cx="318645" cy="681037"/>
                </a:xfrm>
                <a:custGeom>
                  <a:avLst/>
                  <a:gdLst>
                    <a:gd name="connsiteX0" fmla="*/ 0 w 281957"/>
                    <a:gd name="connsiteY0" fmla="*/ 113668 h 681037"/>
                    <a:gd name="connsiteX1" fmla="*/ 113668 w 281957"/>
                    <a:gd name="connsiteY1" fmla="*/ 0 h 681037"/>
                    <a:gd name="connsiteX2" fmla="*/ 168289 w 281957"/>
                    <a:gd name="connsiteY2" fmla="*/ 0 h 681037"/>
                    <a:gd name="connsiteX3" fmla="*/ 281957 w 281957"/>
                    <a:gd name="connsiteY3" fmla="*/ 113668 h 681037"/>
                    <a:gd name="connsiteX4" fmla="*/ 281957 w 281957"/>
                    <a:gd name="connsiteY4" fmla="*/ 567369 h 681037"/>
                    <a:gd name="connsiteX5" fmla="*/ 168289 w 281957"/>
                    <a:gd name="connsiteY5" fmla="*/ 681037 h 681037"/>
                    <a:gd name="connsiteX6" fmla="*/ 113668 w 281957"/>
                    <a:gd name="connsiteY6" fmla="*/ 681037 h 681037"/>
                    <a:gd name="connsiteX7" fmla="*/ 0 w 281957"/>
                    <a:gd name="connsiteY7" fmla="*/ 567369 h 681037"/>
                    <a:gd name="connsiteX8" fmla="*/ 0 w 281957"/>
                    <a:gd name="connsiteY8" fmla="*/ 113668 h 681037"/>
                    <a:gd name="connsiteX0" fmla="*/ 25400 w 307357"/>
                    <a:gd name="connsiteY0" fmla="*/ 113668 h 681037"/>
                    <a:gd name="connsiteX1" fmla="*/ 139068 w 307357"/>
                    <a:gd name="connsiteY1" fmla="*/ 0 h 681037"/>
                    <a:gd name="connsiteX2" fmla="*/ 193689 w 307357"/>
                    <a:gd name="connsiteY2" fmla="*/ 0 h 681037"/>
                    <a:gd name="connsiteX3" fmla="*/ 307357 w 307357"/>
                    <a:gd name="connsiteY3" fmla="*/ 113668 h 681037"/>
                    <a:gd name="connsiteX4" fmla="*/ 307357 w 307357"/>
                    <a:gd name="connsiteY4" fmla="*/ 567369 h 681037"/>
                    <a:gd name="connsiteX5" fmla="*/ 193689 w 307357"/>
                    <a:gd name="connsiteY5" fmla="*/ 681037 h 681037"/>
                    <a:gd name="connsiteX6" fmla="*/ 139068 w 307357"/>
                    <a:gd name="connsiteY6" fmla="*/ 681037 h 681037"/>
                    <a:gd name="connsiteX7" fmla="*/ 25400 w 307357"/>
                    <a:gd name="connsiteY7" fmla="*/ 567369 h 681037"/>
                    <a:gd name="connsiteX8" fmla="*/ 25400 w 307357"/>
                    <a:gd name="connsiteY8" fmla="*/ 113668 h 681037"/>
                    <a:gd name="connsiteX0" fmla="*/ 36688 w 318645"/>
                    <a:gd name="connsiteY0" fmla="*/ 113668 h 681037"/>
                    <a:gd name="connsiteX1" fmla="*/ 150356 w 318645"/>
                    <a:gd name="connsiteY1" fmla="*/ 0 h 681037"/>
                    <a:gd name="connsiteX2" fmla="*/ 204977 w 318645"/>
                    <a:gd name="connsiteY2" fmla="*/ 0 h 681037"/>
                    <a:gd name="connsiteX3" fmla="*/ 318645 w 318645"/>
                    <a:gd name="connsiteY3" fmla="*/ 113668 h 681037"/>
                    <a:gd name="connsiteX4" fmla="*/ 318645 w 318645"/>
                    <a:gd name="connsiteY4" fmla="*/ 567369 h 681037"/>
                    <a:gd name="connsiteX5" fmla="*/ 204977 w 318645"/>
                    <a:gd name="connsiteY5" fmla="*/ 681037 h 681037"/>
                    <a:gd name="connsiteX6" fmla="*/ 150356 w 318645"/>
                    <a:gd name="connsiteY6" fmla="*/ 681037 h 681037"/>
                    <a:gd name="connsiteX7" fmla="*/ 36688 w 318645"/>
                    <a:gd name="connsiteY7" fmla="*/ 567369 h 681037"/>
                    <a:gd name="connsiteX8" fmla="*/ 36688 w 318645"/>
                    <a:gd name="connsiteY8" fmla="*/ 113668 h 681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8645" h="681037">
                      <a:moveTo>
                        <a:pt x="36688" y="113668"/>
                      </a:moveTo>
                      <a:cubicBezTo>
                        <a:pt x="36688" y="50891"/>
                        <a:pt x="87579" y="0"/>
                        <a:pt x="150356" y="0"/>
                      </a:cubicBezTo>
                      <a:lnTo>
                        <a:pt x="204977" y="0"/>
                      </a:lnTo>
                      <a:cubicBezTo>
                        <a:pt x="267754" y="0"/>
                        <a:pt x="318645" y="50891"/>
                        <a:pt x="318645" y="113668"/>
                      </a:cubicBezTo>
                      <a:lnTo>
                        <a:pt x="318645" y="567369"/>
                      </a:lnTo>
                      <a:cubicBezTo>
                        <a:pt x="318645" y="630146"/>
                        <a:pt x="267754" y="681037"/>
                        <a:pt x="204977" y="681037"/>
                      </a:cubicBezTo>
                      <a:lnTo>
                        <a:pt x="150356" y="681037"/>
                      </a:lnTo>
                      <a:cubicBezTo>
                        <a:pt x="87579" y="681037"/>
                        <a:pt x="36688" y="630146"/>
                        <a:pt x="36688" y="567369"/>
                      </a:cubicBezTo>
                      <a:cubicBezTo>
                        <a:pt x="36688" y="416135"/>
                        <a:pt x="-45862" y="366502"/>
                        <a:pt x="36688" y="113668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AEAA1522-7F36-FB04-FFDE-76E06CC3850A}"/>
                    </a:ext>
                  </a:extLst>
                </p:cNvPr>
                <p:cNvSpPr/>
                <p:nvPr/>
              </p:nvSpPr>
              <p:spPr>
                <a:xfrm rot="5400000">
                  <a:off x="10447007" y="5207020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44" name="Oval 52">
                <a:extLst>
                  <a:ext uri="{FF2B5EF4-FFF2-40B4-BE49-F238E27FC236}">
                    <a16:creationId xmlns:a16="http://schemas.microsoft.com/office/drawing/2014/main" id="{669D0064-8CFD-D6F6-A56F-FC3A6852A48D}"/>
                  </a:ext>
                </a:extLst>
              </p:cNvPr>
              <p:cNvSpPr/>
              <p:nvPr/>
            </p:nvSpPr>
            <p:spPr>
              <a:xfrm>
                <a:off x="2052481" y="3134901"/>
                <a:ext cx="2056134" cy="1282284"/>
              </a:xfrm>
              <a:custGeom>
                <a:avLst/>
                <a:gdLst>
                  <a:gd name="connsiteX0" fmla="*/ 0 w 1816269"/>
                  <a:gd name="connsiteY0" fmla="*/ 622094 h 1244188"/>
                  <a:gd name="connsiteX1" fmla="*/ 908135 w 1816269"/>
                  <a:gd name="connsiteY1" fmla="*/ 0 h 1244188"/>
                  <a:gd name="connsiteX2" fmla="*/ 1816270 w 1816269"/>
                  <a:gd name="connsiteY2" fmla="*/ 622094 h 1244188"/>
                  <a:gd name="connsiteX3" fmla="*/ 908135 w 1816269"/>
                  <a:gd name="connsiteY3" fmla="*/ 1244188 h 1244188"/>
                  <a:gd name="connsiteX4" fmla="*/ 0 w 1816269"/>
                  <a:gd name="connsiteY4" fmla="*/ 622094 h 1244188"/>
                  <a:gd name="connsiteX0" fmla="*/ 0 w 1816270"/>
                  <a:gd name="connsiteY0" fmla="*/ 657696 h 1279790"/>
                  <a:gd name="connsiteX1" fmla="*/ 908135 w 1816270"/>
                  <a:gd name="connsiteY1" fmla="*/ 35602 h 1279790"/>
                  <a:gd name="connsiteX2" fmla="*/ 1816270 w 1816270"/>
                  <a:gd name="connsiteY2" fmla="*/ 657696 h 1279790"/>
                  <a:gd name="connsiteX3" fmla="*/ 908135 w 1816270"/>
                  <a:gd name="connsiteY3" fmla="*/ 1279790 h 1279790"/>
                  <a:gd name="connsiteX4" fmla="*/ 0 w 1816270"/>
                  <a:gd name="connsiteY4" fmla="*/ 657696 h 1279790"/>
                  <a:gd name="connsiteX0" fmla="*/ 0 w 1816270"/>
                  <a:gd name="connsiteY0" fmla="*/ 683888 h 1305982"/>
                  <a:gd name="connsiteX1" fmla="*/ 908135 w 1816270"/>
                  <a:gd name="connsiteY1" fmla="*/ 61794 h 1305982"/>
                  <a:gd name="connsiteX2" fmla="*/ 1816270 w 1816270"/>
                  <a:gd name="connsiteY2" fmla="*/ 683888 h 1305982"/>
                  <a:gd name="connsiteX3" fmla="*/ 908135 w 1816270"/>
                  <a:gd name="connsiteY3" fmla="*/ 1305982 h 1305982"/>
                  <a:gd name="connsiteX4" fmla="*/ 0 w 1816270"/>
                  <a:gd name="connsiteY4" fmla="*/ 683888 h 1305982"/>
                  <a:gd name="connsiteX0" fmla="*/ 0 w 1816270"/>
                  <a:gd name="connsiteY0" fmla="*/ 660190 h 1282284"/>
                  <a:gd name="connsiteX1" fmla="*/ 908135 w 1816270"/>
                  <a:gd name="connsiteY1" fmla="*/ 38096 h 1282284"/>
                  <a:gd name="connsiteX2" fmla="*/ 1816270 w 1816270"/>
                  <a:gd name="connsiteY2" fmla="*/ 660190 h 1282284"/>
                  <a:gd name="connsiteX3" fmla="*/ 908135 w 1816270"/>
                  <a:gd name="connsiteY3" fmla="*/ 1282284 h 1282284"/>
                  <a:gd name="connsiteX4" fmla="*/ 0 w 1816270"/>
                  <a:gd name="connsiteY4" fmla="*/ 660190 h 1282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270" h="1282284">
                    <a:moveTo>
                      <a:pt x="0" y="660190"/>
                    </a:moveTo>
                    <a:cubicBezTo>
                      <a:pt x="0" y="316617"/>
                      <a:pt x="78078" y="210858"/>
                      <a:pt x="908135" y="38096"/>
                    </a:cubicBezTo>
                    <a:cubicBezTo>
                      <a:pt x="1738192" y="-134666"/>
                      <a:pt x="1816270" y="316617"/>
                      <a:pt x="1816270" y="660190"/>
                    </a:cubicBezTo>
                    <a:cubicBezTo>
                      <a:pt x="1816270" y="1003763"/>
                      <a:pt x="1409684" y="1282284"/>
                      <a:pt x="908135" y="1282284"/>
                    </a:cubicBezTo>
                    <a:cubicBezTo>
                      <a:pt x="406586" y="1282284"/>
                      <a:pt x="0" y="1003763"/>
                      <a:pt x="0" y="660190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11E778EB-5EEB-7BE5-4E89-9595CBFFCAB3}"/>
                  </a:ext>
                </a:extLst>
              </p:cNvPr>
              <p:cNvGrpSpPr/>
              <p:nvPr/>
            </p:nvGrpSpPr>
            <p:grpSpPr>
              <a:xfrm>
                <a:off x="3027523" y="3744013"/>
                <a:ext cx="813737" cy="987987"/>
                <a:chOff x="9774032" y="4435368"/>
                <a:chExt cx="988422" cy="983120"/>
              </a:xfrm>
            </p:grpSpPr>
            <p:sp>
              <p:nvSpPr>
                <p:cNvPr id="150" name="Rectangle: Rounded Corners 239">
                  <a:extLst>
                    <a:ext uri="{FF2B5EF4-FFF2-40B4-BE49-F238E27FC236}">
                      <a16:creationId xmlns:a16="http://schemas.microsoft.com/office/drawing/2014/main" id="{8FD4BDE6-DF62-6536-96C7-483C17F65DA4}"/>
                    </a:ext>
                  </a:extLst>
                </p:cNvPr>
                <p:cNvSpPr/>
                <p:nvPr/>
              </p:nvSpPr>
              <p:spPr>
                <a:xfrm>
                  <a:off x="9868567" y="4435368"/>
                  <a:ext cx="871820" cy="975524"/>
                </a:xfrm>
                <a:custGeom>
                  <a:avLst/>
                  <a:gdLst>
                    <a:gd name="connsiteX0" fmla="*/ 0 w 281957"/>
                    <a:gd name="connsiteY0" fmla="*/ 113668 h 831331"/>
                    <a:gd name="connsiteX1" fmla="*/ 113668 w 281957"/>
                    <a:gd name="connsiteY1" fmla="*/ 0 h 831331"/>
                    <a:gd name="connsiteX2" fmla="*/ 168289 w 281957"/>
                    <a:gd name="connsiteY2" fmla="*/ 0 h 831331"/>
                    <a:gd name="connsiteX3" fmla="*/ 281957 w 281957"/>
                    <a:gd name="connsiteY3" fmla="*/ 113668 h 831331"/>
                    <a:gd name="connsiteX4" fmla="*/ 281957 w 281957"/>
                    <a:gd name="connsiteY4" fmla="*/ 717663 h 831331"/>
                    <a:gd name="connsiteX5" fmla="*/ 168289 w 281957"/>
                    <a:gd name="connsiteY5" fmla="*/ 831331 h 831331"/>
                    <a:gd name="connsiteX6" fmla="*/ 113668 w 281957"/>
                    <a:gd name="connsiteY6" fmla="*/ 831331 h 831331"/>
                    <a:gd name="connsiteX7" fmla="*/ 0 w 281957"/>
                    <a:gd name="connsiteY7" fmla="*/ 717663 h 831331"/>
                    <a:gd name="connsiteX8" fmla="*/ 0 w 281957"/>
                    <a:gd name="connsiteY8" fmla="*/ 113668 h 831331"/>
                    <a:gd name="connsiteX0" fmla="*/ 50800 w 332757"/>
                    <a:gd name="connsiteY0" fmla="*/ 113668 h 831331"/>
                    <a:gd name="connsiteX1" fmla="*/ 164468 w 332757"/>
                    <a:gd name="connsiteY1" fmla="*/ 0 h 831331"/>
                    <a:gd name="connsiteX2" fmla="*/ 219089 w 332757"/>
                    <a:gd name="connsiteY2" fmla="*/ 0 h 831331"/>
                    <a:gd name="connsiteX3" fmla="*/ 332757 w 332757"/>
                    <a:gd name="connsiteY3" fmla="*/ 113668 h 831331"/>
                    <a:gd name="connsiteX4" fmla="*/ 332757 w 332757"/>
                    <a:gd name="connsiteY4" fmla="*/ 717663 h 831331"/>
                    <a:gd name="connsiteX5" fmla="*/ 219089 w 332757"/>
                    <a:gd name="connsiteY5" fmla="*/ 831331 h 831331"/>
                    <a:gd name="connsiteX6" fmla="*/ 164468 w 332757"/>
                    <a:gd name="connsiteY6" fmla="*/ 831331 h 831331"/>
                    <a:gd name="connsiteX7" fmla="*/ 50800 w 332757"/>
                    <a:gd name="connsiteY7" fmla="*/ 717663 h 831331"/>
                    <a:gd name="connsiteX8" fmla="*/ 50800 w 332757"/>
                    <a:gd name="connsiteY8" fmla="*/ 113668 h 831331"/>
                    <a:gd name="connsiteX0" fmla="*/ 50800 w 332757"/>
                    <a:gd name="connsiteY0" fmla="*/ 253997 h 971660"/>
                    <a:gd name="connsiteX1" fmla="*/ 164468 w 332757"/>
                    <a:gd name="connsiteY1" fmla="*/ 140329 h 971660"/>
                    <a:gd name="connsiteX2" fmla="*/ 219089 w 332757"/>
                    <a:gd name="connsiteY2" fmla="*/ 140329 h 971660"/>
                    <a:gd name="connsiteX3" fmla="*/ 320057 w 332757"/>
                    <a:gd name="connsiteY3" fmla="*/ 12697 h 971660"/>
                    <a:gd name="connsiteX4" fmla="*/ 332757 w 332757"/>
                    <a:gd name="connsiteY4" fmla="*/ 857992 h 971660"/>
                    <a:gd name="connsiteX5" fmla="*/ 219089 w 332757"/>
                    <a:gd name="connsiteY5" fmla="*/ 971660 h 971660"/>
                    <a:gd name="connsiteX6" fmla="*/ 164468 w 332757"/>
                    <a:gd name="connsiteY6" fmla="*/ 971660 h 971660"/>
                    <a:gd name="connsiteX7" fmla="*/ 50800 w 332757"/>
                    <a:gd name="connsiteY7" fmla="*/ 857992 h 971660"/>
                    <a:gd name="connsiteX8" fmla="*/ 50800 w 332757"/>
                    <a:gd name="connsiteY8" fmla="*/ 253997 h 971660"/>
                    <a:gd name="connsiteX0" fmla="*/ 50800 w 414668"/>
                    <a:gd name="connsiteY0" fmla="*/ 294600 h 1012263"/>
                    <a:gd name="connsiteX1" fmla="*/ 164468 w 414668"/>
                    <a:gd name="connsiteY1" fmla="*/ 180932 h 1012263"/>
                    <a:gd name="connsiteX2" fmla="*/ 219089 w 414668"/>
                    <a:gd name="connsiteY2" fmla="*/ 180932 h 1012263"/>
                    <a:gd name="connsiteX3" fmla="*/ 320057 w 414668"/>
                    <a:gd name="connsiteY3" fmla="*/ 53300 h 1012263"/>
                    <a:gd name="connsiteX4" fmla="*/ 332757 w 414668"/>
                    <a:gd name="connsiteY4" fmla="*/ 898595 h 1012263"/>
                    <a:gd name="connsiteX5" fmla="*/ 219089 w 414668"/>
                    <a:gd name="connsiteY5" fmla="*/ 1012263 h 1012263"/>
                    <a:gd name="connsiteX6" fmla="*/ 164468 w 414668"/>
                    <a:gd name="connsiteY6" fmla="*/ 1012263 h 1012263"/>
                    <a:gd name="connsiteX7" fmla="*/ 50800 w 414668"/>
                    <a:gd name="connsiteY7" fmla="*/ 898595 h 1012263"/>
                    <a:gd name="connsiteX8" fmla="*/ 50800 w 414668"/>
                    <a:gd name="connsiteY8" fmla="*/ 294600 h 1012263"/>
                    <a:gd name="connsiteX0" fmla="*/ 14310 w 871820"/>
                    <a:gd name="connsiteY0" fmla="*/ 7248 h 1141422"/>
                    <a:gd name="connsiteX1" fmla="*/ 621620 w 871820"/>
                    <a:gd name="connsiteY1" fmla="*/ 310091 h 1141422"/>
                    <a:gd name="connsiteX2" fmla="*/ 676241 w 871820"/>
                    <a:gd name="connsiteY2" fmla="*/ 310091 h 1141422"/>
                    <a:gd name="connsiteX3" fmla="*/ 777209 w 871820"/>
                    <a:gd name="connsiteY3" fmla="*/ 182459 h 1141422"/>
                    <a:gd name="connsiteX4" fmla="*/ 789909 w 871820"/>
                    <a:gd name="connsiteY4" fmla="*/ 1027754 h 1141422"/>
                    <a:gd name="connsiteX5" fmla="*/ 676241 w 871820"/>
                    <a:gd name="connsiteY5" fmla="*/ 1141422 h 1141422"/>
                    <a:gd name="connsiteX6" fmla="*/ 621620 w 871820"/>
                    <a:gd name="connsiteY6" fmla="*/ 1141422 h 1141422"/>
                    <a:gd name="connsiteX7" fmla="*/ 507952 w 871820"/>
                    <a:gd name="connsiteY7" fmla="*/ 1027754 h 1141422"/>
                    <a:gd name="connsiteX8" fmla="*/ 14310 w 871820"/>
                    <a:gd name="connsiteY8" fmla="*/ 7248 h 1141422"/>
                    <a:gd name="connsiteX0" fmla="*/ 14310 w 871820"/>
                    <a:gd name="connsiteY0" fmla="*/ 7248 h 1141422"/>
                    <a:gd name="connsiteX1" fmla="*/ 621620 w 871820"/>
                    <a:gd name="connsiteY1" fmla="*/ 310091 h 1141422"/>
                    <a:gd name="connsiteX2" fmla="*/ 777209 w 871820"/>
                    <a:gd name="connsiteY2" fmla="*/ 182459 h 1141422"/>
                    <a:gd name="connsiteX3" fmla="*/ 789909 w 871820"/>
                    <a:gd name="connsiteY3" fmla="*/ 1027754 h 1141422"/>
                    <a:gd name="connsiteX4" fmla="*/ 676241 w 871820"/>
                    <a:gd name="connsiteY4" fmla="*/ 1141422 h 1141422"/>
                    <a:gd name="connsiteX5" fmla="*/ 621620 w 871820"/>
                    <a:gd name="connsiteY5" fmla="*/ 1141422 h 1141422"/>
                    <a:gd name="connsiteX6" fmla="*/ 507952 w 871820"/>
                    <a:gd name="connsiteY6" fmla="*/ 1027754 h 1141422"/>
                    <a:gd name="connsiteX7" fmla="*/ 14310 w 871820"/>
                    <a:gd name="connsiteY7" fmla="*/ 7248 h 1141422"/>
                    <a:gd name="connsiteX0" fmla="*/ 14310 w 871820"/>
                    <a:gd name="connsiteY0" fmla="*/ 56635 h 1190809"/>
                    <a:gd name="connsiteX1" fmla="*/ 777209 w 871820"/>
                    <a:gd name="connsiteY1" fmla="*/ 231846 h 1190809"/>
                    <a:gd name="connsiteX2" fmla="*/ 789909 w 871820"/>
                    <a:gd name="connsiteY2" fmla="*/ 1077141 h 1190809"/>
                    <a:gd name="connsiteX3" fmla="*/ 676241 w 871820"/>
                    <a:gd name="connsiteY3" fmla="*/ 1190809 h 1190809"/>
                    <a:gd name="connsiteX4" fmla="*/ 621620 w 871820"/>
                    <a:gd name="connsiteY4" fmla="*/ 1190809 h 1190809"/>
                    <a:gd name="connsiteX5" fmla="*/ 507952 w 871820"/>
                    <a:gd name="connsiteY5" fmla="*/ 1077141 h 1190809"/>
                    <a:gd name="connsiteX6" fmla="*/ 14310 w 871820"/>
                    <a:gd name="connsiteY6" fmla="*/ 56635 h 1190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820" h="1190809">
                      <a:moveTo>
                        <a:pt x="14310" y="56635"/>
                      </a:moveTo>
                      <a:cubicBezTo>
                        <a:pt x="59186" y="-84247"/>
                        <a:pt x="647943" y="61762"/>
                        <a:pt x="777209" y="231846"/>
                      </a:cubicBezTo>
                      <a:cubicBezTo>
                        <a:pt x="984642" y="-38839"/>
                        <a:pt x="785676" y="795376"/>
                        <a:pt x="789909" y="1077141"/>
                      </a:cubicBezTo>
                      <a:cubicBezTo>
                        <a:pt x="789909" y="1139918"/>
                        <a:pt x="739018" y="1190809"/>
                        <a:pt x="676241" y="1190809"/>
                      </a:cubicBezTo>
                      <a:lnTo>
                        <a:pt x="621620" y="1190809"/>
                      </a:lnTo>
                      <a:cubicBezTo>
                        <a:pt x="558843" y="1190809"/>
                        <a:pt x="507952" y="1139918"/>
                        <a:pt x="507952" y="1077141"/>
                      </a:cubicBezTo>
                      <a:cubicBezTo>
                        <a:pt x="507952" y="875809"/>
                        <a:pt x="-99990" y="302417"/>
                        <a:pt x="14310" y="56635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DECCC4A4-4189-AD27-E5A6-B6A8BB905F0D}"/>
                    </a:ext>
                  </a:extLst>
                </p:cNvPr>
                <p:cNvSpPr/>
                <p:nvPr/>
              </p:nvSpPr>
              <p:spPr>
                <a:xfrm rot="5400000">
                  <a:off x="10462500" y="5222513"/>
                  <a:ext cx="109993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FAD88420-39C7-B7EE-8643-1E21EA5BC9D7}"/>
                    </a:ext>
                  </a:extLst>
                </p:cNvPr>
                <p:cNvSpPr/>
                <p:nvPr/>
              </p:nvSpPr>
              <p:spPr>
                <a:xfrm rot="6327036">
                  <a:off x="10189119" y="4041231"/>
                  <a:ext cx="158248" cy="988422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8156C4B2-FE8E-C6E5-0CED-7759DD26F849}"/>
                  </a:ext>
                </a:extLst>
              </p:cNvPr>
              <p:cNvGrpSpPr/>
              <p:nvPr/>
            </p:nvGrpSpPr>
            <p:grpSpPr>
              <a:xfrm>
                <a:off x="2329089" y="3853665"/>
                <a:ext cx="613496" cy="893234"/>
                <a:chOff x="10221338" y="4333498"/>
                <a:chExt cx="745198" cy="1084988"/>
              </a:xfrm>
            </p:grpSpPr>
            <p:sp>
              <p:nvSpPr>
                <p:cNvPr id="147" name="Rectangle: Rounded Corners 19">
                  <a:extLst>
                    <a:ext uri="{FF2B5EF4-FFF2-40B4-BE49-F238E27FC236}">
                      <a16:creationId xmlns:a16="http://schemas.microsoft.com/office/drawing/2014/main" id="{EB51E1DB-1EC5-ECB2-5B9C-20C72923B855}"/>
                    </a:ext>
                  </a:extLst>
                </p:cNvPr>
                <p:cNvSpPr/>
                <p:nvPr/>
              </p:nvSpPr>
              <p:spPr>
                <a:xfrm>
                  <a:off x="10230870" y="4466052"/>
                  <a:ext cx="585272" cy="947945"/>
                </a:xfrm>
                <a:custGeom>
                  <a:avLst/>
                  <a:gdLst>
                    <a:gd name="connsiteX0" fmla="*/ 0 w 281957"/>
                    <a:gd name="connsiteY0" fmla="*/ 113668 h 681037"/>
                    <a:gd name="connsiteX1" fmla="*/ 113668 w 281957"/>
                    <a:gd name="connsiteY1" fmla="*/ 0 h 681037"/>
                    <a:gd name="connsiteX2" fmla="*/ 168289 w 281957"/>
                    <a:gd name="connsiteY2" fmla="*/ 0 h 681037"/>
                    <a:gd name="connsiteX3" fmla="*/ 281957 w 281957"/>
                    <a:gd name="connsiteY3" fmla="*/ 113668 h 681037"/>
                    <a:gd name="connsiteX4" fmla="*/ 281957 w 281957"/>
                    <a:gd name="connsiteY4" fmla="*/ 567369 h 681037"/>
                    <a:gd name="connsiteX5" fmla="*/ 168289 w 281957"/>
                    <a:gd name="connsiteY5" fmla="*/ 681037 h 681037"/>
                    <a:gd name="connsiteX6" fmla="*/ 113668 w 281957"/>
                    <a:gd name="connsiteY6" fmla="*/ 681037 h 681037"/>
                    <a:gd name="connsiteX7" fmla="*/ 0 w 281957"/>
                    <a:gd name="connsiteY7" fmla="*/ 567369 h 681037"/>
                    <a:gd name="connsiteX8" fmla="*/ 0 w 281957"/>
                    <a:gd name="connsiteY8" fmla="*/ 113668 h 681037"/>
                    <a:gd name="connsiteX0" fmla="*/ 33866 w 315823"/>
                    <a:gd name="connsiteY0" fmla="*/ 113668 h 681037"/>
                    <a:gd name="connsiteX1" fmla="*/ 147534 w 315823"/>
                    <a:gd name="connsiteY1" fmla="*/ 0 h 681037"/>
                    <a:gd name="connsiteX2" fmla="*/ 202155 w 315823"/>
                    <a:gd name="connsiteY2" fmla="*/ 0 h 681037"/>
                    <a:gd name="connsiteX3" fmla="*/ 315823 w 315823"/>
                    <a:gd name="connsiteY3" fmla="*/ 113668 h 681037"/>
                    <a:gd name="connsiteX4" fmla="*/ 315823 w 315823"/>
                    <a:gd name="connsiteY4" fmla="*/ 567369 h 681037"/>
                    <a:gd name="connsiteX5" fmla="*/ 202155 w 315823"/>
                    <a:gd name="connsiteY5" fmla="*/ 681037 h 681037"/>
                    <a:gd name="connsiteX6" fmla="*/ 147534 w 315823"/>
                    <a:gd name="connsiteY6" fmla="*/ 681037 h 681037"/>
                    <a:gd name="connsiteX7" fmla="*/ 33866 w 315823"/>
                    <a:gd name="connsiteY7" fmla="*/ 567369 h 681037"/>
                    <a:gd name="connsiteX8" fmla="*/ 33866 w 315823"/>
                    <a:gd name="connsiteY8" fmla="*/ 113668 h 681037"/>
                    <a:gd name="connsiteX0" fmla="*/ 33866 w 332756"/>
                    <a:gd name="connsiteY0" fmla="*/ 113668 h 681037"/>
                    <a:gd name="connsiteX1" fmla="*/ 147534 w 332756"/>
                    <a:gd name="connsiteY1" fmla="*/ 0 h 681037"/>
                    <a:gd name="connsiteX2" fmla="*/ 202155 w 332756"/>
                    <a:gd name="connsiteY2" fmla="*/ 0 h 681037"/>
                    <a:gd name="connsiteX3" fmla="*/ 315823 w 332756"/>
                    <a:gd name="connsiteY3" fmla="*/ 113668 h 681037"/>
                    <a:gd name="connsiteX4" fmla="*/ 315823 w 332756"/>
                    <a:gd name="connsiteY4" fmla="*/ 567369 h 681037"/>
                    <a:gd name="connsiteX5" fmla="*/ 202155 w 332756"/>
                    <a:gd name="connsiteY5" fmla="*/ 681037 h 681037"/>
                    <a:gd name="connsiteX6" fmla="*/ 147534 w 332756"/>
                    <a:gd name="connsiteY6" fmla="*/ 681037 h 681037"/>
                    <a:gd name="connsiteX7" fmla="*/ 33866 w 332756"/>
                    <a:gd name="connsiteY7" fmla="*/ 567369 h 681037"/>
                    <a:gd name="connsiteX8" fmla="*/ 33866 w 332756"/>
                    <a:gd name="connsiteY8" fmla="*/ 113668 h 681037"/>
                    <a:gd name="connsiteX0" fmla="*/ 16987 w 444538"/>
                    <a:gd name="connsiteY0" fmla="*/ 10594 h 865559"/>
                    <a:gd name="connsiteX1" fmla="*/ 259316 w 444538"/>
                    <a:gd name="connsiteY1" fmla="*/ 184522 h 865559"/>
                    <a:gd name="connsiteX2" fmla="*/ 313937 w 444538"/>
                    <a:gd name="connsiteY2" fmla="*/ 184522 h 865559"/>
                    <a:gd name="connsiteX3" fmla="*/ 427605 w 444538"/>
                    <a:gd name="connsiteY3" fmla="*/ 298190 h 865559"/>
                    <a:gd name="connsiteX4" fmla="*/ 427605 w 444538"/>
                    <a:gd name="connsiteY4" fmla="*/ 751891 h 865559"/>
                    <a:gd name="connsiteX5" fmla="*/ 313937 w 444538"/>
                    <a:gd name="connsiteY5" fmla="*/ 865559 h 865559"/>
                    <a:gd name="connsiteX6" fmla="*/ 259316 w 444538"/>
                    <a:gd name="connsiteY6" fmla="*/ 865559 h 865559"/>
                    <a:gd name="connsiteX7" fmla="*/ 145648 w 444538"/>
                    <a:gd name="connsiteY7" fmla="*/ 751891 h 865559"/>
                    <a:gd name="connsiteX8" fmla="*/ 16987 w 444538"/>
                    <a:gd name="connsiteY8" fmla="*/ 10594 h 865559"/>
                    <a:gd name="connsiteX0" fmla="*/ 16987 w 444538"/>
                    <a:gd name="connsiteY0" fmla="*/ 10594 h 865559"/>
                    <a:gd name="connsiteX1" fmla="*/ 259316 w 444538"/>
                    <a:gd name="connsiteY1" fmla="*/ 184522 h 865559"/>
                    <a:gd name="connsiteX2" fmla="*/ 427605 w 444538"/>
                    <a:gd name="connsiteY2" fmla="*/ 298190 h 865559"/>
                    <a:gd name="connsiteX3" fmla="*/ 427605 w 444538"/>
                    <a:gd name="connsiteY3" fmla="*/ 751891 h 865559"/>
                    <a:gd name="connsiteX4" fmla="*/ 313937 w 444538"/>
                    <a:gd name="connsiteY4" fmla="*/ 865559 h 865559"/>
                    <a:gd name="connsiteX5" fmla="*/ 259316 w 444538"/>
                    <a:gd name="connsiteY5" fmla="*/ 865559 h 865559"/>
                    <a:gd name="connsiteX6" fmla="*/ 145648 w 444538"/>
                    <a:gd name="connsiteY6" fmla="*/ 751891 h 865559"/>
                    <a:gd name="connsiteX7" fmla="*/ 16987 w 444538"/>
                    <a:gd name="connsiteY7" fmla="*/ 10594 h 865559"/>
                    <a:gd name="connsiteX0" fmla="*/ 16987 w 444538"/>
                    <a:gd name="connsiteY0" fmla="*/ 14456 h 869421"/>
                    <a:gd name="connsiteX1" fmla="*/ 427605 w 444538"/>
                    <a:gd name="connsiteY1" fmla="*/ 302052 h 869421"/>
                    <a:gd name="connsiteX2" fmla="*/ 427605 w 444538"/>
                    <a:gd name="connsiteY2" fmla="*/ 755753 h 869421"/>
                    <a:gd name="connsiteX3" fmla="*/ 313937 w 444538"/>
                    <a:gd name="connsiteY3" fmla="*/ 869421 h 869421"/>
                    <a:gd name="connsiteX4" fmla="*/ 259316 w 444538"/>
                    <a:gd name="connsiteY4" fmla="*/ 869421 h 869421"/>
                    <a:gd name="connsiteX5" fmla="*/ 145648 w 444538"/>
                    <a:gd name="connsiteY5" fmla="*/ 755753 h 869421"/>
                    <a:gd name="connsiteX6" fmla="*/ 16987 w 444538"/>
                    <a:gd name="connsiteY6" fmla="*/ 14456 h 869421"/>
                    <a:gd name="connsiteX0" fmla="*/ 16987 w 479167"/>
                    <a:gd name="connsiteY0" fmla="*/ 30685 h 885782"/>
                    <a:gd name="connsiteX1" fmla="*/ 465447 w 479167"/>
                    <a:gd name="connsiteY1" fmla="*/ 151778 h 885782"/>
                    <a:gd name="connsiteX2" fmla="*/ 427605 w 479167"/>
                    <a:gd name="connsiteY2" fmla="*/ 771982 h 885782"/>
                    <a:gd name="connsiteX3" fmla="*/ 313937 w 479167"/>
                    <a:gd name="connsiteY3" fmla="*/ 885650 h 885782"/>
                    <a:gd name="connsiteX4" fmla="*/ 259316 w 479167"/>
                    <a:gd name="connsiteY4" fmla="*/ 885650 h 885782"/>
                    <a:gd name="connsiteX5" fmla="*/ 145648 w 479167"/>
                    <a:gd name="connsiteY5" fmla="*/ 771982 h 885782"/>
                    <a:gd name="connsiteX6" fmla="*/ 16987 w 479167"/>
                    <a:gd name="connsiteY6" fmla="*/ 30685 h 885782"/>
                    <a:gd name="connsiteX0" fmla="*/ 16987 w 585273"/>
                    <a:gd name="connsiteY0" fmla="*/ 89879 h 947944"/>
                    <a:gd name="connsiteX1" fmla="*/ 578972 w 585273"/>
                    <a:gd name="connsiteY1" fmla="*/ 67173 h 947944"/>
                    <a:gd name="connsiteX2" fmla="*/ 427605 w 585273"/>
                    <a:gd name="connsiteY2" fmla="*/ 831176 h 947944"/>
                    <a:gd name="connsiteX3" fmla="*/ 313937 w 585273"/>
                    <a:gd name="connsiteY3" fmla="*/ 944844 h 947944"/>
                    <a:gd name="connsiteX4" fmla="*/ 259316 w 585273"/>
                    <a:gd name="connsiteY4" fmla="*/ 944844 h 947944"/>
                    <a:gd name="connsiteX5" fmla="*/ 145648 w 585273"/>
                    <a:gd name="connsiteY5" fmla="*/ 831176 h 947944"/>
                    <a:gd name="connsiteX6" fmla="*/ 16987 w 585273"/>
                    <a:gd name="connsiteY6" fmla="*/ 89879 h 947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85273" h="947944">
                      <a:moveTo>
                        <a:pt x="16987" y="89879"/>
                      </a:moveTo>
                      <a:cubicBezTo>
                        <a:pt x="63980" y="14262"/>
                        <a:pt x="510536" y="-56377"/>
                        <a:pt x="578972" y="67173"/>
                      </a:cubicBezTo>
                      <a:cubicBezTo>
                        <a:pt x="617072" y="218407"/>
                        <a:pt x="471777" y="684898"/>
                        <a:pt x="427605" y="831176"/>
                      </a:cubicBezTo>
                      <a:cubicBezTo>
                        <a:pt x="383433" y="977454"/>
                        <a:pt x="376714" y="944844"/>
                        <a:pt x="313937" y="944844"/>
                      </a:cubicBezTo>
                      <a:lnTo>
                        <a:pt x="259316" y="944844"/>
                      </a:lnTo>
                      <a:cubicBezTo>
                        <a:pt x="196539" y="944844"/>
                        <a:pt x="145648" y="893953"/>
                        <a:pt x="145648" y="831176"/>
                      </a:cubicBezTo>
                      <a:cubicBezTo>
                        <a:pt x="145648" y="679942"/>
                        <a:pt x="-59213" y="241113"/>
                        <a:pt x="16987" y="89879"/>
                      </a:cubicBez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EDE22D83-A16D-2CAC-ED48-A4EC9B0F050D}"/>
                    </a:ext>
                  </a:extLst>
                </p:cNvPr>
                <p:cNvSpPr/>
                <p:nvPr/>
              </p:nvSpPr>
              <p:spPr>
                <a:xfrm rot="5400000">
                  <a:off x="10447003" y="5207018"/>
                  <a:ext cx="140979" cy="281957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C25B5C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C0BE1358-1303-060D-976D-F85757EDBBBC}"/>
                    </a:ext>
                  </a:extLst>
                </p:cNvPr>
                <p:cNvSpPr/>
                <p:nvPr/>
              </p:nvSpPr>
              <p:spPr>
                <a:xfrm rot="6071342" flipH="1">
                  <a:off x="10438586" y="4116250"/>
                  <a:ext cx="310701" cy="745198"/>
                </a:xfrm>
                <a:custGeom>
                  <a:avLst/>
                  <a:gdLst>
                    <a:gd name="connsiteX0" fmla="*/ 0 w 140979"/>
                    <a:gd name="connsiteY0" fmla="*/ 281957 h 281957"/>
                    <a:gd name="connsiteX1" fmla="*/ 0 w 140979"/>
                    <a:gd name="connsiteY1" fmla="*/ 0 h 281957"/>
                    <a:gd name="connsiteX2" fmla="*/ 27311 w 140979"/>
                    <a:gd name="connsiteY2" fmla="*/ 0 h 281957"/>
                    <a:gd name="connsiteX3" fmla="*/ 140979 w 140979"/>
                    <a:gd name="connsiteY3" fmla="*/ 113668 h 281957"/>
                    <a:gd name="connsiteX4" fmla="*/ 140979 w 140979"/>
                    <a:gd name="connsiteY4" fmla="*/ 168289 h 281957"/>
                    <a:gd name="connsiteX5" fmla="*/ 27311 w 140979"/>
                    <a:gd name="connsiteY5" fmla="*/ 281957 h 281957"/>
                    <a:gd name="connsiteX6" fmla="*/ 0 w 140979"/>
                    <a:gd name="connsiteY6" fmla="*/ 281957 h 28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0979" h="281957">
                      <a:moveTo>
                        <a:pt x="0" y="281957"/>
                      </a:moveTo>
                      <a:lnTo>
                        <a:pt x="0" y="0"/>
                      </a:lnTo>
                      <a:lnTo>
                        <a:pt x="27311" y="0"/>
                      </a:lnTo>
                      <a:cubicBezTo>
                        <a:pt x="90088" y="0"/>
                        <a:pt x="140979" y="50891"/>
                        <a:pt x="140979" y="113668"/>
                      </a:cubicBezTo>
                      <a:lnTo>
                        <a:pt x="140979" y="168289"/>
                      </a:lnTo>
                      <a:cubicBezTo>
                        <a:pt x="140979" y="231066"/>
                        <a:pt x="90088" y="281957"/>
                        <a:pt x="27311" y="281957"/>
                      </a:cubicBezTo>
                      <a:lnTo>
                        <a:pt x="0" y="281957"/>
                      </a:lnTo>
                      <a:close/>
                    </a:path>
                  </a:pathLst>
                </a:custGeom>
                <a:solidFill>
                  <a:srgbClr val="F6BEC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356681DA-2FD6-AC41-995A-7143E2A530F6}"/>
                </a:ext>
              </a:extLst>
            </p:cNvPr>
            <p:cNvGrpSpPr/>
            <p:nvPr/>
          </p:nvGrpSpPr>
          <p:grpSpPr>
            <a:xfrm>
              <a:off x="2588125" y="818705"/>
              <a:ext cx="3571708" cy="3357524"/>
              <a:chOff x="1662291" y="1242161"/>
              <a:chExt cx="3571708" cy="3357524"/>
            </a:xfrm>
          </p:grpSpPr>
          <p:sp>
            <p:nvSpPr>
              <p:cNvPr id="111" name="Rectangle 169">
                <a:extLst>
                  <a:ext uri="{FF2B5EF4-FFF2-40B4-BE49-F238E27FC236}">
                    <a16:creationId xmlns:a16="http://schemas.microsoft.com/office/drawing/2014/main" id="{E342C920-B825-BA10-125C-509E91850C26}"/>
                  </a:ext>
                </a:extLst>
              </p:cNvPr>
              <p:cNvSpPr/>
              <p:nvPr/>
            </p:nvSpPr>
            <p:spPr>
              <a:xfrm rot="18633300">
                <a:off x="2383440" y="1573997"/>
                <a:ext cx="430975" cy="314475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5122" h="788037">
                    <a:moveTo>
                      <a:pt x="30857" y="506777"/>
                    </a:moveTo>
                    <a:cubicBezTo>
                      <a:pt x="-62408" y="463683"/>
                      <a:pt x="75449" y="138754"/>
                      <a:pt x="183100" y="-1"/>
                    </a:cubicBezTo>
                    <a:cubicBezTo>
                      <a:pt x="285492" y="17739"/>
                      <a:pt x="791092" y="-15927"/>
                      <a:pt x="898246" y="49438"/>
                    </a:cubicBezTo>
                    <a:cubicBezTo>
                      <a:pt x="1025245" y="65499"/>
                      <a:pt x="1179560" y="505989"/>
                      <a:pt x="1235122" y="593487"/>
                    </a:cubicBezTo>
                    <a:cubicBezTo>
                      <a:pt x="1124327" y="1082437"/>
                      <a:pt x="89265" y="494078"/>
                      <a:pt x="30857" y="506777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2" name="Rectangle 94">
                <a:extLst>
                  <a:ext uri="{FF2B5EF4-FFF2-40B4-BE49-F238E27FC236}">
                    <a16:creationId xmlns:a16="http://schemas.microsoft.com/office/drawing/2014/main" id="{5EBC41C6-F4C2-29CA-AD65-AF05802D768D}"/>
                  </a:ext>
                </a:extLst>
              </p:cNvPr>
              <p:cNvSpPr/>
              <p:nvPr/>
            </p:nvSpPr>
            <p:spPr>
              <a:xfrm>
                <a:off x="1707049" y="1704893"/>
                <a:ext cx="3094901" cy="2894792"/>
              </a:xfrm>
              <a:custGeom>
                <a:avLst/>
                <a:gdLst>
                  <a:gd name="connsiteX0" fmla="*/ 0 w 1776549"/>
                  <a:gd name="connsiteY0" fmla="*/ 0 h 1983513"/>
                  <a:gd name="connsiteX1" fmla="*/ 1776549 w 1776549"/>
                  <a:gd name="connsiteY1" fmla="*/ 0 h 1983513"/>
                  <a:gd name="connsiteX2" fmla="*/ 1776549 w 1776549"/>
                  <a:gd name="connsiteY2" fmla="*/ 1983513 h 1983513"/>
                  <a:gd name="connsiteX3" fmla="*/ 0 w 1776549"/>
                  <a:gd name="connsiteY3" fmla="*/ 1983513 h 1983513"/>
                  <a:gd name="connsiteX4" fmla="*/ 0 w 1776549"/>
                  <a:gd name="connsiteY4" fmla="*/ 0 h 1983513"/>
                  <a:gd name="connsiteX0" fmla="*/ 0 w 2144849"/>
                  <a:gd name="connsiteY0" fmla="*/ 0 h 2097813"/>
                  <a:gd name="connsiteX1" fmla="*/ 2144849 w 2144849"/>
                  <a:gd name="connsiteY1" fmla="*/ 114300 h 2097813"/>
                  <a:gd name="connsiteX2" fmla="*/ 2144849 w 2144849"/>
                  <a:gd name="connsiteY2" fmla="*/ 2097813 h 2097813"/>
                  <a:gd name="connsiteX3" fmla="*/ 368300 w 2144849"/>
                  <a:gd name="connsiteY3" fmla="*/ 2097813 h 2097813"/>
                  <a:gd name="connsiteX4" fmla="*/ 0 w 2144849"/>
                  <a:gd name="connsiteY4" fmla="*/ 0 h 2097813"/>
                  <a:gd name="connsiteX0" fmla="*/ 0 w 2271849"/>
                  <a:gd name="connsiteY0" fmla="*/ 0 h 2097813"/>
                  <a:gd name="connsiteX1" fmla="*/ 2271849 w 2271849"/>
                  <a:gd name="connsiteY1" fmla="*/ 0 h 2097813"/>
                  <a:gd name="connsiteX2" fmla="*/ 2144849 w 2271849"/>
                  <a:gd name="connsiteY2" fmla="*/ 2097813 h 2097813"/>
                  <a:gd name="connsiteX3" fmla="*/ 368300 w 2271849"/>
                  <a:gd name="connsiteY3" fmla="*/ 2097813 h 2097813"/>
                  <a:gd name="connsiteX4" fmla="*/ 0 w 2271849"/>
                  <a:gd name="connsiteY4" fmla="*/ 0 h 2097813"/>
                  <a:gd name="connsiteX0" fmla="*/ 0 w 2271849"/>
                  <a:gd name="connsiteY0" fmla="*/ 158044 h 2255857"/>
                  <a:gd name="connsiteX1" fmla="*/ 2271849 w 2271849"/>
                  <a:gd name="connsiteY1" fmla="*/ 158044 h 2255857"/>
                  <a:gd name="connsiteX2" fmla="*/ 2144849 w 2271849"/>
                  <a:gd name="connsiteY2" fmla="*/ 2255857 h 2255857"/>
                  <a:gd name="connsiteX3" fmla="*/ 368300 w 2271849"/>
                  <a:gd name="connsiteY3" fmla="*/ 2255857 h 2255857"/>
                  <a:gd name="connsiteX4" fmla="*/ 0 w 2271849"/>
                  <a:gd name="connsiteY4" fmla="*/ 158044 h 2255857"/>
                  <a:gd name="connsiteX0" fmla="*/ 0 w 2271849"/>
                  <a:gd name="connsiteY0" fmla="*/ 276307 h 2374120"/>
                  <a:gd name="connsiteX1" fmla="*/ 2271849 w 2271849"/>
                  <a:gd name="connsiteY1" fmla="*/ 276307 h 2374120"/>
                  <a:gd name="connsiteX2" fmla="*/ 2144849 w 2271849"/>
                  <a:gd name="connsiteY2" fmla="*/ 2374120 h 2374120"/>
                  <a:gd name="connsiteX3" fmla="*/ 368300 w 2271849"/>
                  <a:gd name="connsiteY3" fmla="*/ 2374120 h 2374120"/>
                  <a:gd name="connsiteX4" fmla="*/ 0 w 2271849"/>
                  <a:gd name="connsiteY4" fmla="*/ 276307 h 2374120"/>
                  <a:gd name="connsiteX0" fmla="*/ 0 w 2513149"/>
                  <a:gd name="connsiteY0" fmla="*/ 276307 h 2374120"/>
                  <a:gd name="connsiteX1" fmla="*/ 2271849 w 2513149"/>
                  <a:gd name="connsiteY1" fmla="*/ 276307 h 2374120"/>
                  <a:gd name="connsiteX2" fmla="*/ 2513149 w 2513149"/>
                  <a:gd name="connsiteY2" fmla="*/ 2196320 h 2374120"/>
                  <a:gd name="connsiteX3" fmla="*/ 368300 w 2513149"/>
                  <a:gd name="connsiteY3" fmla="*/ 2374120 h 2374120"/>
                  <a:gd name="connsiteX4" fmla="*/ 0 w 2513149"/>
                  <a:gd name="connsiteY4" fmla="*/ 276307 h 2374120"/>
                  <a:gd name="connsiteX0" fmla="*/ 0 w 2519880"/>
                  <a:gd name="connsiteY0" fmla="*/ 276307 h 2374120"/>
                  <a:gd name="connsiteX1" fmla="*/ 2271849 w 2519880"/>
                  <a:gd name="connsiteY1" fmla="*/ 276307 h 2374120"/>
                  <a:gd name="connsiteX2" fmla="*/ 2513149 w 2519880"/>
                  <a:gd name="connsiteY2" fmla="*/ 2196320 h 2374120"/>
                  <a:gd name="connsiteX3" fmla="*/ 368300 w 2519880"/>
                  <a:gd name="connsiteY3" fmla="*/ 2374120 h 2374120"/>
                  <a:gd name="connsiteX4" fmla="*/ 0 w 2519880"/>
                  <a:gd name="connsiteY4" fmla="*/ 276307 h 2374120"/>
                  <a:gd name="connsiteX0" fmla="*/ 0 w 2519880"/>
                  <a:gd name="connsiteY0" fmla="*/ 276307 h 2475720"/>
                  <a:gd name="connsiteX1" fmla="*/ 2271849 w 2519880"/>
                  <a:gd name="connsiteY1" fmla="*/ 276307 h 2475720"/>
                  <a:gd name="connsiteX2" fmla="*/ 2513149 w 2519880"/>
                  <a:gd name="connsiteY2" fmla="*/ 2196320 h 2475720"/>
                  <a:gd name="connsiteX3" fmla="*/ 241300 w 2519880"/>
                  <a:gd name="connsiteY3" fmla="*/ 2475720 h 2475720"/>
                  <a:gd name="connsiteX4" fmla="*/ 0 w 2519880"/>
                  <a:gd name="connsiteY4" fmla="*/ 276307 h 2475720"/>
                  <a:gd name="connsiteX0" fmla="*/ 0 w 2519880"/>
                  <a:gd name="connsiteY0" fmla="*/ 276307 h 2674404"/>
                  <a:gd name="connsiteX1" fmla="*/ 2271849 w 2519880"/>
                  <a:gd name="connsiteY1" fmla="*/ 276307 h 2674404"/>
                  <a:gd name="connsiteX2" fmla="*/ 2513149 w 2519880"/>
                  <a:gd name="connsiteY2" fmla="*/ 2196320 h 2674404"/>
                  <a:gd name="connsiteX3" fmla="*/ 241300 w 2519880"/>
                  <a:gd name="connsiteY3" fmla="*/ 2475720 h 2674404"/>
                  <a:gd name="connsiteX4" fmla="*/ 0 w 2519880"/>
                  <a:gd name="connsiteY4" fmla="*/ 276307 h 2674404"/>
                  <a:gd name="connsiteX0" fmla="*/ 0 w 2519880"/>
                  <a:gd name="connsiteY0" fmla="*/ 276307 h 2894792"/>
                  <a:gd name="connsiteX1" fmla="*/ 2271849 w 2519880"/>
                  <a:gd name="connsiteY1" fmla="*/ 276307 h 2894792"/>
                  <a:gd name="connsiteX2" fmla="*/ 2513149 w 2519880"/>
                  <a:gd name="connsiteY2" fmla="*/ 2196320 h 2894792"/>
                  <a:gd name="connsiteX3" fmla="*/ 241300 w 2519880"/>
                  <a:gd name="connsiteY3" fmla="*/ 2475720 h 2894792"/>
                  <a:gd name="connsiteX4" fmla="*/ 0 w 2519880"/>
                  <a:gd name="connsiteY4" fmla="*/ 276307 h 2894792"/>
                  <a:gd name="connsiteX0" fmla="*/ 59185 w 2579065"/>
                  <a:gd name="connsiteY0" fmla="*/ 276307 h 2894792"/>
                  <a:gd name="connsiteX1" fmla="*/ 2331034 w 2579065"/>
                  <a:gd name="connsiteY1" fmla="*/ 276307 h 2894792"/>
                  <a:gd name="connsiteX2" fmla="*/ 2572334 w 2579065"/>
                  <a:gd name="connsiteY2" fmla="*/ 2196320 h 2894792"/>
                  <a:gd name="connsiteX3" fmla="*/ 300485 w 2579065"/>
                  <a:gd name="connsiteY3" fmla="*/ 2475720 h 2894792"/>
                  <a:gd name="connsiteX4" fmla="*/ 59185 w 2579065"/>
                  <a:gd name="connsiteY4" fmla="*/ 276307 h 2894792"/>
                  <a:gd name="connsiteX0" fmla="*/ 392638 w 2912518"/>
                  <a:gd name="connsiteY0" fmla="*/ 276307 h 2894792"/>
                  <a:gd name="connsiteX1" fmla="*/ 2664487 w 2912518"/>
                  <a:gd name="connsiteY1" fmla="*/ 276307 h 2894792"/>
                  <a:gd name="connsiteX2" fmla="*/ 2905787 w 2912518"/>
                  <a:gd name="connsiteY2" fmla="*/ 2196320 h 2894792"/>
                  <a:gd name="connsiteX3" fmla="*/ 633938 w 2912518"/>
                  <a:gd name="connsiteY3" fmla="*/ 2475720 h 2894792"/>
                  <a:gd name="connsiteX4" fmla="*/ 12270 w 2912518"/>
                  <a:gd name="connsiteY4" fmla="*/ 1635207 h 2894792"/>
                  <a:gd name="connsiteX5" fmla="*/ 392638 w 2912518"/>
                  <a:gd name="connsiteY5" fmla="*/ 276307 h 2894792"/>
                  <a:gd name="connsiteX0" fmla="*/ 400226 w 2920106"/>
                  <a:gd name="connsiteY0" fmla="*/ 276307 h 2894792"/>
                  <a:gd name="connsiteX1" fmla="*/ 2672075 w 2920106"/>
                  <a:gd name="connsiteY1" fmla="*/ 276307 h 2894792"/>
                  <a:gd name="connsiteX2" fmla="*/ 2913375 w 2920106"/>
                  <a:gd name="connsiteY2" fmla="*/ 2196320 h 2894792"/>
                  <a:gd name="connsiteX3" fmla="*/ 641526 w 2920106"/>
                  <a:gd name="connsiteY3" fmla="*/ 2475720 h 2894792"/>
                  <a:gd name="connsiteX4" fmla="*/ 19858 w 2920106"/>
                  <a:gd name="connsiteY4" fmla="*/ 1635207 h 2894792"/>
                  <a:gd name="connsiteX5" fmla="*/ 286558 w 2920106"/>
                  <a:gd name="connsiteY5" fmla="*/ 1000207 h 2894792"/>
                  <a:gd name="connsiteX6" fmla="*/ 400226 w 2920106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100891 w 3001139"/>
                  <a:gd name="connsiteY4" fmla="*/ 1635207 h 2894792"/>
                  <a:gd name="connsiteX5" fmla="*/ 367591 w 3001139"/>
                  <a:gd name="connsiteY5" fmla="*/ 1000207 h 2894792"/>
                  <a:gd name="connsiteX6" fmla="*/ 481259 w 3001139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100891 w 3001139"/>
                  <a:gd name="connsiteY4" fmla="*/ 1635207 h 2894792"/>
                  <a:gd name="connsiteX5" fmla="*/ 367591 w 3001139"/>
                  <a:gd name="connsiteY5" fmla="*/ 1000207 h 2894792"/>
                  <a:gd name="connsiteX6" fmla="*/ 481259 w 3001139"/>
                  <a:gd name="connsiteY6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697792 w 3001139"/>
                  <a:gd name="connsiteY4" fmla="*/ 1978107 h 2894792"/>
                  <a:gd name="connsiteX5" fmla="*/ 100891 w 3001139"/>
                  <a:gd name="connsiteY5" fmla="*/ 1635207 h 2894792"/>
                  <a:gd name="connsiteX6" fmla="*/ 367591 w 3001139"/>
                  <a:gd name="connsiteY6" fmla="*/ 1000207 h 2894792"/>
                  <a:gd name="connsiteX7" fmla="*/ 481259 w 3001139"/>
                  <a:gd name="connsiteY7" fmla="*/ 276307 h 2894792"/>
                  <a:gd name="connsiteX0" fmla="*/ 481259 w 3001139"/>
                  <a:gd name="connsiteY0" fmla="*/ 276307 h 2894792"/>
                  <a:gd name="connsiteX1" fmla="*/ 2753108 w 3001139"/>
                  <a:gd name="connsiteY1" fmla="*/ 276307 h 2894792"/>
                  <a:gd name="connsiteX2" fmla="*/ 2994408 w 3001139"/>
                  <a:gd name="connsiteY2" fmla="*/ 2196320 h 2894792"/>
                  <a:gd name="connsiteX3" fmla="*/ 722559 w 3001139"/>
                  <a:gd name="connsiteY3" fmla="*/ 2475720 h 2894792"/>
                  <a:gd name="connsiteX4" fmla="*/ 697792 w 3001139"/>
                  <a:gd name="connsiteY4" fmla="*/ 1978107 h 2894792"/>
                  <a:gd name="connsiteX5" fmla="*/ 100891 w 3001139"/>
                  <a:gd name="connsiteY5" fmla="*/ 1635207 h 2894792"/>
                  <a:gd name="connsiteX6" fmla="*/ 367591 w 3001139"/>
                  <a:gd name="connsiteY6" fmla="*/ 1000207 h 2894792"/>
                  <a:gd name="connsiteX7" fmla="*/ 481259 w 3001139"/>
                  <a:gd name="connsiteY7" fmla="*/ 276307 h 2894792"/>
                  <a:gd name="connsiteX0" fmla="*/ 388989 w 2908869"/>
                  <a:gd name="connsiteY0" fmla="*/ 276307 h 2894792"/>
                  <a:gd name="connsiteX1" fmla="*/ 2660838 w 2908869"/>
                  <a:gd name="connsiteY1" fmla="*/ 276307 h 2894792"/>
                  <a:gd name="connsiteX2" fmla="*/ 2902138 w 2908869"/>
                  <a:gd name="connsiteY2" fmla="*/ 2196320 h 2894792"/>
                  <a:gd name="connsiteX3" fmla="*/ 630289 w 2908869"/>
                  <a:gd name="connsiteY3" fmla="*/ 2475720 h 2894792"/>
                  <a:gd name="connsiteX4" fmla="*/ 8621 w 2908869"/>
                  <a:gd name="connsiteY4" fmla="*/ 1635207 h 2894792"/>
                  <a:gd name="connsiteX5" fmla="*/ 275321 w 2908869"/>
                  <a:gd name="connsiteY5" fmla="*/ 1000207 h 2894792"/>
                  <a:gd name="connsiteX6" fmla="*/ 388989 w 2908869"/>
                  <a:gd name="connsiteY6" fmla="*/ 276307 h 2894792"/>
                  <a:gd name="connsiteX0" fmla="*/ 469952 w 2989832"/>
                  <a:gd name="connsiteY0" fmla="*/ 276307 h 2894792"/>
                  <a:gd name="connsiteX1" fmla="*/ 2741801 w 2989832"/>
                  <a:gd name="connsiteY1" fmla="*/ 276307 h 2894792"/>
                  <a:gd name="connsiteX2" fmla="*/ 2983101 w 2989832"/>
                  <a:gd name="connsiteY2" fmla="*/ 2196320 h 2894792"/>
                  <a:gd name="connsiteX3" fmla="*/ 711252 w 2989832"/>
                  <a:gd name="connsiteY3" fmla="*/ 2475720 h 2894792"/>
                  <a:gd name="connsiteX4" fmla="*/ 7034 w 2989832"/>
                  <a:gd name="connsiteY4" fmla="*/ 1654257 h 2894792"/>
                  <a:gd name="connsiteX5" fmla="*/ 356284 w 2989832"/>
                  <a:gd name="connsiteY5" fmla="*/ 1000207 h 2894792"/>
                  <a:gd name="connsiteX6" fmla="*/ 469952 w 2989832"/>
                  <a:gd name="connsiteY6" fmla="*/ 276307 h 2894792"/>
                  <a:gd name="connsiteX0" fmla="*/ 463098 w 2982978"/>
                  <a:gd name="connsiteY0" fmla="*/ 276307 h 2894792"/>
                  <a:gd name="connsiteX1" fmla="*/ 2734947 w 2982978"/>
                  <a:gd name="connsiteY1" fmla="*/ 276307 h 2894792"/>
                  <a:gd name="connsiteX2" fmla="*/ 2976247 w 2982978"/>
                  <a:gd name="connsiteY2" fmla="*/ 2196320 h 2894792"/>
                  <a:gd name="connsiteX3" fmla="*/ 704398 w 2982978"/>
                  <a:gd name="connsiteY3" fmla="*/ 2475720 h 2894792"/>
                  <a:gd name="connsiteX4" fmla="*/ 412038 w 2982978"/>
                  <a:gd name="connsiteY4" fmla="*/ 2170525 h 2894792"/>
                  <a:gd name="connsiteX5" fmla="*/ 180 w 2982978"/>
                  <a:gd name="connsiteY5" fmla="*/ 1654257 h 2894792"/>
                  <a:gd name="connsiteX6" fmla="*/ 349430 w 2982978"/>
                  <a:gd name="connsiteY6" fmla="*/ 1000207 h 2894792"/>
                  <a:gd name="connsiteX7" fmla="*/ 463098 w 2982978"/>
                  <a:gd name="connsiteY7" fmla="*/ 276307 h 2894792"/>
                  <a:gd name="connsiteX0" fmla="*/ 463105 w 2982985"/>
                  <a:gd name="connsiteY0" fmla="*/ 276307 h 2894792"/>
                  <a:gd name="connsiteX1" fmla="*/ 2734954 w 2982985"/>
                  <a:gd name="connsiteY1" fmla="*/ 276307 h 2894792"/>
                  <a:gd name="connsiteX2" fmla="*/ 2976254 w 2982985"/>
                  <a:gd name="connsiteY2" fmla="*/ 2196320 h 2894792"/>
                  <a:gd name="connsiteX3" fmla="*/ 704405 w 2982985"/>
                  <a:gd name="connsiteY3" fmla="*/ 2475720 h 2894792"/>
                  <a:gd name="connsiteX4" fmla="*/ 412045 w 2982985"/>
                  <a:gd name="connsiteY4" fmla="*/ 2170525 h 2894792"/>
                  <a:gd name="connsiteX5" fmla="*/ 187 w 2982985"/>
                  <a:gd name="connsiteY5" fmla="*/ 1654257 h 2894792"/>
                  <a:gd name="connsiteX6" fmla="*/ 349437 w 2982985"/>
                  <a:gd name="connsiteY6" fmla="*/ 1000207 h 2894792"/>
                  <a:gd name="connsiteX7" fmla="*/ 463105 w 2982985"/>
                  <a:gd name="connsiteY7" fmla="*/ 276307 h 2894792"/>
                  <a:gd name="connsiteX0" fmla="*/ 463986 w 2983866"/>
                  <a:gd name="connsiteY0" fmla="*/ 276307 h 2894792"/>
                  <a:gd name="connsiteX1" fmla="*/ 2735835 w 2983866"/>
                  <a:gd name="connsiteY1" fmla="*/ 276307 h 2894792"/>
                  <a:gd name="connsiteX2" fmla="*/ 2977135 w 2983866"/>
                  <a:gd name="connsiteY2" fmla="*/ 2196320 h 2894792"/>
                  <a:gd name="connsiteX3" fmla="*/ 705286 w 2983866"/>
                  <a:gd name="connsiteY3" fmla="*/ 2475720 h 2894792"/>
                  <a:gd name="connsiteX4" fmla="*/ 412926 w 2983866"/>
                  <a:gd name="connsiteY4" fmla="*/ 2170525 h 2894792"/>
                  <a:gd name="connsiteX5" fmla="*/ 1068 w 2983866"/>
                  <a:gd name="connsiteY5" fmla="*/ 1654257 h 2894792"/>
                  <a:gd name="connsiteX6" fmla="*/ 350318 w 2983866"/>
                  <a:gd name="connsiteY6" fmla="*/ 1000207 h 2894792"/>
                  <a:gd name="connsiteX7" fmla="*/ 463986 w 2983866"/>
                  <a:gd name="connsiteY7" fmla="*/ 276307 h 2894792"/>
                  <a:gd name="connsiteX0" fmla="*/ 462932 w 2982812"/>
                  <a:gd name="connsiteY0" fmla="*/ 276307 h 2894792"/>
                  <a:gd name="connsiteX1" fmla="*/ 2734781 w 2982812"/>
                  <a:gd name="connsiteY1" fmla="*/ 276307 h 2894792"/>
                  <a:gd name="connsiteX2" fmla="*/ 2976081 w 2982812"/>
                  <a:gd name="connsiteY2" fmla="*/ 2196320 h 2894792"/>
                  <a:gd name="connsiteX3" fmla="*/ 704232 w 2982812"/>
                  <a:gd name="connsiteY3" fmla="*/ 2475720 h 2894792"/>
                  <a:gd name="connsiteX4" fmla="*/ 411872 w 2982812"/>
                  <a:gd name="connsiteY4" fmla="*/ 2170525 h 2894792"/>
                  <a:gd name="connsiteX5" fmla="*/ 14 w 2982812"/>
                  <a:gd name="connsiteY5" fmla="*/ 1654257 h 2894792"/>
                  <a:gd name="connsiteX6" fmla="*/ 349264 w 2982812"/>
                  <a:gd name="connsiteY6" fmla="*/ 1000207 h 2894792"/>
                  <a:gd name="connsiteX7" fmla="*/ 462932 w 2982812"/>
                  <a:gd name="connsiteY7" fmla="*/ 276307 h 2894792"/>
                  <a:gd name="connsiteX0" fmla="*/ 462931 w 2982811"/>
                  <a:gd name="connsiteY0" fmla="*/ 276307 h 2894792"/>
                  <a:gd name="connsiteX1" fmla="*/ 2734780 w 2982811"/>
                  <a:gd name="connsiteY1" fmla="*/ 276307 h 2894792"/>
                  <a:gd name="connsiteX2" fmla="*/ 2976080 w 2982811"/>
                  <a:gd name="connsiteY2" fmla="*/ 2196320 h 2894792"/>
                  <a:gd name="connsiteX3" fmla="*/ 704231 w 2982811"/>
                  <a:gd name="connsiteY3" fmla="*/ 2475720 h 2894792"/>
                  <a:gd name="connsiteX4" fmla="*/ 423777 w 2982811"/>
                  <a:gd name="connsiteY4" fmla="*/ 2144331 h 2894792"/>
                  <a:gd name="connsiteX5" fmla="*/ 13 w 2982811"/>
                  <a:gd name="connsiteY5" fmla="*/ 1654257 h 2894792"/>
                  <a:gd name="connsiteX6" fmla="*/ 349263 w 2982811"/>
                  <a:gd name="connsiteY6" fmla="*/ 1000207 h 2894792"/>
                  <a:gd name="connsiteX7" fmla="*/ 462931 w 2982811"/>
                  <a:gd name="connsiteY7" fmla="*/ 276307 h 2894792"/>
                  <a:gd name="connsiteX0" fmla="*/ 436739 w 2956619"/>
                  <a:gd name="connsiteY0" fmla="*/ 276307 h 2894792"/>
                  <a:gd name="connsiteX1" fmla="*/ 2708588 w 2956619"/>
                  <a:gd name="connsiteY1" fmla="*/ 276307 h 2894792"/>
                  <a:gd name="connsiteX2" fmla="*/ 2949888 w 2956619"/>
                  <a:gd name="connsiteY2" fmla="*/ 2196320 h 2894792"/>
                  <a:gd name="connsiteX3" fmla="*/ 678039 w 2956619"/>
                  <a:gd name="connsiteY3" fmla="*/ 2475720 h 2894792"/>
                  <a:gd name="connsiteX4" fmla="*/ 397585 w 2956619"/>
                  <a:gd name="connsiteY4" fmla="*/ 2144331 h 2894792"/>
                  <a:gd name="connsiteX5" fmla="*/ 15 w 2956619"/>
                  <a:gd name="connsiteY5" fmla="*/ 1656639 h 2894792"/>
                  <a:gd name="connsiteX6" fmla="*/ 323071 w 2956619"/>
                  <a:gd name="connsiteY6" fmla="*/ 1000207 h 2894792"/>
                  <a:gd name="connsiteX7" fmla="*/ 436739 w 2956619"/>
                  <a:gd name="connsiteY7" fmla="*/ 276307 h 2894792"/>
                  <a:gd name="connsiteX0" fmla="*/ 440342 w 2960222"/>
                  <a:gd name="connsiteY0" fmla="*/ 276307 h 2894792"/>
                  <a:gd name="connsiteX1" fmla="*/ 2712191 w 2960222"/>
                  <a:gd name="connsiteY1" fmla="*/ 276307 h 2894792"/>
                  <a:gd name="connsiteX2" fmla="*/ 2953491 w 2960222"/>
                  <a:gd name="connsiteY2" fmla="*/ 2196320 h 2894792"/>
                  <a:gd name="connsiteX3" fmla="*/ 681642 w 2960222"/>
                  <a:gd name="connsiteY3" fmla="*/ 2475720 h 2894792"/>
                  <a:gd name="connsiteX4" fmla="*/ 401188 w 2960222"/>
                  <a:gd name="connsiteY4" fmla="*/ 2144331 h 2894792"/>
                  <a:gd name="connsiteX5" fmla="*/ 3618 w 2960222"/>
                  <a:gd name="connsiteY5" fmla="*/ 1656639 h 2894792"/>
                  <a:gd name="connsiteX6" fmla="*/ 326674 w 2960222"/>
                  <a:gd name="connsiteY6" fmla="*/ 1000207 h 2894792"/>
                  <a:gd name="connsiteX7" fmla="*/ 440342 w 2960222"/>
                  <a:gd name="connsiteY7" fmla="*/ 276307 h 2894792"/>
                  <a:gd name="connsiteX0" fmla="*/ 438640 w 2958520"/>
                  <a:gd name="connsiteY0" fmla="*/ 276307 h 2894792"/>
                  <a:gd name="connsiteX1" fmla="*/ 2710489 w 2958520"/>
                  <a:gd name="connsiteY1" fmla="*/ 276307 h 2894792"/>
                  <a:gd name="connsiteX2" fmla="*/ 2951789 w 2958520"/>
                  <a:gd name="connsiteY2" fmla="*/ 2196320 h 2894792"/>
                  <a:gd name="connsiteX3" fmla="*/ 679940 w 2958520"/>
                  <a:gd name="connsiteY3" fmla="*/ 2475720 h 2894792"/>
                  <a:gd name="connsiteX4" fmla="*/ 399486 w 2958520"/>
                  <a:gd name="connsiteY4" fmla="*/ 2144331 h 2894792"/>
                  <a:gd name="connsiteX5" fmla="*/ 1916 w 2958520"/>
                  <a:gd name="connsiteY5" fmla="*/ 1656639 h 2894792"/>
                  <a:gd name="connsiteX6" fmla="*/ 324972 w 2958520"/>
                  <a:gd name="connsiteY6" fmla="*/ 1000207 h 2894792"/>
                  <a:gd name="connsiteX7" fmla="*/ 438640 w 2958520"/>
                  <a:gd name="connsiteY7" fmla="*/ 276307 h 2894792"/>
                  <a:gd name="connsiteX0" fmla="*/ 438558 w 2958438"/>
                  <a:gd name="connsiteY0" fmla="*/ 276307 h 2894792"/>
                  <a:gd name="connsiteX1" fmla="*/ 2710407 w 2958438"/>
                  <a:gd name="connsiteY1" fmla="*/ 276307 h 2894792"/>
                  <a:gd name="connsiteX2" fmla="*/ 2951707 w 2958438"/>
                  <a:gd name="connsiteY2" fmla="*/ 2196320 h 2894792"/>
                  <a:gd name="connsiteX3" fmla="*/ 679858 w 2958438"/>
                  <a:gd name="connsiteY3" fmla="*/ 2475720 h 2894792"/>
                  <a:gd name="connsiteX4" fmla="*/ 413691 w 2958438"/>
                  <a:gd name="connsiteY4" fmla="*/ 2134806 h 2894792"/>
                  <a:gd name="connsiteX5" fmla="*/ 1834 w 2958438"/>
                  <a:gd name="connsiteY5" fmla="*/ 1656639 h 2894792"/>
                  <a:gd name="connsiteX6" fmla="*/ 324890 w 2958438"/>
                  <a:gd name="connsiteY6" fmla="*/ 1000207 h 2894792"/>
                  <a:gd name="connsiteX7" fmla="*/ 438558 w 2958438"/>
                  <a:gd name="connsiteY7" fmla="*/ 276307 h 2894792"/>
                  <a:gd name="connsiteX0" fmla="*/ 438928 w 2958808"/>
                  <a:gd name="connsiteY0" fmla="*/ 276307 h 2894792"/>
                  <a:gd name="connsiteX1" fmla="*/ 2710777 w 2958808"/>
                  <a:gd name="connsiteY1" fmla="*/ 276307 h 2894792"/>
                  <a:gd name="connsiteX2" fmla="*/ 2952077 w 2958808"/>
                  <a:gd name="connsiteY2" fmla="*/ 2196320 h 2894792"/>
                  <a:gd name="connsiteX3" fmla="*/ 680228 w 2958808"/>
                  <a:gd name="connsiteY3" fmla="*/ 2475720 h 2894792"/>
                  <a:gd name="connsiteX4" fmla="*/ 414061 w 2958808"/>
                  <a:gd name="connsiteY4" fmla="*/ 2134806 h 2894792"/>
                  <a:gd name="connsiteX5" fmla="*/ 2204 w 2958808"/>
                  <a:gd name="connsiteY5" fmla="*/ 1656639 h 2894792"/>
                  <a:gd name="connsiteX6" fmla="*/ 325260 w 2958808"/>
                  <a:gd name="connsiteY6" fmla="*/ 1000207 h 2894792"/>
                  <a:gd name="connsiteX7" fmla="*/ 438928 w 2958808"/>
                  <a:gd name="connsiteY7" fmla="*/ 276307 h 2894792"/>
                  <a:gd name="connsiteX0" fmla="*/ 438928 w 3053097"/>
                  <a:gd name="connsiteY0" fmla="*/ 276307 h 2894792"/>
                  <a:gd name="connsiteX1" fmla="*/ 2710777 w 3053097"/>
                  <a:gd name="connsiteY1" fmla="*/ 276307 h 2894792"/>
                  <a:gd name="connsiteX2" fmla="*/ 2952077 w 3053097"/>
                  <a:gd name="connsiteY2" fmla="*/ 2196320 h 2894792"/>
                  <a:gd name="connsiteX3" fmla="*/ 680228 w 3053097"/>
                  <a:gd name="connsiteY3" fmla="*/ 2475720 h 2894792"/>
                  <a:gd name="connsiteX4" fmla="*/ 414061 w 3053097"/>
                  <a:gd name="connsiteY4" fmla="*/ 2134806 h 2894792"/>
                  <a:gd name="connsiteX5" fmla="*/ 2204 w 3053097"/>
                  <a:gd name="connsiteY5" fmla="*/ 1656639 h 2894792"/>
                  <a:gd name="connsiteX6" fmla="*/ 325260 w 3053097"/>
                  <a:gd name="connsiteY6" fmla="*/ 1000207 h 2894792"/>
                  <a:gd name="connsiteX7" fmla="*/ 438928 w 3053097"/>
                  <a:gd name="connsiteY7" fmla="*/ 276307 h 2894792"/>
                  <a:gd name="connsiteX0" fmla="*/ 438928 w 3089784"/>
                  <a:gd name="connsiteY0" fmla="*/ 276307 h 2894792"/>
                  <a:gd name="connsiteX1" fmla="*/ 2710777 w 3089784"/>
                  <a:gd name="connsiteY1" fmla="*/ 276307 h 2894792"/>
                  <a:gd name="connsiteX2" fmla="*/ 2952077 w 3089784"/>
                  <a:gd name="connsiteY2" fmla="*/ 2196320 h 2894792"/>
                  <a:gd name="connsiteX3" fmla="*/ 680228 w 3089784"/>
                  <a:gd name="connsiteY3" fmla="*/ 2475720 h 2894792"/>
                  <a:gd name="connsiteX4" fmla="*/ 414061 w 3089784"/>
                  <a:gd name="connsiteY4" fmla="*/ 2134806 h 2894792"/>
                  <a:gd name="connsiteX5" fmla="*/ 2204 w 3089784"/>
                  <a:gd name="connsiteY5" fmla="*/ 1656639 h 2894792"/>
                  <a:gd name="connsiteX6" fmla="*/ 325260 w 3089784"/>
                  <a:gd name="connsiteY6" fmla="*/ 1000207 h 2894792"/>
                  <a:gd name="connsiteX7" fmla="*/ 438928 w 3089784"/>
                  <a:gd name="connsiteY7" fmla="*/ 276307 h 2894792"/>
                  <a:gd name="connsiteX0" fmla="*/ 438928 w 3095212"/>
                  <a:gd name="connsiteY0" fmla="*/ 276307 h 2894792"/>
                  <a:gd name="connsiteX1" fmla="*/ 2710777 w 3095212"/>
                  <a:gd name="connsiteY1" fmla="*/ 276307 h 2894792"/>
                  <a:gd name="connsiteX2" fmla="*/ 2952077 w 3095212"/>
                  <a:gd name="connsiteY2" fmla="*/ 2196320 h 2894792"/>
                  <a:gd name="connsiteX3" fmla="*/ 680228 w 3095212"/>
                  <a:gd name="connsiteY3" fmla="*/ 2475720 h 2894792"/>
                  <a:gd name="connsiteX4" fmla="*/ 414061 w 3095212"/>
                  <a:gd name="connsiteY4" fmla="*/ 2134806 h 2894792"/>
                  <a:gd name="connsiteX5" fmla="*/ 2204 w 3095212"/>
                  <a:gd name="connsiteY5" fmla="*/ 1656639 h 2894792"/>
                  <a:gd name="connsiteX6" fmla="*/ 325260 w 3095212"/>
                  <a:gd name="connsiteY6" fmla="*/ 1000207 h 2894792"/>
                  <a:gd name="connsiteX7" fmla="*/ 438928 w 3095212"/>
                  <a:gd name="connsiteY7" fmla="*/ 276307 h 2894792"/>
                  <a:gd name="connsiteX0" fmla="*/ 438467 w 3094751"/>
                  <a:gd name="connsiteY0" fmla="*/ 276307 h 2894792"/>
                  <a:gd name="connsiteX1" fmla="*/ 2710316 w 3094751"/>
                  <a:gd name="connsiteY1" fmla="*/ 276307 h 2894792"/>
                  <a:gd name="connsiteX2" fmla="*/ 2951616 w 3094751"/>
                  <a:gd name="connsiteY2" fmla="*/ 2196320 h 2894792"/>
                  <a:gd name="connsiteX3" fmla="*/ 679767 w 3094751"/>
                  <a:gd name="connsiteY3" fmla="*/ 2475720 h 2894792"/>
                  <a:gd name="connsiteX4" fmla="*/ 487419 w 3094751"/>
                  <a:gd name="connsiteY4" fmla="*/ 2115756 h 2894792"/>
                  <a:gd name="connsiteX5" fmla="*/ 1743 w 3094751"/>
                  <a:gd name="connsiteY5" fmla="*/ 1656639 h 2894792"/>
                  <a:gd name="connsiteX6" fmla="*/ 324799 w 3094751"/>
                  <a:gd name="connsiteY6" fmla="*/ 1000207 h 2894792"/>
                  <a:gd name="connsiteX7" fmla="*/ 438467 w 3094751"/>
                  <a:gd name="connsiteY7" fmla="*/ 276307 h 2894792"/>
                  <a:gd name="connsiteX0" fmla="*/ 438604 w 3094888"/>
                  <a:gd name="connsiteY0" fmla="*/ 276307 h 2894792"/>
                  <a:gd name="connsiteX1" fmla="*/ 2710453 w 3094888"/>
                  <a:gd name="connsiteY1" fmla="*/ 276307 h 2894792"/>
                  <a:gd name="connsiteX2" fmla="*/ 2951753 w 3094888"/>
                  <a:gd name="connsiteY2" fmla="*/ 2196320 h 2894792"/>
                  <a:gd name="connsiteX3" fmla="*/ 679904 w 3094888"/>
                  <a:gd name="connsiteY3" fmla="*/ 2475720 h 2894792"/>
                  <a:gd name="connsiteX4" fmla="*/ 487556 w 3094888"/>
                  <a:gd name="connsiteY4" fmla="*/ 2115756 h 2894792"/>
                  <a:gd name="connsiteX5" fmla="*/ 1880 w 3094888"/>
                  <a:gd name="connsiteY5" fmla="*/ 1656639 h 2894792"/>
                  <a:gd name="connsiteX6" fmla="*/ 324936 w 3094888"/>
                  <a:gd name="connsiteY6" fmla="*/ 1000207 h 2894792"/>
                  <a:gd name="connsiteX7" fmla="*/ 438604 w 3094888"/>
                  <a:gd name="connsiteY7" fmla="*/ 276307 h 2894792"/>
                  <a:gd name="connsiteX0" fmla="*/ 438617 w 3094901"/>
                  <a:gd name="connsiteY0" fmla="*/ 276307 h 2894792"/>
                  <a:gd name="connsiteX1" fmla="*/ 2710466 w 3094901"/>
                  <a:gd name="connsiteY1" fmla="*/ 276307 h 2894792"/>
                  <a:gd name="connsiteX2" fmla="*/ 2951766 w 3094901"/>
                  <a:gd name="connsiteY2" fmla="*/ 2196320 h 2894792"/>
                  <a:gd name="connsiteX3" fmla="*/ 679917 w 3094901"/>
                  <a:gd name="connsiteY3" fmla="*/ 2475720 h 2894792"/>
                  <a:gd name="connsiteX4" fmla="*/ 487569 w 3094901"/>
                  <a:gd name="connsiteY4" fmla="*/ 2115756 h 2894792"/>
                  <a:gd name="connsiteX5" fmla="*/ 1893 w 3094901"/>
                  <a:gd name="connsiteY5" fmla="*/ 1656639 h 2894792"/>
                  <a:gd name="connsiteX6" fmla="*/ 324949 w 3094901"/>
                  <a:gd name="connsiteY6" fmla="*/ 1000207 h 2894792"/>
                  <a:gd name="connsiteX7" fmla="*/ 438617 w 3094901"/>
                  <a:gd name="connsiteY7" fmla="*/ 276307 h 2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94901" h="2894792">
                    <a:moveTo>
                      <a:pt x="438617" y="276307"/>
                    </a:moveTo>
                    <a:cubicBezTo>
                      <a:pt x="1183200" y="-104693"/>
                      <a:pt x="2130983" y="-79293"/>
                      <a:pt x="2710466" y="276307"/>
                    </a:cubicBezTo>
                    <a:cubicBezTo>
                      <a:pt x="3254923" y="1052789"/>
                      <a:pt x="3107516" y="1996077"/>
                      <a:pt x="2951766" y="2196320"/>
                    </a:cubicBezTo>
                    <a:cubicBezTo>
                      <a:pt x="2257983" y="3140353"/>
                      <a:pt x="1259400" y="3017587"/>
                      <a:pt x="679917" y="2475720"/>
                    </a:cubicBezTo>
                    <a:cubicBezTo>
                      <a:pt x="233499" y="2485179"/>
                      <a:pt x="604939" y="2252666"/>
                      <a:pt x="487569" y="2115756"/>
                    </a:cubicBezTo>
                    <a:cubicBezTo>
                      <a:pt x="271774" y="2066158"/>
                      <a:pt x="-26566" y="1957525"/>
                      <a:pt x="1893" y="1656639"/>
                    </a:cubicBezTo>
                    <a:cubicBezTo>
                      <a:pt x="10508" y="1447828"/>
                      <a:pt x="252162" y="1230262"/>
                      <a:pt x="324949" y="1000207"/>
                    </a:cubicBezTo>
                    <a:cubicBezTo>
                      <a:pt x="397736" y="770152"/>
                      <a:pt x="521514" y="202224"/>
                      <a:pt x="438617" y="276307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3" name="Rectangle 95">
                <a:extLst>
                  <a:ext uri="{FF2B5EF4-FFF2-40B4-BE49-F238E27FC236}">
                    <a16:creationId xmlns:a16="http://schemas.microsoft.com/office/drawing/2014/main" id="{025341C5-ECBF-5F3C-A801-B8410F6AC0DC}"/>
                  </a:ext>
                </a:extLst>
              </p:cNvPr>
              <p:cNvSpPr/>
              <p:nvPr/>
            </p:nvSpPr>
            <p:spPr>
              <a:xfrm>
                <a:off x="3847768" y="1599630"/>
                <a:ext cx="1386231" cy="1493117"/>
              </a:xfrm>
              <a:custGeom>
                <a:avLst/>
                <a:gdLst>
                  <a:gd name="connsiteX0" fmla="*/ 0 w 347649"/>
                  <a:gd name="connsiteY0" fmla="*/ 0 h 326808"/>
                  <a:gd name="connsiteX1" fmla="*/ 347649 w 347649"/>
                  <a:gd name="connsiteY1" fmla="*/ 0 h 326808"/>
                  <a:gd name="connsiteX2" fmla="*/ 347649 w 347649"/>
                  <a:gd name="connsiteY2" fmla="*/ 326808 h 326808"/>
                  <a:gd name="connsiteX3" fmla="*/ 0 w 347649"/>
                  <a:gd name="connsiteY3" fmla="*/ 326808 h 326808"/>
                  <a:gd name="connsiteX4" fmla="*/ 0 w 347649"/>
                  <a:gd name="connsiteY4" fmla="*/ 0 h 326808"/>
                  <a:gd name="connsiteX0" fmla="*/ 0 w 1046149"/>
                  <a:gd name="connsiteY0" fmla="*/ 0 h 326808"/>
                  <a:gd name="connsiteX1" fmla="*/ 1046149 w 1046149"/>
                  <a:gd name="connsiteY1" fmla="*/ 50800 h 326808"/>
                  <a:gd name="connsiteX2" fmla="*/ 347649 w 1046149"/>
                  <a:gd name="connsiteY2" fmla="*/ 326808 h 326808"/>
                  <a:gd name="connsiteX3" fmla="*/ 0 w 1046149"/>
                  <a:gd name="connsiteY3" fmla="*/ 326808 h 326808"/>
                  <a:gd name="connsiteX4" fmla="*/ 0 w 1046149"/>
                  <a:gd name="connsiteY4" fmla="*/ 0 h 326808"/>
                  <a:gd name="connsiteX0" fmla="*/ 0 w 1087698"/>
                  <a:gd name="connsiteY0" fmla="*/ 0 h 663061"/>
                  <a:gd name="connsiteX1" fmla="*/ 1046149 w 1087698"/>
                  <a:gd name="connsiteY1" fmla="*/ 50800 h 663061"/>
                  <a:gd name="connsiteX2" fmla="*/ 1046149 w 1087698"/>
                  <a:gd name="connsiteY2" fmla="*/ 663061 h 663061"/>
                  <a:gd name="connsiteX3" fmla="*/ 347649 w 1087698"/>
                  <a:gd name="connsiteY3" fmla="*/ 326808 h 663061"/>
                  <a:gd name="connsiteX4" fmla="*/ 0 w 1087698"/>
                  <a:gd name="connsiteY4" fmla="*/ 326808 h 663061"/>
                  <a:gd name="connsiteX5" fmla="*/ 0 w 1087698"/>
                  <a:gd name="connsiteY5" fmla="*/ 0 h 663061"/>
                  <a:gd name="connsiteX0" fmla="*/ 0 w 1087698"/>
                  <a:gd name="connsiteY0" fmla="*/ 0 h 1088808"/>
                  <a:gd name="connsiteX1" fmla="*/ 1046149 w 1087698"/>
                  <a:gd name="connsiteY1" fmla="*/ 50800 h 1088808"/>
                  <a:gd name="connsiteX2" fmla="*/ 1046149 w 1087698"/>
                  <a:gd name="connsiteY2" fmla="*/ 663061 h 1088808"/>
                  <a:gd name="connsiteX3" fmla="*/ 931849 w 1087698"/>
                  <a:gd name="connsiteY3" fmla="*/ 1088808 h 1088808"/>
                  <a:gd name="connsiteX4" fmla="*/ 0 w 1087698"/>
                  <a:gd name="connsiteY4" fmla="*/ 326808 h 1088808"/>
                  <a:gd name="connsiteX5" fmla="*/ 0 w 1087698"/>
                  <a:gd name="connsiteY5" fmla="*/ 0 h 1088808"/>
                  <a:gd name="connsiteX0" fmla="*/ 0 w 1087698"/>
                  <a:gd name="connsiteY0" fmla="*/ 333292 h 1422100"/>
                  <a:gd name="connsiteX1" fmla="*/ 1046149 w 1087698"/>
                  <a:gd name="connsiteY1" fmla="*/ 384092 h 1422100"/>
                  <a:gd name="connsiteX2" fmla="*/ 1046149 w 1087698"/>
                  <a:gd name="connsiteY2" fmla="*/ 996353 h 1422100"/>
                  <a:gd name="connsiteX3" fmla="*/ 931849 w 1087698"/>
                  <a:gd name="connsiteY3" fmla="*/ 1422100 h 1422100"/>
                  <a:gd name="connsiteX4" fmla="*/ 0 w 1087698"/>
                  <a:gd name="connsiteY4" fmla="*/ 660100 h 1422100"/>
                  <a:gd name="connsiteX5" fmla="*/ 0 w 1087698"/>
                  <a:gd name="connsiteY5" fmla="*/ 333292 h 1422100"/>
                  <a:gd name="connsiteX0" fmla="*/ 0 w 1087698"/>
                  <a:gd name="connsiteY0" fmla="*/ 404309 h 1493117"/>
                  <a:gd name="connsiteX1" fmla="*/ 1046149 w 1087698"/>
                  <a:gd name="connsiteY1" fmla="*/ 455109 h 1493117"/>
                  <a:gd name="connsiteX2" fmla="*/ 1046149 w 1087698"/>
                  <a:gd name="connsiteY2" fmla="*/ 1067370 h 1493117"/>
                  <a:gd name="connsiteX3" fmla="*/ 931849 w 1087698"/>
                  <a:gd name="connsiteY3" fmla="*/ 1493117 h 1493117"/>
                  <a:gd name="connsiteX4" fmla="*/ 0 w 1087698"/>
                  <a:gd name="connsiteY4" fmla="*/ 731117 h 1493117"/>
                  <a:gd name="connsiteX5" fmla="*/ 0 w 1087698"/>
                  <a:gd name="connsiteY5" fmla="*/ 404309 h 1493117"/>
                  <a:gd name="connsiteX0" fmla="*/ 0 w 1344550"/>
                  <a:gd name="connsiteY0" fmla="*/ 404309 h 1493117"/>
                  <a:gd name="connsiteX1" fmla="*/ 1046149 w 1344550"/>
                  <a:gd name="connsiteY1" fmla="*/ 455109 h 1493117"/>
                  <a:gd name="connsiteX2" fmla="*/ 1046149 w 1344550"/>
                  <a:gd name="connsiteY2" fmla="*/ 1067370 h 1493117"/>
                  <a:gd name="connsiteX3" fmla="*/ 931849 w 1344550"/>
                  <a:gd name="connsiteY3" fmla="*/ 1493117 h 1493117"/>
                  <a:gd name="connsiteX4" fmla="*/ 0 w 1344550"/>
                  <a:gd name="connsiteY4" fmla="*/ 731117 h 1493117"/>
                  <a:gd name="connsiteX5" fmla="*/ 0 w 1344550"/>
                  <a:gd name="connsiteY5" fmla="*/ 404309 h 1493117"/>
                  <a:gd name="connsiteX0" fmla="*/ 0 w 1361298"/>
                  <a:gd name="connsiteY0" fmla="*/ 404309 h 1493117"/>
                  <a:gd name="connsiteX1" fmla="*/ 1046149 w 1361298"/>
                  <a:gd name="connsiteY1" fmla="*/ 455109 h 1493117"/>
                  <a:gd name="connsiteX2" fmla="*/ 1046149 w 1361298"/>
                  <a:gd name="connsiteY2" fmla="*/ 1067370 h 1493117"/>
                  <a:gd name="connsiteX3" fmla="*/ 931849 w 1361298"/>
                  <a:gd name="connsiteY3" fmla="*/ 1493117 h 1493117"/>
                  <a:gd name="connsiteX4" fmla="*/ 0 w 1361298"/>
                  <a:gd name="connsiteY4" fmla="*/ 731117 h 1493117"/>
                  <a:gd name="connsiteX5" fmla="*/ 0 w 1361298"/>
                  <a:gd name="connsiteY5" fmla="*/ 404309 h 1493117"/>
                  <a:gd name="connsiteX0" fmla="*/ 0 w 1361298"/>
                  <a:gd name="connsiteY0" fmla="*/ 404309 h 1493117"/>
                  <a:gd name="connsiteX1" fmla="*/ 1046149 w 1361298"/>
                  <a:gd name="connsiteY1" fmla="*/ 455109 h 1493117"/>
                  <a:gd name="connsiteX2" fmla="*/ 1046149 w 1361298"/>
                  <a:gd name="connsiteY2" fmla="*/ 1067370 h 1493117"/>
                  <a:gd name="connsiteX3" fmla="*/ 931849 w 1361298"/>
                  <a:gd name="connsiteY3" fmla="*/ 1493117 h 1493117"/>
                  <a:gd name="connsiteX4" fmla="*/ 0 w 1361298"/>
                  <a:gd name="connsiteY4" fmla="*/ 731117 h 1493117"/>
                  <a:gd name="connsiteX5" fmla="*/ 0 w 1361298"/>
                  <a:gd name="connsiteY5" fmla="*/ 404309 h 1493117"/>
                  <a:gd name="connsiteX0" fmla="*/ 0 w 1201664"/>
                  <a:gd name="connsiteY0" fmla="*/ 404309 h 1493117"/>
                  <a:gd name="connsiteX1" fmla="*/ 1046149 w 1201664"/>
                  <a:gd name="connsiteY1" fmla="*/ 455109 h 1493117"/>
                  <a:gd name="connsiteX2" fmla="*/ 1046149 w 1201664"/>
                  <a:gd name="connsiteY2" fmla="*/ 1067370 h 1493117"/>
                  <a:gd name="connsiteX3" fmla="*/ 931849 w 1201664"/>
                  <a:gd name="connsiteY3" fmla="*/ 1493117 h 1493117"/>
                  <a:gd name="connsiteX4" fmla="*/ 0 w 1201664"/>
                  <a:gd name="connsiteY4" fmla="*/ 731117 h 1493117"/>
                  <a:gd name="connsiteX5" fmla="*/ 0 w 1201664"/>
                  <a:gd name="connsiteY5" fmla="*/ 404309 h 1493117"/>
                  <a:gd name="connsiteX0" fmla="*/ 0 w 1365376"/>
                  <a:gd name="connsiteY0" fmla="*/ 404309 h 1493117"/>
                  <a:gd name="connsiteX1" fmla="*/ 1046149 w 1365376"/>
                  <a:gd name="connsiteY1" fmla="*/ 455109 h 1493117"/>
                  <a:gd name="connsiteX2" fmla="*/ 1046149 w 1365376"/>
                  <a:gd name="connsiteY2" fmla="*/ 1067370 h 1493117"/>
                  <a:gd name="connsiteX3" fmla="*/ 931849 w 1365376"/>
                  <a:gd name="connsiteY3" fmla="*/ 1493117 h 1493117"/>
                  <a:gd name="connsiteX4" fmla="*/ 0 w 1365376"/>
                  <a:gd name="connsiteY4" fmla="*/ 731117 h 1493117"/>
                  <a:gd name="connsiteX5" fmla="*/ 0 w 1365376"/>
                  <a:gd name="connsiteY5" fmla="*/ 404309 h 1493117"/>
                  <a:gd name="connsiteX0" fmla="*/ 0 w 1354024"/>
                  <a:gd name="connsiteY0" fmla="*/ 404309 h 1493117"/>
                  <a:gd name="connsiteX1" fmla="*/ 1046149 w 1354024"/>
                  <a:gd name="connsiteY1" fmla="*/ 455109 h 1493117"/>
                  <a:gd name="connsiteX2" fmla="*/ 1046149 w 1354024"/>
                  <a:gd name="connsiteY2" fmla="*/ 1067370 h 1493117"/>
                  <a:gd name="connsiteX3" fmla="*/ 931849 w 1354024"/>
                  <a:gd name="connsiteY3" fmla="*/ 1493117 h 1493117"/>
                  <a:gd name="connsiteX4" fmla="*/ 0 w 1354024"/>
                  <a:gd name="connsiteY4" fmla="*/ 731117 h 1493117"/>
                  <a:gd name="connsiteX5" fmla="*/ 0 w 1354024"/>
                  <a:gd name="connsiteY5" fmla="*/ 404309 h 1493117"/>
                  <a:gd name="connsiteX0" fmla="*/ 0 w 1329294"/>
                  <a:gd name="connsiteY0" fmla="*/ 404309 h 1493117"/>
                  <a:gd name="connsiteX1" fmla="*/ 1046149 w 1329294"/>
                  <a:gd name="connsiteY1" fmla="*/ 455109 h 1493117"/>
                  <a:gd name="connsiteX2" fmla="*/ 1046149 w 1329294"/>
                  <a:gd name="connsiteY2" fmla="*/ 1067370 h 1493117"/>
                  <a:gd name="connsiteX3" fmla="*/ 931849 w 1329294"/>
                  <a:gd name="connsiteY3" fmla="*/ 1493117 h 1493117"/>
                  <a:gd name="connsiteX4" fmla="*/ 0 w 1329294"/>
                  <a:gd name="connsiteY4" fmla="*/ 731117 h 1493117"/>
                  <a:gd name="connsiteX5" fmla="*/ 0 w 1329294"/>
                  <a:gd name="connsiteY5" fmla="*/ 404309 h 1493117"/>
                  <a:gd name="connsiteX0" fmla="*/ 0 w 1343120"/>
                  <a:gd name="connsiteY0" fmla="*/ 404309 h 1493117"/>
                  <a:gd name="connsiteX1" fmla="*/ 1046149 w 1343120"/>
                  <a:gd name="connsiteY1" fmla="*/ 455109 h 1493117"/>
                  <a:gd name="connsiteX2" fmla="*/ 1046149 w 1343120"/>
                  <a:gd name="connsiteY2" fmla="*/ 1067370 h 1493117"/>
                  <a:gd name="connsiteX3" fmla="*/ 931849 w 1343120"/>
                  <a:gd name="connsiteY3" fmla="*/ 1493117 h 1493117"/>
                  <a:gd name="connsiteX4" fmla="*/ 0 w 1343120"/>
                  <a:gd name="connsiteY4" fmla="*/ 731117 h 1493117"/>
                  <a:gd name="connsiteX5" fmla="*/ 0 w 1343120"/>
                  <a:gd name="connsiteY5" fmla="*/ 404309 h 1493117"/>
                  <a:gd name="connsiteX0" fmla="*/ 0 w 1343120"/>
                  <a:gd name="connsiteY0" fmla="*/ 404309 h 1493117"/>
                  <a:gd name="connsiteX1" fmla="*/ 1046149 w 1343120"/>
                  <a:gd name="connsiteY1" fmla="*/ 455109 h 1493117"/>
                  <a:gd name="connsiteX2" fmla="*/ 1046149 w 1343120"/>
                  <a:gd name="connsiteY2" fmla="*/ 1067370 h 1493117"/>
                  <a:gd name="connsiteX3" fmla="*/ 931849 w 1343120"/>
                  <a:gd name="connsiteY3" fmla="*/ 1493117 h 1493117"/>
                  <a:gd name="connsiteX4" fmla="*/ 0 w 1343120"/>
                  <a:gd name="connsiteY4" fmla="*/ 731117 h 1493117"/>
                  <a:gd name="connsiteX5" fmla="*/ 0 w 1343120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0 w 1365247"/>
                  <a:gd name="connsiteY4" fmla="*/ 7311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195248 w 1365247"/>
                  <a:gd name="connsiteY4" fmla="*/ 889570 h 1493117"/>
                  <a:gd name="connsiteX5" fmla="*/ 0 w 1365247"/>
                  <a:gd name="connsiteY5" fmla="*/ 731117 h 1493117"/>
                  <a:gd name="connsiteX6" fmla="*/ 0 w 1365247"/>
                  <a:gd name="connsiteY6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0 w 1365247"/>
                  <a:gd name="connsiteY4" fmla="*/ 7311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0 w 1365247"/>
                  <a:gd name="connsiteY0" fmla="*/ 404309 h 1493117"/>
                  <a:gd name="connsiteX1" fmla="*/ 1046149 w 1365247"/>
                  <a:gd name="connsiteY1" fmla="*/ 455109 h 1493117"/>
                  <a:gd name="connsiteX2" fmla="*/ 1046149 w 1365247"/>
                  <a:gd name="connsiteY2" fmla="*/ 1067370 h 1493117"/>
                  <a:gd name="connsiteX3" fmla="*/ 931849 w 1365247"/>
                  <a:gd name="connsiteY3" fmla="*/ 1493117 h 1493117"/>
                  <a:gd name="connsiteX4" fmla="*/ 533400 w 1365247"/>
                  <a:gd name="connsiteY4" fmla="*/ 261217 h 1493117"/>
                  <a:gd name="connsiteX5" fmla="*/ 0 w 1365247"/>
                  <a:gd name="connsiteY5" fmla="*/ 404309 h 1493117"/>
                  <a:gd name="connsiteX0" fmla="*/ 20984 w 1386231"/>
                  <a:gd name="connsiteY0" fmla="*/ 404309 h 1493117"/>
                  <a:gd name="connsiteX1" fmla="*/ 1067133 w 1386231"/>
                  <a:gd name="connsiteY1" fmla="*/ 455109 h 1493117"/>
                  <a:gd name="connsiteX2" fmla="*/ 1067133 w 1386231"/>
                  <a:gd name="connsiteY2" fmla="*/ 1067370 h 1493117"/>
                  <a:gd name="connsiteX3" fmla="*/ 952833 w 1386231"/>
                  <a:gd name="connsiteY3" fmla="*/ 1493117 h 1493117"/>
                  <a:gd name="connsiteX4" fmla="*/ 554384 w 1386231"/>
                  <a:gd name="connsiteY4" fmla="*/ 261217 h 1493117"/>
                  <a:gd name="connsiteX5" fmla="*/ 381332 w 1386231"/>
                  <a:gd name="connsiteY5" fmla="*/ 673670 h 1493117"/>
                  <a:gd name="connsiteX6" fmla="*/ 20984 w 1386231"/>
                  <a:gd name="connsiteY6" fmla="*/ 404309 h 1493117"/>
                  <a:gd name="connsiteX0" fmla="*/ 20984 w 1386231"/>
                  <a:gd name="connsiteY0" fmla="*/ 404309 h 1493117"/>
                  <a:gd name="connsiteX1" fmla="*/ 1067133 w 1386231"/>
                  <a:gd name="connsiteY1" fmla="*/ 455109 h 1493117"/>
                  <a:gd name="connsiteX2" fmla="*/ 1067133 w 1386231"/>
                  <a:gd name="connsiteY2" fmla="*/ 1067370 h 1493117"/>
                  <a:gd name="connsiteX3" fmla="*/ 952833 w 1386231"/>
                  <a:gd name="connsiteY3" fmla="*/ 1493117 h 1493117"/>
                  <a:gd name="connsiteX4" fmla="*/ 554384 w 1386231"/>
                  <a:gd name="connsiteY4" fmla="*/ 261217 h 1493117"/>
                  <a:gd name="connsiteX5" fmla="*/ 381332 w 1386231"/>
                  <a:gd name="connsiteY5" fmla="*/ 673670 h 1493117"/>
                  <a:gd name="connsiteX6" fmla="*/ 20984 w 1386231"/>
                  <a:gd name="connsiteY6" fmla="*/ 404309 h 1493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231" h="1493117">
                    <a:moveTo>
                      <a:pt x="20984" y="404309"/>
                    </a:moveTo>
                    <a:cubicBezTo>
                      <a:pt x="826900" y="-366158"/>
                      <a:pt x="1086717" y="146076"/>
                      <a:pt x="1067133" y="455109"/>
                    </a:cubicBezTo>
                    <a:cubicBezTo>
                      <a:pt x="1253400" y="79229"/>
                      <a:pt x="1680966" y="986050"/>
                      <a:pt x="1067133" y="1067370"/>
                    </a:cubicBezTo>
                    <a:cubicBezTo>
                      <a:pt x="1257633" y="1094986"/>
                      <a:pt x="990933" y="1351201"/>
                      <a:pt x="952833" y="1493117"/>
                    </a:cubicBezTo>
                    <a:cubicBezTo>
                      <a:pt x="778475" y="1437075"/>
                      <a:pt x="620792" y="1039585"/>
                      <a:pt x="554384" y="261217"/>
                    </a:cubicBezTo>
                    <a:cubicBezTo>
                      <a:pt x="649634" y="338426"/>
                      <a:pt x="470232" y="649821"/>
                      <a:pt x="381332" y="673670"/>
                    </a:cubicBezTo>
                    <a:cubicBezTo>
                      <a:pt x="292432" y="697519"/>
                      <a:pt x="-93316" y="400519"/>
                      <a:pt x="20984" y="404309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4" name="Moon 113">
                <a:extLst>
                  <a:ext uri="{FF2B5EF4-FFF2-40B4-BE49-F238E27FC236}">
                    <a16:creationId xmlns:a16="http://schemas.microsoft.com/office/drawing/2014/main" id="{54A3A624-EDA1-83D5-1F30-E2CA3D9C4A9C}"/>
                  </a:ext>
                </a:extLst>
              </p:cNvPr>
              <p:cNvSpPr/>
              <p:nvPr/>
            </p:nvSpPr>
            <p:spPr>
              <a:xfrm rot="7205339">
                <a:off x="3562075" y="2088569"/>
                <a:ext cx="155034" cy="296807"/>
              </a:xfrm>
              <a:prstGeom prst="moon">
                <a:avLst/>
              </a:prstGeom>
              <a:solidFill>
                <a:srgbClr val="BC585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5" name="Moon 114">
                <a:extLst>
                  <a:ext uri="{FF2B5EF4-FFF2-40B4-BE49-F238E27FC236}">
                    <a16:creationId xmlns:a16="http://schemas.microsoft.com/office/drawing/2014/main" id="{EA1803A5-0568-9CB0-0292-6B0072A6D816}"/>
                  </a:ext>
                </a:extLst>
              </p:cNvPr>
              <p:cNvSpPr/>
              <p:nvPr/>
            </p:nvSpPr>
            <p:spPr>
              <a:xfrm rot="3670378">
                <a:off x="2333731" y="2037933"/>
                <a:ext cx="113382" cy="267762"/>
              </a:xfrm>
              <a:prstGeom prst="moon">
                <a:avLst/>
              </a:prstGeom>
              <a:solidFill>
                <a:srgbClr val="BC585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6" name="Rectangle 159">
                <a:extLst>
                  <a:ext uri="{FF2B5EF4-FFF2-40B4-BE49-F238E27FC236}">
                    <a16:creationId xmlns:a16="http://schemas.microsoft.com/office/drawing/2014/main" id="{27136E36-1FEF-0C01-628A-D5F073CD08DF}"/>
                  </a:ext>
                </a:extLst>
              </p:cNvPr>
              <p:cNvSpPr/>
              <p:nvPr/>
            </p:nvSpPr>
            <p:spPr>
              <a:xfrm>
                <a:off x="1726085" y="3500620"/>
                <a:ext cx="1811101" cy="738078"/>
              </a:xfrm>
              <a:custGeom>
                <a:avLst/>
                <a:gdLst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0 w 1380627"/>
                  <a:gd name="connsiteY3" fmla="*/ 425611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19969 w 1400596"/>
                  <a:gd name="connsiteY0" fmla="*/ 0 h 425611"/>
                  <a:gd name="connsiteX1" fmla="*/ 1400596 w 1400596"/>
                  <a:gd name="connsiteY1" fmla="*/ 0 h 425611"/>
                  <a:gd name="connsiteX2" fmla="*/ 1400596 w 1400596"/>
                  <a:gd name="connsiteY2" fmla="*/ 425611 h 425611"/>
                  <a:gd name="connsiteX3" fmla="*/ 877219 w 1400596"/>
                  <a:gd name="connsiteY3" fmla="*/ 206536 h 425611"/>
                  <a:gd name="connsiteX4" fmla="*/ 19969 w 1400596"/>
                  <a:gd name="connsiteY4" fmla="*/ 0 h 425611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95250 h 441648"/>
                  <a:gd name="connsiteX1" fmla="*/ 1400596 w 1400596"/>
                  <a:gd name="connsiteY1" fmla="*/ 0 h 441648"/>
                  <a:gd name="connsiteX2" fmla="*/ 1400596 w 1400596"/>
                  <a:gd name="connsiteY2" fmla="*/ 425611 h 441648"/>
                  <a:gd name="connsiteX3" fmla="*/ 877219 w 1400596"/>
                  <a:gd name="connsiteY3" fmla="*/ 206536 h 441648"/>
                  <a:gd name="connsiteX4" fmla="*/ 19969 w 1400596"/>
                  <a:gd name="connsiteY4" fmla="*/ 95250 h 441648"/>
                  <a:gd name="connsiteX0" fmla="*/ 6073 w 1815325"/>
                  <a:gd name="connsiteY0" fmla="*/ 0 h 663736"/>
                  <a:gd name="connsiteX1" fmla="*/ 1815325 w 1815325"/>
                  <a:gd name="connsiteY1" fmla="*/ 238125 h 663736"/>
                  <a:gd name="connsiteX2" fmla="*/ 1815325 w 1815325"/>
                  <a:gd name="connsiteY2" fmla="*/ 663736 h 663736"/>
                  <a:gd name="connsiteX3" fmla="*/ 1291948 w 1815325"/>
                  <a:gd name="connsiteY3" fmla="*/ 444661 h 663736"/>
                  <a:gd name="connsiteX4" fmla="*/ 6073 w 1815325"/>
                  <a:gd name="connsiteY4" fmla="*/ 0 h 663736"/>
                  <a:gd name="connsiteX0" fmla="*/ 6073 w 1815325"/>
                  <a:gd name="connsiteY0" fmla="*/ 0 h 663736"/>
                  <a:gd name="connsiteX1" fmla="*/ 1488064 w 1815325"/>
                  <a:gd name="connsiteY1" fmla="*/ 69262 h 663736"/>
                  <a:gd name="connsiteX2" fmla="*/ 1815325 w 1815325"/>
                  <a:gd name="connsiteY2" fmla="*/ 238125 h 663736"/>
                  <a:gd name="connsiteX3" fmla="*/ 1815325 w 1815325"/>
                  <a:gd name="connsiteY3" fmla="*/ 663736 h 663736"/>
                  <a:gd name="connsiteX4" fmla="*/ 1291948 w 1815325"/>
                  <a:gd name="connsiteY4" fmla="*/ 444661 h 663736"/>
                  <a:gd name="connsiteX5" fmla="*/ 6073 w 1815325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285875 w 1809252"/>
                  <a:gd name="connsiteY4" fmla="*/ 44466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285875 w 1809252"/>
                  <a:gd name="connsiteY4" fmla="*/ 44466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0 w 1809252"/>
                  <a:gd name="connsiteY0" fmla="*/ 0 h 663736"/>
                  <a:gd name="connsiteX1" fmla="*/ 1481991 w 1809252"/>
                  <a:gd name="connsiteY1" fmla="*/ 69262 h 663736"/>
                  <a:gd name="connsiteX2" fmla="*/ 1809252 w 1809252"/>
                  <a:gd name="connsiteY2" fmla="*/ 238125 h 663736"/>
                  <a:gd name="connsiteX3" fmla="*/ 1809252 w 1809252"/>
                  <a:gd name="connsiteY3" fmla="*/ 663736 h 663736"/>
                  <a:gd name="connsiteX4" fmla="*/ 1485900 w 1809252"/>
                  <a:gd name="connsiteY4" fmla="*/ 120811 h 663736"/>
                  <a:gd name="connsiteX5" fmla="*/ 0 w 1809252"/>
                  <a:gd name="connsiteY5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526038 w 1849390"/>
                  <a:gd name="connsiteY4" fmla="*/ 12081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392688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0138 w 1849390"/>
                  <a:gd name="connsiteY0" fmla="*/ 0 h 663736"/>
                  <a:gd name="connsiteX1" fmla="*/ 1522129 w 1849390"/>
                  <a:gd name="connsiteY1" fmla="*/ 69262 h 663736"/>
                  <a:gd name="connsiteX2" fmla="*/ 1849390 w 1849390"/>
                  <a:gd name="connsiteY2" fmla="*/ 238125 h 663736"/>
                  <a:gd name="connsiteX3" fmla="*/ 1849390 w 1849390"/>
                  <a:gd name="connsiteY3" fmla="*/ 663736 h 663736"/>
                  <a:gd name="connsiteX4" fmla="*/ 1421263 w 1849390"/>
                  <a:gd name="connsiteY4" fmla="*/ 177961 h 663736"/>
                  <a:gd name="connsiteX5" fmla="*/ 455328 w 1849390"/>
                  <a:gd name="connsiteY5" fmla="*/ 355012 h 663736"/>
                  <a:gd name="connsiteX6" fmla="*/ 40138 w 1849390"/>
                  <a:gd name="connsiteY6" fmla="*/ 0 h 663736"/>
                  <a:gd name="connsiteX0" fmla="*/ 44681 w 1853933"/>
                  <a:gd name="connsiteY0" fmla="*/ 0 h 663736"/>
                  <a:gd name="connsiteX1" fmla="*/ 1526672 w 1853933"/>
                  <a:gd name="connsiteY1" fmla="*/ 69262 h 663736"/>
                  <a:gd name="connsiteX2" fmla="*/ 1853933 w 1853933"/>
                  <a:gd name="connsiteY2" fmla="*/ 238125 h 663736"/>
                  <a:gd name="connsiteX3" fmla="*/ 1853933 w 1853933"/>
                  <a:gd name="connsiteY3" fmla="*/ 663736 h 663736"/>
                  <a:gd name="connsiteX4" fmla="*/ 1425806 w 1853933"/>
                  <a:gd name="connsiteY4" fmla="*/ 177961 h 663736"/>
                  <a:gd name="connsiteX5" fmla="*/ 412246 w 1853933"/>
                  <a:gd name="connsiteY5" fmla="*/ 355012 h 663736"/>
                  <a:gd name="connsiteX6" fmla="*/ 44681 w 1853933"/>
                  <a:gd name="connsiteY6" fmla="*/ 0 h 663736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44681 w 1853933"/>
                  <a:gd name="connsiteY0" fmla="*/ 0 h 719593"/>
                  <a:gd name="connsiteX1" fmla="*/ 1526672 w 1853933"/>
                  <a:gd name="connsiteY1" fmla="*/ 69262 h 719593"/>
                  <a:gd name="connsiteX2" fmla="*/ 1853933 w 1853933"/>
                  <a:gd name="connsiteY2" fmla="*/ 238125 h 719593"/>
                  <a:gd name="connsiteX3" fmla="*/ 1853933 w 1853933"/>
                  <a:gd name="connsiteY3" fmla="*/ 663736 h 719593"/>
                  <a:gd name="connsiteX4" fmla="*/ 1263881 w 1853933"/>
                  <a:gd name="connsiteY4" fmla="*/ 520861 h 719593"/>
                  <a:gd name="connsiteX5" fmla="*/ 412246 w 1853933"/>
                  <a:gd name="connsiteY5" fmla="*/ 355012 h 719593"/>
                  <a:gd name="connsiteX6" fmla="*/ 44681 w 1853933"/>
                  <a:gd name="connsiteY6" fmla="*/ 0 h 719593"/>
                  <a:gd name="connsiteX0" fmla="*/ 6043 w 1815295"/>
                  <a:gd name="connsiteY0" fmla="*/ 0 h 719593"/>
                  <a:gd name="connsiteX1" fmla="*/ 1488034 w 1815295"/>
                  <a:gd name="connsiteY1" fmla="*/ 69262 h 719593"/>
                  <a:gd name="connsiteX2" fmla="*/ 1815295 w 1815295"/>
                  <a:gd name="connsiteY2" fmla="*/ 238125 h 719593"/>
                  <a:gd name="connsiteX3" fmla="*/ 1815295 w 1815295"/>
                  <a:gd name="connsiteY3" fmla="*/ 663736 h 719593"/>
                  <a:gd name="connsiteX4" fmla="*/ 1225243 w 1815295"/>
                  <a:gd name="connsiteY4" fmla="*/ 520861 h 719593"/>
                  <a:gd name="connsiteX5" fmla="*/ 373608 w 1815295"/>
                  <a:gd name="connsiteY5" fmla="*/ 355012 h 719593"/>
                  <a:gd name="connsiteX6" fmla="*/ 6043 w 1815295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16 w 1809268"/>
                  <a:gd name="connsiteY0" fmla="*/ 0 h 719593"/>
                  <a:gd name="connsiteX1" fmla="*/ 1482007 w 1809268"/>
                  <a:gd name="connsiteY1" fmla="*/ 69262 h 719593"/>
                  <a:gd name="connsiteX2" fmla="*/ 1809268 w 1809268"/>
                  <a:gd name="connsiteY2" fmla="*/ 238125 h 719593"/>
                  <a:gd name="connsiteX3" fmla="*/ 1809268 w 1809268"/>
                  <a:gd name="connsiteY3" fmla="*/ 663736 h 719593"/>
                  <a:gd name="connsiteX4" fmla="*/ 1219216 w 1809268"/>
                  <a:gd name="connsiteY4" fmla="*/ 520861 h 719593"/>
                  <a:gd name="connsiteX5" fmla="*/ 367581 w 1809268"/>
                  <a:gd name="connsiteY5" fmla="*/ 355012 h 719593"/>
                  <a:gd name="connsiteX6" fmla="*/ 16 w 1809268"/>
                  <a:gd name="connsiteY6" fmla="*/ 0 h 719593"/>
                  <a:gd name="connsiteX0" fmla="*/ 22 w 1809274"/>
                  <a:gd name="connsiteY0" fmla="*/ 0 h 719593"/>
                  <a:gd name="connsiteX1" fmla="*/ 1482013 w 1809274"/>
                  <a:gd name="connsiteY1" fmla="*/ 69262 h 719593"/>
                  <a:gd name="connsiteX2" fmla="*/ 1809274 w 1809274"/>
                  <a:gd name="connsiteY2" fmla="*/ 238125 h 719593"/>
                  <a:gd name="connsiteX3" fmla="*/ 1809274 w 1809274"/>
                  <a:gd name="connsiteY3" fmla="*/ 663736 h 719593"/>
                  <a:gd name="connsiteX4" fmla="*/ 1219222 w 1809274"/>
                  <a:gd name="connsiteY4" fmla="*/ 520861 h 719593"/>
                  <a:gd name="connsiteX5" fmla="*/ 367587 w 1809274"/>
                  <a:gd name="connsiteY5" fmla="*/ 355012 h 719593"/>
                  <a:gd name="connsiteX6" fmla="*/ 22 w 1809274"/>
                  <a:gd name="connsiteY6" fmla="*/ 0 h 719593"/>
                  <a:gd name="connsiteX0" fmla="*/ 22 w 1809274"/>
                  <a:gd name="connsiteY0" fmla="*/ 0 h 756202"/>
                  <a:gd name="connsiteX1" fmla="*/ 1482013 w 1809274"/>
                  <a:gd name="connsiteY1" fmla="*/ 69262 h 756202"/>
                  <a:gd name="connsiteX2" fmla="*/ 1809274 w 1809274"/>
                  <a:gd name="connsiteY2" fmla="*/ 238125 h 756202"/>
                  <a:gd name="connsiteX3" fmla="*/ 1809274 w 1809274"/>
                  <a:gd name="connsiteY3" fmla="*/ 663736 h 756202"/>
                  <a:gd name="connsiteX4" fmla="*/ 1219222 w 1809274"/>
                  <a:gd name="connsiteY4" fmla="*/ 520861 h 756202"/>
                  <a:gd name="connsiteX5" fmla="*/ 367587 w 1809274"/>
                  <a:gd name="connsiteY5" fmla="*/ 355012 h 756202"/>
                  <a:gd name="connsiteX6" fmla="*/ 22 w 1809274"/>
                  <a:gd name="connsiteY6" fmla="*/ 0 h 756202"/>
                  <a:gd name="connsiteX0" fmla="*/ 20 w 1809272"/>
                  <a:gd name="connsiteY0" fmla="*/ 0 h 741197"/>
                  <a:gd name="connsiteX1" fmla="*/ 1482011 w 1809272"/>
                  <a:gd name="connsiteY1" fmla="*/ 69262 h 741197"/>
                  <a:gd name="connsiteX2" fmla="*/ 1809272 w 1809272"/>
                  <a:gd name="connsiteY2" fmla="*/ 238125 h 741197"/>
                  <a:gd name="connsiteX3" fmla="*/ 1809272 w 1809272"/>
                  <a:gd name="connsiteY3" fmla="*/ 663736 h 741197"/>
                  <a:gd name="connsiteX4" fmla="*/ 1219220 w 1809272"/>
                  <a:gd name="connsiteY4" fmla="*/ 520861 h 741197"/>
                  <a:gd name="connsiteX5" fmla="*/ 377110 w 1809272"/>
                  <a:gd name="connsiteY5" fmla="*/ 331200 h 741197"/>
                  <a:gd name="connsiteX6" fmla="*/ 20 w 1809272"/>
                  <a:gd name="connsiteY6" fmla="*/ 0 h 741197"/>
                  <a:gd name="connsiteX0" fmla="*/ 17 w 1821175"/>
                  <a:gd name="connsiteY0" fmla="*/ 0 h 748341"/>
                  <a:gd name="connsiteX1" fmla="*/ 1493914 w 1821175"/>
                  <a:gd name="connsiteY1" fmla="*/ 76406 h 748341"/>
                  <a:gd name="connsiteX2" fmla="*/ 1821175 w 1821175"/>
                  <a:gd name="connsiteY2" fmla="*/ 245269 h 748341"/>
                  <a:gd name="connsiteX3" fmla="*/ 1821175 w 1821175"/>
                  <a:gd name="connsiteY3" fmla="*/ 670880 h 748341"/>
                  <a:gd name="connsiteX4" fmla="*/ 1231123 w 1821175"/>
                  <a:gd name="connsiteY4" fmla="*/ 528005 h 748341"/>
                  <a:gd name="connsiteX5" fmla="*/ 389013 w 1821175"/>
                  <a:gd name="connsiteY5" fmla="*/ 338344 h 748341"/>
                  <a:gd name="connsiteX6" fmla="*/ 17 w 1821175"/>
                  <a:gd name="connsiteY6" fmla="*/ 0 h 748341"/>
                  <a:gd name="connsiteX0" fmla="*/ 13 w 1821171"/>
                  <a:gd name="connsiteY0" fmla="*/ 0 h 733703"/>
                  <a:gd name="connsiteX1" fmla="*/ 1493910 w 1821171"/>
                  <a:gd name="connsiteY1" fmla="*/ 76406 h 733703"/>
                  <a:gd name="connsiteX2" fmla="*/ 1821171 w 1821171"/>
                  <a:gd name="connsiteY2" fmla="*/ 245269 h 733703"/>
                  <a:gd name="connsiteX3" fmla="*/ 1821171 w 1821171"/>
                  <a:gd name="connsiteY3" fmla="*/ 670880 h 733703"/>
                  <a:gd name="connsiteX4" fmla="*/ 1231119 w 1821171"/>
                  <a:gd name="connsiteY4" fmla="*/ 528005 h 733703"/>
                  <a:gd name="connsiteX5" fmla="*/ 431872 w 1821171"/>
                  <a:gd name="connsiteY5" fmla="*/ 314531 h 733703"/>
                  <a:gd name="connsiteX6" fmla="*/ 13 w 1821171"/>
                  <a:gd name="connsiteY6" fmla="*/ 0 h 733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1171" h="733703">
                    <a:moveTo>
                      <a:pt x="13" y="0"/>
                    </a:moveTo>
                    <a:cubicBezTo>
                      <a:pt x="103485" y="267562"/>
                      <a:pt x="647488" y="532744"/>
                      <a:pt x="1493910" y="76406"/>
                    </a:cubicBezTo>
                    <a:lnTo>
                      <a:pt x="1821171" y="245269"/>
                    </a:lnTo>
                    <a:lnTo>
                      <a:pt x="1821171" y="670880"/>
                    </a:lnTo>
                    <a:lnTo>
                      <a:pt x="1231119" y="528005"/>
                    </a:lnTo>
                    <a:cubicBezTo>
                      <a:pt x="1098788" y="587676"/>
                      <a:pt x="250897" y="1068091"/>
                      <a:pt x="431872" y="314531"/>
                    </a:cubicBezTo>
                    <a:cubicBezTo>
                      <a:pt x="146122" y="237246"/>
                      <a:pt x="-1575" y="63500"/>
                      <a:pt x="13" y="0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6DFC2648-EE04-997A-D339-48E624E30F4D}"/>
                  </a:ext>
                </a:extLst>
              </p:cNvPr>
              <p:cNvSpPr/>
              <p:nvPr/>
            </p:nvSpPr>
            <p:spPr>
              <a:xfrm>
                <a:off x="2144403" y="2829654"/>
                <a:ext cx="675323" cy="109691"/>
              </a:xfrm>
              <a:custGeom>
                <a:avLst/>
                <a:gdLst>
                  <a:gd name="connsiteX0" fmla="*/ 0 w 633599"/>
                  <a:gd name="connsiteY0" fmla="*/ 98638 h 121498"/>
                  <a:gd name="connsiteX1" fmla="*/ 137160 w 633599"/>
                  <a:gd name="connsiteY1" fmla="*/ 14818 h 121498"/>
                  <a:gd name="connsiteX2" fmla="*/ 335280 w 633599"/>
                  <a:gd name="connsiteY2" fmla="*/ 7198 h 121498"/>
                  <a:gd name="connsiteX3" fmla="*/ 594360 w 633599"/>
                  <a:gd name="connsiteY3" fmla="*/ 91018 h 121498"/>
                  <a:gd name="connsiteX4" fmla="*/ 632460 w 633599"/>
                  <a:gd name="connsiteY4" fmla="*/ 121498 h 121498"/>
                  <a:gd name="connsiteX5" fmla="*/ 632460 w 633599"/>
                  <a:gd name="connsiteY5" fmla="*/ 121498 h 121498"/>
                  <a:gd name="connsiteX0" fmla="*/ 0 w 633599"/>
                  <a:gd name="connsiteY0" fmla="*/ 91459 h 114319"/>
                  <a:gd name="connsiteX1" fmla="*/ 335280 w 633599"/>
                  <a:gd name="connsiteY1" fmla="*/ 19 h 114319"/>
                  <a:gd name="connsiteX2" fmla="*/ 594360 w 633599"/>
                  <a:gd name="connsiteY2" fmla="*/ 83839 h 114319"/>
                  <a:gd name="connsiteX3" fmla="*/ 632460 w 633599"/>
                  <a:gd name="connsiteY3" fmla="*/ 114319 h 114319"/>
                  <a:gd name="connsiteX4" fmla="*/ 632460 w 633599"/>
                  <a:gd name="connsiteY4" fmla="*/ 114319 h 114319"/>
                  <a:gd name="connsiteX0" fmla="*/ 0 w 633599"/>
                  <a:gd name="connsiteY0" fmla="*/ 8490 h 31350"/>
                  <a:gd name="connsiteX1" fmla="*/ 594360 w 633599"/>
                  <a:gd name="connsiteY1" fmla="*/ 870 h 31350"/>
                  <a:gd name="connsiteX2" fmla="*/ 632460 w 633599"/>
                  <a:gd name="connsiteY2" fmla="*/ 31350 h 31350"/>
                  <a:gd name="connsiteX3" fmla="*/ 632460 w 633599"/>
                  <a:gd name="connsiteY3" fmla="*/ 31350 h 31350"/>
                  <a:gd name="connsiteX0" fmla="*/ 0 w 632460"/>
                  <a:gd name="connsiteY0" fmla="*/ 0 h 22860"/>
                  <a:gd name="connsiteX1" fmla="*/ 632460 w 632460"/>
                  <a:gd name="connsiteY1" fmla="*/ 22860 h 22860"/>
                  <a:gd name="connsiteX2" fmla="*/ 632460 w 632460"/>
                  <a:gd name="connsiteY2" fmla="*/ 22860 h 22860"/>
                  <a:gd name="connsiteX0" fmla="*/ 0 w 675323"/>
                  <a:gd name="connsiteY0" fmla="*/ 15240 h 15240"/>
                  <a:gd name="connsiteX1" fmla="*/ 675323 w 675323"/>
                  <a:gd name="connsiteY1" fmla="*/ 0 h 15240"/>
                  <a:gd name="connsiteX2" fmla="*/ 675323 w 675323"/>
                  <a:gd name="connsiteY2" fmla="*/ 0 h 15240"/>
                  <a:gd name="connsiteX0" fmla="*/ 0 w 675323"/>
                  <a:gd name="connsiteY0" fmla="*/ 91964 h 91964"/>
                  <a:gd name="connsiteX1" fmla="*/ 675323 w 675323"/>
                  <a:gd name="connsiteY1" fmla="*/ 76724 h 91964"/>
                  <a:gd name="connsiteX2" fmla="*/ 675323 w 675323"/>
                  <a:gd name="connsiteY2" fmla="*/ 76724 h 91964"/>
                  <a:gd name="connsiteX0" fmla="*/ 0 w 675323"/>
                  <a:gd name="connsiteY0" fmla="*/ 109691 h 109691"/>
                  <a:gd name="connsiteX1" fmla="*/ 675323 w 675323"/>
                  <a:gd name="connsiteY1" fmla="*/ 94451 h 109691"/>
                  <a:gd name="connsiteX2" fmla="*/ 675323 w 675323"/>
                  <a:gd name="connsiteY2" fmla="*/ 94451 h 109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5323" h="109691">
                    <a:moveTo>
                      <a:pt x="0" y="109691"/>
                    </a:moveTo>
                    <a:cubicBezTo>
                      <a:pt x="329883" y="-90652"/>
                      <a:pt x="616903" y="32856"/>
                      <a:pt x="675323" y="94451"/>
                    </a:cubicBezTo>
                    <a:lnTo>
                      <a:pt x="675323" y="94451"/>
                    </a:lnTo>
                  </a:path>
                </a:pathLst>
              </a:cu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8" name="Rectangle 159">
                <a:extLst>
                  <a:ext uri="{FF2B5EF4-FFF2-40B4-BE49-F238E27FC236}">
                    <a16:creationId xmlns:a16="http://schemas.microsoft.com/office/drawing/2014/main" id="{9CD21DD8-3B81-9D61-84A9-9DBCF75FA5C0}"/>
                  </a:ext>
                </a:extLst>
              </p:cNvPr>
              <p:cNvSpPr/>
              <p:nvPr/>
            </p:nvSpPr>
            <p:spPr>
              <a:xfrm>
                <a:off x="2155271" y="3592033"/>
                <a:ext cx="1028373" cy="534972"/>
              </a:xfrm>
              <a:custGeom>
                <a:avLst/>
                <a:gdLst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0 w 1380627"/>
                  <a:gd name="connsiteY3" fmla="*/ 425611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0 w 1380627"/>
                  <a:gd name="connsiteY0" fmla="*/ 0 h 425611"/>
                  <a:gd name="connsiteX1" fmla="*/ 1380627 w 1380627"/>
                  <a:gd name="connsiteY1" fmla="*/ 0 h 425611"/>
                  <a:gd name="connsiteX2" fmla="*/ 1380627 w 1380627"/>
                  <a:gd name="connsiteY2" fmla="*/ 425611 h 425611"/>
                  <a:gd name="connsiteX3" fmla="*/ 857250 w 1380627"/>
                  <a:gd name="connsiteY3" fmla="*/ 206536 h 425611"/>
                  <a:gd name="connsiteX4" fmla="*/ 0 w 1380627"/>
                  <a:gd name="connsiteY4" fmla="*/ 0 h 425611"/>
                  <a:gd name="connsiteX0" fmla="*/ 19969 w 1400596"/>
                  <a:gd name="connsiteY0" fmla="*/ 0 h 425611"/>
                  <a:gd name="connsiteX1" fmla="*/ 1400596 w 1400596"/>
                  <a:gd name="connsiteY1" fmla="*/ 0 h 425611"/>
                  <a:gd name="connsiteX2" fmla="*/ 1400596 w 1400596"/>
                  <a:gd name="connsiteY2" fmla="*/ 425611 h 425611"/>
                  <a:gd name="connsiteX3" fmla="*/ 877219 w 1400596"/>
                  <a:gd name="connsiteY3" fmla="*/ 206536 h 425611"/>
                  <a:gd name="connsiteX4" fmla="*/ 19969 w 1400596"/>
                  <a:gd name="connsiteY4" fmla="*/ 0 h 425611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9969 w 1400596"/>
                  <a:gd name="connsiteY0" fmla="*/ 0 h 473236"/>
                  <a:gd name="connsiteX1" fmla="*/ 1400596 w 1400596"/>
                  <a:gd name="connsiteY1" fmla="*/ 47625 h 473236"/>
                  <a:gd name="connsiteX2" fmla="*/ 1400596 w 1400596"/>
                  <a:gd name="connsiteY2" fmla="*/ 473236 h 473236"/>
                  <a:gd name="connsiteX3" fmla="*/ 877219 w 1400596"/>
                  <a:gd name="connsiteY3" fmla="*/ 254161 h 473236"/>
                  <a:gd name="connsiteX4" fmla="*/ 19969 w 1400596"/>
                  <a:gd name="connsiteY4" fmla="*/ 0 h 473236"/>
                  <a:gd name="connsiteX0" fmla="*/ 18802 w 1413717"/>
                  <a:gd name="connsiteY0" fmla="*/ 71437 h 432990"/>
                  <a:gd name="connsiteX1" fmla="*/ 1413717 w 1413717"/>
                  <a:gd name="connsiteY1" fmla="*/ 0 h 432990"/>
                  <a:gd name="connsiteX2" fmla="*/ 1413717 w 1413717"/>
                  <a:gd name="connsiteY2" fmla="*/ 425611 h 432990"/>
                  <a:gd name="connsiteX3" fmla="*/ 890340 w 1413717"/>
                  <a:gd name="connsiteY3" fmla="*/ 206536 h 432990"/>
                  <a:gd name="connsiteX4" fmla="*/ 18802 w 1413717"/>
                  <a:gd name="connsiteY4" fmla="*/ 71437 h 432990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413717"/>
                  <a:gd name="connsiteY0" fmla="*/ 233362 h 594915"/>
                  <a:gd name="connsiteX1" fmla="*/ 1042242 w 1413717"/>
                  <a:gd name="connsiteY1" fmla="*/ 0 h 594915"/>
                  <a:gd name="connsiteX2" fmla="*/ 1413717 w 1413717"/>
                  <a:gd name="connsiteY2" fmla="*/ 587536 h 594915"/>
                  <a:gd name="connsiteX3" fmla="*/ 890340 w 1413717"/>
                  <a:gd name="connsiteY3" fmla="*/ 368461 h 594915"/>
                  <a:gd name="connsiteX4" fmla="*/ 18802 w 1413717"/>
                  <a:gd name="connsiteY4" fmla="*/ 233362 h 594915"/>
                  <a:gd name="connsiteX0" fmla="*/ 18802 w 1042242"/>
                  <a:gd name="connsiteY0" fmla="*/ 233362 h 594915"/>
                  <a:gd name="connsiteX1" fmla="*/ 1042242 w 1042242"/>
                  <a:gd name="connsiteY1" fmla="*/ 0 h 594915"/>
                  <a:gd name="connsiteX2" fmla="*/ 890340 w 1042242"/>
                  <a:gd name="connsiteY2" fmla="*/ 368461 h 594915"/>
                  <a:gd name="connsiteX3" fmla="*/ 18802 w 1042242"/>
                  <a:gd name="connsiteY3" fmla="*/ 233362 h 594915"/>
                  <a:gd name="connsiteX0" fmla="*/ 0 w 1023440"/>
                  <a:gd name="connsiteY0" fmla="*/ 233362 h 236620"/>
                  <a:gd name="connsiteX1" fmla="*/ 1023440 w 1023440"/>
                  <a:gd name="connsiteY1" fmla="*/ 0 h 236620"/>
                  <a:gd name="connsiteX2" fmla="*/ 0 w 1023440"/>
                  <a:gd name="connsiteY2" fmla="*/ 233362 h 236620"/>
                  <a:gd name="connsiteX0" fmla="*/ 4960 w 1028400"/>
                  <a:gd name="connsiteY0" fmla="*/ 233362 h 514512"/>
                  <a:gd name="connsiteX1" fmla="*/ 1028400 w 1028400"/>
                  <a:gd name="connsiteY1" fmla="*/ 0 h 514512"/>
                  <a:gd name="connsiteX2" fmla="*/ 4960 w 1028400"/>
                  <a:gd name="connsiteY2" fmla="*/ 233362 h 51451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  <a:gd name="connsiteX0" fmla="*/ 4933 w 1028373"/>
                  <a:gd name="connsiteY0" fmla="*/ 233362 h 534972"/>
                  <a:gd name="connsiteX1" fmla="*/ 1028373 w 1028373"/>
                  <a:gd name="connsiteY1" fmla="*/ 0 h 534972"/>
                  <a:gd name="connsiteX2" fmla="*/ 4933 w 1028373"/>
                  <a:gd name="connsiteY2" fmla="*/ 233362 h 53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8373" h="534972">
                    <a:moveTo>
                      <a:pt x="4933" y="233362"/>
                    </a:moveTo>
                    <a:cubicBezTo>
                      <a:pt x="322268" y="250825"/>
                      <a:pt x="691989" y="173037"/>
                      <a:pt x="1028373" y="0"/>
                    </a:cubicBezTo>
                    <a:cubicBezTo>
                      <a:pt x="691988" y="187325"/>
                      <a:pt x="-68257" y="950913"/>
                      <a:pt x="4933" y="2333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AE8DA88D-DDD1-FC6D-A6A5-B71F027D1DDA}"/>
                  </a:ext>
                </a:extLst>
              </p:cNvPr>
              <p:cNvSpPr/>
              <p:nvPr/>
            </p:nvSpPr>
            <p:spPr>
              <a:xfrm>
                <a:off x="2226511" y="3704873"/>
                <a:ext cx="728299" cy="418493"/>
              </a:xfrm>
              <a:custGeom>
                <a:avLst/>
                <a:gdLst>
                  <a:gd name="connsiteX0" fmla="*/ 735674 w 760493"/>
                  <a:gd name="connsiteY0" fmla="*/ 0 h 435966"/>
                  <a:gd name="connsiteX1" fmla="*/ 756600 w 760493"/>
                  <a:gd name="connsiteY1" fmla="*/ 22202 h 435966"/>
                  <a:gd name="connsiteX2" fmla="*/ 760493 w 760493"/>
                  <a:gd name="connsiteY2" fmla="*/ 35376 h 435966"/>
                  <a:gd name="connsiteX3" fmla="*/ 648241 w 760493"/>
                  <a:gd name="connsiteY3" fmla="*/ 117390 h 435966"/>
                  <a:gd name="connsiteX4" fmla="*/ 18649 w 760493"/>
                  <a:gd name="connsiteY4" fmla="*/ 426953 h 435966"/>
                  <a:gd name="connsiteX5" fmla="*/ 0 w 760493"/>
                  <a:gd name="connsiteY5" fmla="*/ 413328 h 435966"/>
                  <a:gd name="connsiteX6" fmla="*/ 4571 w 760493"/>
                  <a:gd name="connsiteY6" fmla="*/ 372733 h 435966"/>
                  <a:gd name="connsiteX7" fmla="*/ 219654 w 760493"/>
                  <a:gd name="connsiteY7" fmla="*/ 125371 h 435966"/>
                  <a:gd name="connsiteX8" fmla="*/ 220128 w 760493"/>
                  <a:gd name="connsiteY8" fmla="*/ 125071 h 435966"/>
                  <a:gd name="connsiteX9" fmla="*/ 311500 w 760493"/>
                  <a:gd name="connsiteY9" fmla="*/ 113818 h 435966"/>
                  <a:gd name="connsiteX10" fmla="*/ 703159 w 760493"/>
                  <a:gd name="connsiteY10" fmla="*/ 12913 h 435966"/>
                  <a:gd name="connsiteX11" fmla="*/ 735674 w 760493"/>
                  <a:gd name="connsiteY11" fmla="*/ 0 h 435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0493" h="435966">
                    <a:moveTo>
                      <a:pt x="735674" y="0"/>
                    </a:moveTo>
                    <a:lnTo>
                      <a:pt x="756600" y="22202"/>
                    </a:lnTo>
                    <a:lnTo>
                      <a:pt x="760493" y="35376"/>
                    </a:lnTo>
                    <a:lnTo>
                      <a:pt x="648241" y="117390"/>
                    </a:lnTo>
                    <a:cubicBezTo>
                      <a:pt x="413374" y="290825"/>
                      <a:pt x="151123" y="479737"/>
                      <a:pt x="18649" y="426953"/>
                    </a:cubicBezTo>
                    <a:lnTo>
                      <a:pt x="0" y="413328"/>
                    </a:lnTo>
                    <a:lnTo>
                      <a:pt x="4571" y="372733"/>
                    </a:lnTo>
                    <a:cubicBezTo>
                      <a:pt x="24679" y="298480"/>
                      <a:pt x="104262" y="205639"/>
                      <a:pt x="219654" y="125371"/>
                    </a:cubicBezTo>
                    <a:lnTo>
                      <a:pt x="220128" y="125071"/>
                    </a:lnTo>
                    <a:lnTo>
                      <a:pt x="311500" y="113818"/>
                    </a:lnTo>
                    <a:cubicBezTo>
                      <a:pt x="440713" y="93577"/>
                      <a:pt x="572773" y="59942"/>
                      <a:pt x="703159" y="12913"/>
                    </a:cubicBezTo>
                    <a:lnTo>
                      <a:pt x="735674" y="0"/>
                    </a:lnTo>
                    <a:close/>
                  </a:path>
                </a:pathLst>
              </a:custGeom>
              <a:solidFill>
                <a:srgbClr val="F6678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6B4DE34-741A-CBF8-44A9-68C453E12B31}"/>
                  </a:ext>
                </a:extLst>
              </p:cNvPr>
              <p:cNvGrpSpPr/>
              <p:nvPr/>
            </p:nvGrpSpPr>
            <p:grpSpPr>
              <a:xfrm>
                <a:off x="2086571" y="2351726"/>
                <a:ext cx="518161" cy="614937"/>
                <a:chOff x="1250449" y="2412730"/>
                <a:chExt cx="518161" cy="614937"/>
              </a:xfrm>
            </p:grpSpPr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A654089A-4BD3-77FF-302A-9F84773C28B8}"/>
                    </a:ext>
                  </a:extLst>
                </p:cNvPr>
                <p:cNvGrpSpPr/>
                <p:nvPr/>
              </p:nvGrpSpPr>
              <p:grpSpPr>
                <a:xfrm>
                  <a:off x="1250449" y="2412730"/>
                  <a:ext cx="518161" cy="614937"/>
                  <a:chOff x="9280391" y="4797065"/>
                  <a:chExt cx="518161" cy="614937"/>
                </a:xfrm>
              </p:grpSpPr>
              <p:sp>
                <p:nvSpPr>
                  <p:cNvPr id="139" name="Freeform: Shape 138">
                    <a:extLst>
                      <a:ext uri="{FF2B5EF4-FFF2-40B4-BE49-F238E27FC236}">
                        <a16:creationId xmlns:a16="http://schemas.microsoft.com/office/drawing/2014/main" id="{0B4A1CA6-DFF4-2BFC-BA85-ED9A7EA1C32D}"/>
                      </a:ext>
                    </a:extLst>
                  </p:cNvPr>
                  <p:cNvSpPr/>
                  <p:nvPr/>
                </p:nvSpPr>
                <p:spPr>
                  <a:xfrm>
                    <a:off x="9421642" y="4870524"/>
                    <a:ext cx="310700" cy="458165"/>
                  </a:xfrm>
                  <a:custGeom>
                    <a:avLst/>
                    <a:gdLst>
                      <a:gd name="connsiteX0" fmla="*/ 225540 w 310700"/>
                      <a:gd name="connsiteY0" fmla="*/ 0 h 458165"/>
                      <a:gd name="connsiteX1" fmla="*/ 270994 w 310700"/>
                      <a:gd name="connsiteY1" fmla="*/ 6389 h 458165"/>
                      <a:gd name="connsiteX2" fmla="*/ 281439 w 310700"/>
                      <a:gd name="connsiteY2" fmla="*/ 10910 h 458165"/>
                      <a:gd name="connsiteX3" fmla="*/ 301026 w 310700"/>
                      <a:gd name="connsiteY3" fmla="*/ 33740 h 458165"/>
                      <a:gd name="connsiteX4" fmla="*/ 310700 w 310700"/>
                      <a:gd name="connsiteY4" fmla="*/ 50304 h 458165"/>
                      <a:gd name="connsiteX5" fmla="*/ 286518 w 310700"/>
                      <a:gd name="connsiteY5" fmla="*/ 47118 h 458165"/>
                      <a:gd name="connsiteX6" fmla="*/ 60978 w 310700"/>
                      <a:gd name="connsiteY6" fmla="*/ 341832 h 458165"/>
                      <a:gd name="connsiteX7" fmla="*/ 65560 w 310700"/>
                      <a:gd name="connsiteY7" fmla="*/ 401227 h 458165"/>
                      <a:gd name="connsiteX8" fmla="*/ 73189 w 310700"/>
                      <a:gd name="connsiteY8" fmla="*/ 433340 h 458165"/>
                      <a:gd name="connsiteX9" fmla="*/ 66793 w 310700"/>
                      <a:gd name="connsiteY9" fmla="*/ 435742 h 458165"/>
                      <a:gd name="connsiteX10" fmla="*/ 26009 w 310700"/>
                      <a:gd name="connsiteY10" fmla="*/ 458165 h 458165"/>
                      <a:gd name="connsiteX11" fmla="*/ 17724 w 310700"/>
                      <a:gd name="connsiteY11" fmla="*/ 436881 h 458165"/>
                      <a:gd name="connsiteX12" fmla="*/ 0 w 310700"/>
                      <a:gd name="connsiteY12" fmla="*/ 314474 h 458165"/>
                      <a:gd name="connsiteX13" fmla="*/ 225540 w 310700"/>
                      <a:gd name="connsiteY13" fmla="*/ 0 h 458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0700" h="458165">
                        <a:moveTo>
                          <a:pt x="225540" y="0"/>
                        </a:moveTo>
                        <a:cubicBezTo>
                          <a:pt x="241110" y="0"/>
                          <a:pt x="256312" y="2200"/>
                          <a:pt x="270994" y="6389"/>
                        </a:cubicBezTo>
                        <a:lnTo>
                          <a:pt x="281439" y="10910"/>
                        </a:lnTo>
                        <a:lnTo>
                          <a:pt x="301026" y="33740"/>
                        </a:lnTo>
                        <a:lnTo>
                          <a:pt x="310700" y="50304"/>
                        </a:lnTo>
                        <a:lnTo>
                          <a:pt x="286518" y="47118"/>
                        </a:lnTo>
                        <a:cubicBezTo>
                          <a:pt x="161956" y="47118"/>
                          <a:pt x="60978" y="179066"/>
                          <a:pt x="60978" y="341832"/>
                        </a:cubicBezTo>
                        <a:cubicBezTo>
                          <a:pt x="60978" y="362178"/>
                          <a:pt x="62556" y="382042"/>
                          <a:pt x="65560" y="401227"/>
                        </a:cubicBezTo>
                        <a:lnTo>
                          <a:pt x="73189" y="433340"/>
                        </a:lnTo>
                        <a:lnTo>
                          <a:pt x="66793" y="435742"/>
                        </a:lnTo>
                        <a:lnTo>
                          <a:pt x="26009" y="458165"/>
                        </a:lnTo>
                        <a:lnTo>
                          <a:pt x="17724" y="436881"/>
                        </a:lnTo>
                        <a:cubicBezTo>
                          <a:pt x="6311" y="399258"/>
                          <a:pt x="0" y="357894"/>
                          <a:pt x="0" y="314474"/>
                        </a:cubicBezTo>
                        <a:cubicBezTo>
                          <a:pt x="0" y="140795"/>
                          <a:pt x="100978" y="0"/>
                          <a:pt x="225540" y="0"/>
                        </a:cubicBezTo>
                        <a:close/>
                      </a:path>
                    </a:pathLst>
                  </a:custGeom>
                  <a:solidFill>
                    <a:srgbClr val="0D5A95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Freeform: Shape 139">
                    <a:extLst>
                      <a:ext uri="{FF2B5EF4-FFF2-40B4-BE49-F238E27FC236}">
                        <a16:creationId xmlns:a16="http://schemas.microsoft.com/office/drawing/2014/main" id="{A7E68364-31E1-E655-FEFD-BAC5996774EE}"/>
                      </a:ext>
                    </a:extLst>
                  </p:cNvPr>
                  <p:cNvSpPr/>
                  <p:nvPr/>
                </p:nvSpPr>
                <p:spPr>
                  <a:xfrm>
                    <a:off x="9280391" y="4797065"/>
                    <a:ext cx="422690" cy="614937"/>
                  </a:xfrm>
                  <a:custGeom>
                    <a:avLst/>
                    <a:gdLst>
                      <a:gd name="connsiteX0" fmla="*/ 259080 w 422690"/>
                      <a:gd name="connsiteY0" fmla="*/ 0 h 614937"/>
                      <a:gd name="connsiteX1" fmla="*/ 403934 w 422690"/>
                      <a:gd name="connsiteY1" fmla="*/ 62507 h 614937"/>
                      <a:gd name="connsiteX2" fmla="*/ 422690 w 422690"/>
                      <a:gd name="connsiteY2" fmla="*/ 84369 h 614937"/>
                      <a:gd name="connsiteX3" fmla="*/ 412245 w 422690"/>
                      <a:gd name="connsiteY3" fmla="*/ 79848 h 614937"/>
                      <a:gd name="connsiteX4" fmla="*/ 366791 w 422690"/>
                      <a:gd name="connsiteY4" fmla="*/ 73459 h 614937"/>
                      <a:gd name="connsiteX5" fmla="*/ 141251 w 422690"/>
                      <a:gd name="connsiteY5" fmla="*/ 387933 h 614937"/>
                      <a:gd name="connsiteX6" fmla="*/ 158975 w 422690"/>
                      <a:gd name="connsiteY6" fmla="*/ 510340 h 614937"/>
                      <a:gd name="connsiteX7" fmla="*/ 167260 w 422690"/>
                      <a:gd name="connsiteY7" fmla="*/ 531624 h 614937"/>
                      <a:gd name="connsiteX8" fmla="*/ 152123 w 422690"/>
                      <a:gd name="connsiteY8" fmla="*/ 539946 h 614937"/>
                      <a:gd name="connsiteX9" fmla="*/ 104923 w 422690"/>
                      <a:gd name="connsiteY9" fmla="*/ 576470 h 614937"/>
                      <a:gd name="connsiteX10" fmla="*/ 70122 w 422690"/>
                      <a:gd name="connsiteY10" fmla="*/ 614937 h 614937"/>
                      <a:gd name="connsiteX11" fmla="*/ 44247 w 422690"/>
                      <a:gd name="connsiteY11" fmla="*/ 570634 h 614937"/>
                      <a:gd name="connsiteX12" fmla="*/ 0 w 422690"/>
                      <a:gd name="connsiteY12" fmla="*/ 366000 h 614937"/>
                      <a:gd name="connsiteX13" fmla="*/ 259080 w 422690"/>
                      <a:gd name="connsiteY13" fmla="*/ 0 h 614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22690" h="614937">
                        <a:moveTo>
                          <a:pt x="259080" y="0"/>
                        </a:moveTo>
                        <a:cubicBezTo>
                          <a:pt x="312737" y="0"/>
                          <a:pt x="362585" y="23044"/>
                          <a:pt x="403934" y="62507"/>
                        </a:cubicBezTo>
                        <a:lnTo>
                          <a:pt x="422690" y="84369"/>
                        </a:lnTo>
                        <a:lnTo>
                          <a:pt x="412245" y="79848"/>
                        </a:lnTo>
                        <a:cubicBezTo>
                          <a:pt x="397563" y="75659"/>
                          <a:pt x="382361" y="73459"/>
                          <a:pt x="366791" y="73459"/>
                        </a:cubicBezTo>
                        <a:cubicBezTo>
                          <a:pt x="242229" y="73459"/>
                          <a:pt x="141251" y="214254"/>
                          <a:pt x="141251" y="387933"/>
                        </a:cubicBezTo>
                        <a:cubicBezTo>
                          <a:pt x="141251" y="431353"/>
                          <a:pt x="147562" y="472717"/>
                          <a:pt x="158975" y="510340"/>
                        </a:cubicBezTo>
                        <a:lnTo>
                          <a:pt x="167260" y="531624"/>
                        </a:lnTo>
                        <a:lnTo>
                          <a:pt x="152123" y="539946"/>
                        </a:lnTo>
                        <a:cubicBezTo>
                          <a:pt x="134867" y="551222"/>
                          <a:pt x="119063" y="563461"/>
                          <a:pt x="104923" y="576470"/>
                        </a:cubicBezTo>
                        <a:lnTo>
                          <a:pt x="70122" y="614937"/>
                        </a:lnTo>
                        <a:lnTo>
                          <a:pt x="44247" y="570634"/>
                        </a:lnTo>
                        <a:cubicBezTo>
                          <a:pt x="16312" y="512220"/>
                          <a:pt x="0" y="441801"/>
                          <a:pt x="0" y="366000"/>
                        </a:cubicBezTo>
                        <a:cubicBezTo>
                          <a:pt x="0" y="163864"/>
                          <a:pt x="115994" y="0"/>
                          <a:pt x="259080" y="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1" name="Freeform: Shape 140">
                    <a:extLst>
                      <a:ext uri="{FF2B5EF4-FFF2-40B4-BE49-F238E27FC236}">
                        <a16:creationId xmlns:a16="http://schemas.microsoft.com/office/drawing/2014/main" id="{DED7B2E9-5D97-708A-C5BC-C98FE0559F65}"/>
                      </a:ext>
                    </a:extLst>
                  </p:cNvPr>
                  <p:cNvSpPr/>
                  <p:nvPr/>
                </p:nvSpPr>
                <p:spPr>
                  <a:xfrm>
                    <a:off x="9482621" y="4917641"/>
                    <a:ext cx="315931" cy="386222"/>
                  </a:xfrm>
                  <a:custGeom>
                    <a:avLst/>
                    <a:gdLst>
                      <a:gd name="connsiteX0" fmla="*/ 225540 w 315931"/>
                      <a:gd name="connsiteY0" fmla="*/ 0 h 386222"/>
                      <a:gd name="connsiteX1" fmla="*/ 249722 w 315931"/>
                      <a:gd name="connsiteY1" fmla="*/ 3186 h 386222"/>
                      <a:gd name="connsiteX2" fmla="*/ 271684 w 315931"/>
                      <a:gd name="connsiteY2" fmla="*/ 40789 h 386222"/>
                      <a:gd name="connsiteX3" fmla="*/ 315931 w 315931"/>
                      <a:gd name="connsiteY3" fmla="*/ 245423 h 386222"/>
                      <a:gd name="connsiteX4" fmla="*/ 310667 w 315931"/>
                      <a:gd name="connsiteY4" fmla="*/ 319185 h 386222"/>
                      <a:gd name="connsiteX5" fmla="*/ 303612 w 315931"/>
                      <a:gd name="connsiteY5" fmla="*/ 351294 h 386222"/>
                      <a:gd name="connsiteX6" fmla="*/ 277478 w 315931"/>
                      <a:gd name="connsiteY6" fmla="*/ 346191 h 386222"/>
                      <a:gd name="connsiteX7" fmla="*/ 138786 w 315931"/>
                      <a:gd name="connsiteY7" fmla="*/ 349094 h 386222"/>
                      <a:gd name="connsiteX8" fmla="*/ 69197 w 315931"/>
                      <a:gd name="connsiteY8" fmla="*/ 364814 h 386222"/>
                      <a:gd name="connsiteX9" fmla="*/ 12211 w 315931"/>
                      <a:gd name="connsiteY9" fmla="*/ 386222 h 386222"/>
                      <a:gd name="connsiteX10" fmla="*/ 4582 w 315931"/>
                      <a:gd name="connsiteY10" fmla="*/ 354109 h 386222"/>
                      <a:gd name="connsiteX11" fmla="*/ 0 w 315931"/>
                      <a:gd name="connsiteY11" fmla="*/ 294714 h 386222"/>
                      <a:gd name="connsiteX12" fmla="*/ 225540 w 315931"/>
                      <a:gd name="connsiteY12" fmla="*/ 0 h 386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5931" h="386222">
                        <a:moveTo>
                          <a:pt x="225540" y="0"/>
                        </a:moveTo>
                        <a:lnTo>
                          <a:pt x="249722" y="3186"/>
                        </a:lnTo>
                        <a:lnTo>
                          <a:pt x="271684" y="40789"/>
                        </a:lnTo>
                        <a:cubicBezTo>
                          <a:pt x="299619" y="99203"/>
                          <a:pt x="315931" y="169622"/>
                          <a:pt x="315931" y="245423"/>
                        </a:cubicBezTo>
                        <a:cubicBezTo>
                          <a:pt x="315931" y="270690"/>
                          <a:pt x="314119" y="295359"/>
                          <a:pt x="310667" y="319185"/>
                        </a:cubicBezTo>
                        <a:lnTo>
                          <a:pt x="303612" y="351294"/>
                        </a:lnTo>
                        <a:lnTo>
                          <a:pt x="277478" y="346191"/>
                        </a:lnTo>
                        <a:cubicBezTo>
                          <a:pt x="233887" y="340920"/>
                          <a:pt x="186968" y="341568"/>
                          <a:pt x="138786" y="349094"/>
                        </a:cubicBezTo>
                        <a:cubicBezTo>
                          <a:pt x="114695" y="352857"/>
                          <a:pt x="91429" y="358161"/>
                          <a:pt x="69197" y="364814"/>
                        </a:cubicBezTo>
                        <a:lnTo>
                          <a:pt x="12211" y="386222"/>
                        </a:lnTo>
                        <a:lnTo>
                          <a:pt x="4582" y="354109"/>
                        </a:lnTo>
                        <a:cubicBezTo>
                          <a:pt x="1578" y="334924"/>
                          <a:pt x="0" y="315060"/>
                          <a:pt x="0" y="294714"/>
                        </a:cubicBezTo>
                        <a:cubicBezTo>
                          <a:pt x="0" y="131948"/>
                          <a:pt x="100978" y="0"/>
                          <a:pt x="225540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1D417238-F8E1-471C-9849-7E7EBE59A81D}"/>
                    </a:ext>
                  </a:extLst>
                </p:cNvPr>
                <p:cNvSpPr/>
                <p:nvPr/>
              </p:nvSpPr>
              <p:spPr>
                <a:xfrm rot="2131195">
                  <a:off x="1555168" y="2566715"/>
                  <a:ext cx="99780" cy="17958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0D0FB395-0AB8-1C27-8044-5677AD737CD8}"/>
                    </a:ext>
                  </a:extLst>
                </p:cNvPr>
                <p:cNvSpPr/>
                <p:nvPr/>
              </p:nvSpPr>
              <p:spPr>
                <a:xfrm rot="2131195">
                  <a:off x="1515061" y="2764883"/>
                  <a:ext cx="72242" cy="63851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63D47160-88AD-F152-4A22-B64FC326E601}"/>
                  </a:ext>
                </a:extLst>
              </p:cNvPr>
              <p:cNvGrpSpPr/>
              <p:nvPr/>
            </p:nvGrpSpPr>
            <p:grpSpPr>
              <a:xfrm rot="203425">
                <a:off x="3113123" y="2490091"/>
                <a:ext cx="590404" cy="818958"/>
                <a:chOff x="3799803" y="2583694"/>
                <a:chExt cx="590404" cy="818958"/>
              </a:xfrm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B4E3645F-2C65-A1E3-0D28-A22A272770E6}"/>
                    </a:ext>
                  </a:extLst>
                </p:cNvPr>
                <p:cNvGrpSpPr/>
                <p:nvPr/>
              </p:nvGrpSpPr>
              <p:grpSpPr>
                <a:xfrm>
                  <a:off x="3799803" y="2583694"/>
                  <a:ext cx="590404" cy="818958"/>
                  <a:chOff x="10475215" y="4805471"/>
                  <a:chExt cx="590404" cy="818958"/>
                </a:xfrm>
              </p:grpSpPr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3D86D414-19D6-E02C-1514-F3A3CA7493B2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475215" y="4805471"/>
                    <a:ext cx="496057" cy="663575"/>
                  </a:xfrm>
                  <a:custGeom>
                    <a:avLst/>
                    <a:gdLst>
                      <a:gd name="connsiteX0" fmla="*/ 304049 w 496057"/>
                      <a:gd name="connsiteY0" fmla="*/ 0 h 663575"/>
                      <a:gd name="connsiteX1" fmla="*/ 474044 w 496057"/>
                      <a:gd name="connsiteY1" fmla="*/ 73356 h 663575"/>
                      <a:gd name="connsiteX2" fmla="*/ 496057 w 496057"/>
                      <a:gd name="connsiteY2" fmla="*/ 99014 h 663575"/>
                      <a:gd name="connsiteX3" fmla="*/ 483799 w 496057"/>
                      <a:gd name="connsiteY3" fmla="*/ 93708 h 663575"/>
                      <a:gd name="connsiteX4" fmla="*/ 430455 w 496057"/>
                      <a:gd name="connsiteY4" fmla="*/ 86209 h 663575"/>
                      <a:gd name="connsiteX5" fmla="*/ 243293 w 496057"/>
                      <a:gd name="connsiteY5" fmla="*/ 194304 h 663575"/>
                      <a:gd name="connsiteX6" fmla="*/ 243293 w 496057"/>
                      <a:gd name="connsiteY6" fmla="*/ 194305 h 663575"/>
                      <a:gd name="connsiteX7" fmla="*/ 243292 w 496057"/>
                      <a:gd name="connsiteY7" fmla="*/ 194305 h 663575"/>
                      <a:gd name="connsiteX8" fmla="*/ 186567 w 496057"/>
                      <a:gd name="connsiteY8" fmla="*/ 311614 h 663575"/>
                      <a:gd name="connsiteX9" fmla="*/ 176567 w 496057"/>
                      <a:gd name="connsiteY9" fmla="*/ 356531 h 663575"/>
                      <a:gd name="connsiteX10" fmla="*/ 171145 w 496057"/>
                      <a:gd name="connsiteY10" fmla="*/ 380889 h 663575"/>
                      <a:gd name="connsiteX11" fmla="*/ 165767 w 496057"/>
                      <a:gd name="connsiteY11" fmla="*/ 455267 h 663575"/>
                      <a:gd name="connsiteX12" fmla="*/ 169902 w 496057"/>
                      <a:gd name="connsiteY12" fmla="*/ 520596 h 663575"/>
                      <a:gd name="connsiteX13" fmla="*/ 169902 w 496057"/>
                      <a:gd name="connsiteY13" fmla="*/ 520597 h 663575"/>
                      <a:gd name="connsiteX14" fmla="*/ 169902 w 496057"/>
                      <a:gd name="connsiteY14" fmla="*/ 520597 h 663575"/>
                      <a:gd name="connsiteX15" fmla="*/ 200836 w 496057"/>
                      <a:gd name="connsiteY15" fmla="*/ 638969 h 663575"/>
                      <a:gd name="connsiteX16" fmla="*/ 205831 w 496057"/>
                      <a:gd name="connsiteY16" fmla="*/ 649021 h 663575"/>
                      <a:gd name="connsiteX17" fmla="*/ 197001 w 496057"/>
                      <a:gd name="connsiteY17" fmla="*/ 647194 h 663575"/>
                      <a:gd name="connsiteX18" fmla="*/ 90567 w 496057"/>
                      <a:gd name="connsiteY18" fmla="*/ 650786 h 663575"/>
                      <a:gd name="connsiteX19" fmla="*/ 49580 w 496057"/>
                      <a:gd name="connsiteY19" fmla="*/ 663575 h 663575"/>
                      <a:gd name="connsiteX20" fmla="*/ 23893 w 496057"/>
                      <a:gd name="connsiteY20" fmla="*/ 596718 h 663575"/>
                      <a:gd name="connsiteX21" fmla="*/ 0 w 496057"/>
                      <a:gd name="connsiteY21" fmla="*/ 429527 h 663575"/>
                      <a:gd name="connsiteX22" fmla="*/ 304049 w 496057"/>
                      <a:gd name="connsiteY22" fmla="*/ 0 h 663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96057" h="663575">
                        <a:moveTo>
                          <a:pt x="304049" y="0"/>
                        </a:moveTo>
                        <a:cubicBezTo>
                          <a:pt x="367019" y="0"/>
                          <a:pt x="425519" y="27044"/>
                          <a:pt x="474044" y="73356"/>
                        </a:cubicBezTo>
                        <a:lnTo>
                          <a:pt x="496057" y="99014"/>
                        </a:lnTo>
                        <a:lnTo>
                          <a:pt x="483799" y="93708"/>
                        </a:lnTo>
                        <a:cubicBezTo>
                          <a:pt x="466568" y="88792"/>
                          <a:pt x="448728" y="86209"/>
                          <a:pt x="430455" y="86209"/>
                        </a:cubicBezTo>
                        <a:cubicBezTo>
                          <a:pt x="357364" y="86209"/>
                          <a:pt x="291192" y="127518"/>
                          <a:pt x="243293" y="194304"/>
                        </a:cubicBezTo>
                        <a:lnTo>
                          <a:pt x="243293" y="194305"/>
                        </a:lnTo>
                        <a:lnTo>
                          <a:pt x="243292" y="194305"/>
                        </a:lnTo>
                        <a:cubicBezTo>
                          <a:pt x="219343" y="227698"/>
                          <a:pt x="199961" y="267461"/>
                          <a:pt x="186567" y="311614"/>
                        </a:cubicBezTo>
                        <a:lnTo>
                          <a:pt x="176567" y="356531"/>
                        </a:lnTo>
                        <a:lnTo>
                          <a:pt x="171145" y="380889"/>
                        </a:lnTo>
                        <a:cubicBezTo>
                          <a:pt x="167619" y="404914"/>
                          <a:pt x="165767" y="429789"/>
                          <a:pt x="165767" y="455267"/>
                        </a:cubicBezTo>
                        <a:cubicBezTo>
                          <a:pt x="165767" y="477560"/>
                          <a:pt x="167185" y="499392"/>
                          <a:pt x="169902" y="520596"/>
                        </a:cubicBezTo>
                        <a:lnTo>
                          <a:pt x="169902" y="520597"/>
                        </a:lnTo>
                        <a:lnTo>
                          <a:pt x="169902" y="520597"/>
                        </a:lnTo>
                        <a:cubicBezTo>
                          <a:pt x="175334" y="563006"/>
                          <a:pt x="185963" y="602905"/>
                          <a:pt x="200836" y="638969"/>
                        </a:cubicBezTo>
                        <a:lnTo>
                          <a:pt x="205831" y="649021"/>
                        </a:lnTo>
                        <a:lnTo>
                          <a:pt x="197001" y="647194"/>
                        </a:lnTo>
                        <a:cubicBezTo>
                          <a:pt x="159734" y="642467"/>
                          <a:pt x="123604" y="643802"/>
                          <a:pt x="90567" y="650786"/>
                        </a:cubicBezTo>
                        <a:lnTo>
                          <a:pt x="49580" y="663575"/>
                        </a:lnTo>
                        <a:lnTo>
                          <a:pt x="23893" y="596718"/>
                        </a:lnTo>
                        <a:cubicBezTo>
                          <a:pt x="8508" y="545330"/>
                          <a:pt x="-1" y="488832"/>
                          <a:pt x="0" y="429527"/>
                        </a:cubicBezTo>
                        <a:cubicBezTo>
                          <a:pt x="0" y="192306"/>
                          <a:pt x="136126" y="0"/>
                          <a:pt x="304049" y="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851B85EC-DBD2-F566-B497-6B24EEACC7B4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634896" y="4903243"/>
                    <a:ext cx="364629" cy="581708"/>
                  </a:xfrm>
                  <a:custGeom>
                    <a:avLst/>
                    <a:gdLst>
                      <a:gd name="connsiteX0" fmla="*/ 264688 w 364629"/>
                      <a:gd name="connsiteY0" fmla="*/ 0 h 581708"/>
                      <a:gd name="connsiteX1" fmla="*/ 318031 w 364629"/>
                      <a:gd name="connsiteY1" fmla="*/ 7498 h 581708"/>
                      <a:gd name="connsiteX2" fmla="*/ 330290 w 364629"/>
                      <a:gd name="connsiteY2" fmla="*/ 12804 h 581708"/>
                      <a:gd name="connsiteX3" fmla="*/ 353275 w 364629"/>
                      <a:gd name="connsiteY3" fmla="*/ 39596 h 581708"/>
                      <a:gd name="connsiteX4" fmla="*/ 364629 w 364629"/>
                      <a:gd name="connsiteY4" fmla="*/ 59035 h 581708"/>
                      <a:gd name="connsiteX5" fmla="*/ 336250 w 364629"/>
                      <a:gd name="connsiteY5" fmla="*/ 55296 h 581708"/>
                      <a:gd name="connsiteX6" fmla="*/ 71562 w 364629"/>
                      <a:gd name="connsiteY6" fmla="*/ 401164 h 581708"/>
                      <a:gd name="connsiteX7" fmla="*/ 83462 w 364629"/>
                      <a:gd name="connsiteY7" fmla="*/ 504015 h 581708"/>
                      <a:gd name="connsiteX8" fmla="*/ 112045 w 364629"/>
                      <a:gd name="connsiteY8" fmla="*/ 581708 h 581708"/>
                      <a:gd name="connsiteX9" fmla="*/ 87743 w 364629"/>
                      <a:gd name="connsiteY9" fmla="*/ 572674 h 581708"/>
                      <a:gd name="connsiteX10" fmla="*/ 40065 w 364629"/>
                      <a:gd name="connsiteY10" fmla="*/ 562810 h 581708"/>
                      <a:gd name="connsiteX11" fmla="*/ 35068 w 364629"/>
                      <a:gd name="connsiteY11" fmla="*/ 552758 h 581708"/>
                      <a:gd name="connsiteX12" fmla="*/ 16061 w 364629"/>
                      <a:gd name="connsiteY12" fmla="*/ 495952 h 581708"/>
                      <a:gd name="connsiteX13" fmla="*/ 4135 w 364629"/>
                      <a:gd name="connsiteY13" fmla="*/ 434387 h 581708"/>
                      <a:gd name="connsiteX14" fmla="*/ 0 w 364629"/>
                      <a:gd name="connsiteY14" fmla="*/ 369058 h 581708"/>
                      <a:gd name="connsiteX15" fmla="*/ 5378 w 364629"/>
                      <a:gd name="connsiteY15" fmla="*/ 294680 h 581708"/>
                      <a:gd name="connsiteX16" fmla="*/ 10800 w 364629"/>
                      <a:gd name="connsiteY16" fmla="*/ 270321 h 581708"/>
                      <a:gd name="connsiteX17" fmla="*/ 20801 w 364629"/>
                      <a:gd name="connsiteY17" fmla="*/ 225403 h 581708"/>
                      <a:gd name="connsiteX18" fmla="*/ 45205 w 364629"/>
                      <a:gd name="connsiteY18" fmla="*/ 162714 h 581708"/>
                      <a:gd name="connsiteX19" fmla="*/ 77526 w 364629"/>
                      <a:gd name="connsiteY19" fmla="*/ 108095 h 581708"/>
                      <a:gd name="connsiteX20" fmla="*/ 116698 w 364629"/>
                      <a:gd name="connsiteY20" fmla="*/ 63030 h 581708"/>
                      <a:gd name="connsiteX21" fmla="*/ 264688 w 364629"/>
                      <a:gd name="connsiteY21" fmla="*/ 0 h 5817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364629" h="581708">
                        <a:moveTo>
                          <a:pt x="264688" y="0"/>
                        </a:moveTo>
                        <a:cubicBezTo>
                          <a:pt x="282960" y="0"/>
                          <a:pt x="300801" y="2583"/>
                          <a:pt x="318031" y="7498"/>
                        </a:cubicBezTo>
                        <a:lnTo>
                          <a:pt x="330290" y="12804"/>
                        </a:lnTo>
                        <a:lnTo>
                          <a:pt x="353275" y="39596"/>
                        </a:lnTo>
                        <a:lnTo>
                          <a:pt x="364629" y="59035"/>
                        </a:lnTo>
                        <a:lnTo>
                          <a:pt x="336250" y="55296"/>
                        </a:lnTo>
                        <a:cubicBezTo>
                          <a:pt x="190067" y="55296"/>
                          <a:pt x="71562" y="210147"/>
                          <a:pt x="71562" y="401164"/>
                        </a:cubicBezTo>
                        <a:cubicBezTo>
                          <a:pt x="71562" y="436980"/>
                          <a:pt x="75728" y="471524"/>
                          <a:pt x="83462" y="504015"/>
                        </a:cubicBezTo>
                        <a:lnTo>
                          <a:pt x="112045" y="581708"/>
                        </a:lnTo>
                        <a:lnTo>
                          <a:pt x="87743" y="572674"/>
                        </a:lnTo>
                        <a:lnTo>
                          <a:pt x="40065" y="562810"/>
                        </a:lnTo>
                        <a:lnTo>
                          <a:pt x="35068" y="552758"/>
                        </a:lnTo>
                        <a:cubicBezTo>
                          <a:pt x="27632" y="534726"/>
                          <a:pt x="21256" y="515735"/>
                          <a:pt x="16061" y="495952"/>
                        </a:cubicBezTo>
                        <a:lnTo>
                          <a:pt x="4135" y="434387"/>
                        </a:lnTo>
                        <a:lnTo>
                          <a:pt x="0" y="369058"/>
                        </a:lnTo>
                        <a:cubicBezTo>
                          <a:pt x="0" y="343580"/>
                          <a:pt x="1852" y="318705"/>
                          <a:pt x="5378" y="294680"/>
                        </a:cubicBezTo>
                        <a:lnTo>
                          <a:pt x="10800" y="270321"/>
                        </a:lnTo>
                        <a:lnTo>
                          <a:pt x="20801" y="225403"/>
                        </a:lnTo>
                        <a:cubicBezTo>
                          <a:pt x="27498" y="203327"/>
                          <a:pt x="35692" y="182347"/>
                          <a:pt x="45205" y="162714"/>
                        </a:cubicBezTo>
                        <a:lnTo>
                          <a:pt x="77526" y="108095"/>
                        </a:lnTo>
                        <a:lnTo>
                          <a:pt x="116698" y="63030"/>
                        </a:lnTo>
                        <a:cubicBezTo>
                          <a:pt x="158943" y="23236"/>
                          <a:pt x="209869" y="0"/>
                          <a:pt x="264688" y="0"/>
                        </a:cubicBezTo>
                        <a:close/>
                      </a:path>
                    </a:pathLst>
                  </a:custGeom>
                  <a:solidFill>
                    <a:srgbClr val="0D5A95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AFE4D085-2A21-3AA6-4848-7F23A4FE3AF4}"/>
                      </a:ext>
                    </a:extLst>
                  </p:cNvPr>
                  <p:cNvSpPr/>
                  <p:nvPr/>
                </p:nvSpPr>
                <p:spPr>
                  <a:xfrm rot="409261">
                    <a:off x="10694851" y="4966743"/>
                    <a:ext cx="370768" cy="657686"/>
                  </a:xfrm>
                  <a:custGeom>
                    <a:avLst/>
                    <a:gdLst>
                      <a:gd name="connsiteX0" fmla="*/ 264688 w 370768"/>
                      <a:gd name="connsiteY0" fmla="*/ 0 h 657686"/>
                      <a:gd name="connsiteX1" fmla="*/ 293068 w 370768"/>
                      <a:gd name="connsiteY1" fmla="*/ 3739 h 657686"/>
                      <a:gd name="connsiteX2" fmla="*/ 318841 w 370768"/>
                      <a:gd name="connsiteY2" fmla="*/ 47869 h 657686"/>
                      <a:gd name="connsiteX3" fmla="*/ 370768 w 370768"/>
                      <a:gd name="connsiteY3" fmla="*/ 288022 h 657686"/>
                      <a:gd name="connsiteX4" fmla="*/ 236716 w 370768"/>
                      <a:gd name="connsiteY4" fmla="*/ 644193 h 657686"/>
                      <a:gd name="connsiteX5" fmla="*/ 219120 w 370768"/>
                      <a:gd name="connsiteY5" fmla="*/ 657686 h 657686"/>
                      <a:gd name="connsiteX6" fmla="*/ 209242 w 370768"/>
                      <a:gd name="connsiteY6" fmla="*/ 642936 h 657686"/>
                      <a:gd name="connsiteX7" fmla="*/ 72925 w 370768"/>
                      <a:gd name="connsiteY7" fmla="*/ 538472 h 657686"/>
                      <a:gd name="connsiteX8" fmla="*/ 40484 w 370768"/>
                      <a:gd name="connsiteY8" fmla="*/ 526412 h 657686"/>
                      <a:gd name="connsiteX9" fmla="*/ 11900 w 370768"/>
                      <a:gd name="connsiteY9" fmla="*/ 448720 h 657686"/>
                      <a:gd name="connsiteX10" fmla="*/ 0 w 370768"/>
                      <a:gd name="connsiteY10" fmla="*/ 345869 h 657686"/>
                      <a:gd name="connsiteX11" fmla="*/ 264688 w 370768"/>
                      <a:gd name="connsiteY11" fmla="*/ 0 h 6576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70768" h="657686">
                        <a:moveTo>
                          <a:pt x="264688" y="0"/>
                        </a:moveTo>
                        <a:lnTo>
                          <a:pt x="293068" y="3739"/>
                        </a:lnTo>
                        <a:lnTo>
                          <a:pt x="318841" y="47869"/>
                        </a:lnTo>
                        <a:cubicBezTo>
                          <a:pt x="351625" y="116423"/>
                          <a:pt x="370769" y="199064"/>
                          <a:pt x="370768" y="288022"/>
                        </a:cubicBezTo>
                        <a:cubicBezTo>
                          <a:pt x="370768" y="436285"/>
                          <a:pt x="317594" y="567004"/>
                          <a:pt x="236716" y="644193"/>
                        </a:cubicBezTo>
                        <a:lnTo>
                          <a:pt x="219120" y="657686"/>
                        </a:lnTo>
                        <a:lnTo>
                          <a:pt x="209242" y="642936"/>
                        </a:lnTo>
                        <a:cubicBezTo>
                          <a:pt x="175818" y="601169"/>
                          <a:pt x="129298" y="564373"/>
                          <a:pt x="72925" y="538472"/>
                        </a:cubicBezTo>
                        <a:lnTo>
                          <a:pt x="40484" y="526412"/>
                        </a:lnTo>
                        <a:lnTo>
                          <a:pt x="11900" y="448720"/>
                        </a:lnTo>
                        <a:cubicBezTo>
                          <a:pt x="4166" y="416229"/>
                          <a:pt x="0" y="381685"/>
                          <a:pt x="0" y="345869"/>
                        </a:cubicBezTo>
                        <a:cubicBezTo>
                          <a:pt x="0" y="154851"/>
                          <a:pt x="118505" y="1"/>
                          <a:pt x="264688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66D986CF-F823-F6FC-0AE4-73BD2E6053B1}"/>
                    </a:ext>
                  </a:extLst>
                </p:cNvPr>
                <p:cNvSpPr/>
                <p:nvPr/>
              </p:nvSpPr>
              <p:spPr>
                <a:xfrm rot="2131195">
                  <a:off x="4093494" y="2881874"/>
                  <a:ext cx="211543" cy="29385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C34C2295-533C-FA8F-43B6-B338093102D5}"/>
                    </a:ext>
                  </a:extLst>
                </p:cNvPr>
                <p:cNvSpPr/>
                <p:nvPr/>
              </p:nvSpPr>
              <p:spPr>
                <a:xfrm rot="2131195">
                  <a:off x="4063573" y="3167092"/>
                  <a:ext cx="81651" cy="7425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20D5226A-71ED-6B4E-829E-341DFB3C4AFA}"/>
                  </a:ext>
                </a:extLst>
              </p:cNvPr>
              <p:cNvSpPr/>
              <p:nvPr/>
            </p:nvSpPr>
            <p:spPr>
              <a:xfrm>
                <a:off x="3063875" y="3112763"/>
                <a:ext cx="441325" cy="233687"/>
              </a:xfrm>
              <a:custGeom>
                <a:avLst/>
                <a:gdLst>
                  <a:gd name="connsiteX0" fmla="*/ 0 w 441325"/>
                  <a:gd name="connsiteY0" fmla="*/ 21106 h 240181"/>
                  <a:gd name="connsiteX1" fmla="*/ 69850 w 441325"/>
                  <a:gd name="connsiteY1" fmla="*/ 2056 h 240181"/>
                  <a:gd name="connsiteX2" fmla="*/ 209550 w 441325"/>
                  <a:gd name="connsiteY2" fmla="*/ 27456 h 240181"/>
                  <a:gd name="connsiteX3" fmla="*/ 441325 w 441325"/>
                  <a:gd name="connsiteY3" fmla="*/ 240181 h 240181"/>
                  <a:gd name="connsiteX4" fmla="*/ 441325 w 441325"/>
                  <a:gd name="connsiteY4" fmla="*/ 240181 h 240181"/>
                  <a:gd name="connsiteX0" fmla="*/ 0 w 441325"/>
                  <a:gd name="connsiteY0" fmla="*/ 33008 h 252083"/>
                  <a:gd name="connsiteX1" fmla="*/ 69850 w 441325"/>
                  <a:gd name="connsiteY1" fmla="*/ 13958 h 252083"/>
                  <a:gd name="connsiteX2" fmla="*/ 441325 w 441325"/>
                  <a:gd name="connsiteY2" fmla="*/ 252083 h 252083"/>
                  <a:gd name="connsiteX3" fmla="*/ 441325 w 441325"/>
                  <a:gd name="connsiteY3" fmla="*/ 252083 h 252083"/>
                  <a:gd name="connsiteX0" fmla="*/ 0 w 441325"/>
                  <a:gd name="connsiteY0" fmla="*/ 0 h 219075"/>
                  <a:gd name="connsiteX1" fmla="*/ 441325 w 441325"/>
                  <a:gd name="connsiteY1" fmla="*/ 219075 h 219075"/>
                  <a:gd name="connsiteX2" fmla="*/ 441325 w 441325"/>
                  <a:gd name="connsiteY2" fmla="*/ 219075 h 219075"/>
                  <a:gd name="connsiteX0" fmla="*/ 0 w 441325"/>
                  <a:gd name="connsiteY0" fmla="*/ 0 h 219075"/>
                  <a:gd name="connsiteX1" fmla="*/ 441325 w 441325"/>
                  <a:gd name="connsiteY1" fmla="*/ 219075 h 219075"/>
                  <a:gd name="connsiteX2" fmla="*/ 441325 w 441325"/>
                  <a:gd name="connsiteY2" fmla="*/ 219075 h 219075"/>
                  <a:gd name="connsiteX0" fmla="*/ 0 w 441325"/>
                  <a:gd name="connsiteY0" fmla="*/ 14612 h 233687"/>
                  <a:gd name="connsiteX1" fmla="*/ 441325 w 441325"/>
                  <a:gd name="connsiteY1" fmla="*/ 233687 h 233687"/>
                  <a:gd name="connsiteX2" fmla="*/ 441325 w 441325"/>
                  <a:gd name="connsiteY2" fmla="*/ 233687 h 23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1325" h="233687">
                    <a:moveTo>
                      <a:pt x="0" y="14612"/>
                    </a:moveTo>
                    <a:cubicBezTo>
                      <a:pt x="89958" y="-26663"/>
                      <a:pt x="338667" y="11437"/>
                      <a:pt x="441325" y="233687"/>
                    </a:cubicBezTo>
                    <a:lnTo>
                      <a:pt x="441325" y="233687"/>
                    </a:lnTo>
                  </a:path>
                </a:pathLst>
              </a:cu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3" name="Rectangle 169">
                <a:extLst>
                  <a:ext uri="{FF2B5EF4-FFF2-40B4-BE49-F238E27FC236}">
                    <a16:creationId xmlns:a16="http://schemas.microsoft.com/office/drawing/2014/main" id="{62C8A5E5-EB12-869E-756E-6FB89A983DD9}"/>
                  </a:ext>
                </a:extLst>
              </p:cNvPr>
              <p:cNvSpPr/>
              <p:nvPr/>
            </p:nvSpPr>
            <p:spPr>
              <a:xfrm>
                <a:off x="1662291" y="2905956"/>
                <a:ext cx="907332" cy="763059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797539"/>
                  <a:gd name="connsiteY0" fmla="*/ 2 h 762633"/>
                  <a:gd name="connsiteX1" fmla="*/ 404637 w 797539"/>
                  <a:gd name="connsiteY1" fmla="*/ 51557 h 762633"/>
                  <a:gd name="connsiteX2" fmla="*/ 797539 w 797539"/>
                  <a:gd name="connsiteY2" fmla="*/ 47626 h 762633"/>
                  <a:gd name="connsiteX3" fmla="*/ 403240 w 797539"/>
                  <a:gd name="connsiteY3" fmla="*/ 762556 h 762633"/>
                  <a:gd name="connsiteX4" fmla="*/ 198452 w 797539"/>
                  <a:gd name="connsiteY4" fmla="*/ 2 h 762633"/>
                  <a:gd name="connsiteX0" fmla="*/ 198452 w 816555"/>
                  <a:gd name="connsiteY0" fmla="*/ 2 h 763030"/>
                  <a:gd name="connsiteX1" fmla="*/ 404637 w 816555"/>
                  <a:gd name="connsiteY1" fmla="*/ 51557 h 763030"/>
                  <a:gd name="connsiteX2" fmla="*/ 797539 w 816555"/>
                  <a:gd name="connsiteY2" fmla="*/ 47626 h 763030"/>
                  <a:gd name="connsiteX3" fmla="*/ 403240 w 816555"/>
                  <a:gd name="connsiteY3" fmla="*/ 762556 h 763030"/>
                  <a:gd name="connsiteX4" fmla="*/ 198452 w 816555"/>
                  <a:gd name="connsiteY4" fmla="*/ 2 h 763030"/>
                  <a:gd name="connsiteX0" fmla="*/ 198452 w 880613"/>
                  <a:gd name="connsiteY0" fmla="*/ 2 h 763039"/>
                  <a:gd name="connsiteX1" fmla="*/ 404637 w 880613"/>
                  <a:gd name="connsiteY1" fmla="*/ 51557 h 763039"/>
                  <a:gd name="connsiteX2" fmla="*/ 797539 w 880613"/>
                  <a:gd name="connsiteY2" fmla="*/ 47626 h 763039"/>
                  <a:gd name="connsiteX3" fmla="*/ 403240 w 880613"/>
                  <a:gd name="connsiteY3" fmla="*/ 762556 h 763039"/>
                  <a:gd name="connsiteX4" fmla="*/ 198452 w 880613"/>
                  <a:gd name="connsiteY4" fmla="*/ 2 h 763039"/>
                  <a:gd name="connsiteX0" fmla="*/ 198452 w 907332"/>
                  <a:gd name="connsiteY0" fmla="*/ 2 h 763059"/>
                  <a:gd name="connsiteX1" fmla="*/ 404637 w 907332"/>
                  <a:gd name="connsiteY1" fmla="*/ 51557 h 763059"/>
                  <a:gd name="connsiteX2" fmla="*/ 797539 w 907332"/>
                  <a:gd name="connsiteY2" fmla="*/ 47626 h 763059"/>
                  <a:gd name="connsiteX3" fmla="*/ 403240 w 907332"/>
                  <a:gd name="connsiteY3" fmla="*/ 762556 h 763059"/>
                  <a:gd name="connsiteX4" fmla="*/ 198452 w 907332"/>
                  <a:gd name="connsiteY4" fmla="*/ 2 h 763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7332" h="763059">
                    <a:moveTo>
                      <a:pt x="198452" y="2"/>
                    </a:moveTo>
                    <a:cubicBezTo>
                      <a:pt x="276705" y="-275"/>
                      <a:pt x="354959" y="23259"/>
                      <a:pt x="404637" y="51557"/>
                    </a:cubicBezTo>
                    <a:cubicBezTo>
                      <a:pt x="507029" y="69297"/>
                      <a:pt x="690385" y="-17739"/>
                      <a:pt x="797539" y="47626"/>
                    </a:cubicBezTo>
                    <a:cubicBezTo>
                      <a:pt x="1001854" y="202223"/>
                      <a:pt x="948279" y="782525"/>
                      <a:pt x="403240" y="762556"/>
                    </a:cubicBezTo>
                    <a:cubicBezTo>
                      <a:pt x="-160323" y="622671"/>
                      <a:pt x="-38085" y="11299"/>
                      <a:pt x="198452" y="2"/>
                    </a:cubicBezTo>
                    <a:close/>
                  </a:path>
                </a:pathLst>
              </a:custGeom>
              <a:solidFill>
                <a:srgbClr val="F1969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23426EC-F9F2-0A3A-B20B-D919D8F0A770}"/>
                  </a:ext>
                </a:extLst>
              </p:cNvPr>
              <p:cNvSpPr/>
              <p:nvPr/>
            </p:nvSpPr>
            <p:spPr>
              <a:xfrm>
                <a:off x="2131085" y="3083174"/>
                <a:ext cx="180633" cy="306864"/>
              </a:xfrm>
              <a:prstGeom prst="ellipse">
                <a:avLst/>
              </a:prstGeom>
              <a:solidFill>
                <a:srgbClr val="6D0303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FFB7D9CC-26C2-D81F-7100-8926412D5BD1}"/>
                  </a:ext>
                </a:extLst>
              </p:cNvPr>
              <p:cNvSpPr/>
              <p:nvPr/>
            </p:nvSpPr>
            <p:spPr>
              <a:xfrm>
                <a:off x="1753036" y="3066549"/>
                <a:ext cx="180633" cy="244079"/>
              </a:xfrm>
              <a:prstGeom prst="ellipse">
                <a:avLst/>
              </a:prstGeom>
              <a:solidFill>
                <a:srgbClr val="6D0303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6" name="Rectangle 169">
                <a:extLst>
                  <a:ext uri="{FF2B5EF4-FFF2-40B4-BE49-F238E27FC236}">
                    <a16:creationId xmlns:a16="http://schemas.microsoft.com/office/drawing/2014/main" id="{EA2245B8-ADA8-1361-3D8E-B46ACEE89EF1}"/>
                  </a:ext>
                </a:extLst>
              </p:cNvPr>
              <p:cNvSpPr/>
              <p:nvPr/>
            </p:nvSpPr>
            <p:spPr>
              <a:xfrm rot="870722">
                <a:off x="2972905" y="3542443"/>
                <a:ext cx="1117833" cy="819442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833" h="819442">
                    <a:moveTo>
                      <a:pt x="26144" y="819442"/>
                    </a:moveTo>
                    <a:cubicBezTo>
                      <a:pt x="-67121" y="776348"/>
                      <a:pt x="110929" y="161673"/>
                      <a:pt x="218580" y="22918"/>
                    </a:cubicBezTo>
                    <a:cubicBezTo>
                      <a:pt x="320972" y="40658"/>
                      <a:pt x="843992" y="-39188"/>
                      <a:pt x="951146" y="26177"/>
                    </a:cubicBezTo>
                    <a:cubicBezTo>
                      <a:pt x="1078145" y="42238"/>
                      <a:pt x="1062271" y="201172"/>
                      <a:pt x="1117833" y="288670"/>
                    </a:cubicBezTo>
                    <a:cubicBezTo>
                      <a:pt x="1007038" y="777620"/>
                      <a:pt x="84552" y="806743"/>
                      <a:pt x="26144" y="819442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7" name="Rectangle 169">
                <a:extLst>
                  <a:ext uri="{FF2B5EF4-FFF2-40B4-BE49-F238E27FC236}">
                    <a16:creationId xmlns:a16="http://schemas.microsoft.com/office/drawing/2014/main" id="{21252ACD-7108-0604-C89E-6B5F82B3B90E}"/>
                  </a:ext>
                </a:extLst>
              </p:cNvPr>
              <p:cNvSpPr/>
              <p:nvPr/>
            </p:nvSpPr>
            <p:spPr>
              <a:xfrm rot="870722">
                <a:off x="3797526" y="1883433"/>
                <a:ext cx="639947" cy="442814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5122" h="788037">
                    <a:moveTo>
                      <a:pt x="30857" y="506777"/>
                    </a:moveTo>
                    <a:cubicBezTo>
                      <a:pt x="-62408" y="463683"/>
                      <a:pt x="75449" y="138754"/>
                      <a:pt x="183100" y="-1"/>
                    </a:cubicBezTo>
                    <a:cubicBezTo>
                      <a:pt x="285492" y="17739"/>
                      <a:pt x="791092" y="-15927"/>
                      <a:pt x="898246" y="49438"/>
                    </a:cubicBezTo>
                    <a:cubicBezTo>
                      <a:pt x="1025245" y="65499"/>
                      <a:pt x="1179560" y="505989"/>
                      <a:pt x="1235122" y="593487"/>
                    </a:cubicBezTo>
                    <a:cubicBezTo>
                      <a:pt x="1124327" y="1082437"/>
                      <a:pt x="89265" y="494078"/>
                      <a:pt x="30857" y="506777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8" name="Rectangle 96">
                <a:extLst>
                  <a:ext uri="{FF2B5EF4-FFF2-40B4-BE49-F238E27FC236}">
                    <a16:creationId xmlns:a16="http://schemas.microsoft.com/office/drawing/2014/main" id="{EA0BDA4D-872B-D6B7-02CF-F36E4DE8D8CE}"/>
                  </a:ext>
                </a:extLst>
              </p:cNvPr>
              <p:cNvSpPr/>
              <p:nvPr/>
            </p:nvSpPr>
            <p:spPr>
              <a:xfrm>
                <a:off x="1664107" y="1242161"/>
                <a:ext cx="1557962" cy="1208939"/>
              </a:xfrm>
              <a:custGeom>
                <a:avLst/>
                <a:gdLst>
                  <a:gd name="connsiteX0" fmla="*/ 0 w 599011"/>
                  <a:gd name="connsiteY0" fmla="*/ 0 h 290683"/>
                  <a:gd name="connsiteX1" fmla="*/ 599011 w 599011"/>
                  <a:gd name="connsiteY1" fmla="*/ 0 h 290683"/>
                  <a:gd name="connsiteX2" fmla="*/ 599011 w 599011"/>
                  <a:gd name="connsiteY2" fmla="*/ 290683 h 290683"/>
                  <a:gd name="connsiteX3" fmla="*/ 0 w 599011"/>
                  <a:gd name="connsiteY3" fmla="*/ 290683 h 290683"/>
                  <a:gd name="connsiteX4" fmla="*/ 0 w 599011"/>
                  <a:gd name="connsiteY4" fmla="*/ 0 h 290683"/>
                  <a:gd name="connsiteX0" fmla="*/ 0 w 1234011"/>
                  <a:gd name="connsiteY0" fmla="*/ 0 h 455783"/>
                  <a:gd name="connsiteX1" fmla="*/ 1234011 w 1234011"/>
                  <a:gd name="connsiteY1" fmla="*/ 165100 h 455783"/>
                  <a:gd name="connsiteX2" fmla="*/ 1234011 w 1234011"/>
                  <a:gd name="connsiteY2" fmla="*/ 455783 h 455783"/>
                  <a:gd name="connsiteX3" fmla="*/ 635000 w 1234011"/>
                  <a:gd name="connsiteY3" fmla="*/ 455783 h 455783"/>
                  <a:gd name="connsiteX4" fmla="*/ 0 w 1234011"/>
                  <a:gd name="connsiteY4" fmla="*/ 0 h 455783"/>
                  <a:gd name="connsiteX0" fmla="*/ 260858 w 1494869"/>
                  <a:gd name="connsiteY0" fmla="*/ 0 h 455783"/>
                  <a:gd name="connsiteX1" fmla="*/ 1494869 w 1494869"/>
                  <a:gd name="connsiteY1" fmla="*/ 165100 h 455783"/>
                  <a:gd name="connsiteX2" fmla="*/ 1494869 w 1494869"/>
                  <a:gd name="connsiteY2" fmla="*/ 455783 h 455783"/>
                  <a:gd name="connsiteX3" fmla="*/ 895858 w 1494869"/>
                  <a:gd name="connsiteY3" fmla="*/ 455783 h 455783"/>
                  <a:gd name="connsiteX4" fmla="*/ 0 w 1494869"/>
                  <a:gd name="connsiteY4" fmla="*/ 385877 h 455783"/>
                  <a:gd name="connsiteX5" fmla="*/ 260858 w 1494869"/>
                  <a:gd name="connsiteY5" fmla="*/ 0 h 455783"/>
                  <a:gd name="connsiteX0" fmla="*/ 305063 w 1539074"/>
                  <a:gd name="connsiteY0" fmla="*/ 0 h 716434"/>
                  <a:gd name="connsiteX1" fmla="*/ 1539074 w 1539074"/>
                  <a:gd name="connsiteY1" fmla="*/ 165100 h 716434"/>
                  <a:gd name="connsiteX2" fmla="*/ 1539074 w 1539074"/>
                  <a:gd name="connsiteY2" fmla="*/ 455783 h 716434"/>
                  <a:gd name="connsiteX3" fmla="*/ 940063 w 1539074"/>
                  <a:gd name="connsiteY3" fmla="*/ 455783 h 716434"/>
                  <a:gd name="connsiteX4" fmla="*/ 56905 w 1539074"/>
                  <a:gd name="connsiteY4" fmla="*/ 716077 h 716434"/>
                  <a:gd name="connsiteX5" fmla="*/ 44205 w 1539074"/>
                  <a:gd name="connsiteY5" fmla="*/ 385877 h 716434"/>
                  <a:gd name="connsiteX6" fmla="*/ 305063 w 1539074"/>
                  <a:gd name="connsiteY6" fmla="*/ 0 h 716434"/>
                  <a:gd name="connsiteX0" fmla="*/ 305063 w 1539074"/>
                  <a:gd name="connsiteY0" fmla="*/ 478712 h 1195146"/>
                  <a:gd name="connsiteX1" fmla="*/ 1539074 w 1539074"/>
                  <a:gd name="connsiteY1" fmla="*/ 643812 h 1195146"/>
                  <a:gd name="connsiteX2" fmla="*/ 1539074 w 1539074"/>
                  <a:gd name="connsiteY2" fmla="*/ 934495 h 1195146"/>
                  <a:gd name="connsiteX3" fmla="*/ 940063 w 1539074"/>
                  <a:gd name="connsiteY3" fmla="*/ 934495 h 1195146"/>
                  <a:gd name="connsiteX4" fmla="*/ 56905 w 1539074"/>
                  <a:gd name="connsiteY4" fmla="*/ 1194789 h 1195146"/>
                  <a:gd name="connsiteX5" fmla="*/ 44205 w 1539074"/>
                  <a:gd name="connsiteY5" fmla="*/ 864589 h 1195146"/>
                  <a:gd name="connsiteX6" fmla="*/ 305063 w 1539074"/>
                  <a:gd name="connsiteY6" fmla="*/ 478712 h 1195146"/>
                  <a:gd name="connsiteX0" fmla="*/ 305063 w 1539074"/>
                  <a:gd name="connsiteY0" fmla="*/ 497675 h 1214109"/>
                  <a:gd name="connsiteX1" fmla="*/ 1539074 w 1539074"/>
                  <a:gd name="connsiteY1" fmla="*/ 662775 h 1214109"/>
                  <a:gd name="connsiteX2" fmla="*/ 1539074 w 1539074"/>
                  <a:gd name="connsiteY2" fmla="*/ 953458 h 1214109"/>
                  <a:gd name="connsiteX3" fmla="*/ 940063 w 1539074"/>
                  <a:gd name="connsiteY3" fmla="*/ 953458 h 1214109"/>
                  <a:gd name="connsiteX4" fmla="*/ 56905 w 1539074"/>
                  <a:gd name="connsiteY4" fmla="*/ 1213752 h 1214109"/>
                  <a:gd name="connsiteX5" fmla="*/ 44205 w 1539074"/>
                  <a:gd name="connsiteY5" fmla="*/ 883552 h 1214109"/>
                  <a:gd name="connsiteX6" fmla="*/ 305063 w 1539074"/>
                  <a:gd name="connsiteY6" fmla="*/ 497675 h 1214109"/>
                  <a:gd name="connsiteX0" fmla="*/ 305063 w 1539074"/>
                  <a:gd name="connsiteY0" fmla="*/ 497675 h 1214109"/>
                  <a:gd name="connsiteX1" fmla="*/ 1539074 w 1539074"/>
                  <a:gd name="connsiteY1" fmla="*/ 662775 h 1214109"/>
                  <a:gd name="connsiteX2" fmla="*/ 1539074 w 1539074"/>
                  <a:gd name="connsiteY2" fmla="*/ 953458 h 1214109"/>
                  <a:gd name="connsiteX3" fmla="*/ 940063 w 1539074"/>
                  <a:gd name="connsiteY3" fmla="*/ 953458 h 1214109"/>
                  <a:gd name="connsiteX4" fmla="*/ 56905 w 1539074"/>
                  <a:gd name="connsiteY4" fmla="*/ 1213752 h 1214109"/>
                  <a:gd name="connsiteX5" fmla="*/ 44205 w 1539074"/>
                  <a:gd name="connsiteY5" fmla="*/ 883552 h 1214109"/>
                  <a:gd name="connsiteX6" fmla="*/ 305063 w 1539074"/>
                  <a:gd name="connsiteY6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56793 w 1557962"/>
                  <a:gd name="connsiteY6" fmla="*/ 2993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4109"/>
                  <a:gd name="connsiteX1" fmla="*/ 1557962 w 1557962"/>
                  <a:gd name="connsiteY1" fmla="*/ 662775 h 1214109"/>
                  <a:gd name="connsiteX2" fmla="*/ 1557962 w 1557962"/>
                  <a:gd name="connsiteY2" fmla="*/ 953458 h 1214109"/>
                  <a:gd name="connsiteX3" fmla="*/ 958951 w 1557962"/>
                  <a:gd name="connsiteY3" fmla="*/ 953458 h 1214109"/>
                  <a:gd name="connsiteX4" fmla="*/ 75793 w 1557962"/>
                  <a:gd name="connsiteY4" fmla="*/ 1213752 h 1214109"/>
                  <a:gd name="connsiteX5" fmla="*/ 63093 w 1557962"/>
                  <a:gd name="connsiteY5" fmla="*/ 883552 h 1214109"/>
                  <a:gd name="connsiteX6" fmla="*/ 469493 w 1557962"/>
                  <a:gd name="connsiteY6" fmla="*/ 248552 h 1214109"/>
                  <a:gd name="connsiteX7" fmla="*/ 323951 w 1557962"/>
                  <a:gd name="connsiteY7" fmla="*/ 497675 h 1214109"/>
                  <a:gd name="connsiteX0" fmla="*/ 323951 w 1557962"/>
                  <a:gd name="connsiteY0" fmla="*/ 497675 h 1213863"/>
                  <a:gd name="connsiteX1" fmla="*/ 1557962 w 1557962"/>
                  <a:gd name="connsiteY1" fmla="*/ 662775 h 1213863"/>
                  <a:gd name="connsiteX2" fmla="*/ 1557962 w 1557962"/>
                  <a:gd name="connsiteY2" fmla="*/ 953458 h 1213863"/>
                  <a:gd name="connsiteX3" fmla="*/ 897991 w 1557962"/>
                  <a:gd name="connsiteY3" fmla="*/ 328618 h 1213863"/>
                  <a:gd name="connsiteX4" fmla="*/ 75793 w 1557962"/>
                  <a:gd name="connsiteY4" fmla="*/ 1213752 h 1213863"/>
                  <a:gd name="connsiteX5" fmla="*/ 63093 w 1557962"/>
                  <a:gd name="connsiteY5" fmla="*/ 883552 h 1213863"/>
                  <a:gd name="connsiteX6" fmla="*/ 469493 w 1557962"/>
                  <a:gd name="connsiteY6" fmla="*/ 248552 h 1213863"/>
                  <a:gd name="connsiteX7" fmla="*/ 323951 w 1557962"/>
                  <a:gd name="connsiteY7" fmla="*/ 497675 h 1213863"/>
                  <a:gd name="connsiteX0" fmla="*/ 323951 w 1557962"/>
                  <a:gd name="connsiteY0" fmla="*/ 497675 h 1214043"/>
                  <a:gd name="connsiteX1" fmla="*/ 1557962 w 1557962"/>
                  <a:gd name="connsiteY1" fmla="*/ 662775 h 1214043"/>
                  <a:gd name="connsiteX2" fmla="*/ 1557962 w 1557962"/>
                  <a:gd name="connsiteY2" fmla="*/ 953458 h 1214043"/>
                  <a:gd name="connsiteX3" fmla="*/ 897991 w 1557962"/>
                  <a:gd name="connsiteY3" fmla="*/ 328618 h 1214043"/>
                  <a:gd name="connsiteX4" fmla="*/ 75793 w 1557962"/>
                  <a:gd name="connsiteY4" fmla="*/ 1213752 h 1214043"/>
                  <a:gd name="connsiteX5" fmla="*/ 63093 w 1557962"/>
                  <a:gd name="connsiteY5" fmla="*/ 883552 h 1214043"/>
                  <a:gd name="connsiteX6" fmla="*/ 469493 w 1557962"/>
                  <a:gd name="connsiteY6" fmla="*/ 248552 h 1214043"/>
                  <a:gd name="connsiteX7" fmla="*/ 323951 w 1557962"/>
                  <a:gd name="connsiteY7" fmla="*/ 497675 h 1214043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469493 w 1557962"/>
                  <a:gd name="connsiteY6" fmla="*/ 248552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469493 w 1557962"/>
                  <a:gd name="connsiteY6" fmla="*/ 248552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0759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36168 w 1557962"/>
                  <a:gd name="connsiteY6" fmla="*/ 27712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7675 h 1213752"/>
                  <a:gd name="connsiteX1" fmla="*/ 1557962 w 1557962"/>
                  <a:gd name="connsiteY1" fmla="*/ 662775 h 1213752"/>
                  <a:gd name="connsiteX2" fmla="*/ 1557962 w 1557962"/>
                  <a:gd name="connsiteY2" fmla="*/ 953458 h 1213752"/>
                  <a:gd name="connsiteX3" fmla="*/ 897991 w 1557962"/>
                  <a:gd name="connsiteY3" fmla="*/ 328618 h 1213752"/>
                  <a:gd name="connsiteX4" fmla="*/ 75793 w 1557962"/>
                  <a:gd name="connsiteY4" fmla="*/ 1213752 h 1213752"/>
                  <a:gd name="connsiteX5" fmla="*/ 63093 w 1557962"/>
                  <a:gd name="connsiteY5" fmla="*/ 883552 h 1213752"/>
                  <a:gd name="connsiteX6" fmla="*/ 526643 w 1557962"/>
                  <a:gd name="connsiteY6" fmla="*/ 258077 h 1213752"/>
                  <a:gd name="connsiteX7" fmla="*/ 323951 w 1557962"/>
                  <a:gd name="connsiteY7" fmla="*/ 497675 h 1213752"/>
                  <a:gd name="connsiteX0" fmla="*/ 323951 w 1557962"/>
                  <a:gd name="connsiteY0" fmla="*/ 494061 h 1210138"/>
                  <a:gd name="connsiteX1" fmla="*/ 1557962 w 1557962"/>
                  <a:gd name="connsiteY1" fmla="*/ 659161 h 1210138"/>
                  <a:gd name="connsiteX2" fmla="*/ 1557962 w 1557962"/>
                  <a:gd name="connsiteY2" fmla="*/ 949844 h 1210138"/>
                  <a:gd name="connsiteX3" fmla="*/ 897991 w 1557962"/>
                  <a:gd name="connsiteY3" fmla="*/ 325004 h 1210138"/>
                  <a:gd name="connsiteX4" fmla="*/ 75793 w 1557962"/>
                  <a:gd name="connsiteY4" fmla="*/ 1210138 h 1210138"/>
                  <a:gd name="connsiteX5" fmla="*/ 63093 w 1557962"/>
                  <a:gd name="connsiteY5" fmla="*/ 879938 h 1210138"/>
                  <a:gd name="connsiteX6" fmla="*/ 526643 w 1557962"/>
                  <a:gd name="connsiteY6" fmla="*/ 254463 h 1210138"/>
                  <a:gd name="connsiteX7" fmla="*/ 323951 w 1557962"/>
                  <a:gd name="connsiteY7" fmla="*/ 494061 h 1210138"/>
                  <a:gd name="connsiteX0" fmla="*/ 323951 w 1557962"/>
                  <a:gd name="connsiteY0" fmla="*/ 494061 h 1210138"/>
                  <a:gd name="connsiteX1" fmla="*/ 1557962 w 1557962"/>
                  <a:gd name="connsiteY1" fmla="*/ 659161 h 1210138"/>
                  <a:gd name="connsiteX2" fmla="*/ 1557962 w 1557962"/>
                  <a:gd name="connsiteY2" fmla="*/ 949844 h 1210138"/>
                  <a:gd name="connsiteX3" fmla="*/ 897991 w 1557962"/>
                  <a:gd name="connsiteY3" fmla="*/ 325004 h 1210138"/>
                  <a:gd name="connsiteX4" fmla="*/ 75793 w 1557962"/>
                  <a:gd name="connsiteY4" fmla="*/ 1210138 h 1210138"/>
                  <a:gd name="connsiteX5" fmla="*/ 63093 w 1557962"/>
                  <a:gd name="connsiteY5" fmla="*/ 879938 h 1210138"/>
                  <a:gd name="connsiteX6" fmla="*/ 526643 w 1557962"/>
                  <a:gd name="connsiteY6" fmla="*/ 254463 h 1210138"/>
                  <a:gd name="connsiteX7" fmla="*/ 323951 w 1557962"/>
                  <a:gd name="connsiteY7" fmla="*/ 494061 h 1210138"/>
                  <a:gd name="connsiteX0" fmla="*/ 323951 w 1557962"/>
                  <a:gd name="connsiteY0" fmla="*/ 492862 h 1208939"/>
                  <a:gd name="connsiteX1" fmla="*/ 1557962 w 1557962"/>
                  <a:gd name="connsiteY1" fmla="*/ 657962 h 1208939"/>
                  <a:gd name="connsiteX2" fmla="*/ 1557962 w 1557962"/>
                  <a:gd name="connsiteY2" fmla="*/ 948645 h 1208939"/>
                  <a:gd name="connsiteX3" fmla="*/ 897991 w 1557962"/>
                  <a:gd name="connsiteY3" fmla="*/ 323805 h 1208939"/>
                  <a:gd name="connsiteX4" fmla="*/ 75793 w 1557962"/>
                  <a:gd name="connsiteY4" fmla="*/ 1208939 h 1208939"/>
                  <a:gd name="connsiteX5" fmla="*/ 63093 w 1557962"/>
                  <a:gd name="connsiteY5" fmla="*/ 878739 h 1208939"/>
                  <a:gd name="connsiteX6" fmla="*/ 526643 w 1557962"/>
                  <a:gd name="connsiteY6" fmla="*/ 253264 h 1208939"/>
                  <a:gd name="connsiteX7" fmla="*/ 323951 w 1557962"/>
                  <a:gd name="connsiteY7" fmla="*/ 492862 h 1208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7962" h="1208939">
                    <a:moveTo>
                      <a:pt x="323951" y="492862"/>
                    </a:moveTo>
                    <a:cubicBezTo>
                      <a:pt x="490812" y="490745"/>
                      <a:pt x="727525" y="-717871"/>
                      <a:pt x="1557962" y="657962"/>
                    </a:cubicBezTo>
                    <a:lnTo>
                      <a:pt x="1557962" y="948645"/>
                    </a:lnTo>
                    <a:lnTo>
                      <a:pt x="897991" y="323805"/>
                    </a:lnTo>
                    <a:cubicBezTo>
                      <a:pt x="762300" y="1004304"/>
                      <a:pt x="232723" y="1129150"/>
                      <a:pt x="75793" y="1208939"/>
                    </a:cubicBezTo>
                    <a:cubicBezTo>
                      <a:pt x="-73517" y="1197288"/>
                      <a:pt x="39810" y="1014206"/>
                      <a:pt x="63093" y="878739"/>
                    </a:cubicBezTo>
                    <a:cubicBezTo>
                      <a:pt x="86376" y="743272"/>
                      <a:pt x="-27373" y="332817"/>
                      <a:pt x="526643" y="253264"/>
                    </a:cubicBezTo>
                    <a:cubicBezTo>
                      <a:pt x="570119" y="188951"/>
                      <a:pt x="393577" y="450177"/>
                      <a:pt x="323951" y="492862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9" name="Rectangle 169">
                <a:extLst>
                  <a:ext uri="{FF2B5EF4-FFF2-40B4-BE49-F238E27FC236}">
                    <a16:creationId xmlns:a16="http://schemas.microsoft.com/office/drawing/2014/main" id="{D3DC86AE-1E19-1ADF-FEEC-C19B69D17DC4}"/>
                  </a:ext>
                </a:extLst>
              </p:cNvPr>
              <p:cNvSpPr/>
              <p:nvPr/>
            </p:nvSpPr>
            <p:spPr>
              <a:xfrm rot="18633300">
                <a:off x="2860571" y="1621439"/>
                <a:ext cx="425542" cy="683195"/>
              </a:xfrm>
              <a:custGeom>
                <a:avLst/>
                <a:gdLst>
                  <a:gd name="connsiteX0" fmla="*/ 0 w 570511"/>
                  <a:gd name="connsiteY0" fmla="*/ 0 h 533955"/>
                  <a:gd name="connsiteX1" fmla="*/ 570511 w 570511"/>
                  <a:gd name="connsiteY1" fmla="*/ 0 h 533955"/>
                  <a:gd name="connsiteX2" fmla="*/ 570511 w 570511"/>
                  <a:gd name="connsiteY2" fmla="*/ 533955 h 533955"/>
                  <a:gd name="connsiteX3" fmla="*/ 0 w 570511"/>
                  <a:gd name="connsiteY3" fmla="*/ 533955 h 533955"/>
                  <a:gd name="connsiteX4" fmla="*/ 0 w 570511"/>
                  <a:gd name="connsiteY4" fmla="*/ 0 h 533955"/>
                  <a:gd name="connsiteX0" fmla="*/ 0 w 570511"/>
                  <a:gd name="connsiteY0" fmla="*/ 67507 h 601462"/>
                  <a:gd name="connsiteX1" fmla="*/ 239522 w 570511"/>
                  <a:gd name="connsiteY1" fmla="*/ 0 h 601462"/>
                  <a:gd name="connsiteX2" fmla="*/ 570511 w 570511"/>
                  <a:gd name="connsiteY2" fmla="*/ 67507 h 601462"/>
                  <a:gd name="connsiteX3" fmla="*/ 570511 w 570511"/>
                  <a:gd name="connsiteY3" fmla="*/ 601462 h 601462"/>
                  <a:gd name="connsiteX4" fmla="*/ 0 w 570511"/>
                  <a:gd name="connsiteY4" fmla="*/ 601462 h 601462"/>
                  <a:gd name="connsiteX5" fmla="*/ 0 w 570511"/>
                  <a:gd name="connsiteY5" fmla="*/ 67507 h 601462"/>
                  <a:gd name="connsiteX0" fmla="*/ 0 w 632424"/>
                  <a:gd name="connsiteY0" fmla="*/ 71438 h 605393"/>
                  <a:gd name="connsiteX1" fmla="*/ 239522 w 632424"/>
                  <a:gd name="connsiteY1" fmla="*/ 3931 h 605393"/>
                  <a:gd name="connsiteX2" fmla="*/ 632424 w 632424"/>
                  <a:gd name="connsiteY2" fmla="*/ 0 h 605393"/>
                  <a:gd name="connsiteX3" fmla="*/ 570511 w 632424"/>
                  <a:gd name="connsiteY3" fmla="*/ 605393 h 605393"/>
                  <a:gd name="connsiteX4" fmla="*/ 0 w 632424"/>
                  <a:gd name="connsiteY4" fmla="*/ 605393 h 605393"/>
                  <a:gd name="connsiteX5" fmla="*/ 0 w 632424"/>
                  <a:gd name="connsiteY5" fmla="*/ 71438 h 605393"/>
                  <a:gd name="connsiteX0" fmla="*/ 33337 w 632424"/>
                  <a:gd name="connsiteY0" fmla="*/ 1 h 653018"/>
                  <a:gd name="connsiteX1" fmla="*/ 239522 w 632424"/>
                  <a:gd name="connsiteY1" fmla="*/ 51556 h 653018"/>
                  <a:gd name="connsiteX2" fmla="*/ 632424 w 632424"/>
                  <a:gd name="connsiteY2" fmla="*/ 47625 h 653018"/>
                  <a:gd name="connsiteX3" fmla="*/ 570511 w 632424"/>
                  <a:gd name="connsiteY3" fmla="*/ 653018 h 653018"/>
                  <a:gd name="connsiteX4" fmla="*/ 0 w 632424"/>
                  <a:gd name="connsiteY4" fmla="*/ 653018 h 653018"/>
                  <a:gd name="connsiteX5" fmla="*/ 33337 w 632424"/>
                  <a:gd name="connsiteY5" fmla="*/ 1 h 653018"/>
                  <a:gd name="connsiteX0" fmla="*/ 0 w 599087"/>
                  <a:gd name="connsiteY0" fmla="*/ 1 h 762555"/>
                  <a:gd name="connsiteX1" fmla="*/ 206185 w 599087"/>
                  <a:gd name="connsiteY1" fmla="*/ 51556 h 762555"/>
                  <a:gd name="connsiteX2" fmla="*/ 599087 w 599087"/>
                  <a:gd name="connsiteY2" fmla="*/ 47625 h 762555"/>
                  <a:gd name="connsiteX3" fmla="*/ 537174 w 599087"/>
                  <a:gd name="connsiteY3" fmla="*/ 653018 h 762555"/>
                  <a:gd name="connsiteX4" fmla="*/ 204788 w 599087"/>
                  <a:gd name="connsiteY4" fmla="*/ 762555 h 762555"/>
                  <a:gd name="connsiteX5" fmla="*/ 0 w 599087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0 w 765774"/>
                  <a:gd name="connsiteY0" fmla="*/ 1 h 762555"/>
                  <a:gd name="connsiteX1" fmla="*/ 206185 w 765774"/>
                  <a:gd name="connsiteY1" fmla="*/ 51556 h 762555"/>
                  <a:gd name="connsiteX2" fmla="*/ 599087 w 765774"/>
                  <a:gd name="connsiteY2" fmla="*/ 47625 h 762555"/>
                  <a:gd name="connsiteX3" fmla="*/ 765774 w 765774"/>
                  <a:gd name="connsiteY3" fmla="*/ 310118 h 762555"/>
                  <a:gd name="connsiteX4" fmla="*/ 204788 w 765774"/>
                  <a:gd name="connsiteY4" fmla="*/ 762555 h 762555"/>
                  <a:gd name="connsiteX5" fmla="*/ 0 w 765774"/>
                  <a:gd name="connsiteY5" fmla="*/ 1 h 762555"/>
                  <a:gd name="connsiteX0" fmla="*/ 91246 w 857020"/>
                  <a:gd name="connsiteY0" fmla="*/ 1 h 762555"/>
                  <a:gd name="connsiteX1" fmla="*/ 297431 w 857020"/>
                  <a:gd name="connsiteY1" fmla="*/ 51556 h 762555"/>
                  <a:gd name="connsiteX2" fmla="*/ 690333 w 857020"/>
                  <a:gd name="connsiteY2" fmla="*/ 47625 h 762555"/>
                  <a:gd name="connsiteX3" fmla="*/ 857020 w 857020"/>
                  <a:gd name="connsiteY3" fmla="*/ 310118 h 762555"/>
                  <a:gd name="connsiteX4" fmla="*/ 296034 w 857020"/>
                  <a:gd name="connsiteY4" fmla="*/ 762555 h 762555"/>
                  <a:gd name="connsiteX5" fmla="*/ 91246 w 857020"/>
                  <a:gd name="connsiteY5" fmla="*/ 1 h 762555"/>
                  <a:gd name="connsiteX0" fmla="*/ 198452 w 964226"/>
                  <a:gd name="connsiteY0" fmla="*/ 1 h 762555"/>
                  <a:gd name="connsiteX1" fmla="*/ 404637 w 964226"/>
                  <a:gd name="connsiteY1" fmla="*/ 51556 h 762555"/>
                  <a:gd name="connsiteX2" fmla="*/ 797539 w 964226"/>
                  <a:gd name="connsiteY2" fmla="*/ 47625 h 762555"/>
                  <a:gd name="connsiteX3" fmla="*/ 964226 w 964226"/>
                  <a:gd name="connsiteY3" fmla="*/ 310118 h 762555"/>
                  <a:gd name="connsiteX4" fmla="*/ 403240 w 964226"/>
                  <a:gd name="connsiteY4" fmla="*/ 762555 h 762555"/>
                  <a:gd name="connsiteX5" fmla="*/ 198452 w 964226"/>
                  <a:gd name="connsiteY5" fmla="*/ 1 h 762555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198452 w 964226"/>
                  <a:gd name="connsiteY0" fmla="*/ 2 h 762556"/>
                  <a:gd name="connsiteX1" fmla="*/ 404637 w 964226"/>
                  <a:gd name="connsiteY1" fmla="*/ 51557 h 762556"/>
                  <a:gd name="connsiteX2" fmla="*/ 797539 w 964226"/>
                  <a:gd name="connsiteY2" fmla="*/ 47626 h 762556"/>
                  <a:gd name="connsiteX3" fmla="*/ 964226 w 964226"/>
                  <a:gd name="connsiteY3" fmla="*/ 310119 h 762556"/>
                  <a:gd name="connsiteX4" fmla="*/ 403240 w 964226"/>
                  <a:gd name="connsiteY4" fmla="*/ 762556 h 762556"/>
                  <a:gd name="connsiteX5" fmla="*/ 198452 w 964226"/>
                  <a:gd name="connsiteY5" fmla="*/ 2 h 762556"/>
                  <a:gd name="connsiteX0" fmla="*/ 342225 w 1107999"/>
                  <a:gd name="connsiteY0" fmla="*/ 2 h 880157"/>
                  <a:gd name="connsiteX1" fmla="*/ 548410 w 1107999"/>
                  <a:gd name="connsiteY1" fmla="*/ 51557 h 880157"/>
                  <a:gd name="connsiteX2" fmla="*/ 941312 w 1107999"/>
                  <a:gd name="connsiteY2" fmla="*/ 47626 h 880157"/>
                  <a:gd name="connsiteX3" fmla="*/ 1107999 w 1107999"/>
                  <a:gd name="connsiteY3" fmla="*/ 310119 h 880157"/>
                  <a:gd name="connsiteX4" fmla="*/ 295404 w 1107999"/>
                  <a:gd name="connsiteY4" fmla="*/ 880157 h 880157"/>
                  <a:gd name="connsiteX5" fmla="*/ 342225 w 1107999"/>
                  <a:gd name="connsiteY5" fmla="*/ 2 h 880157"/>
                  <a:gd name="connsiteX0" fmla="*/ 21178 w 833773"/>
                  <a:gd name="connsiteY0" fmla="*/ 857239 h 857239"/>
                  <a:gd name="connsiteX1" fmla="*/ 274184 w 833773"/>
                  <a:gd name="connsiteY1" fmla="*/ 28639 h 857239"/>
                  <a:gd name="connsiteX2" fmla="*/ 667086 w 833773"/>
                  <a:gd name="connsiteY2" fmla="*/ 24708 h 857239"/>
                  <a:gd name="connsiteX3" fmla="*/ 833773 w 833773"/>
                  <a:gd name="connsiteY3" fmla="*/ 287201 h 857239"/>
                  <a:gd name="connsiteX4" fmla="*/ 21178 w 833773"/>
                  <a:gd name="connsiteY4" fmla="*/ 857239 h 857239"/>
                  <a:gd name="connsiteX0" fmla="*/ 104217 w 916812"/>
                  <a:gd name="connsiteY0" fmla="*/ 856211 h 856211"/>
                  <a:gd name="connsiteX1" fmla="*/ 56939 w 916812"/>
                  <a:gd name="connsiteY1" fmla="*/ 33185 h 856211"/>
                  <a:gd name="connsiteX2" fmla="*/ 750125 w 916812"/>
                  <a:gd name="connsiteY2" fmla="*/ 23680 h 856211"/>
                  <a:gd name="connsiteX3" fmla="*/ 916812 w 916812"/>
                  <a:gd name="connsiteY3" fmla="*/ 286173 h 856211"/>
                  <a:gd name="connsiteX4" fmla="*/ 104217 w 916812"/>
                  <a:gd name="connsiteY4" fmla="*/ 856211 h 856211"/>
                  <a:gd name="connsiteX0" fmla="*/ 132360 w 944955"/>
                  <a:gd name="connsiteY0" fmla="*/ 855625 h 855625"/>
                  <a:gd name="connsiteX1" fmla="*/ 46606 w 944955"/>
                  <a:gd name="connsiteY1" fmla="*/ 35999 h 855625"/>
                  <a:gd name="connsiteX2" fmla="*/ 778268 w 944955"/>
                  <a:gd name="connsiteY2" fmla="*/ 23094 h 855625"/>
                  <a:gd name="connsiteX3" fmla="*/ 944955 w 944955"/>
                  <a:gd name="connsiteY3" fmla="*/ 285587 h 855625"/>
                  <a:gd name="connsiteX4" fmla="*/ 132360 w 944955"/>
                  <a:gd name="connsiteY4" fmla="*/ 855625 h 855625"/>
                  <a:gd name="connsiteX0" fmla="*/ 26053 w 1117742"/>
                  <a:gd name="connsiteY0" fmla="*/ 816359 h 816359"/>
                  <a:gd name="connsiteX1" fmla="*/ 219393 w 1117742"/>
                  <a:gd name="connsiteY1" fmla="*/ 35999 h 816359"/>
                  <a:gd name="connsiteX2" fmla="*/ 951055 w 1117742"/>
                  <a:gd name="connsiteY2" fmla="*/ 23094 h 816359"/>
                  <a:gd name="connsiteX3" fmla="*/ 1117742 w 1117742"/>
                  <a:gd name="connsiteY3" fmla="*/ 285587 h 816359"/>
                  <a:gd name="connsiteX4" fmla="*/ 26053 w 1117742"/>
                  <a:gd name="connsiteY4" fmla="*/ 816359 h 816359"/>
                  <a:gd name="connsiteX0" fmla="*/ 26144 w 1117833"/>
                  <a:gd name="connsiteY0" fmla="*/ 819442 h 819442"/>
                  <a:gd name="connsiteX1" fmla="*/ 218580 w 1117833"/>
                  <a:gd name="connsiteY1" fmla="*/ 22918 h 819442"/>
                  <a:gd name="connsiteX2" fmla="*/ 951146 w 1117833"/>
                  <a:gd name="connsiteY2" fmla="*/ 26177 h 819442"/>
                  <a:gd name="connsiteX3" fmla="*/ 1117833 w 1117833"/>
                  <a:gd name="connsiteY3" fmla="*/ 288670 h 819442"/>
                  <a:gd name="connsiteX4" fmla="*/ 26144 w 1117833"/>
                  <a:gd name="connsiteY4" fmla="*/ 819442 h 819442"/>
                  <a:gd name="connsiteX0" fmla="*/ 26144 w 1288022"/>
                  <a:gd name="connsiteY0" fmla="*/ 819442 h 873430"/>
                  <a:gd name="connsiteX1" fmla="*/ 218580 w 1288022"/>
                  <a:gd name="connsiteY1" fmla="*/ 22918 h 873430"/>
                  <a:gd name="connsiteX2" fmla="*/ 951146 w 1288022"/>
                  <a:gd name="connsiteY2" fmla="*/ 26177 h 873430"/>
                  <a:gd name="connsiteX3" fmla="*/ 1288022 w 1288022"/>
                  <a:gd name="connsiteY3" fmla="*/ 570226 h 873430"/>
                  <a:gd name="connsiteX4" fmla="*/ 26144 w 1288022"/>
                  <a:gd name="connsiteY4" fmla="*/ 819442 h 873430"/>
                  <a:gd name="connsiteX0" fmla="*/ 31750 w 1247069"/>
                  <a:gd name="connsiteY0" fmla="*/ 444132 h 756873"/>
                  <a:gd name="connsiteX1" fmla="*/ 177627 w 1247069"/>
                  <a:gd name="connsiteY1" fmla="*/ 22918 h 756873"/>
                  <a:gd name="connsiteX2" fmla="*/ 910193 w 1247069"/>
                  <a:gd name="connsiteY2" fmla="*/ 26177 h 756873"/>
                  <a:gd name="connsiteX3" fmla="*/ 1247069 w 1247069"/>
                  <a:gd name="connsiteY3" fmla="*/ 570226 h 756873"/>
                  <a:gd name="connsiteX4" fmla="*/ 31750 w 1247069"/>
                  <a:gd name="connsiteY4" fmla="*/ 444132 h 756873"/>
                  <a:gd name="connsiteX0" fmla="*/ 33420 w 1237685"/>
                  <a:gd name="connsiteY0" fmla="*/ 483516 h 764776"/>
                  <a:gd name="connsiteX1" fmla="*/ 168243 w 1237685"/>
                  <a:gd name="connsiteY1" fmla="*/ 22918 h 764776"/>
                  <a:gd name="connsiteX2" fmla="*/ 900809 w 1237685"/>
                  <a:gd name="connsiteY2" fmla="*/ 26177 h 764776"/>
                  <a:gd name="connsiteX3" fmla="*/ 1237685 w 1237685"/>
                  <a:gd name="connsiteY3" fmla="*/ 570226 h 764776"/>
                  <a:gd name="connsiteX4" fmla="*/ 33420 w 1237685"/>
                  <a:gd name="connsiteY4" fmla="*/ 483516 h 764776"/>
                  <a:gd name="connsiteX0" fmla="*/ 30857 w 1235122"/>
                  <a:gd name="connsiteY0" fmla="*/ 506777 h 788037"/>
                  <a:gd name="connsiteX1" fmla="*/ 183100 w 1235122"/>
                  <a:gd name="connsiteY1" fmla="*/ -1 h 788037"/>
                  <a:gd name="connsiteX2" fmla="*/ 898246 w 1235122"/>
                  <a:gd name="connsiteY2" fmla="*/ 49438 h 788037"/>
                  <a:gd name="connsiteX3" fmla="*/ 1235122 w 1235122"/>
                  <a:gd name="connsiteY3" fmla="*/ 593487 h 788037"/>
                  <a:gd name="connsiteX4" fmla="*/ 30857 w 1235122"/>
                  <a:gd name="connsiteY4" fmla="*/ 506777 h 788037"/>
                  <a:gd name="connsiteX0" fmla="*/ 14553 w 1218818"/>
                  <a:gd name="connsiteY0" fmla="*/ 1101114 h 1382374"/>
                  <a:gd name="connsiteX1" fmla="*/ 410306 w 1218818"/>
                  <a:gd name="connsiteY1" fmla="*/ 0 h 1382374"/>
                  <a:gd name="connsiteX2" fmla="*/ 881942 w 1218818"/>
                  <a:gd name="connsiteY2" fmla="*/ 643775 h 1382374"/>
                  <a:gd name="connsiteX3" fmla="*/ 1218818 w 1218818"/>
                  <a:gd name="connsiteY3" fmla="*/ 1187824 h 1382374"/>
                  <a:gd name="connsiteX4" fmla="*/ 14553 w 1218818"/>
                  <a:gd name="connsiteY4" fmla="*/ 1101114 h 1382374"/>
                  <a:gd name="connsiteX0" fmla="*/ 15287 w 1219552"/>
                  <a:gd name="connsiteY0" fmla="*/ 1024759 h 1306019"/>
                  <a:gd name="connsiteX1" fmla="*/ 389233 w 1219552"/>
                  <a:gd name="connsiteY1" fmla="*/ -1 h 1306019"/>
                  <a:gd name="connsiteX2" fmla="*/ 882676 w 1219552"/>
                  <a:gd name="connsiteY2" fmla="*/ 567420 h 1306019"/>
                  <a:gd name="connsiteX3" fmla="*/ 1219552 w 1219552"/>
                  <a:gd name="connsiteY3" fmla="*/ 1111469 h 1306019"/>
                  <a:gd name="connsiteX4" fmla="*/ 15287 w 1219552"/>
                  <a:gd name="connsiteY4" fmla="*/ 1024759 h 130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552" h="1306019">
                    <a:moveTo>
                      <a:pt x="15287" y="1024759"/>
                    </a:moveTo>
                    <a:cubicBezTo>
                      <a:pt x="-77978" y="981665"/>
                      <a:pt x="281582" y="138754"/>
                      <a:pt x="389233" y="-1"/>
                    </a:cubicBezTo>
                    <a:cubicBezTo>
                      <a:pt x="491625" y="17739"/>
                      <a:pt x="775522" y="502055"/>
                      <a:pt x="882676" y="567420"/>
                    </a:cubicBezTo>
                    <a:cubicBezTo>
                      <a:pt x="1009675" y="583481"/>
                      <a:pt x="1163990" y="1023971"/>
                      <a:pt x="1219552" y="1111469"/>
                    </a:cubicBezTo>
                    <a:cubicBezTo>
                      <a:pt x="1108757" y="1600419"/>
                      <a:pt x="73695" y="1012060"/>
                      <a:pt x="15287" y="1024759"/>
                    </a:cubicBezTo>
                    <a:close/>
                  </a:path>
                </a:pathLst>
              </a:custGeom>
              <a:solidFill>
                <a:srgbClr val="F6BEC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530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B9819FDF-44BA-FDA5-7810-AD1799A61B37}"/>
              </a:ext>
            </a:extLst>
          </p:cNvPr>
          <p:cNvGrpSpPr/>
          <p:nvPr/>
        </p:nvGrpSpPr>
        <p:grpSpPr>
          <a:xfrm>
            <a:off x="-383270" y="751520"/>
            <a:ext cx="7348999" cy="5960711"/>
            <a:chOff x="1445530" y="348564"/>
            <a:chExt cx="7348999" cy="5960711"/>
          </a:xfrm>
          <a:solidFill>
            <a:schemeClr val="bg1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C9CA233-9C30-7BD4-AE5B-5049F2C64576}"/>
                </a:ext>
              </a:extLst>
            </p:cNvPr>
            <p:cNvGrpSpPr/>
            <p:nvPr/>
          </p:nvGrpSpPr>
          <p:grpSpPr>
            <a:xfrm>
              <a:off x="1445530" y="348564"/>
              <a:ext cx="7348999" cy="5960711"/>
              <a:chOff x="2541069" y="445616"/>
              <a:chExt cx="4504059" cy="3653204"/>
            </a:xfrm>
            <a:grpFill/>
          </p:grpSpPr>
          <p:sp>
            <p:nvSpPr>
              <p:cNvPr id="34" name="Rectangle 11">
                <a:extLst>
                  <a:ext uri="{FF2B5EF4-FFF2-40B4-BE49-F238E27FC236}">
                    <a16:creationId xmlns:a16="http://schemas.microsoft.com/office/drawing/2014/main" id="{C8AB0018-654A-7F6E-DEF6-8C2D52E45B19}"/>
                  </a:ext>
                </a:extLst>
              </p:cNvPr>
              <p:cNvSpPr/>
              <p:nvPr/>
            </p:nvSpPr>
            <p:spPr>
              <a:xfrm>
                <a:off x="3287973" y="2685588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Rectangle 11">
                <a:extLst>
                  <a:ext uri="{FF2B5EF4-FFF2-40B4-BE49-F238E27FC236}">
                    <a16:creationId xmlns:a16="http://schemas.microsoft.com/office/drawing/2014/main" id="{91536D5D-4BC0-3DDE-AD9B-F71776C17BB9}"/>
                  </a:ext>
                </a:extLst>
              </p:cNvPr>
              <p:cNvSpPr/>
              <p:nvPr/>
            </p:nvSpPr>
            <p:spPr>
              <a:xfrm>
                <a:off x="3800764" y="2619341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Rectangle 11">
                <a:extLst>
                  <a:ext uri="{FF2B5EF4-FFF2-40B4-BE49-F238E27FC236}">
                    <a16:creationId xmlns:a16="http://schemas.microsoft.com/office/drawing/2014/main" id="{A34094E9-864E-0226-FDF4-8DCD48E6267B}"/>
                  </a:ext>
                </a:extLst>
              </p:cNvPr>
              <p:cNvSpPr/>
              <p:nvPr/>
            </p:nvSpPr>
            <p:spPr>
              <a:xfrm>
                <a:off x="4935310" y="2671525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Rectangle 11">
                <a:extLst>
                  <a:ext uri="{FF2B5EF4-FFF2-40B4-BE49-F238E27FC236}">
                    <a16:creationId xmlns:a16="http://schemas.microsoft.com/office/drawing/2014/main" id="{F964F5F3-0DBD-684B-D163-CB5059593CE3}"/>
                  </a:ext>
                </a:extLst>
              </p:cNvPr>
              <p:cNvSpPr/>
              <p:nvPr/>
            </p:nvSpPr>
            <p:spPr>
              <a:xfrm>
                <a:off x="5465698" y="2534144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Rectangle 27">
                <a:extLst>
                  <a:ext uri="{FF2B5EF4-FFF2-40B4-BE49-F238E27FC236}">
                    <a16:creationId xmlns:a16="http://schemas.microsoft.com/office/drawing/2014/main" id="{6B9596E0-0121-0C26-670C-C5DD2C7007DF}"/>
                  </a:ext>
                </a:extLst>
              </p:cNvPr>
              <p:cNvSpPr/>
              <p:nvPr/>
            </p:nvSpPr>
            <p:spPr>
              <a:xfrm rot="19810810">
                <a:off x="2541069" y="1050300"/>
                <a:ext cx="1151240" cy="481994"/>
              </a:xfrm>
              <a:custGeom>
                <a:avLst/>
                <a:gdLst>
                  <a:gd name="connsiteX0" fmla="*/ 0 w 841848"/>
                  <a:gd name="connsiteY0" fmla="*/ 0 h 344507"/>
                  <a:gd name="connsiteX1" fmla="*/ 841848 w 841848"/>
                  <a:gd name="connsiteY1" fmla="*/ 0 h 344507"/>
                  <a:gd name="connsiteX2" fmla="*/ 841848 w 841848"/>
                  <a:gd name="connsiteY2" fmla="*/ 344507 h 344507"/>
                  <a:gd name="connsiteX3" fmla="*/ 0 w 841848"/>
                  <a:gd name="connsiteY3" fmla="*/ 344507 h 344507"/>
                  <a:gd name="connsiteX4" fmla="*/ 0 w 841848"/>
                  <a:gd name="connsiteY4" fmla="*/ 0 h 344507"/>
                  <a:gd name="connsiteX0" fmla="*/ 269129 w 1110977"/>
                  <a:gd name="connsiteY0" fmla="*/ 0 h 357465"/>
                  <a:gd name="connsiteX1" fmla="*/ 1110977 w 1110977"/>
                  <a:gd name="connsiteY1" fmla="*/ 0 h 357465"/>
                  <a:gd name="connsiteX2" fmla="*/ 1110977 w 1110977"/>
                  <a:gd name="connsiteY2" fmla="*/ 344507 h 357465"/>
                  <a:gd name="connsiteX3" fmla="*/ 269129 w 1110977"/>
                  <a:gd name="connsiteY3" fmla="*/ 344507 h 357465"/>
                  <a:gd name="connsiteX4" fmla="*/ 269129 w 1110977"/>
                  <a:gd name="connsiteY4" fmla="*/ 0 h 357465"/>
                  <a:gd name="connsiteX0" fmla="*/ 0 w 841848"/>
                  <a:gd name="connsiteY0" fmla="*/ 344507 h 344507"/>
                  <a:gd name="connsiteX1" fmla="*/ 841848 w 841848"/>
                  <a:gd name="connsiteY1" fmla="*/ 0 h 344507"/>
                  <a:gd name="connsiteX2" fmla="*/ 841848 w 841848"/>
                  <a:gd name="connsiteY2" fmla="*/ 344507 h 344507"/>
                  <a:gd name="connsiteX3" fmla="*/ 0 w 841848"/>
                  <a:gd name="connsiteY3" fmla="*/ 344507 h 344507"/>
                  <a:gd name="connsiteX0" fmla="*/ 0 w 841848"/>
                  <a:gd name="connsiteY0" fmla="*/ 344506 h 344506"/>
                  <a:gd name="connsiteX1" fmla="*/ 541765 w 841848"/>
                  <a:gd name="connsiteY1" fmla="*/ 0 h 344506"/>
                  <a:gd name="connsiteX2" fmla="*/ 841848 w 841848"/>
                  <a:gd name="connsiteY2" fmla="*/ 344506 h 344506"/>
                  <a:gd name="connsiteX3" fmla="*/ 0 w 841848"/>
                  <a:gd name="connsiteY3" fmla="*/ 344506 h 344506"/>
                  <a:gd name="connsiteX0" fmla="*/ 93639 w 935487"/>
                  <a:gd name="connsiteY0" fmla="*/ 426208 h 426208"/>
                  <a:gd name="connsiteX1" fmla="*/ 635404 w 935487"/>
                  <a:gd name="connsiteY1" fmla="*/ 81702 h 426208"/>
                  <a:gd name="connsiteX2" fmla="*/ 935487 w 935487"/>
                  <a:gd name="connsiteY2" fmla="*/ 426208 h 426208"/>
                  <a:gd name="connsiteX3" fmla="*/ 93639 w 935487"/>
                  <a:gd name="connsiteY3" fmla="*/ 426208 h 426208"/>
                  <a:gd name="connsiteX0" fmla="*/ 298221 w 1140069"/>
                  <a:gd name="connsiteY0" fmla="*/ 406411 h 440132"/>
                  <a:gd name="connsiteX1" fmla="*/ 839986 w 1140069"/>
                  <a:gd name="connsiteY1" fmla="*/ 61905 h 440132"/>
                  <a:gd name="connsiteX2" fmla="*/ 1140069 w 1140069"/>
                  <a:gd name="connsiteY2" fmla="*/ 406411 h 440132"/>
                  <a:gd name="connsiteX3" fmla="*/ 298221 w 1140069"/>
                  <a:gd name="connsiteY3" fmla="*/ 406411 h 440132"/>
                  <a:gd name="connsiteX0" fmla="*/ 260558 w 1102406"/>
                  <a:gd name="connsiteY0" fmla="*/ 438627 h 469443"/>
                  <a:gd name="connsiteX1" fmla="*/ 802323 w 1102406"/>
                  <a:gd name="connsiteY1" fmla="*/ 94121 h 469443"/>
                  <a:gd name="connsiteX2" fmla="*/ 1102406 w 1102406"/>
                  <a:gd name="connsiteY2" fmla="*/ 438627 h 469443"/>
                  <a:gd name="connsiteX3" fmla="*/ 260558 w 1102406"/>
                  <a:gd name="connsiteY3" fmla="*/ 438627 h 469443"/>
                  <a:gd name="connsiteX0" fmla="*/ 326170 w 1168018"/>
                  <a:gd name="connsiteY0" fmla="*/ 432994 h 485373"/>
                  <a:gd name="connsiteX1" fmla="*/ 867935 w 1168018"/>
                  <a:gd name="connsiteY1" fmla="*/ 88488 h 485373"/>
                  <a:gd name="connsiteX2" fmla="*/ 1168018 w 1168018"/>
                  <a:gd name="connsiteY2" fmla="*/ 432994 h 485373"/>
                  <a:gd name="connsiteX3" fmla="*/ 326170 w 1168018"/>
                  <a:gd name="connsiteY3" fmla="*/ 432994 h 485373"/>
                  <a:gd name="connsiteX0" fmla="*/ 291248 w 1133096"/>
                  <a:gd name="connsiteY0" fmla="*/ 437239 h 472821"/>
                  <a:gd name="connsiteX1" fmla="*/ 833013 w 1133096"/>
                  <a:gd name="connsiteY1" fmla="*/ 92733 h 472821"/>
                  <a:gd name="connsiteX2" fmla="*/ 1133096 w 1133096"/>
                  <a:gd name="connsiteY2" fmla="*/ 437239 h 472821"/>
                  <a:gd name="connsiteX3" fmla="*/ 291248 w 1133096"/>
                  <a:gd name="connsiteY3" fmla="*/ 437239 h 472821"/>
                  <a:gd name="connsiteX0" fmla="*/ 344467 w 1024465"/>
                  <a:gd name="connsiteY0" fmla="*/ 441795 h 477215"/>
                  <a:gd name="connsiteX1" fmla="*/ 724382 w 1024465"/>
                  <a:gd name="connsiteY1" fmla="*/ 92351 h 477215"/>
                  <a:gd name="connsiteX2" fmla="*/ 1024465 w 1024465"/>
                  <a:gd name="connsiteY2" fmla="*/ 436857 h 477215"/>
                  <a:gd name="connsiteX3" fmla="*/ 344467 w 1024465"/>
                  <a:gd name="connsiteY3" fmla="*/ 441795 h 477215"/>
                  <a:gd name="connsiteX0" fmla="*/ 478130 w 1158128"/>
                  <a:gd name="connsiteY0" fmla="*/ 441118 h 479001"/>
                  <a:gd name="connsiteX1" fmla="*/ 858045 w 1158128"/>
                  <a:gd name="connsiteY1" fmla="*/ 91674 h 479001"/>
                  <a:gd name="connsiteX2" fmla="*/ 1158128 w 1158128"/>
                  <a:gd name="connsiteY2" fmla="*/ 436180 h 479001"/>
                  <a:gd name="connsiteX3" fmla="*/ 478130 w 1158128"/>
                  <a:gd name="connsiteY3" fmla="*/ 441118 h 479001"/>
                  <a:gd name="connsiteX0" fmla="*/ 476713 w 1160944"/>
                  <a:gd name="connsiteY0" fmla="*/ 371644 h 442322"/>
                  <a:gd name="connsiteX1" fmla="*/ 860861 w 1160944"/>
                  <a:gd name="connsiteY1" fmla="*/ 97816 h 442322"/>
                  <a:gd name="connsiteX2" fmla="*/ 1160944 w 1160944"/>
                  <a:gd name="connsiteY2" fmla="*/ 442322 h 442322"/>
                  <a:gd name="connsiteX3" fmla="*/ 476713 w 1160944"/>
                  <a:gd name="connsiteY3" fmla="*/ 371644 h 442322"/>
                  <a:gd name="connsiteX0" fmla="*/ 475967 w 1160198"/>
                  <a:gd name="connsiteY0" fmla="*/ 357964 h 461100"/>
                  <a:gd name="connsiteX1" fmla="*/ 860115 w 1160198"/>
                  <a:gd name="connsiteY1" fmla="*/ 84136 h 461100"/>
                  <a:gd name="connsiteX2" fmla="*/ 1160198 w 1160198"/>
                  <a:gd name="connsiteY2" fmla="*/ 428642 h 461100"/>
                  <a:gd name="connsiteX3" fmla="*/ 475967 w 1160198"/>
                  <a:gd name="connsiteY3" fmla="*/ 357964 h 461100"/>
                  <a:gd name="connsiteX0" fmla="*/ 455672 w 1139903"/>
                  <a:gd name="connsiteY0" fmla="*/ 374342 h 474092"/>
                  <a:gd name="connsiteX1" fmla="*/ 839820 w 1139903"/>
                  <a:gd name="connsiteY1" fmla="*/ 100514 h 474092"/>
                  <a:gd name="connsiteX2" fmla="*/ 1139903 w 1139903"/>
                  <a:gd name="connsiteY2" fmla="*/ 445020 h 474092"/>
                  <a:gd name="connsiteX3" fmla="*/ 455672 w 1139903"/>
                  <a:gd name="connsiteY3" fmla="*/ 374342 h 474092"/>
                  <a:gd name="connsiteX0" fmla="*/ 467009 w 1151240"/>
                  <a:gd name="connsiteY0" fmla="*/ 384112 h 481994"/>
                  <a:gd name="connsiteX1" fmla="*/ 851157 w 1151240"/>
                  <a:gd name="connsiteY1" fmla="*/ 110284 h 481994"/>
                  <a:gd name="connsiteX2" fmla="*/ 1151240 w 1151240"/>
                  <a:gd name="connsiteY2" fmla="*/ 454790 h 481994"/>
                  <a:gd name="connsiteX3" fmla="*/ 467009 w 1151240"/>
                  <a:gd name="connsiteY3" fmla="*/ 384112 h 48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240" h="481994">
                    <a:moveTo>
                      <a:pt x="467009" y="384112"/>
                    </a:moveTo>
                    <a:cubicBezTo>
                      <a:pt x="-395685" y="816646"/>
                      <a:pt x="57333" y="-352116"/>
                      <a:pt x="851157" y="110284"/>
                    </a:cubicBezTo>
                    <a:lnTo>
                      <a:pt x="1151240" y="454790"/>
                    </a:lnTo>
                    <a:lnTo>
                      <a:pt x="467009" y="384112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Rectangle 7">
                <a:extLst>
                  <a:ext uri="{FF2B5EF4-FFF2-40B4-BE49-F238E27FC236}">
                    <a16:creationId xmlns:a16="http://schemas.microsoft.com/office/drawing/2014/main" id="{C57C1A16-95CB-185E-94BD-73E77C03D785}"/>
                  </a:ext>
                </a:extLst>
              </p:cNvPr>
              <p:cNvSpPr/>
              <p:nvPr/>
            </p:nvSpPr>
            <p:spPr>
              <a:xfrm rot="21318299" flipH="1">
                <a:off x="2983104" y="511868"/>
                <a:ext cx="3388599" cy="2618831"/>
              </a:xfrm>
              <a:custGeom>
                <a:avLst/>
                <a:gdLst>
                  <a:gd name="connsiteX0" fmla="*/ 0 w 1536684"/>
                  <a:gd name="connsiteY0" fmla="*/ 0 h 733425"/>
                  <a:gd name="connsiteX1" fmla="*/ 1536684 w 1536684"/>
                  <a:gd name="connsiteY1" fmla="*/ 0 h 733425"/>
                  <a:gd name="connsiteX2" fmla="*/ 1536684 w 1536684"/>
                  <a:gd name="connsiteY2" fmla="*/ 733425 h 733425"/>
                  <a:gd name="connsiteX3" fmla="*/ 0 w 1536684"/>
                  <a:gd name="connsiteY3" fmla="*/ 733425 h 733425"/>
                  <a:gd name="connsiteX4" fmla="*/ 0 w 1536684"/>
                  <a:gd name="connsiteY4" fmla="*/ 0 h 733425"/>
                  <a:gd name="connsiteX0" fmla="*/ 0 w 1536684"/>
                  <a:gd name="connsiteY0" fmla="*/ 288839 h 1022264"/>
                  <a:gd name="connsiteX1" fmla="*/ 553857 w 1536684"/>
                  <a:gd name="connsiteY1" fmla="*/ 0 h 1022264"/>
                  <a:gd name="connsiteX2" fmla="*/ 1536684 w 1536684"/>
                  <a:gd name="connsiteY2" fmla="*/ 288839 h 1022264"/>
                  <a:gd name="connsiteX3" fmla="*/ 1536684 w 1536684"/>
                  <a:gd name="connsiteY3" fmla="*/ 1022264 h 1022264"/>
                  <a:gd name="connsiteX4" fmla="*/ 0 w 1536684"/>
                  <a:gd name="connsiteY4" fmla="*/ 1022264 h 1022264"/>
                  <a:gd name="connsiteX5" fmla="*/ 0 w 1536684"/>
                  <a:gd name="connsiteY5" fmla="*/ 288839 h 1022264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536684 w 1536684"/>
                  <a:gd name="connsiteY3" fmla="*/ 304334 h 1037759"/>
                  <a:gd name="connsiteX4" fmla="*/ 1536684 w 1536684"/>
                  <a:gd name="connsiteY4" fmla="*/ 1037759 h 1037759"/>
                  <a:gd name="connsiteX5" fmla="*/ 0 w 1536684"/>
                  <a:gd name="connsiteY5" fmla="*/ 1037759 h 1037759"/>
                  <a:gd name="connsiteX6" fmla="*/ 0 w 1536684"/>
                  <a:gd name="connsiteY6" fmla="*/ 304334 h 1037759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221560 w 1536684"/>
                  <a:gd name="connsiteY3" fmla="*/ 25990 h 1037759"/>
                  <a:gd name="connsiteX4" fmla="*/ 1536684 w 1536684"/>
                  <a:gd name="connsiteY4" fmla="*/ 304334 h 1037759"/>
                  <a:gd name="connsiteX5" fmla="*/ 1536684 w 1536684"/>
                  <a:gd name="connsiteY5" fmla="*/ 1037759 h 1037759"/>
                  <a:gd name="connsiteX6" fmla="*/ 0 w 1536684"/>
                  <a:gd name="connsiteY6" fmla="*/ 1037759 h 1037759"/>
                  <a:gd name="connsiteX7" fmla="*/ 0 w 1536684"/>
                  <a:gd name="connsiteY7" fmla="*/ 304334 h 1037759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221560 w 1536684"/>
                  <a:gd name="connsiteY3" fmla="*/ 25990 h 1037759"/>
                  <a:gd name="connsiteX4" fmla="*/ 1451464 w 1536684"/>
                  <a:gd name="connsiteY4" fmla="*/ 114662 h 1037759"/>
                  <a:gd name="connsiteX5" fmla="*/ 1536684 w 1536684"/>
                  <a:gd name="connsiteY5" fmla="*/ 304334 h 1037759"/>
                  <a:gd name="connsiteX6" fmla="*/ 1536684 w 1536684"/>
                  <a:gd name="connsiteY6" fmla="*/ 1037759 h 1037759"/>
                  <a:gd name="connsiteX7" fmla="*/ 0 w 1536684"/>
                  <a:gd name="connsiteY7" fmla="*/ 1037759 h 1037759"/>
                  <a:gd name="connsiteX8" fmla="*/ 0 w 1536684"/>
                  <a:gd name="connsiteY8" fmla="*/ 304334 h 1037759"/>
                  <a:gd name="connsiteX0" fmla="*/ 0 w 1606256"/>
                  <a:gd name="connsiteY0" fmla="*/ 304334 h 1037759"/>
                  <a:gd name="connsiteX1" fmla="*/ 553857 w 1606256"/>
                  <a:gd name="connsiteY1" fmla="*/ 15495 h 1037759"/>
                  <a:gd name="connsiteX2" fmla="*/ 942433 w 1606256"/>
                  <a:gd name="connsiteY2" fmla="*/ 10969 h 1037759"/>
                  <a:gd name="connsiteX3" fmla="*/ 1221560 w 1606256"/>
                  <a:gd name="connsiteY3" fmla="*/ 25990 h 1037759"/>
                  <a:gd name="connsiteX4" fmla="*/ 1451464 w 1606256"/>
                  <a:gd name="connsiteY4" fmla="*/ 114662 h 1037759"/>
                  <a:gd name="connsiteX5" fmla="*/ 1606256 w 1606256"/>
                  <a:gd name="connsiteY5" fmla="*/ 258754 h 1037759"/>
                  <a:gd name="connsiteX6" fmla="*/ 1536684 w 1606256"/>
                  <a:gd name="connsiteY6" fmla="*/ 1037759 h 1037759"/>
                  <a:gd name="connsiteX7" fmla="*/ 0 w 1606256"/>
                  <a:gd name="connsiteY7" fmla="*/ 1037759 h 1037759"/>
                  <a:gd name="connsiteX8" fmla="*/ 0 w 1606256"/>
                  <a:gd name="connsiteY8" fmla="*/ 304334 h 1037759"/>
                  <a:gd name="connsiteX0" fmla="*/ 0 w 1700061"/>
                  <a:gd name="connsiteY0" fmla="*/ 304334 h 1037759"/>
                  <a:gd name="connsiteX1" fmla="*/ 553857 w 1700061"/>
                  <a:gd name="connsiteY1" fmla="*/ 15495 h 1037759"/>
                  <a:gd name="connsiteX2" fmla="*/ 942433 w 1700061"/>
                  <a:gd name="connsiteY2" fmla="*/ 10969 h 1037759"/>
                  <a:gd name="connsiteX3" fmla="*/ 1221560 w 1700061"/>
                  <a:gd name="connsiteY3" fmla="*/ 25990 h 1037759"/>
                  <a:gd name="connsiteX4" fmla="*/ 1451464 w 1700061"/>
                  <a:gd name="connsiteY4" fmla="*/ 114662 h 1037759"/>
                  <a:gd name="connsiteX5" fmla="*/ 1606256 w 1700061"/>
                  <a:gd name="connsiteY5" fmla="*/ 258754 h 1037759"/>
                  <a:gd name="connsiteX6" fmla="*/ 1699713 w 1700061"/>
                  <a:gd name="connsiteY6" fmla="*/ 490596 h 1037759"/>
                  <a:gd name="connsiteX7" fmla="*/ 1536684 w 1700061"/>
                  <a:gd name="connsiteY7" fmla="*/ 1037759 h 1037759"/>
                  <a:gd name="connsiteX8" fmla="*/ 0 w 1700061"/>
                  <a:gd name="connsiteY8" fmla="*/ 1037759 h 1037759"/>
                  <a:gd name="connsiteX9" fmla="*/ 0 w 1700061"/>
                  <a:gd name="connsiteY9" fmla="*/ 304334 h 1037759"/>
                  <a:gd name="connsiteX0" fmla="*/ 0 w 1719330"/>
                  <a:gd name="connsiteY0" fmla="*/ 304334 h 1037759"/>
                  <a:gd name="connsiteX1" fmla="*/ 553857 w 1719330"/>
                  <a:gd name="connsiteY1" fmla="*/ 15495 h 1037759"/>
                  <a:gd name="connsiteX2" fmla="*/ 942433 w 1719330"/>
                  <a:gd name="connsiteY2" fmla="*/ 10969 h 1037759"/>
                  <a:gd name="connsiteX3" fmla="*/ 1221560 w 1719330"/>
                  <a:gd name="connsiteY3" fmla="*/ 25990 h 1037759"/>
                  <a:gd name="connsiteX4" fmla="*/ 1451464 w 1719330"/>
                  <a:gd name="connsiteY4" fmla="*/ 114662 h 1037759"/>
                  <a:gd name="connsiteX5" fmla="*/ 1606256 w 1719330"/>
                  <a:gd name="connsiteY5" fmla="*/ 258754 h 1037759"/>
                  <a:gd name="connsiteX6" fmla="*/ 1699713 w 1719330"/>
                  <a:gd name="connsiteY6" fmla="*/ 490596 h 1037759"/>
                  <a:gd name="connsiteX7" fmla="*/ 1713985 w 1719330"/>
                  <a:gd name="connsiteY7" fmla="*/ 738797 h 1037759"/>
                  <a:gd name="connsiteX8" fmla="*/ 1536684 w 1719330"/>
                  <a:gd name="connsiteY8" fmla="*/ 1037759 h 1037759"/>
                  <a:gd name="connsiteX9" fmla="*/ 0 w 1719330"/>
                  <a:gd name="connsiteY9" fmla="*/ 1037759 h 1037759"/>
                  <a:gd name="connsiteX10" fmla="*/ 0 w 1719330"/>
                  <a:gd name="connsiteY10" fmla="*/ 304334 h 1037759"/>
                  <a:gd name="connsiteX0" fmla="*/ 0 w 1719330"/>
                  <a:gd name="connsiteY0" fmla="*/ 304334 h 1056581"/>
                  <a:gd name="connsiteX1" fmla="*/ 553857 w 1719330"/>
                  <a:gd name="connsiteY1" fmla="*/ 15495 h 1056581"/>
                  <a:gd name="connsiteX2" fmla="*/ 942433 w 1719330"/>
                  <a:gd name="connsiteY2" fmla="*/ 10969 h 1056581"/>
                  <a:gd name="connsiteX3" fmla="*/ 1221560 w 1719330"/>
                  <a:gd name="connsiteY3" fmla="*/ 25990 h 1056581"/>
                  <a:gd name="connsiteX4" fmla="*/ 1451464 w 1719330"/>
                  <a:gd name="connsiteY4" fmla="*/ 114662 h 1056581"/>
                  <a:gd name="connsiteX5" fmla="*/ 1606256 w 1719330"/>
                  <a:gd name="connsiteY5" fmla="*/ 258754 h 1056581"/>
                  <a:gd name="connsiteX6" fmla="*/ 1699713 w 1719330"/>
                  <a:gd name="connsiteY6" fmla="*/ 490596 h 1056581"/>
                  <a:gd name="connsiteX7" fmla="*/ 1713985 w 1719330"/>
                  <a:gd name="connsiteY7" fmla="*/ 738797 h 1056581"/>
                  <a:gd name="connsiteX8" fmla="*/ 1662348 w 1719330"/>
                  <a:gd name="connsiteY8" fmla="*/ 1056581 h 1056581"/>
                  <a:gd name="connsiteX9" fmla="*/ 1536684 w 1719330"/>
                  <a:gd name="connsiteY9" fmla="*/ 1037759 h 1056581"/>
                  <a:gd name="connsiteX10" fmla="*/ 0 w 1719330"/>
                  <a:gd name="connsiteY10" fmla="*/ 1037759 h 1056581"/>
                  <a:gd name="connsiteX11" fmla="*/ 0 w 1719330"/>
                  <a:gd name="connsiteY11" fmla="*/ 304334 h 1056581"/>
                  <a:gd name="connsiteX0" fmla="*/ 0 w 1719330"/>
                  <a:gd name="connsiteY0" fmla="*/ 304334 h 1209472"/>
                  <a:gd name="connsiteX1" fmla="*/ 553857 w 1719330"/>
                  <a:gd name="connsiteY1" fmla="*/ 15495 h 1209472"/>
                  <a:gd name="connsiteX2" fmla="*/ 942433 w 1719330"/>
                  <a:gd name="connsiteY2" fmla="*/ 10969 h 1209472"/>
                  <a:gd name="connsiteX3" fmla="*/ 1221560 w 1719330"/>
                  <a:gd name="connsiteY3" fmla="*/ 25990 h 1209472"/>
                  <a:gd name="connsiteX4" fmla="*/ 1451464 w 1719330"/>
                  <a:gd name="connsiteY4" fmla="*/ 114662 h 1209472"/>
                  <a:gd name="connsiteX5" fmla="*/ 1606256 w 1719330"/>
                  <a:gd name="connsiteY5" fmla="*/ 258754 h 1209472"/>
                  <a:gd name="connsiteX6" fmla="*/ 1699713 w 1719330"/>
                  <a:gd name="connsiteY6" fmla="*/ 490596 h 1209472"/>
                  <a:gd name="connsiteX7" fmla="*/ 1713985 w 1719330"/>
                  <a:gd name="connsiteY7" fmla="*/ 738797 h 1209472"/>
                  <a:gd name="connsiteX8" fmla="*/ 1662348 w 1719330"/>
                  <a:gd name="connsiteY8" fmla="*/ 1056581 h 1209472"/>
                  <a:gd name="connsiteX9" fmla="*/ 1482590 w 1719330"/>
                  <a:gd name="connsiteY9" fmla="*/ 1209472 h 1209472"/>
                  <a:gd name="connsiteX10" fmla="*/ 0 w 1719330"/>
                  <a:gd name="connsiteY10" fmla="*/ 1037759 h 1209472"/>
                  <a:gd name="connsiteX11" fmla="*/ 0 w 1719330"/>
                  <a:gd name="connsiteY11" fmla="*/ 304334 h 1209472"/>
                  <a:gd name="connsiteX0" fmla="*/ 0 w 1719330"/>
                  <a:gd name="connsiteY0" fmla="*/ 304334 h 1287584"/>
                  <a:gd name="connsiteX1" fmla="*/ 553857 w 1719330"/>
                  <a:gd name="connsiteY1" fmla="*/ 15495 h 1287584"/>
                  <a:gd name="connsiteX2" fmla="*/ 942433 w 1719330"/>
                  <a:gd name="connsiteY2" fmla="*/ 10969 h 1287584"/>
                  <a:gd name="connsiteX3" fmla="*/ 1221560 w 1719330"/>
                  <a:gd name="connsiteY3" fmla="*/ 25990 h 1287584"/>
                  <a:gd name="connsiteX4" fmla="*/ 1451464 w 1719330"/>
                  <a:gd name="connsiteY4" fmla="*/ 114662 h 1287584"/>
                  <a:gd name="connsiteX5" fmla="*/ 1606256 w 1719330"/>
                  <a:gd name="connsiteY5" fmla="*/ 258754 h 1287584"/>
                  <a:gd name="connsiteX6" fmla="*/ 1699713 w 1719330"/>
                  <a:gd name="connsiteY6" fmla="*/ 490596 h 1287584"/>
                  <a:gd name="connsiteX7" fmla="*/ 1713985 w 1719330"/>
                  <a:gd name="connsiteY7" fmla="*/ 738797 h 1287584"/>
                  <a:gd name="connsiteX8" fmla="*/ 1662348 w 1719330"/>
                  <a:gd name="connsiteY8" fmla="*/ 1056581 h 1287584"/>
                  <a:gd name="connsiteX9" fmla="*/ 1482590 w 1719330"/>
                  <a:gd name="connsiteY9" fmla="*/ 1209472 h 1287584"/>
                  <a:gd name="connsiteX10" fmla="*/ 1183471 w 1719330"/>
                  <a:gd name="connsiteY10" fmla="*/ 1286532 h 1287584"/>
                  <a:gd name="connsiteX11" fmla="*/ 0 w 1719330"/>
                  <a:gd name="connsiteY11" fmla="*/ 1037759 h 1287584"/>
                  <a:gd name="connsiteX12" fmla="*/ 0 w 1719330"/>
                  <a:gd name="connsiteY12" fmla="*/ 304334 h 1287584"/>
                  <a:gd name="connsiteX0" fmla="*/ 0 w 1719330"/>
                  <a:gd name="connsiteY0" fmla="*/ 304334 h 1366129"/>
                  <a:gd name="connsiteX1" fmla="*/ 553857 w 1719330"/>
                  <a:gd name="connsiteY1" fmla="*/ 15495 h 1366129"/>
                  <a:gd name="connsiteX2" fmla="*/ 942433 w 1719330"/>
                  <a:gd name="connsiteY2" fmla="*/ 10969 h 1366129"/>
                  <a:gd name="connsiteX3" fmla="*/ 1221560 w 1719330"/>
                  <a:gd name="connsiteY3" fmla="*/ 25990 h 1366129"/>
                  <a:gd name="connsiteX4" fmla="*/ 1451464 w 1719330"/>
                  <a:gd name="connsiteY4" fmla="*/ 114662 h 1366129"/>
                  <a:gd name="connsiteX5" fmla="*/ 1606256 w 1719330"/>
                  <a:gd name="connsiteY5" fmla="*/ 258754 h 1366129"/>
                  <a:gd name="connsiteX6" fmla="*/ 1699713 w 1719330"/>
                  <a:gd name="connsiteY6" fmla="*/ 490596 h 1366129"/>
                  <a:gd name="connsiteX7" fmla="*/ 1713985 w 1719330"/>
                  <a:gd name="connsiteY7" fmla="*/ 738797 h 1366129"/>
                  <a:gd name="connsiteX8" fmla="*/ 1662348 w 1719330"/>
                  <a:gd name="connsiteY8" fmla="*/ 1056581 h 1366129"/>
                  <a:gd name="connsiteX9" fmla="*/ 1482590 w 1719330"/>
                  <a:gd name="connsiteY9" fmla="*/ 1209472 h 1366129"/>
                  <a:gd name="connsiteX10" fmla="*/ 1183471 w 1719330"/>
                  <a:gd name="connsiteY10" fmla="*/ 1286532 h 1366129"/>
                  <a:gd name="connsiteX11" fmla="*/ 846577 w 1719330"/>
                  <a:gd name="connsiteY11" fmla="*/ 1363476 h 1366129"/>
                  <a:gd name="connsiteX12" fmla="*/ 0 w 1719330"/>
                  <a:gd name="connsiteY12" fmla="*/ 1037759 h 1366129"/>
                  <a:gd name="connsiteX13" fmla="*/ 0 w 1719330"/>
                  <a:gd name="connsiteY13" fmla="*/ 304334 h 1366129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0 w 1719330"/>
                  <a:gd name="connsiteY13" fmla="*/ 1037759 h 1369405"/>
                  <a:gd name="connsiteX14" fmla="*/ 0 w 1719330"/>
                  <a:gd name="connsiteY14" fmla="*/ 304334 h 1369405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348543 w 1719330"/>
                  <a:gd name="connsiteY13" fmla="*/ 1331802 h 1369405"/>
                  <a:gd name="connsiteX14" fmla="*/ 0 w 1719330"/>
                  <a:gd name="connsiteY14" fmla="*/ 1037759 h 1369405"/>
                  <a:gd name="connsiteX15" fmla="*/ 0 w 1719330"/>
                  <a:gd name="connsiteY15" fmla="*/ 304334 h 1369405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348543 w 1719330"/>
                  <a:gd name="connsiteY13" fmla="*/ 1331802 h 1369405"/>
                  <a:gd name="connsiteX14" fmla="*/ 88539 w 1719330"/>
                  <a:gd name="connsiteY14" fmla="*/ 1299691 h 1369405"/>
                  <a:gd name="connsiteX15" fmla="*/ 0 w 1719330"/>
                  <a:gd name="connsiteY15" fmla="*/ 1037759 h 1369405"/>
                  <a:gd name="connsiteX16" fmla="*/ 0 w 1719330"/>
                  <a:gd name="connsiteY16" fmla="*/ 304334 h 1369405"/>
                  <a:gd name="connsiteX0" fmla="*/ 176999 w 1896329"/>
                  <a:gd name="connsiteY0" fmla="*/ 304334 h 1369405"/>
                  <a:gd name="connsiteX1" fmla="*/ 730856 w 1896329"/>
                  <a:gd name="connsiteY1" fmla="*/ 15495 h 1369405"/>
                  <a:gd name="connsiteX2" fmla="*/ 1119432 w 1896329"/>
                  <a:gd name="connsiteY2" fmla="*/ 10969 h 1369405"/>
                  <a:gd name="connsiteX3" fmla="*/ 1398559 w 1896329"/>
                  <a:gd name="connsiteY3" fmla="*/ 25990 h 1369405"/>
                  <a:gd name="connsiteX4" fmla="*/ 1628463 w 1896329"/>
                  <a:gd name="connsiteY4" fmla="*/ 114662 h 1369405"/>
                  <a:gd name="connsiteX5" fmla="*/ 1783255 w 1896329"/>
                  <a:gd name="connsiteY5" fmla="*/ 258754 h 1369405"/>
                  <a:gd name="connsiteX6" fmla="*/ 1876712 w 1896329"/>
                  <a:gd name="connsiteY6" fmla="*/ 490596 h 1369405"/>
                  <a:gd name="connsiteX7" fmla="*/ 1890984 w 1896329"/>
                  <a:gd name="connsiteY7" fmla="*/ 738797 h 1369405"/>
                  <a:gd name="connsiteX8" fmla="*/ 1839347 w 1896329"/>
                  <a:gd name="connsiteY8" fmla="*/ 1056581 h 1369405"/>
                  <a:gd name="connsiteX9" fmla="*/ 1659589 w 1896329"/>
                  <a:gd name="connsiteY9" fmla="*/ 1209472 h 1369405"/>
                  <a:gd name="connsiteX10" fmla="*/ 1360470 w 1896329"/>
                  <a:gd name="connsiteY10" fmla="*/ 1286532 h 1369405"/>
                  <a:gd name="connsiteX11" fmla="*/ 1023576 w 1896329"/>
                  <a:gd name="connsiteY11" fmla="*/ 1363476 h 1369405"/>
                  <a:gd name="connsiteX12" fmla="*/ 768865 w 1896329"/>
                  <a:gd name="connsiteY12" fmla="*/ 1359847 h 1369405"/>
                  <a:gd name="connsiteX13" fmla="*/ 525542 w 1896329"/>
                  <a:gd name="connsiteY13" fmla="*/ 1331802 h 1369405"/>
                  <a:gd name="connsiteX14" fmla="*/ 265538 w 1896329"/>
                  <a:gd name="connsiteY14" fmla="*/ 1299691 h 1369405"/>
                  <a:gd name="connsiteX15" fmla="*/ 0 w 1896329"/>
                  <a:gd name="connsiteY15" fmla="*/ 1010927 h 1369405"/>
                  <a:gd name="connsiteX16" fmla="*/ 176999 w 1896329"/>
                  <a:gd name="connsiteY16" fmla="*/ 304334 h 1369405"/>
                  <a:gd name="connsiteX0" fmla="*/ 176999 w 1896329"/>
                  <a:gd name="connsiteY0" fmla="*/ 304334 h 1369405"/>
                  <a:gd name="connsiteX1" fmla="*/ 730856 w 1896329"/>
                  <a:gd name="connsiteY1" fmla="*/ 15495 h 1369405"/>
                  <a:gd name="connsiteX2" fmla="*/ 1119432 w 1896329"/>
                  <a:gd name="connsiteY2" fmla="*/ 10969 h 1369405"/>
                  <a:gd name="connsiteX3" fmla="*/ 1398559 w 1896329"/>
                  <a:gd name="connsiteY3" fmla="*/ 25990 h 1369405"/>
                  <a:gd name="connsiteX4" fmla="*/ 1628463 w 1896329"/>
                  <a:gd name="connsiteY4" fmla="*/ 114662 h 1369405"/>
                  <a:gd name="connsiteX5" fmla="*/ 1783255 w 1896329"/>
                  <a:gd name="connsiteY5" fmla="*/ 258754 h 1369405"/>
                  <a:gd name="connsiteX6" fmla="*/ 1876712 w 1896329"/>
                  <a:gd name="connsiteY6" fmla="*/ 490596 h 1369405"/>
                  <a:gd name="connsiteX7" fmla="*/ 1890984 w 1896329"/>
                  <a:gd name="connsiteY7" fmla="*/ 738797 h 1369405"/>
                  <a:gd name="connsiteX8" fmla="*/ 1839347 w 1896329"/>
                  <a:gd name="connsiteY8" fmla="*/ 1056581 h 1369405"/>
                  <a:gd name="connsiteX9" fmla="*/ 1659589 w 1896329"/>
                  <a:gd name="connsiteY9" fmla="*/ 1209472 h 1369405"/>
                  <a:gd name="connsiteX10" fmla="*/ 1360470 w 1896329"/>
                  <a:gd name="connsiteY10" fmla="*/ 1286532 h 1369405"/>
                  <a:gd name="connsiteX11" fmla="*/ 1023576 w 1896329"/>
                  <a:gd name="connsiteY11" fmla="*/ 1363476 h 1369405"/>
                  <a:gd name="connsiteX12" fmla="*/ 768865 w 1896329"/>
                  <a:gd name="connsiteY12" fmla="*/ 1359847 h 1369405"/>
                  <a:gd name="connsiteX13" fmla="*/ 525542 w 1896329"/>
                  <a:gd name="connsiteY13" fmla="*/ 1331802 h 1369405"/>
                  <a:gd name="connsiteX14" fmla="*/ 265538 w 1896329"/>
                  <a:gd name="connsiteY14" fmla="*/ 1299691 h 1369405"/>
                  <a:gd name="connsiteX15" fmla="*/ 0 w 1896329"/>
                  <a:gd name="connsiteY15" fmla="*/ 1010927 h 1369405"/>
                  <a:gd name="connsiteX16" fmla="*/ 176999 w 1896329"/>
                  <a:gd name="connsiteY16" fmla="*/ 304334 h 1369405"/>
                  <a:gd name="connsiteX0" fmla="*/ 176999 w 1896329"/>
                  <a:gd name="connsiteY0" fmla="*/ 304334 h 1378339"/>
                  <a:gd name="connsiteX1" fmla="*/ 730856 w 1896329"/>
                  <a:gd name="connsiteY1" fmla="*/ 15495 h 1378339"/>
                  <a:gd name="connsiteX2" fmla="*/ 1119432 w 1896329"/>
                  <a:gd name="connsiteY2" fmla="*/ 10969 h 1378339"/>
                  <a:gd name="connsiteX3" fmla="*/ 1398559 w 1896329"/>
                  <a:gd name="connsiteY3" fmla="*/ 25990 h 1378339"/>
                  <a:gd name="connsiteX4" fmla="*/ 1628463 w 1896329"/>
                  <a:gd name="connsiteY4" fmla="*/ 114662 h 1378339"/>
                  <a:gd name="connsiteX5" fmla="*/ 1783255 w 1896329"/>
                  <a:gd name="connsiteY5" fmla="*/ 258754 h 1378339"/>
                  <a:gd name="connsiteX6" fmla="*/ 1876712 w 1896329"/>
                  <a:gd name="connsiteY6" fmla="*/ 490596 h 1378339"/>
                  <a:gd name="connsiteX7" fmla="*/ 1890984 w 1896329"/>
                  <a:gd name="connsiteY7" fmla="*/ 738797 h 1378339"/>
                  <a:gd name="connsiteX8" fmla="*/ 1839347 w 1896329"/>
                  <a:gd name="connsiteY8" fmla="*/ 1056581 h 1378339"/>
                  <a:gd name="connsiteX9" fmla="*/ 1659589 w 1896329"/>
                  <a:gd name="connsiteY9" fmla="*/ 1209472 h 1378339"/>
                  <a:gd name="connsiteX10" fmla="*/ 1360470 w 1896329"/>
                  <a:gd name="connsiteY10" fmla="*/ 1286532 h 1378339"/>
                  <a:gd name="connsiteX11" fmla="*/ 1023576 w 1896329"/>
                  <a:gd name="connsiteY11" fmla="*/ 1363476 h 1378339"/>
                  <a:gd name="connsiteX12" fmla="*/ 768865 w 1896329"/>
                  <a:gd name="connsiteY12" fmla="*/ 1359847 h 1378339"/>
                  <a:gd name="connsiteX13" fmla="*/ 525542 w 1896329"/>
                  <a:gd name="connsiteY13" fmla="*/ 1331802 h 1378339"/>
                  <a:gd name="connsiteX14" fmla="*/ 265538 w 1896329"/>
                  <a:gd name="connsiteY14" fmla="*/ 1299691 h 1378339"/>
                  <a:gd name="connsiteX15" fmla="*/ 0 w 1896329"/>
                  <a:gd name="connsiteY15" fmla="*/ 1010927 h 1378339"/>
                  <a:gd name="connsiteX16" fmla="*/ 176999 w 1896329"/>
                  <a:gd name="connsiteY16" fmla="*/ 304334 h 1378339"/>
                  <a:gd name="connsiteX0" fmla="*/ 176999 w 1896329"/>
                  <a:gd name="connsiteY0" fmla="*/ 304334 h 1410160"/>
                  <a:gd name="connsiteX1" fmla="*/ 730856 w 1896329"/>
                  <a:gd name="connsiteY1" fmla="*/ 15495 h 1410160"/>
                  <a:gd name="connsiteX2" fmla="*/ 1119432 w 1896329"/>
                  <a:gd name="connsiteY2" fmla="*/ 10969 h 1410160"/>
                  <a:gd name="connsiteX3" fmla="*/ 1398559 w 1896329"/>
                  <a:gd name="connsiteY3" fmla="*/ 25990 h 1410160"/>
                  <a:gd name="connsiteX4" fmla="*/ 1628463 w 1896329"/>
                  <a:gd name="connsiteY4" fmla="*/ 114662 h 1410160"/>
                  <a:gd name="connsiteX5" fmla="*/ 1783255 w 1896329"/>
                  <a:gd name="connsiteY5" fmla="*/ 258754 h 1410160"/>
                  <a:gd name="connsiteX6" fmla="*/ 1876712 w 1896329"/>
                  <a:gd name="connsiteY6" fmla="*/ 490596 h 1410160"/>
                  <a:gd name="connsiteX7" fmla="*/ 1890984 w 1896329"/>
                  <a:gd name="connsiteY7" fmla="*/ 738797 h 1410160"/>
                  <a:gd name="connsiteX8" fmla="*/ 1839347 w 1896329"/>
                  <a:gd name="connsiteY8" fmla="*/ 1056581 h 1410160"/>
                  <a:gd name="connsiteX9" fmla="*/ 1659589 w 1896329"/>
                  <a:gd name="connsiteY9" fmla="*/ 1209472 h 1410160"/>
                  <a:gd name="connsiteX10" fmla="*/ 1360470 w 1896329"/>
                  <a:gd name="connsiteY10" fmla="*/ 1286532 h 1410160"/>
                  <a:gd name="connsiteX11" fmla="*/ 1023576 w 1896329"/>
                  <a:gd name="connsiteY11" fmla="*/ 1363476 h 1410160"/>
                  <a:gd name="connsiteX12" fmla="*/ 768865 w 1896329"/>
                  <a:gd name="connsiteY12" fmla="*/ 1359847 h 1410160"/>
                  <a:gd name="connsiteX13" fmla="*/ 525542 w 1896329"/>
                  <a:gd name="connsiteY13" fmla="*/ 1331802 h 1410160"/>
                  <a:gd name="connsiteX14" fmla="*/ 265538 w 1896329"/>
                  <a:gd name="connsiteY14" fmla="*/ 1299691 h 1410160"/>
                  <a:gd name="connsiteX15" fmla="*/ 0 w 1896329"/>
                  <a:gd name="connsiteY15" fmla="*/ 1010927 h 1410160"/>
                  <a:gd name="connsiteX16" fmla="*/ 176999 w 1896329"/>
                  <a:gd name="connsiteY16" fmla="*/ 304334 h 1410160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941909"/>
                  <a:gd name="connsiteY0" fmla="*/ 304334 h 1411688"/>
                  <a:gd name="connsiteX1" fmla="*/ 730856 w 1941909"/>
                  <a:gd name="connsiteY1" fmla="*/ 15495 h 1411688"/>
                  <a:gd name="connsiteX2" fmla="*/ 1119432 w 1941909"/>
                  <a:gd name="connsiteY2" fmla="*/ 10969 h 1411688"/>
                  <a:gd name="connsiteX3" fmla="*/ 1398559 w 1941909"/>
                  <a:gd name="connsiteY3" fmla="*/ 25990 h 1411688"/>
                  <a:gd name="connsiteX4" fmla="*/ 1628463 w 1941909"/>
                  <a:gd name="connsiteY4" fmla="*/ 114662 h 1411688"/>
                  <a:gd name="connsiteX5" fmla="*/ 1783255 w 1941909"/>
                  <a:gd name="connsiteY5" fmla="*/ 258754 h 1411688"/>
                  <a:gd name="connsiteX6" fmla="*/ 1876712 w 1941909"/>
                  <a:gd name="connsiteY6" fmla="*/ 490596 h 1411688"/>
                  <a:gd name="connsiteX7" fmla="*/ 1890984 w 1941909"/>
                  <a:gd name="connsiteY7" fmla="*/ 738797 h 1411688"/>
                  <a:gd name="connsiteX8" fmla="*/ 1839347 w 1941909"/>
                  <a:gd name="connsiteY8" fmla="*/ 1056581 h 1411688"/>
                  <a:gd name="connsiteX9" fmla="*/ 1659589 w 1941909"/>
                  <a:gd name="connsiteY9" fmla="*/ 1209472 h 1411688"/>
                  <a:gd name="connsiteX10" fmla="*/ 1360470 w 1941909"/>
                  <a:gd name="connsiteY10" fmla="*/ 1286532 h 1411688"/>
                  <a:gd name="connsiteX11" fmla="*/ 1023576 w 1941909"/>
                  <a:gd name="connsiteY11" fmla="*/ 1363476 h 1411688"/>
                  <a:gd name="connsiteX12" fmla="*/ 768865 w 1941909"/>
                  <a:gd name="connsiteY12" fmla="*/ 1359847 h 1411688"/>
                  <a:gd name="connsiteX13" fmla="*/ 525542 w 1941909"/>
                  <a:gd name="connsiteY13" fmla="*/ 1331802 h 1411688"/>
                  <a:gd name="connsiteX14" fmla="*/ 265538 w 1941909"/>
                  <a:gd name="connsiteY14" fmla="*/ 1299691 h 1411688"/>
                  <a:gd name="connsiteX15" fmla="*/ 0 w 1941909"/>
                  <a:gd name="connsiteY15" fmla="*/ 1010927 h 1411688"/>
                  <a:gd name="connsiteX16" fmla="*/ 176999 w 1941909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7389 h 1414743"/>
                  <a:gd name="connsiteX1" fmla="*/ 730856 w 1942407"/>
                  <a:gd name="connsiteY1" fmla="*/ 18550 h 1414743"/>
                  <a:gd name="connsiteX2" fmla="*/ 1119432 w 1942407"/>
                  <a:gd name="connsiteY2" fmla="*/ 14024 h 1414743"/>
                  <a:gd name="connsiteX3" fmla="*/ 1398559 w 1942407"/>
                  <a:gd name="connsiteY3" fmla="*/ 29045 h 1414743"/>
                  <a:gd name="connsiteX4" fmla="*/ 1628463 w 1942407"/>
                  <a:gd name="connsiteY4" fmla="*/ 117717 h 1414743"/>
                  <a:gd name="connsiteX5" fmla="*/ 1783255 w 1942407"/>
                  <a:gd name="connsiteY5" fmla="*/ 261809 h 1414743"/>
                  <a:gd name="connsiteX6" fmla="*/ 1876712 w 1942407"/>
                  <a:gd name="connsiteY6" fmla="*/ 493651 h 1414743"/>
                  <a:gd name="connsiteX7" fmla="*/ 1890984 w 1942407"/>
                  <a:gd name="connsiteY7" fmla="*/ 741852 h 1414743"/>
                  <a:gd name="connsiteX8" fmla="*/ 1839347 w 1942407"/>
                  <a:gd name="connsiteY8" fmla="*/ 1059636 h 1414743"/>
                  <a:gd name="connsiteX9" fmla="*/ 1659589 w 1942407"/>
                  <a:gd name="connsiteY9" fmla="*/ 1212527 h 1414743"/>
                  <a:gd name="connsiteX10" fmla="*/ 1360470 w 1942407"/>
                  <a:gd name="connsiteY10" fmla="*/ 1289587 h 1414743"/>
                  <a:gd name="connsiteX11" fmla="*/ 1023576 w 1942407"/>
                  <a:gd name="connsiteY11" fmla="*/ 1366531 h 1414743"/>
                  <a:gd name="connsiteX12" fmla="*/ 768865 w 1942407"/>
                  <a:gd name="connsiteY12" fmla="*/ 1362902 h 1414743"/>
                  <a:gd name="connsiteX13" fmla="*/ 525542 w 1942407"/>
                  <a:gd name="connsiteY13" fmla="*/ 1334857 h 1414743"/>
                  <a:gd name="connsiteX14" fmla="*/ 265538 w 1942407"/>
                  <a:gd name="connsiteY14" fmla="*/ 1302746 h 1414743"/>
                  <a:gd name="connsiteX15" fmla="*/ 0 w 1942407"/>
                  <a:gd name="connsiteY15" fmla="*/ 1013982 h 1414743"/>
                  <a:gd name="connsiteX16" fmla="*/ 176999 w 1942407"/>
                  <a:gd name="connsiteY16" fmla="*/ 307389 h 1414743"/>
                  <a:gd name="connsiteX0" fmla="*/ 176999 w 1942407"/>
                  <a:gd name="connsiteY0" fmla="*/ 371414 h 1478768"/>
                  <a:gd name="connsiteX1" fmla="*/ 730856 w 1942407"/>
                  <a:gd name="connsiteY1" fmla="*/ 82575 h 1478768"/>
                  <a:gd name="connsiteX2" fmla="*/ 1119432 w 1942407"/>
                  <a:gd name="connsiteY2" fmla="*/ 78049 h 1478768"/>
                  <a:gd name="connsiteX3" fmla="*/ 1398559 w 1942407"/>
                  <a:gd name="connsiteY3" fmla="*/ 93070 h 1478768"/>
                  <a:gd name="connsiteX4" fmla="*/ 1628463 w 1942407"/>
                  <a:gd name="connsiteY4" fmla="*/ 181742 h 1478768"/>
                  <a:gd name="connsiteX5" fmla="*/ 1783255 w 1942407"/>
                  <a:gd name="connsiteY5" fmla="*/ 325834 h 1478768"/>
                  <a:gd name="connsiteX6" fmla="*/ 1876712 w 1942407"/>
                  <a:gd name="connsiteY6" fmla="*/ 557676 h 1478768"/>
                  <a:gd name="connsiteX7" fmla="*/ 1890984 w 1942407"/>
                  <a:gd name="connsiteY7" fmla="*/ 805877 h 1478768"/>
                  <a:gd name="connsiteX8" fmla="*/ 1839347 w 1942407"/>
                  <a:gd name="connsiteY8" fmla="*/ 1123661 h 1478768"/>
                  <a:gd name="connsiteX9" fmla="*/ 1659589 w 1942407"/>
                  <a:gd name="connsiteY9" fmla="*/ 1276552 h 1478768"/>
                  <a:gd name="connsiteX10" fmla="*/ 1360470 w 1942407"/>
                  <a:gd name="connsiteY10" fmla="*/ 1353612 h 1478768"/>
                  <a:gd name="connsiteX11" fmla="*/ 1023576 w 1942407"/>
                  <a:gd name="connsiteY11" fmla="*/ 1430556 h 1478768"/>
                  <a:gd name="connsiteX12" fmla="*/ 768865 w 1942407"/>
                  <a:gd name="connsiteY12" fmla="*/ 1426927 h 1478768"/>
                  <a:gd name="connsiteX13" fmla="*/ 525542 w 1942407"/>
                  <a:gd name="connsiteY13" fmla="*/ 1398882 h 1478768"/>
                  <a:gd name="connsiteX14" fmla="*/ 265538 w 1942407"/>
                  <a:gd name="connsiteY14" fmla="*/ 1366771 h 1478768"/>
                  <a:gd name="connsiteX15" fmla="*/ 0 w 1942407"/>
                  <a:gd name="connsiteY15" fmla="*/ 1078007 h 1478768"/>
                  <a:gd name="connsiteX16" fmla="*/ 176999 w 1942407"/>
                  <a:gd name="connsiteY16" fmla="*/ 371414 h 1478768"/>
                  <a:gd name="connsiteX0" fmla="*/ 176999 w 1942407"/>
                  <a:gd name="connsiteY0" fmla="*/ 393808 h 1501162"/>
                  <a:gd name="connsiteX1" fmla="*/ 730856 w 1942407"/>
                  <a:gd name="connsiteY1" fmla="*/ 104969 h 1501162"/>
                  <a:gd name="connsiteX2" fmla="*/ 1119432 w 1942407"/>
                  <a:gd name="connsiteY2" fmla="*/ 100443 h 1501162"/>
                  <a:gd name="connsiteX3" fmla="*/ 1398559 w 1942407"/>
                  <a:gd name="connsiteY3" fmla="*/ 115464 h 1501162"/>
                  <a:gd name="connsiteX4" fmla="*/ 1628463 w 1942407"/>
                  <a:gd name="connsiteY4" fmla="*/ 204136 h 1501162"/>
                  <a:gd name="connsiteX5" fmla="*/ 1783255 w 1942407"/>
                  <a:gd name="connsiteY5" fmla="*/ 348228 h 1501162"/>
                  <a:gd name="connsiteX6" fmla="*/ 1876712 w 1942407"/>
                  <a:gd name="connsiteY6" fmla="*/ 580070 h 1501162"/>
                  <a:gd name="connsiteX7" fmla="*/ 1890984 w 1942407"/>
                  <a:gd name="connsiteY7" fmla="*/ 828271 h 1501162"/>
                  <a:gd name="connsiteX8" fmla="*/ 1839347 w 1942407"/>
                  <a:gd name="connsiteY8" fmla="*/ 1146055 h 1501162"/>
                  <a:gd name="connsiteX9" fmla="*/ 1659589 w 1942407"/>
                  <a:gd name="connsiteY9" fmla="*/ 1298946 h 1501162"/>
                  <a:gd name="connsiteX10" fmla="*/ 1360470 w 1942407"/>
                  <a:gd name="connsiteY10" fmla="*/ 1376006 h 1501162"/>
                  <a:gd name="connsiteX11" fmla="*/ 1023576 w 1942407"/>
                  <a:gd name="connsiteY11" fmla="*/ 1452950 h 1501162"/>
                  <a:gd name="connsiteX12" fmla="*/ 768865 w 1942407"/>
                  <a:gd name="connsiteY12" fmla="*/ 1449321 h 1501162"/>
                  <a:gd name="connsiteX13" fmla="*/ 525542 w 1942407"/>
                  <a:gd name="connsiteY13" fmla="*/ 1421276 h 1501162"/>
                  <a:gd name="connsiteX14" fmla="*/ 265538 w 1942407"/>
                  <a:gd name="connsiteY14" fmla="*/ 1389165 h 1501162"/>
                  <a:gd name="connsiteX15" fmla="*/ 0 w 1942407"/>
                  <a:gd name="connsiteY15" fmla="*/ 1100401 h 1501162"/>
                  <a:gd name="connsiteX16" fmla="*/ 176999 w 1942407"/>
                  <a:gd name="connsiteY16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42407" h="1501162">
                    <a:moveTo>
                      <a:pt x="176999" y="393808"/>
                    </a:moveTo>
                    <a:cubicBezTo>
                      <a:pt x="247069" y="255171"/>
                      <a:pt x="279274" y="238192"/>
                      <a:pt x="371583" y="190052"/>
                    </a:cubicBezTo>
                    <a:cubicBezTo>
                      <a:pt x="734033" y="-118530"/>
                      <a:pt x="718920" y="100020"/>
                      <a:pt x="730856" y="104969"/>
                    </a:cubicBezTo>
                    <a:cubicBezTo>
                      <a:pt x="1020398" y="-106785"/>
                      <a:pt x="991800" y="60720"/>
                      <a:pt x="1119432" y="100443"/>
                    </a:cubicBezTo>
                    <a:cubicBezTo>
                      <a:pt x="1277692" y="-63554"/>
                      <a:pt x="1313107" y="75600"/>
                      <a:pt x="1398559" y="115464"/>
                    </a:cubicBezTo>
                    <a:cubicBezTo>
                      <a:pt x="1604163" y="30535"/>
                      <a:pt x="1571356" y="153960"/>
                      <a:pt x="1628463" y="204136"/>
                    </a:cubicBezTo>
                    <a:cubicBezTo>
                      <a:pt x="1815546" y="192745"/>
                      <a:pt x="1731658" y="300197"/>
                      <a:pt x="1783255" y="348228"/>
                    </a:cubicBezTo>
                    <a:cubicBezTo>
                      <a:pt x="1992492" y="455324"/>
                      <a:pt x="1883944" y="510787"/>
                      <a:pt x="1876712" y="580070"/>
                    </a:cubicBezTo>
                    <a:cubicBezTo>
                      <a:pt x="2001780" y="728839"/>
                      <a:pt x="1914032" y="752316"/>
                      <a:pt x="1890984" y="828271"/>
                    </a:cubicBezTo>
                    <a:cubicBezTo>
                      <a:pt x="2014023" y="1013253"/>
                      <a:pt x="1880706" y="1078643"/>
                      <a:pt x="1839347" y="1146055"/>
                    </a:cubicBezTo>
                    <a:cubicBezTo>
                      <a:pt x="1779041" y="1349196"/>
                      <a:pt x="1719508" y="1247982"/>
                      <a:pt x="1659589" y="1298946"/>
                    </a:cubicBezTo>
                    <a:cubicBezTo>
                      <a:pt x="1491957" y="1523338"/>
                      <a:pt x="1462216" y="1388431"/>
                      <a:pt x="1360470" y="1376006"/>
                    </a:cubicBezTo>
                    <a:cubicBezTo>
                      <a:pt x="1198958" y="1568212"/>
                      <a:pt x="1126115" y="1474774"/>
                      <a:pt x="1023576" y="1452950"/>
                    </a:cubicBezTo>
                    <a:cubicBezTo>
                      <a:pt x="897046" y="1546280"/>
                      <a:pt x="844550" y="1480913"/>
                      <a:pt x="768865" y="1449321"/>
                    </a:cubicBezTo>
                    <a:cubicBezTo>
                      <a:pt x="693467" y="1557834"/>
                      <a:pt x="605026" y="1463311"/>
                      <a:pt x="525542" y="1421276"/>
                    </a:cubicBezTo>
                    <a:cubicBezTo>
                      <a:pt x="457875" y="1518530"/>
                      <a:pt x="326713" y="1441239"/>
                      <a:pt x="265538" y="1389165"/>
                    </a:cubicBezTo>
                    <a:cubicBezTo>
                      <a:pt x="177025" y="1292910"/>
                      <a:pt x="143897" y="1571799"/>
                      <a:pt x="0" y="1100401"/>
                    </a:cubicBezTo>
                    <a:lnTo>
                      <a:pt x="176999" y="393808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82BEC5F-78A4-19E6-1057-6FFCF4ED8400}"/>
                  </a:ext>
                </a:extLst>
              </p:cNvPr>
              <p:cNvSpPr/>
              <p:nvPr/>
            </p:nvSpPr>
            <p:spPr>
              <a:xfrm rot="3978900">
                <a:off x="6276636" y="1259546"/>
                <a:ext cx="1073638" cy="46334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EF45ED0-1A5C-1A1F-9101-0F96EEC0EB4E}"/>
                  </a:ext>
                </a:extLst>
              </p:cNvPr>
              <p:cNvSpPr/>
              <p:nvPr/>
            </p:nvSpPr>
            <p:spPr>
              <a:xfrm rot="5842845">
                <a:off x="4886130" y="1320300"/>
                <a:ext cx="1073638" cy="46334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6A2779F-7049-3D73-76D4-1084AA5B67A3}"/>
                  </a:ext>
                </a:extLst>
              </p:cNvPr>
              <p:cNvSpPr/>
              <p:nvPr/>
            </p:nvSpPr>
            <p:spPr>
              <a:xfrm rot="15144518">
                <a:off x="5697943" y="3597181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0BA38F9-DCFF-E6FB-AA8E-C63C8FB80BD6}"/>
                  </a:ext>
                </a:extLst>
              </p:cNvPr>
              <p:cNvSpPr/>
              <p:nvPr/>
            </p:nvSpPr>
            <p:spPr>
              <a:xfrm rot="15144518">
                <a:off x="5167962" y="3733270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CAC48AE-7F83-1FBA-5DE5-D33278D6EA92}"/>
                  </a:ext>
                </a:extLst>
              </p:cNvPr>
              <p:cNvSpPr/>
              <p:nvPr/>
            </p:nvSpPr>
            <p:spPr>
              <a:xfrm rot="15144518">
                <a:off x="4028698" y="3679998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D6EED72-4123-1D50-3B46-C57ACEC3107A}"/>
                  </a:ext>
                </a:extLst>
              </p:cNvPr>
              <p:cNvSpPr/>
              <p:nvPr/>
            </p:nvSpPr>
            <p:spPr>
              <a:xfrm rot="15144518">
                <a:off x="3512157" y="3760321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Rectangle: Rounded Corners 4">
                <a:extLst>
                  <a:ext uri="{FF2B5EF4-FFF2-40B4-BE49-F238E27FC236}">
                    <a16:creationId xmlns:a16="http://schemas.microsoft.com/office/drawing/2014/main" id="{67F1AE95-113D-D0AF-DC79-89866DEC6FB0}"/>
                  </a:ext>
                </a:extLst>
              </p:cNvPr>
              <p:cNvSpPr/>
              <p:nvPr/>
            </p:nvSpPr>
            <p:spPr>
              <a:xfrm rot="21072416">
                <a:off x="5516903" y="712247"/>
                <a:ext cx="1273390" cy="1850881"/>
              </a:xfrm>
              <a:custGeom>
                <a:avLst/>
                <a:gdLst>
                  <a:gd name="connsiteX0" fmla="*/ 0 w 1130300"/>
                  <a:gd name="connsiteY0" fmla="*/ 436917 h 1820282"/>
                  <a:gd name="connsiteX1" fmla="*/ 436917 w 1130300"/>
                  <a:gd name="connsiteY1" fmla="*/ 0 h 1820282"/>
                  <a:gd name="connsiteX2" fmla="*/ 693383 w 1130300"/>
                  <a:gd name="connsiteY2" fmla="*/ 0 h 1820282"/>
                  <a:gd name="connsiteX3" fmla="*/ 1130300 w 1130300"/>
                  <a:gd name="connsiteY3" fmla="*/ 436917 h 1820282"/>
                  <a:gd name="connsiteX4" fmla="*/ 1130300 w 1130300"/>
                  <a:gd name="connsiteY4" fmla="*/ 1383365 h 1820282"/>
                  <a:gd name="connsiteX5" fmla="*/ 693383 w 1130300"/>
                  <a:gd name="connsiteY5" fmla="*/ 1820282 h 1820282"/>
                  <a:gd name="connsiteX6" fmla="*/ 436917 w 1130300"/>
                  <a:gd name="connsiteY6" fmla="*/ 1820282 h 1820282"/>
                  <a:gd name="connsiteX7" fmla="*/ 0 w 1130300"/>
                  <a:gd name="connsiteY7" fmla="*/ 1383365 h 1820282"/>
                  <a:gd name="connsiteX8" fmla="*/ 0 w 1130300"/>
                  <a:gd name="connsiteY8" fmla="*/ 436917 h 1820282"/>
                  <a:gd name="connsiteX0" fmla="*/ 57968 w 1188268"/>
                  <a:gd name="connsiteY0" fmla="*/ 436917 h 1820282"/>
                  <a:gd name="connsiteX1" fmla="*/ 494885 w 1188268"/>
                  <a:gd name="connsiteY1" fmla="*/ 0 h 1820282"/>
                  <a:gd name="connsiteX2" fmla="*/ 751351 w 1188268"/>
                  <a:gd name="connsiteY2" fmla="*/ 0 h 1820282"/>
                  <a:gd name="connsiteX3" fmla="*/ 1188268 w 1188268"/>
                  <a:gd name="connsiteY3" fmla="*/ 436917 h 1820282"/>
                  <a:gd name="connsiteX4" fmla="*/ 1188268 w 1188268"/>
                  <a:gd name="connsiteY4" fmla="*/ 1383365 h 1820282"/>
                  <a:gd name="connsiteX5" fmla="*/ 751351 w 1188268"/>
                  <a:gd name="connsiteY5" fmla="*/ 1820282 h 1820282"/>
                  <a:gd name="connsiteX6" fmla="*/ 494885 w 1188268"/>
                  <a:gd name="connsiteY6" fmla="*/ 1820282 h 1820282"/>
                  <a:gd name="connsiteX7" fmla="*/ 57968 w 1188268"/>
                  <a:gd name="connsiteY7" fmla="*/ 1383365 h 1820282"/>
                  <a:gd name="connsiteX8" fmla="*/ 57968 w 1188268"/>
                  <a:gd name="connsiteY8" fmla="*/ 436917 h 1820282"/>
                  <a:gd name="connsiteX0" fmla="*/ 89669 w 1219969"/>
                  <a:gd name="connsiteY0" fmla="*/ 436917 h 1820282"/>
                  <a:gd name="connsiteX1" fmla="*/ 526586 w 1219969"/>
                  <a:gd name="connsiteY1" fmla="*/ 0 h 1820282"/>
                  <a:gd name="connsiteX2" fmla="*/ 783052 w 1219969"/>
                  <a:gd name="connsiteY2" fmla="*/ 0 h 1820282"/>
                  <a:gd name="connsiteX3" fmla="*/ 1219969 w 1219969"/>
                  <a:gd name="connsiteY3" fmla="*/ 436917 h 1820282"/>
                  <a:gd name="connsiteX4" fmla="*/ 1219969 w 1219969"/>
                  <a:gd name="connsiteY4" fmla="*/ 1383365 h 1820282"/>
                  <a:gd name="connsiteX5" fmla="*/ 783052 w 1219969"/>
                  <a:gd name="connsiteY5" fmla="*/ 1820282 h 1820282"/>
                  <a:gd name="connsiteX6" fmla="*/ 526586 w 1219969"/>
                  <a:gd name="connsiteY6" fmla="*/ 1820282 h 1820282"/>
                  <a:gd name="connsiteX7" fmla="*/ 89669 w 1219969"/>
                  <a:gd name="connsiteY7" fmla="*/ 1383365 h 1820282"/>
                  <a:gd name="connsiteX8" fmla="*/ 89669 w 1219969"/>
                  <a:gd name="connsiteY8" fmla="*/ 436917 h 1820282"/>
                  <a:gd name="connsiteX0" fmla="*/ 89669 w 1243144"/>
                  <a:gd name="connsiteY0" fmla="*/ 436917 h 1820282"/>
                  <a:gd name="connsiteX1" fmla="*/ 526586 w 1243144"/>
                  <a:gd name="connsiteY1" fmla="*/ 0 h 1820282"/>
                  <a:gd name="connsiteX2" fmla="*/ 783052 w 1243144"/>
                  <a:gd name="connsiteY2" fmla="*/ 0 h 1820282"/>
                  <a:gd name="connsiteX3" fmla="*/ 1219969 w 1243144"/>
                  <a:gd name="connsiteY3" fmla="*/ 436917 h 1820282"/>
                  <a:gd name="connsiteX4" fmla="*/ 1219969 w 1243144"/>
                  <a:gd name="connsiteY4" fmla="*/ 1383365 h 1820282"/>
                  <a:gd name="connsiteX5" fmla="*/ 783052 w 1243144"/>
                  <a:gd name="connsiteY5" fmla="*/ 1820282 h 1820282"/>
                  <a:gd name="connsiteX6" fmla="*/ 526586 w 1243144"/>
                  <a:gd name="connsiteY6" fmla="*/ 1820282 h 1820282"/>
                  <a:gd name="connsiteX7" fmla="*/ 89669 w 1243144"/>
                  <a:gd name="connsiteY7" fmla="*/ 1383365 h 1820282"/>
                  <a:gd name="connsiteX8" fmla="*/ 89669 w 1243144"/>
                  <a:gd name="connsiteY8" fmla="*/ 436917 h 1820282"/>
                  <a:gd name="connsiteX0" fmla="*/ 89669 w 1249775"/>
                  <a:gd name="connsiteY0" fmla="*/ 436917 h 1820282"/>
                  <a:gd name="connsiteX1" fmla="*/ 526586 w 1249775"/>
                  <a:gd name="connsiteY1" fmla="*/ 0 h 1820282"/>
                  <a:gd name="connsiteX2" fmla="*/ 783052 w 1249775"/>
                  <a:gd name="connsiteY2" fmla="*/ 0 h 1820282"/>
                  <a:gd name="connsiteX3" fmla="*/ 1219969 w 1249775"/>
                  <a:gd name="connsiteY3" fmla="*/ 436917 h 1820282"/>
                  <a:gd name="connsiteX4" fmla="*/ 1219969 w 1249775"/>
                  <a:gd name="connsiteY4" fmla="*/ 1383365 h 1820282"/>
                  <a:gd name="connsiteX5" fmla="*/ 783052 w 1249775"/>
                  <a:gd name="connsiteY5" fmla="*/ 1820282 h 1820282"/>
                  <a:gd name="connsiteX6" fmla="*/ 526586 w 1249775"/>
                  <a:gd name="connsiteY6" fmla="*/ 1820282 h 1820282"/>
                  <a:gd name="connsiteX7" fmla="*/ 89669 w 1249775"/>
                  <a:gd name="connsiteY7" fmla="*/ 1383365 h 1820282"/>
                  <a:gd name="connsiteX8" fmla="*/ 89669 w 1249775"/>
                  <a:gd name="connsiteY8" fmla="*/ 436917 h 1820282"/>
                  <a:gd name="connsiteX0" fmla="*/ 115692 w 1275798"/>
                  <a:gd name="connsiteY0" fmla="*/ 436917 h 1820282"/>
                  <a:gd name="connsiteX1" fmla="*/ 552609 w 1275798"/>
                  <a:gd name="connsiteY1" fmla="*/ 0 h 1820282"/>
                  <a:gd name="connsiteX2" fmla="*/ 809075 w 1275798"/>
                  <a:gd name="connsiteY2" fmla="*/ 0 h 1820282"/>
                  <a:gd name="connsiteX3" fmla="*/ 1245992 w 1275798"/>
                  <a:gd name="connsiteY3" fmla="*/ 436917 h 1820282"/>
                  <a:gd name="connsiteX4" fmla="*/ 1245992 w 1275798"/>
                  <a:gd name="connsiteY4" fmla="*/ 1383365 h 1820282"/>
                  <a:gd name="connsiteX5" fmla="*/ 809075 w 1275798"/>
                  <a:gd name="connsiteY5" fmla="*/ 1820282 h 1820282"/>
                  <a:gd name="connsiteX6" fmla="*/ 552609 w 1275798"/>
                  <a:gd name="connsiteY6" fmla="*/ 1820282 h 1820282"/>
                  <a:gd name="connsiteX7" fmla="*/ 72215 w 1275798"/>
                  <a:gd name="connsiteY7" fmla="*/ 1415193 h 1820282"/>
                  <a:gd name="connsiteX8" fmla="*/ 115692 w 1275798"/>
                  <a:gd name="connsiteY8" fmla="*/ 436917 h 1820282"/>
                  <a:gd name="connsiteX0" fmla="*/ 115692 w 1275798"/>
                  <a:gd name="connsiteY0" fmla="*/ 436917 h 1820282"/>
                  <a:gd name="connsiteX1" fmla="*/ 552609 w 1275798"/>
                  <a:gd name="connsiteY1" fmla="*/ 0 h 1820282"/>
                  <a:gd name="connsiteX2" fmla="*/ 809075 w 1275798"/>
                  <a:gd name="connsiteY2" fmla="*/ 0 h 1820282"/>
                  <a:gd name="connsiteX3" fmla="*/ 1245992 w 1275798"/>
                  <a:gd name="connsiteY3" fmla="*/ 436917 h 1820282"/>
                  <a:gd name="connsiteX4" fmla="*/ 1245992 w 1275798"/>
                  <a:gd name="connsiteY4" fmla="*/ 1383365 h 1820282"/>
                  <a:gd name="connsiteX5" fmla="*/ 809075 w 1275798"/>
                  <a:gd name="connsiteY5" fmla="*/ 1820282 h 1820282"/>
                  <a:gd name="connsiteX6" fmla="*/ 552609 w 1275798"/>
                  <a:gd name="connsiteY6" fmla="*/ 1820282 h 1820282"/>
                  <a:gd name="connsiteX7" fmla="*/ 72215 w 1275798"/>
                  <a:gd name="connsiteY7" fmla="*/ 1415193 h 1820282"/>
                  <a:gd name="connsiteX8" fmla="*/ 115692 w 1275798"/>
                  <a:gd name="connsiteY8" fmla="*/ 436917 h 1820282"/>
                  <a:gd name="connsiteX0" fmla="*/ 115692 w 1303410"/>
                  <a:gd name="connsiteY0" fmla="*/ 436917 h 1820282"/>
                  <a:gd name="connsiteX1" fmla="*/ 552609 w 1303410"/>
                  <a:gd name="connsiteY1" fmla="*/ 0 h 1820282"/>
                  <a:gd name="connsiteX2" fmla="*/ 809075 w 1303410"/>
                  <a:gd name="connsiteY2" fmla="*/ 0 h 1820282"/>
                  <a:gd name="connsiteX3" fmla="*/ 1245992 w 1303410"/>
                  <a:gd name="connsiteY3" fmla="*/ 436917 h 1820282"/>
                  <a:gd name="connsiteX4" fmla="*/ 1283645 w 1303410"/>
                  <a:gd name="connsiteY4" fmla="*/ 1389189 h 1820282"/>
                  <a:gd name="connsiteX5" fmla="*/ 809075 w 1303410"/>
                  <a:gd name="connsiteY5" fmla="*/ 1820282 h 1820282"/>
                  <a:gd name="connsiteX6" fmla="*/ 552609 w 1303410"/>
                  <a:gd name="connsiteY6" fmla="*/ 1820282 h 1820282"/>
                  <a:gd name="connsiteX7" fmla="*/ 72215 w 1303410"/>
                  <a:gd name="connsiteY7" fmla="*/ 1415193 h 1820282"/>
                  <a:gd name="connsiteX8" fmla="*/ 115692 w 1303410"/>
                  <a:gd name="connsiteY8" fmla="*/ 436917 h 1820282"/>
                  <a:gd name="connsiteX0" fmla="*/ 115692 w 1303410"/>
                  <a:gd name="connsiteY0" fmla="*/ 436917 h 1820282"/>
                  <a:gd name="connsiteX1" fmla="*/ 552609 w 1303410"/>
                  <a:gd name="connsiteY1" fmla="*/ 0 h 1820282"/>
                  <a:gd name="connsiteX2" fmla="*/ 809075 w 1303410"/>
                  <a:gd name="connsiteY2" fmla="*/ 0 h 1820282"/>
                  <a:gd name="connsiteX3" fmla="*/ 1245992 w 1303410"/>
                  <a:gd name="connsiteY3" fmla="*/ 436917 h 1820282"/>
                  <a:gd name="connsiteX4" fmla="*/ 1283645 w 1303410"/>
                  <a:gd name="connsiteY4" fmla="*/ 1389189 h 1820282"/>
                  <a:gd name="connsiteX5" fmla="*/ 809075 w 1303410"/>
                  <a:gd name="connsiteY5" fmla="*/ 1820282 h 1820282"/>
                  <a:gd name="connsiteX6" fmla="*/ 552609 w 1303410"/>
                  <a:gd name="connsiteY6" fmla="*/ 1820282 h 1820282"/>
                  <a:gd name="connsiteX7" fmla="*/ 72215 w 1303410"/>
                  <a:gd name="connsiteY7" fmla="*/ 1415193 h 1820282"/>
                  <a:gd name="connsiteX8" fmla="*/ 115692 w 1303410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281118"/>
                  <a:gd name="connsiteY0" fmla="*/ 436917 h 1820282"/>
                  <a:gd name="connsiteX1" fmla="*/ 550082 w 1281118"/>
                  <a:gd name="connsiteY1" fmla="*/ 0 h 1820282"/>
                  <a:gd name="connsiteX2" fmla="*/ 806548 w 1281118"/>
                  <a:gd name="connsiteY2" fmla="*/ 0 h 1820282"/>
                  <a:gd name="connsiteX3" fmla="*/ 1243465 w 1281118"/>
                  <a:gd name="connsiteY3" fmla="*/ 436917 h 1820282"/>
                  <a:gd name="connsiteX4" fmla="*/ 1281118 w 1281118"/>
                  <a:gd name="connsiteY4" fmla="*/ 1389189 h 1820282"/>
                  <a:gd name="connsiteX5" fmla="*/ 806548 w 1281118"/>
                  <a:gd name="connsiteY5" fmla="*/ 1820282 h 1820282"/>
                  <a:gd name="connsiteX6" fmla="*/ 550082 w 1281118"/>
                  <a:gd name="connsiteY6" fmla="*/ 1820282 h 1820282"/>
                  <a:gd name="connsiteX7" fmla="*/ 69688 w 1281118"/>
                  <a:gd name="connsiteY7" fmla="*/ 1415193 h 1820282"/>
                  <a:gd name="connsiteX8" fmla="*/ 113165 w 1281118"/>
                  <a:gd name="connsiteY8" fmla="*/ 436917 h 1820282"/>
                  <a:gd name="connsiteX0" fmla="*/ 0 w 1167953"/>
                  <a:gd name="connsiteY0" fmla="*/ 436917 h 1820282"/>
                  <a:gd name="connsiteX1" fmla="*/ 436917 w 1167953"/>
                  <a:gd name="connsiteY1" fmla="*/ 0 h 1820282"/>
                  <a:gd name="connsiteX2" fmla="*/ 693383 w 1167953"/>
                  <a:gd name="connsiteY2" fmla="*/ 0 h 1820282"/>
                  <a:gd name="connsiteX3" fmla="*/ 1130300 w 1167953"/>
                  <a:gd name="connsiteY3" fmla="*/ 436917 h 1820282"/>
                  <a:gd name="connsiteX4" fmla="*/ 1167953 w 1167953"/>
                  <a:gd name="connsiteY4" fmla="*/ 1389189 h 1820282"/>
                  <a:gd name="connsiteX5" fmla="*/ 693383 w 1167953"/>
                  <a:gd name="connsiteY5" fmla="*/ 1820282 h 1820282"/>
                  <a:gd name="connsiteX6" fmla="*/ 436917 w 1167953"/>
                  <a:gd name="connsiteY6" fmla="*/ 1820282 h 1820282"/>
                  <a:gd name="connsiteX7" fmla="*/ 0 w 1167953"/>
                  <a:gd name="connsiteY7" fmla="*/ 436917 h 1820282"/>
                  <a:gd name="connsiteX0" fmla="*/ 89179 w 1257132"/>
                  <a:gd name="connsiteY0" fmla="*/ 436917 h 1820282"/>
                  <a:gd name="connsiteX1" fmla="*/ 526096 w 1257132"/>
                  <a:gd name="connsiteY1" fmla="*/ 0 h 1820282"/>
                  <a:gd name="connsiteX2" fmla="*/ 782562 w 1257132"/>
                  <a:gd name="connsiteY2" fmla="*/ 0 h 1820282"/>
                  <a:gd name="connsiteX3" fmla="*/ 1219479 w 1257132"/>
                  <a:gd name="connsiteY3" fmla="*/ 436917 h 1820282"/>
                  <a:gd name="connsiteX4" fmla="*/ 1257132 w 1257132"/>
                  <a:gd name="connsiteY4" fmla="*/ 1389189 h 1820282"/>
                  <a:gd name="connsiteX5" fmla="*/ 782562 w 1257132"/>
                  <a:gd name="connsiteY5" fmla="*/ 1820282 h 1820282"/>
                  <a:gd name="connsiteX6" fmla="*/ 526096 w 1257132"/>
                  <a:gd name="connsiteY6" fmla="*/ 1820282 h 1820282"/>
                  <a:gd name="connsiteX7" fmla="*/ 89179 w 1257132"/>
                  <a:gd name="connsiteY7" fmla="*/ 436917 h 1820282"/>
                  <a:gd name="connsiteX0" fmla="*/ 89179 w 1219479"/>
                  <a:gd name="connsiteY0" fmla="*/ 436917 h 1820282"/>
                  <a:gd name="connsiteX1" fmla="*/ 526096 w 1219479"/>
                  <a:gd name="connsiteY1" fmla="*/ 0 h 1820282"/>
                  <a:gd name="connsiteX2" fmla="*/ 782562 w 1219479"/>
                  <a:gd name="connsiteY2" fmla="*/ 0 h 1820282"/>
                  <a:gd name="connsiteX3" fmla="*/ 1219479 w 1219479"/>
                  <a:gd name="connsiteY3" fmla="*/ 436917 h 1820282"/>
                  <a:gd name="connsiteX4" fmla="*/ 782562 w 1219479"/>
                  <a:gd name="connsiteY4" fmla="*/ 1820282 h 1820282"/>
                  <a:gd name="connsiteX5" fmla="*/ 526096 w 1219479"/>
                  <a:gd name="connsiteY5" fmla="*/ 1820282 h 1820282"/>
                  <a:gd name="connsiteX6" fmla="*/ 89179 w 1219479"/>
                  <a:gd name="connsiteY6" fmla="*/ 436917 h 1820282"/>
                  <a:gd name="connsiteX0" fmla="*/ 89179 w 1246125"/>
                  <a:gd name="connsiteY0" fmla="*/ 436917 h 1820282"/>
                  <a:gd name="connsiteX1" fmla="*/ 526096 w 1246125"/>
                  <a:gd name="connsiteY1" fmla="*/ 0 h 1820282"/>
                  <a:gd name="connsiteX2" fmla="*/ 782562 w 1246125"/>
                  <a:gd name="connsiteY2" fmla="*/ 0 h 1820282"/>
                  <a:gd name="connsiteX3" fmla="*/ 1219479 w 1246125"/>
                  <a:gd name="connsiteY3" fmla="*/ 436917 h 1820282"/>
                  <a:gd name="connsiteX4" fmla="*/ 782562 w 1246125"/>
                  <a:gd name="connsiteY4" fmla="*/ 1820282 h 1820282"/>
                  <a:gd name="connsiteX5" fmla="*/ 526096 w 1246125"/>
                  <a:gd name="connsiteY5" fmla="*/ 1820282 h 1820282"/>
                  <a:gd name="connsiteX6" fmla="*/ 89179 w 1246125"/>
                  <a:gd name="connsiteY6" fmla="*/ 436917 h 1820282"/>
                  <a:gd name="connsiteX0" fmla="*/ 89179 w 1273390"/>
                  <a:gd name="connsiteY0" fmla="*/ 436917 h 1820282"/>
                  <a:gd name="connsiteX1" fmla="*/ 526096 w 1273390"/>
                  <a:gd name="connsiteY1" fmla="*/ 0 h 1820282"/>
                  <a:gd name="connsiteX2" fmla="*/ 782562 w 1273390"/>
                  <a:gd name="connsiteY2" fmla="*/ 0 h 1820282"/>
                  <a:gd name="connsiteX3" fmla="*/ 1219479 w 1273390"/>
                  <a:gd name="connsiteY3" fmla="*/ 436917 h 1820282"/>
                  <a:gd name="connsiteX4" fmla="*/ 782562 w 1273390"/>
                  <a:gd name="connsiteY4" fmla="*/ 1820282 h 1820282"/>
                  <a:gd name="connsiteX5" fmla="*/ 526096 w 1273390"/>
                  <a:gd name="connsiteY5" fmla="*/ 1820282 h 1820282"/>
                  <a:gd name="connsiteX6" fmla="*/ 89179 w 1273390"/>
                  <a:gd name="connsiteY6" fmla="*/ 436917 h 1820282"/>
                  <a:gd name="connsiteX0" fmla="*/ 89179 w 1273390"/>
                  <a:gd name="connsiteY0" fmla="*/ 436917 h 1843358"/>
                  <a:gd name="connsiteX1" fmla="*/ 526096 w 1273390"/>
                  <a:gd name="connsiteY1" fmla="*/ 0 h 1843358"/>
                  <a:gd name="connsiteX2" fmla="*/ 782562 w 1273390"/>
                  <a:gd name="connsiteY2" fmla="*/ 0 h 1843358"/>
                  <a:gd name="connsiteX3" fmla="*/ 1219479 w 1273390"/>
                  <a:gd name="connsiteY3" fmla="*/ 436917 h 1843358"/>
                  <a:gd name="connsiteX4" fmla="*/ 782562 w 1273390"/>
                  <a:gd name="connsiteY4" fmla="*/ 1820282 h 1843358"/>
                  <a:gd name="connsiteX5" fmla="*/ 526096 w 1273390"/>
                  <a:gd name="connsiteY5" fmla="*/ 1820282 h 1843358"/>
                  <a:gd name="connsiteX6" fmla="*/ 89179 w 1273390"/>
                  <a:gd name="connsiteY6" fmla="*/ 436917 h 1843358"/>
                  <a:gd name="connsiteX0" fmla="*/ 89179 w 1273390"/>
                  <a:gd name="connsiteY0" fmla="*/ 436917 h 1850881"/>
                  <a:gd name="connsiteX1" fmla="*/ 526096 w 1273390"/>
                  <a:gd name="connsiteY1" fmla="*/ 0 h 1850881"/>
                  <a:gd name="connsiteX2" fmla="*/ 782562 w 1273390"/>
                  <a:gd name="connsiteY2" fmla="*/ 0 h 1850881"/>
                  <a:gd name="connsiteX3" fmla="*/ 1219479 w 1273390"/>
                  <a:gd name="connsiteY3" fmla="*/ 436917 h 1850881"/>
                  <a:gd name="connsiteX4" fmla="*/ 782562 w 1273390"/>
                  <a:gd name="connsiteY4" fmla="*/ 1820282 h 1850881"/>
                  <a:gd name="connsiteX5" fmla="*/ 526096 w 1273390"/>
                  <a:gd name="connsiteY5" fmla="*/ 1820282 h 1850881"/>
                  <a:gd name="connsiteX6" fmla="*/ 89179 w 1273390"/>
                  <a:gd name="connsiteY6" fmla="*/ 436917 h 1850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73390" h="1850881">
                    <a:moveTo>
                      <a:pt x="89179" y="436917"/>
                    </a:moveTo>
                    <a:cubicBezTo>
                      <a:pt x="153874" y="192771"/>
                      <a:pt x="284793" y="0"/>
                      <a:pt x="526096" y="0"/>
                    </a:cubicBezTo>
                    <a:lnTo>
                      <a:pt x="782562" y="0"/>
                    </a:lnTo>
                    <a:cubicBezTo>
                      <a:pt x="1023865" y="0"/>
                      <a:pt x="1154784" y="198457"/>
                      <a:pt x="1219479" y="436917"/>
                    </a:cubicBezTo>
                    <a:cubicBezTo>
                      <a:pt x="1219479" y="740297"/>
                      <a:pt x="1499659" y="1605662"/>
                      <a:pt x="782562" y="1820282"/>
                    </a:cubicBezTo>
                    <a:cubicBezTo>
                      <a:pt x="689042" y="1872203"/>
                      <a:pt x="601354" y="1848236"/>
                      <a:pt x="526096" y="1820282"/>
                    </a:cubicBezTo>
                    <a:cubicBezTo>
                      <a:pt x="-293348" y="1570799"/>
                      <a:pt x="89179" y="740297"/>
                      <a:pt x="89179" y="43691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Rectangle 6">
                <a:extLst>
                  <a:ext uri="{FF2B5EF4-FFF2-40B4-BE49-F238E27FC236}">
                    <a16:creationId xmlns:a16="http://schemas.microsoft.com/office/drawing/2014/main" id="{35B23310-1D72-3C7D-86F3-EE0858C4F158}"/>
                  </a:ext>
                </a:extLst>
              </p:cNvPr>
              <p:cNvSpPr/>
              <p:nvPr/>
            </p:nvSpPr>
            <p:spPr>
              <a:xfrm>
                <a:off x="5286729" y="445616"/>
                <a:ext cx="1618541" cy="927964"/>
              </a:xfrm>
              <a:custGeom>
                <a:avLst/>
                <a:gdLst>
                  <a:gd name="connsiteX0" fmla="*/ 0 w 552450"/>
                  <a:gd name="connsiteY0" fmla="*/ 0 h 226218"/>
                  <a:gd name="connsiteX1" fmla="*/ 552450 w 552450"/>
                  <a:gd name="connsiteY1" fmla="*/ 0 h 226218"/>
                  <a:gd name="connsiteX2" fmla="*/ 552450 w 552450"/>
                  <a:gd name="connsiteY2" fmla="*/ 226218 h 226218"/>
                  <a:gd name="connsiteX3" fmla="*/ 0 w 552450"/>
                  <a:gd name="connsiteY3" fmla="*/ 226218 h 226218"/>
                  <a:gd name="connsiteX4" fmla="*/ 0 w 552450"/>
                  <a:gd name="connsiteY4" fmla="*/ 0 h 226218"/>
                  <a:gd name="connsiteX0" fmla="*/ 0 w 564968"/>
                  <a:gd name="connsiteY0" fmla="*/ 6885 h 226218"/>
                  <a:gd name="connsiteX1" fmla="*/ 564968 w 564968"/>
                  <a:gd name="connsiteY1" fmla="*/ 0 h 226218"/>
                  <a:gd name="connsiteX2" fmla="*/ 564968 w 564968"/>
                  <a:gd name="connsiteY2" fmla="*/ 226218 h 226218"/>
                  <a:gd name="connsiteX3" fmla="*/ 12518 w 564968"/>
                  <a:gd name="connsiteY3" fmla="*/ 226218 h 226218"/>
                  <a:gd name="connsiteX4" fmla="*/ 0 w 564968"/>
                  <a:gd name="connsiteY4" fmla="*/ 6885 h 226218"/>
                  <a:gd name="connsiteX0" fmla="*/ 0 w 564968"/>
                  <a:gd name="connsiteY0" fmla="*/ 6885 h 328350"/>
                  <a:gd name="connsiteX1" fmla="*/ 564968 w 564968"/>
                  <a:gd name="connsiteY1" fmla="*/ 0 h 328350"/>
                  <a:gd name="connsiteX2" fmla="*/ 564968 w 564968"/>
                  <a:gd name="connsiteY2" fmla="*/ 226218 h 328350"/>
                  <a:gd name="connsiteX3" fmla="*/ 44237 w 564968"/>
                  <a:gd name="connsiteY3" fmla="*/ 328350 h 328350"/>
                  <a:gd name="connsiteX4" fmla="*/ 0 w 564968"/>
                  <a:gd name="connsiteY4" fmla="*/ 6885 h 328350"/>
                  <a:gd name="connsiteX0" fmla="*/ 179969 w 744937"/>
                  <a:gd name="connsiteY0" fmla="*/ 6885 h 339331"/>
                  <a:gd name="connsiteX1" fmla="*/ 744937 w 744937"/>
                  <a:gd name="connsiteY1" fmla="*/ 0 h 339331"/>
                  <a:gd name="connsiteX2" fmla="*/ 744937 w 744937"/>
                  <a:gd name="connsiteY2" fmla="*/ 226218 h 339331"/>
                  <a:gd name="connsiteX3" fmla="*/ 224206 w 744937"/>
                  <a:gd name="connsiteY3" fmla="*/ 328350 h 339331"/>
                  <a:gd name="connsiteX4" fmla="*/ 179969 w 744937"/>
                  <a:gd name="connsiteY4" fmla="*/ 6885 h 339331"/>
                  <a:gd name="connsiteX0" fmla="*/ 223345 w 788313"/>
                  <a:gd name="connsiteY0" fmla="*/ 11730 h 340170"/>
                  <a:gd name="connsiteX1" fmla="*/ 788313 w 788313"/>
                  <a:gd name="connsiteY1" fmla="*/ 4845 h 340170"/>
                  <a:gd name="connsiteX2" fmla="*/ 788313 w 788313"/>
                  <a:gd name="connsiteY2" fmla="*/ 231063 h 340170"/>
                  <a:gd name="connsiteX3" fmla="*/ 267582 w 788313"/>
                  <a:gd name="connsiteY3" fmla="*/ 333195 h 340170"/>
                  <a:gd name="connsiteX4" fmla="*/ 223345 w 788313"/>
                  <a:gd name="connsiteY4" fmla="*/ 11730 h 340170"/>
                  <a:gd name="connsiteX0" fmla="*/ 184897 w 749865"/>
                  <a:gd name="connsiteY0" fmla="*/ 11584 h 341322"/>
                  <a:gd name="connsiteX1" fmla="*/ 749865 w 749865"/>
                  <a:gd name="connsiteY1" fmla="*/ 4699 h 341322"/>
                  <a:gd name="connsiteX2" fmla="*/ 749865 w 749865"/>
                  <a:gd name="connsiteY2" fmla="*/ 230917 h 341322"/>
                  <a:gd name="connsiteX3" fmla="*/ 229134 w 749865"/>
                  <a:gd name="connsiteY3" fmla="*/ 333049 h 341322"/>
                  <a:gd name="connsiteX4" fmla="*/ 184897 w 749865"/>
                  <a:gd name="connsiteY4" fmla="*/ 11584 h 341322"/>
                  <a:gd name="connsiteX0" fmla="*/ 184897 w 749865"/>
                  <a:gd name="connsiteY0" fmla="*/ 70915 h 400653"/>
                  <a:gd name="connsiteX1" fmla="*/ 397945 w 749865"/>
                  <a:gd name="connsiteY1" fmla="*/ 0 h 400653"/>
                  <a:gd name="connsiteX2" fmla="*/ 749865 w 749865"/>
                  <a:gd name="connsiteY2" fmla="*/ 64030 h 400653"/>
                  <a:gd name="connsiteX3" fmla="*/ 749865 w 749865"/>
                  <a:gd name="connsiteY3" fmla="*/ 290248 h 400653"/>
                  <a:gd name="connsiteX4" fmla="*/ 229134 w 749865"/>
                  <a:gd name="connsiteY4" fmla="*/ 392380 h 400653"/>
                  <a:gd name="connsiteX5" fmla="*/ 184897 w 749865"/>
                  <a:gd name="connsiteY5" fmla="*/ 70915 h 400653"/>
                  <a:gd name="connsiteX0" fmla="*/ 184897 w 749865"/>
                  <a:gd name="connsiteY0" fmla="*/ 119192 h 448930"/>
                  <a:gd name="connsiteX1" fmla="*/ 397945 w 749865"/>
                  <a:gd name="connsiteY1" fmla="*/ 48277 h 448930"/>
                  <a:gd name="connsiteX2" fmla="*/ 749865 w 749865"/>
                  <a:gd name="connsiteY2" fmla="*/ 112307 h 448930"/>
                  <a:gd name="connsiteX3" fmla="*/ 749865 w 749865"/>
                  <a:gd name="connsiteY3" fmla="*/ 338525 h 448930"/>
                  <a:gd name="connsiteX4" fmla="*/ 229134 w 749865"/>
                  <a:gd name="connsiteY4" fmla="*/ 440657 h 448930"/>
                  <a:gd name="connsiteX5" fmla="*/ 184897 w 749865"/>
                  <a:gd name="connsiteY5" fmla="*/ 119192 h 448930"/>
                  <a:gd name="connsiteX0" fmla="*/ 184897 w 749865"/>
                  <a:gd name="connsiteY0" fmla="*/ 125423 h 455161"/>
                  <a:gd name="connsiteX1" fmla="*/ 397945 w 749865"/>
                  <a:gd name="connsiteY1" fmla="*/ 54508 h 455161"/>
                  <a:gd name="connsiteX2" fmla="*/ 749865 w 749865"/>
                  <a:gd name="connsiteY2" fmla="*/ 118538 h 455161"/>
                  <a:gd name="connsiteX3" fmla="*/ 749865 w 749865"/>
                  <a:gd name="connsiteY3" fmla="*/ 344756 h 455161"/>
                  <a:gd name="connsiteX4" fmla="*/ 229134 w 749865"/>
                  <a:gd name="connsiteY4" fmla="*/ 446888 h 455161"/>
                  <a:gd name="connsiteX5" fmla="*/ 184897 w 749865"/>
                  <a:gd name="connsiteY5" fmla="*/ 125423 h 455161"/>
                  <a:gd name="connsiteX0" fmla="*/ 184897 w 749865"/>
                  <a:gd name="connsiteY0" fmla="*/ 125423 h 455161"/>
                  <a:gd name="connsiteX1" fmla="*/ 397945 w 749865"/>
                  <a:gd name="connsiteY1" fmla="*/ 54508 h 455161"/>
                  <a:gd name="connsiteX2" fmla="*/ 649887 w 749865"/>
                  <a:gd name="connsiteY2" fmla="*/ 38222 h 455161"/>
                  <a:gd name="connsiteX3" fmla="*/ 749865 w 749865"/>
                  <a:gd name="connsiteY3" fmla="*/ 118538 h 455161"/>
                  <a:gd name="connsiteX4" fmla="*/ 749865 w 749865"/>
                  <a:gd name="connsiteY4" fmla="*/ 344756 h 455161"/>
                  <a:gd name="connsiteX5" fmla="*/ 229134 w 749865"/>
                  <a:gd name="connsiteY5" fmla="*/ 446888 h 455161"/>
                  <a:gd name="connsiteX6" fmla="*/ 184897 w 749865"/>
                  <a:gd name="connsiteY6" fmla="*/ 125423 h 455161"/>
                  <a:gd name="connsiteX0" fmla="*/ 184897 w 749865"/>
                  <a:gd name="connsiteY0" fmla="*/ 162775 h 492513"/>
                  <a:gd name="connsiteX1" fmla="*/ 397945 w 749865"/>
                  <a:gd name="connsiteY1" fmla="*/ 91860 h 492513"/>
                  <a:gd name="connsiteX2" fmla="*/ 649887 w 749865"/>
                  <a:gd name="connsiteY2" fmla="*/ 75574 h 492513"/>
                  <a:gd name="connsiteX3" fmla="*/ 749865 w 749865"/>
                  <a:gd name="connsiteY3" fmla="*/ 155890 h 492513"/>
                  <a:gd name="connsiteX4" fmla="*/ 749865 w 749865"/>
                  <a:gd name="connsiteY4" fmla="*/ 382108 h 492513"/>
                  <a:gd name="connsiteX5" fmla="*/ 229134 w 749865"/>
                  <a:gd name="connsiteY5" fmla="*/ 484240 h 492513"/>
                  <a:gd name="connsiteX6" fmla="*/ 184897 w 749865"/>
                  <a:gd name="connsiteY6" fmla="*/ 162775 h 492513"/>
                  <a:gd name="connsiteX0" fmla="*/ 184897 w 749865"/>
                  <a:gd name="connsiteY0" fmla="*/ 168680 h 498418"/>
                  <a:gd name="connsiteX1" fmla="*/ 397945 w 749865"/>
                  <a:gd name="connsiteY1" fmla="*/ 97765 h 498418"/>
                  <a:gd name="connsiteX2" fmla="*/ 649887 w 749865"/>
                  <a:gd name="connsiteY2" fmla="*/ 81479 h 498418"/>
                  <a:gd name="connsiteX3" fmla="*/ 749865 w 749865"/>
                  <a:gd name="connsiteY3" fmla="*/ 161795 h 498418"/>
                  <a:gd name="connsiteX4" fmla="*/ 749865 w 749865"/>
                  <a:gd name="connsiteY4" fmla="*/ 388013 h 498418"/>
                  <a:gd name="connsiteX5" fmla="*/ 229134 w 749865"/>
                  <a:gd name="connsiteY5" fmla="*/ 490145 h 498418"/>
                  <a:gd name="connsiteX6" fmla="*/ 184897 w 749865"/>
                  <a:gd name="connsiteY6" fmla="*/ 168680 h 498418"/>
                  <a:gd name="connsiteX0" fmla="*/ 184897 w 812563"/>
                  <a:gd name="connsiteY0" fmla="*/ 168680 h 498418"/>
                  <a:gd name="connsiteX1" fmla="*/ 397945 w 812563"/>
                  <a:gd name="connsiteY1" fmla="*/ 97765 h 498418"/>
                  <a:gd name="connsiteX2" fmla="*/ 649887 w 812563"/>
                  <a:gd name="connsiteY2" fmla="*/ 81479 h 498418"/>
                  <a:gd name="connsiteX3" fmla="*/ 812563 w 812563"/>
                  <a:gd name="connsiteY3" fmla="*/ 157201 h 498418"/>
                  <a:gd name="connsiteX4" fmla="*/ 749865 w 812563"/>
                  <a:gd name="connsiteY4" fmla="*/ 388013 h 498418"/>
                  <a:gd name="connsiteX5" fmla="*/ 229134 w 812563"/>
                  <a:gd name="connsiteY5" fmla="*/ 490145 h 498418"/>
                  <a:gd name="connsiteX6" fmla="*/ 184897 w 812563"/>
                  <a:gd name="connsiteY6" fmla="*/ 168680 h 498418"/>
                  <a:gd name="connsiteX0" fmla="*/ 184897 w 814085"/>
                  <a:gd name="connsiteY0" fmla="*/ 168680 h 498418"/>
                  <a:gd name="connsiteX1" fmla="*/ 397945 w 814085"/>
                  <a:gd name="connsiteY1" fmla="*/ 97765 h 498418"/>
                  <a:gd name="connsiteX2" fmla="*/ 649887 w 814085"/>
                  <a:gd name="connsiteY2" fmla="*/ 81479 h 498418"/>
                  <a:gd name="connsiteX3" fmla="*/ 812563 w 814085"/>
                  <a:gd name="connsiteY3" fmla="*/ 157201 h 498418"/>
                  <a:gd name="connsiteX4" fmla="*/ 749865 w 814085"/>
                  <a:gd name="connsiteY4" fmla="*/ 388013 h 498418"/>
                  <a:gd name="connsiteX5" fmla="*/ 229134 w 814085"/>
                  <a:gd name="connsiteY5" fmla="*/ 490145 h 498418"/>
                  <a:gd name="connsiteX6" fmla="*/ 184897 w 814085"/>
                  <a:gd name="connsiteY6" fmla="*/ 168680 h 498418"/>
                  <a:gd name="connsiteX0" fmla="*/ 184897 w 814036"/>
                  <a:gd name="connsiteY0" fmla="*/ 168680 h 498418"/>
                  <a:gd name="connsiteX1" fmla="*/ 397945 w 814036"/>
                  <a:gd name="connsiteY1" fmla="*/ 97765 h 498418"/>
                  <a:gd name="connsiteX2" fmla="*/ 649887 w 814036"/>
                  <a:gd name="connsiteY2" fmla="*/ 81479 h 498418"/>
                  <a:gd name="connsiteX3" fmla="*/ 812563 w 814036"/>
                  <a:gd name="connsiteY3" fmla="*/ 157201 h 498418"/>
                  <a:gd name="connsiteX4" fmla="*/ 749865 w 814036"/>
                  <a:gd name="connsiteY4" fmla="*/ 388013 h 498418"/>
                  <a:gd name="connsiteX5" fmla="*/ 229134 w 814036"/>
                  <a:gd name="connsiteY5" fmla="*/ 490145 h 498418"/>
                  <a:gd name="connsiteX6" fmla="*/ 184897 w 814036"/>
                  <a:gd name="connsiteY6" fmla="*/ 168680 h 498418"/>
                  <a:gd name="connsiteX0" fmla="*/ 184897 w 978806"/>
                  <a:gd name="connsiteY0" fmla="*/ 168680 h 498418"/>
                  <a:gd name="connsiteX1" fmla="*/ 397945 w 978806"/>
                  <a:gd name="connsiteY1" fmla="*/ 97765 h 498418"/>
                  <a:gd name="connsiteX2" fmla="*/ 649887 w 978806"/>
                  <a:gd name="connsiteY2" fmla="*/ 81479 h 498418"/>
                  <a:gd name="connsiteX3" fmla="*/ 812563 w 978806"/>
                  <a:gd name="connsiteY3" fmla="*/ 157201 h 498418"/>
                  <a:gd name="connsiteX4" fmla="*/ 978519 w 978806"/>
                  <a:gd name="connsiteY4" fmla="*/ 308370 h 498418"/>
                  <a:gd name="connsiteX5" fmla="*/ 749865 w 978806"/>
                  <a:gd name="connsiteY5" fmla="*/ 388013 h 498418"/>
                  <a:gd name="connsiteX6" fmla="*/ 229134 w 978806"/>
                  <a:gd name="connsiteY6" fmla="*/ 490145 h 498418"/>
                  <a:gd name="connsiteX7" fmla="*/ 184897 w 978806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749865 w 978519"/>
                  <a:gd name="connsiteY5" fmla="*/ 388013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749865 w 978519"/>
                  <a:gd name="connsiteY5" fmla="*/ 388013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867826"/>
                  <a:gd name="connsiteY0" fmla="*/ 168680 h 498418"/>
                  <a:gd name="connsiteX1" fmla="*/ 397945 w 867826"/>
                  <a:gd name="connsiteY1" fmla="*/ 97765 h 498418"/>
                  <a:gd name="connsiteX2" fmla="*/ 649887 w 867826"/>
                  <a:gd name="connsiteY2" fmla="*/ 81479 h 498418"/>
                  <a:gd name="connsiteX3" fmla="*/ 812563 w 867826"/>
                  <a:gd name="connsiteY3" fmla="*/ 157201 h 498418"/>
                  <a:gd name="connsiteX4" fmla="*/ 858362 w 867826"/>
                  <a:gd name="connsiteY4" fmla="*/ 382687 h 498418"/>
                  <a:gd name="connsiteX5" fmla="*/ 645937 w 867826"/>
                  <a:gd name="connsiteY5" fmla="*/ 415215 h 498418"/>
                  <a:gd name="connsiteX6" fmla="*/ 229134 w 867826"/>
                  <a:gd name="connsiteY6" fmla="*/ 490145 h 498418"/>
                  <a:gd name="connsiteX7" fmla="*/ 184897 w 867826"/>
                  <a:gd name="connsiteY7" fmla="*/ 168680 h 498418"/>
                  <a:gd name="connsiteX0" fmla="*/ 184897 w 867560"/>
                  <a:gd name="connsiteY0" fmla="*/ 168680 h 498418"/>
                  <a:gd name="connsiteX1" fmla="*/ 397945 w 867560"/>
                  <a:gd name="connsiteY1" fmla="*/ 97765 h 498418"/>
                  <a:gd name="connsiteX2" fmla="*/ 649887 w 867560"/>
                  <a:gd name="connsiteY2" fmla="*/ 81479 h 498418"/>
                  <a:gd name="connsiteX3" fmla="*/ 812563 w 867560"/>
                  <a:gd name="connsiteY3" fmla="*/ 157201 h 498418"/>
                  <a:gd name="connsiteX4" fmla="*/ 858051 w 867560"/>
                  <a:gd name="connsiteY4" fmla="*/ 401883 h 498418"/>
                  <a:gd name="connsiteX5" fmla="*/ 645937 w 867560"/>
                  <a:gd name="connsiteY5" fmla="*/ 415215 h 498418"/>
                  <a:gd name="connsiteX6" fmla="*/ 229134 w 867560"/>
                  <a:gd name="connsiteY6" fmla="*/ 490145 h 498418"/>
                  <a:gd name="connsiteX7" fmla="*/ 184897 w 867560"/>
                  <a:gd name="connsiteY7" fmla="*/ 168680 h 498418"/>
                  <a:gd name="connsiteX0" fmla="*/ 184897 w 954126"/>
                  <a:gd name="connsiteY0" fmla="*/ 168680 h 498418"/>
                  <a:gd name="connsiteX1" fmla="*/ 397945 w 954126"/>
                  <a:gd name="connsiteY1" fmla="*/ 97765 h 498418"/>
                  <a:gd name="connsiteX2" fmla="*/ 649887 w 954126"/>
                  <a:gd name="connsiteY2" fmla="*/ 81479 h 498418"/>
                  <a:gd name="connsiteX3" fmla="*/ 812563 w 954126"/>
                  <a:gd name="connsiteY3" fmla="*/ 157201 h 498418"/>
                  <a:gd name="connsiteX4" fmla="*/ 858051 w 954126"/>
                  <a:gd name="connsiteY4" fmla="*/ 401883 h 498418"/>
                  <a:gd name="connsiteX5" fmla="*/ 645937 w 954126"/>
                  <a:gd name="connsiteY5" fmla="*/ 415215 h 498418"/>
                  <a:gd name="connsiteX6" fmla="*/ 229134 w 954126"/>
                  <a:gd name="connsiteY6" fmla="*/ 490145 h 498418"/>
                  <a:gd name="connsiteX7" fmla="*/ 184897 w 954126"/>
                  <a:gd name="connsiteY7" fmla="*/ 168680 h 498418"/>
                  <a:gd name="connsiteX0" fmla="*/ 184897 w 954126"/>
                  <a:gd name="connsiteY0" fmla="*/ 168680 h 498418"/>
                  <a:gd name="connsiteX1" fmla="*/ 397945 w 954126"/>
                  <a:gd name="connsiteY1" fmla="*/ 97765 h 498418"/>
                  <a:gd name="connsiteX2" fmla="*/ 649887 w 954126"/>
                  <a:gd name="connsiteY2" fmla="*/ 81479 h 498418"/>
                  <a:gd name="connsiteX3" fmla="*/ 812563 w 954126"/>
                  <a:gd name="connsiteY3" fmla="*/ 157201 h 498418"/>
                  <a:gd name="connsiteX4" fmla="*/ 858051 w 954126"/>
                  <a:gd name="connsiteY4" fmla="*/ 401883 h 498418"/>
                  <a:gd name="connsiteX5" fmla="*/ 645937 w 954126"/>
                  <a:gd name="connsiteY5" fmla="*/ 415215 h 498418"/>
                  <a:gd name="connsiteX6" fmla="*/ 229134 w 954126"/>
                  <a:gd name="connsiteY6" fmla="*/ 490145 h 498418"/>
                  <a:gd name="connsiteX7" fmla="*/ 184897 w 954126"/>
                  <a:gd name="connsiteY7" fmla="*/ 168680 h 498418"/>
                  <a:gd name="connsiteX0" fmla="*/ 184897 w 962812"/>
                  <a:gd name="connsiteY0" fmla="*/ 168680 h 498418"/>
                  <a:gd name="connsiteX1" fmla="*/ 397945 w 962812"/>
                  <a:gd name="connsiteY1" fmla="*/ 97765 h 498418"/>
                  <a:gd name="connsiteX2" fmla="*/ 649887 w 962812"/>
                  <a:gd name="connsiteY2" fmla="*/ 81479 h 498418"/>
                  <a:gd name="connsiteX3" fmla="*/ 812563 w 962812"/>
                  <a:gd name="connsiteY3" fmla="*/ 157201 h 498418"/>
                  <a:gd name="connsiteX4" fmla="*/ 858051 w 962812"/>
                  <a:gd name="connsiteY4" fmla="*/ 401883 h 498418"/>
                  <a:gd name="connsiteX5" fmla="*/ 645937 w 962812"/>
                  <a:gd name="connsiteY5" fmla="*/ 415215 h 498418"/>
                  <a:gd name="connsiteX6" fmla="*/ 229134 w 962812"/>
                  <a:gd name="connsiteY6" fmla="*/ 490145 h 498418"/>
                  <a:gd name="connsiteX7" fmla="*/ 184897 w 962812"/>
                  <a:gd name="connsiteY7" fmla="*/ 168680 h 498418"/>
                  <a:gd name="connsiteX0" fmla="*/ 184897 w 962812"/>
                  <a:gd name="connsiteY0" fmla="*/ 168680 h 498418"/>
                  <a:gd name="connsiteX1" fmla="*/ 397945 w 962812"/>
                  <a:gd name="connsiteY1" fmla="*/ 97765 h 498418"/>
                  <a:gd name="connsiteX2" fmla="*/ 649887 w 962812"/>
                  <a:gd name="connsiteY2" fmla="*/ 81479 h 498418"/>
                  <a:gd name="connsiteX3" fmla="*/ 812563 w 962812"/>
                  <a:gd name="connsiteY3" fmla="*/ 157201 h 498418"/>
                  <a:gd name="connsiteX4" fmla="*/ 858051 w 962812"/>
                  <a:gd name="connsiteY4" fmla="*/ 401883 h 498418"/>
                  <a:gd name="connsiteX5" fmla="*/ 645937 w 962812"/>
                  <a:gd name="connsiteY5" fmla="*/ 415215 h 498418"/>
                  <a:gd name="connsiteX6" fmla="*/ 463060 w 962812"/>
                  <a:gd name="connsiteY6" fmla="*/ 453301 h 498418"/>
                  <a:gd name="connsiteX7" fmla="*/ 229134 w 962812"/>
                  <a:gd name="connsiteY7" fmla="*/ 490145 h 498418"/>
                  <a:gd name="connsiteX8" fmla="*/ 184897 w 962812"/>
                  <a:gd name="connsiteY8" fmla="*/ 168680 h 498418"/>
                  <a:gd name="connsiteX0" fmla="*/ 184897 w 962812"/>
                  <a:gd name="connsiteY0" fmla="*/ 168680 h 503292"/>
                  <a:gd name="connsiteX1" fmla="*/ 397945 w 962812"/>
                  <a:gd name="connsiteY1" fmla="*/ 97765 h 503292"/>
                  <a:gd name="connsiteX2" fmla="*/ 649887 w 962812"/>
                  <a:gd name="connsiteY2" fmla="*/ 81479 h 503292"/>
                  <a:gd name="connsiteX3" fmla="*/ 812563 w 962812"/>
                  <a:gd name="connsiteY3" fmla="*/ 157201 h 503292"/>
                  <a:gd name="connsiteX4" fmla="*/ 858051 w 962812"/>
                  <a:gd name="connsiteY4" fmla="*/ 401883 h 503292"/>
                  <a:gd name="connsiteX5" fmla="*/ 645937 w 962812"/>
                  <a:gd name="connsiteY5" fmla="*/ 415215 h 503292"/>
                  <a:gd name="connsiteX6" fmla="*/ 463060 w 962812"/>
                  <a:gd name="connsiteY6" fmla="*/ 453301 h 503292"/>
                  <a:gd name="connsiteX7" fmla="*/ 229134 w 962812"/>
                  <a:gd name="connsiteY7" fmla="*/ 490145 h 503292"/>
                  <a:gd name="connsiteX8" fmla="*/ 184897 w 962812"/>
                  <a:gd name="connsiteY8" fmla="*/ 168680 h 503292"/>
                  <a:gd name="connsiteX0" fmla="*/ 184897 w 962812"/>
                  <a:gd name="connsiteY0" fmla="*/ 168680 h 516271"/>
                  <a:gd name="connsiteX1" fmla="*/ 397945 w 962812"/>
                  <a:gd name="connsiteY1" fmla="*/ 97765 h 516271"/>
                  <a:gd name="connsiteX2" fmla="*/ 649887 w 962812"/>
                  <a:gd name="connsiteY2" fmla="*/ 81479 h 516271"/>
                  <a:gd name="connsiteX3" fmla="*/ 812563 w 962812"/>
                  <a:gd name="connsiteY3" fmla="*/ 157201 h 516271"/>
                  <a:gd name="connsiteX4" fmla="*/ 858051 w 962812"/>
                  <a:gd name="connsiteY4" fmla="*/ 401883 h 516271"/>
                  <a:gd name="connsiteX5" fmla="*/ 645937 w 962812"/>
                  <a:gd name="connsiteY5" fmla="*/ 415215 h 516271"/>
                  <a:gd name="connsiteX6" fmla="*/ 463060 w 962812"/>
                  <a:gd name="connsiteY6" fmla="*/ 453301 h 516271"/>
                  <a:gd name="connsiteX7" fmla="*/ 229134 w 962812"/>
                  <a:gd name="connsiteY7" fmla="*/ 490145 h 516271"/>
                  <a:gd name="connsiteX8" fmla="*/ 184897 w 962812"/>
                  <a:gd name="connsiteY8" fmla="*/ 168680 h 516271"/>
                  <a:gd name="connsiteX0" fmla="*/ 184897 w 962812"/>
                  <a:gd name="connsiteY0" fmla="*/ 168680 h 540244"/>
                  <a:gd name="connsiteX1" fmla="*/ 397945 w 962812"/>
                  <a:gd name="connsiteY1" fmla="*/ 97765 h 540244"/>
                  <a:gd name="connsiteX2" fmla="*/ 649887 w 962812"/>
                  <a:gd name="connsiteY2" fmla="*/ 81479 h 540244"/>
                  <a:gd name="connsiteX3" fmla="*/ 812563 w 962812"/>
                  <a:gd name="connsiteY3" fmla="*/ 157201 h 540244"/>
                  <a:gd name="connsiteX4" fmla="*/ 858051 w 962812"/>
                  <a:gd name="connsiteY4" fmla="*/ 401883 h 540244"/>
                  <a:gd name="connsiteX5" fmla="*/ 645937 w 962812"/>
                  <a:gd name="connsiteY5" fmla="*/ 415215 h 540244"/>
                  <a:gd name="connsiteX6" fmla="*/ 463060 w 962812"/>
                  <a:gd name="connsiteY6" fmla="*/ 453301 h 540244"/>
                  <a:gd name="connsiteX7" fmla="*/ 229134 w 962812"/>
                  <a:gd name="connsiteY7" fmla="*/ 490145 h 540244"/>
                  <a:gd name="connsiteX8" fmla="*/ 184897 w 962812"/>
                  <a:gd name="connsiteY8" fmla="*/ 168680 h 540244"/>
                  <a:gd name="connsiteX0" fmla="*/ 184897 w 962812"/>
                  <a:gd name="connsiteY0" fmla="*/ 168680 h 549804"/>
                  <a:gd name="connsiteX1" fmla="*/ 397945 w 962812"/>
                  <a:gd name="connsiteY1" fmla="*/ 97765 h 549804"/>
                  <a:gd name="connsiteX2" fmla="*/ 649887 w 962812"/>
                  <a:gd name="connsiteY2" fmla="*/ 81479 h 549804"/>
                  <a:gd name="connsiteX3" fmla="*/ 812563 w 962812"/>
                  <a:gd name="connsiteY3" fmla="*/ 157201 h 549804"/>
                  <a:gd name="connsiteX4" fmla="*/ 858051 w 962812"/>
                  <a:gd name="connsiteY4" fmla="*/ 401883 h 549804"/>
                  <a:gd name="connsiteX5" fmla="*/ 645937 w 962812"/>
                  <a:gd name="connsiteY5" fmla="*/ 415215 h 549804"/>
                  <a:gd name="connsiteX6" fmla="*/ 463060 w 962812"/>
                  <a:gd name="connsiteY6" fmla="*/ 453301 h 549804"/>
                  <a:gd name="connsiteX7" fmla="*/ 229134 w 962812"/>
                  <a:gd name="connsiteY7" fmla="*/ 490145 h 549804"/>
                  <a:gd name="connsiteX8" fmla="*/ 184897 w 962812"/>
                  <a:gd name="connsiteY8" fmla="*/ 168680 h 549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2812" h="549804">
                    <a:moveTo>
                      <a:pt x="184897" y="168680"/>
                    </a:moveTo>
                    <a:cubicBezTo>
                      <a:pt x="210808" y="127274"/>
                      <a:pt x="247669" y="-42452"/>
                      <a:pt x="397945" y="97765"/>
                    </a:cubicBezTo>
                    <a:cubicBezTo>
                      <a:pt x="418669" y="82742"/>
                      <a:pt x="518987" y="-103795"/>
                      <a:pt x="649887" y="81479"/>
                    </a:cubicBezTo>
                    <a:cubicBezTo>
                      <a:pt x="699414" y="14184"/>
                      <a:pt x="829272" y="-15767"/>
                      <a:pt x="812563" y="157201"/>
                    </a:cubicBezTo>
                    <a:cubicBezTo>
                      <a:pt x="1084649" y="253502"/>
                      <a:pt x="915347" y="377971"/>
                      <a:pt x="858051" y="401883"/>
                    </a:cubicBezTo>
                    <a:cubicBezTo>
                      <a:pt x="802790" y="455811"/>
                      <a:pt x="792282" y="536756"/>
                      <a:pt x="645937" y="415215"/>
                    </a:cubicBezTo>
                    <a:cubicBezTo>
                      <a:pt x="626745" y="487372"/>
                      <a:pt x="589194" y="580501"/>
                      <a:pt x="463060" y="453301"/>
                    </a:cubicBezTo>
                    <a:cubicBezTo>
                      <a:pt x="354317" y="631981"/>
                      <a:pt x="279674" y="511980"/>
                      <a:pt x="229134" y="490145"/>
                    </a:cubicBezTo>
                    <a:cubicBezTo>
                      <a:pt x="-165239" y="567349"/>
                      <a:pt x="38348" y="76477"/>
                      <a:pt x="184897" y="16868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4A406C9-8FB9-7F9A-CB61-8BA14DFC982D}"/>
                  </a:ext>
                </a:extLst>
              </p:cNvPr>
              <p:cNvSpPr/>
              <p:nvPr/>
            </p:nvSpPr>
            <p:spPr>
              <a:xfrm>
                <a:off x="6318738" y="1527046"/>
                <a:ext cx="320086" cy="32008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4534689-7235-0D8C-9C02-89B5B344D427}"/>
                  </a:ext>
                </a:extLst>
              </p:cNvPr>
              <p:cNvSpPr/>
              <p:nvPr/>
            </p:nvSpPr>
            <p:spPr>
              <a:xfrm>
                <a:off x="6381192" y="1611652"/>
                <a:ext cx="124627" cy="12462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Oval 59">
                <a:extLst>
                  <a:ext uri="{FF2B5EF4-FFF2-40B4-BE49-F238E27FC236}">
                    <a16:creationId xmlns:a16="http://schemas.microsoft.com/office/drawing/2014/main" id="{5A361862-8047-847E-3101-37DBE547EAAB}"/>
                  </a:ext>
                </a:extLst>
              </p:cNvPr>
              <p:cNvSpPr/>
              <p:nvPr/>
            </p:nvSpPr>
            <p:spPr>
              <a:xfrm rot="15591150">
                <a:off x="6489650" y="1764198"/>
                <a:ext cx="42948" cy="78473"/>
              </a:xfrm>
              <a:custGeom>
                <a:avLst/>
                <a:gdLst>
                  <a:gd name="connsiteX0" fmla="*/ 0 w 203346"/>
                  <a:gd name="connsiteY0" fmla="*/ 101673 h 203346"/>
                  <a:gd name="connsiteX1" fmla="*/ 101673 w 203346"/>
                  <a:gd name="connsiteY1" fmla="*/ 0 h 203346"/>
                  <a:gd name="connsiteX2" fmla="*/ 203346 w 203346"/>
                  <a:gd name="connsiteY2" fmla="*/ 101673 h 203346"/>
                  <a:gd name="connsiteX3" fmla="*/ 101673 w 203346"/>
                  <a:gd name="connsiteY3" fmla="*/ 203346 h 203346"/>
                  <a:gd name="connsiteX4" fmla="*/ 0 w 203346"/>
                  <a:gd name="connsiteY4" fmla="*/ 101673 h 203346"/>
                  <a:gd name="connsiteX0" fmla="*/ 12709 w 114382"/>
                  <a:gd name="connsiteY0" fmla="*/ 206172 h 208998"/>
                  <a:gd name="connsiteX1" fmla="*/ 12709 w 114382"/>
                  <a:gd name="connsiteY1" fmla="*/ 2826 h 208998"/>
                  <a:gd name="connsiteX2" fmla="*/ 114382 w 114382"/>
                  <a:gd name="connsiteY2" fmla="*/ 104499 h 208998"/>
                  <a:gd name="connsiteX3" fmla="*/ 12709 w 114382"/>
                  <a:gd name="connsiteY3" fmla="*/ 206172 h 20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82" h="208998">
                    <a:moveTo>
                      <a:pt x="12709" y="206172"/>
                    </a:moveTo>
                    <a:cubicBezTo>
                      <a:pt x="-4236" y="189227"/>
                      <a:pt x="-4236" y="19771"/>
                      <a:pt x="12709" y="2826"/>
                    </a:cubicBezTo>
                    <a:cubicBezTo>
                      <a:pt x="29654" y="-14119"/>
                      <a:pt x="114382" y="48347"/>
                      <a:pt x="114382" y="104499"/>
                    </a:cubicBezTo>
                    <a:cubicBezTo>
                      <a:pt x="114382" y="160651"/>
                      <a:pt x="29654" y="223117"/>
                      <a:pt x="12709" y="206172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7265A24-DBBD-F5AA-8528-3E5951F92A3D}"/>
                  </a:ext>
                </a:extLst>
              </p:cNvPr>
              <p:cNvSpPr/>
              <p:nvPr/>
            </p:nvSpPr>
            <p:spPr>
              <a:xfrm>
                <a:off x="5812563" y="1541369"/>
                <a:ext cx="320086" cy="32008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EF522A2-ACBA-CC0C-0A9B-E2DBB7FB1FDA}"/>
                  </a:ext>
                </a:extLst>
              </p:cNvPr>
              <p:cNvSpPr/>
              <p:nvPr/>
            </p:nvSpPr>
            <p:spPr>
              <a:xfrm>
                <a:off x="5875017" y="1625974"/>
                <a:ext cx="124627" cy="12462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Oval 59">
                <a:extLst>
                  <a:ext uri="{FF2B5EF4-FFF2-40B4-BE49-F238E27FC236}">
                    <a16:creationId xmlns:a16="http://schemas.microsoft.com/office/drawing/2014/main" id="{FE7ED4DA-FA61-DF0C-4041-3062AC1EEEC8}"/>
                  </a:ext>
                </a:extLst>
              </p:cNvPr>
              <p:cNvSpPr/>
              <p:nvPr/>
            </p:nvSpPr>
            <p:spPr>
              <a:xfrm rot="15591150">
                <a:off x="5990730" y="1775770"/>
                <a:ext cx="42948" cy="78473"/>
              </a:xfrm>
              <a:custGeom>
                <a:avLst/>
                <a:gdLst>
                  <a:gd name="connsiteX0" fmla="*/ 0 w 203346"/>
                  <a:gd name="connsiteY0" fmla="*/ 101673 h 203346"/>
                  <a:gd name="connsiteX1" fmla="*/ 101673 w 203346"/>
                  <a:gd name="connsiteY1" fmla="*/ 0 h 203346"/>
                  <a:gd name="connsiteX2" fmla="*/ 203346 w 203346"/>
                  <a:gd name="connsiteY2" fmla="*/ 101673 h 203346"/>
                  <a:gd name="connsiteX3" fmla="*/ 101673 w 203346"/>
                  <a:gd name="connsiteY3" fmla="*/ 203346 h 203346"/>
                  <a:gd name="connsiteX4" fmla="*/ 0 w 203346"/>
                  <a:gd name="connsiteY4" fmla="*/ 101673 h 203346"/>
                  <a:gd name="connsiteX0" fmla="*/ 12709 w 114382"/>
                  <a:gd name="connsiteY0" fmla="*/ 206172 h 208998"/>
                  <a:gd name="connsiteX1" fmla="*/ 12709 w 114382"/>
                  <a:gd name="connsiteY1" fmla="*/ 2826 h 208998"/>
                  <a:gd name="connsiteX2" fmla="*/ 114382 w 114382"/>
                  <a:gd name="connsiteY2" fmla="*/ 104499 h 208998"/>
                  <a:gd name="connsiteX3" fmla="*/ 12709 w 114382"/>
                  <a:gd name="connsiteY3" fmla="*/ 206172 h 20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82" h="208998">
                    <a:moveTo>
                      <a:pt x="12709" y="206172"/>
                    </a:moveTo>
                    <a:cubicBezTo>
                      <a:pt x="-4236" y="189227"/>
                      <a:pt x="-4236" y="19771"/>
                      <a:pt x="12709" y="2826"/>
                    </a:cubicBezTo>
                    <a:cubicBezTo>
                      <a:pt x="29654" y="-14119"/>
                      <a:pt x="114382" y="48347"/>
                      <a:pt x="114382" y="104499"/>
                    </a:cubicBezTo>
                    <a:cubicBezTo>
                      <a:pt x="114382" y="160651"/>
                      <a:pt x="29654" y="223117"/>
                      <a:pt x="12709" y="206172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801AC0B-E4B7-009F-2209-D24BDA9B6E40}"/>
                </a:ext>
              </a:extLst>
            </p:cNvPr>
            <p:cNvGrpSpPr/>
            <p:nvPr/>
          </p:nvGrpSpPr>
          <p:grpSpPr>
            <a:xfrm>
              <a:off x="7174259" y="2856056"/>
              <a:ext cx="544448" cy="244807"/>
              <a:chOff x="7174259" y="2856056"/>
              <a:chExt cx="544448" cy="244807"/>
            </a:xfrm>
            <a:grpFill/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EFC5E64-CB5A-C337-A1E7-FD7F83E0BF3A}"/>
                  </a:ext>
                </a:extLst>
              </p:cNvPr>
              <p:cNvSpPr/>
              <p:nvPr/>
            </p:nvSpPr>
            <p:spPr>
              <a:xfrm>
                <a:off x="7174259" y="2897234"/>
                <a:ext cx="273247" cy="203629"/>
              </a:xfrm>
              <a:custGeom>
                <a:avLst/>
                <a:gdLst>
                  <a:gd name="connsiteX0" fmla="*/ 205740 w 218583"/>
                  <a:gd name="connsiteY0" fmla="*/ 0 h 190631"/>
                  <a:gd name="connsiteX1" fmla="*/ 213360 w 218583"/>
                  <a:gd name="connsiteY1" fmla="*/ 91440 h 190631"/>
                  <a:gd name="connsiteX2" fmla="*/ 137160 w 218583"/>
                  <a:gd name="connsiteY2" fmla="*/ 190500 h 190631"/>
                  <a:gd name="connsiteX3" fmla="*/ 0 w 218583"/>
                  <a:gd name="connsiteY3" fmla="*/ 114300 h 190631"/>
                  <a:gd name="connsiteX4" fmla="*/ 0 w 218583"/>
                  <a:gd name="connsiteY4" fmla="*/ 114300 h 190631"/>
                  <a:gd name="connsiteX0" fmla="*/ 205740 w 205740"/>
                  <a:gd name="connsiteY0" fmla="*/ 0 h 190631"/>
                  <a:gd name="connsiteX1" fmla="*/ 137160 w 205740"/>
                  <a:gd name="connsiteY1" fmla="*/ 190500 h 190631"/>
                  <a:gd name="connsiteX2" fmla="*/ 0 w 205740"/>
                  <a:gd name="connsiteY2" fmla="*/ 114300 h 190631"/>
                  <a:gd name="connsiteX3" fmla="*/ 0 w 205740"/>
                  <a:gd name="connsiteY3" fmla="*/ 114300 h 190631"/>
                  <a:gd name="connsiteX0" fmla="*/ 205740 w 205740"/>
                  <a:gd name="connsiteY0" fmla="*/ 0 h 114300"/>
                  <a:gd name="connsiteX1" fmla="*/ 0 w 205740"/>
                  <a:gd name="connsiteY1" fmla="*/ 114300 h 114300"/>
                  <a:gd name="connsiteX2" fmla="*/ 0 w 205740"/>
                  <a:gd name="connsiteY2" fmla="*/ 114300 h 114300"/>
                  <a:gd name="connsiteX0" fmla="*/ 205740 w 227677"/>
                  <a:gd name="connsiteY0" fmla="*/ 0 h 114300"/>
                  <a:gd name="connsiteX1" fmla="*/ 0 w 227677"/>
                  <a:gd name="connsiteY1" fmla="*/ 114300 h 114300"/>
                  <a:gd name="connsiteX2" fmla="*/ 0 w 227677"/>
                  <a:gd name="connsiteY2" fmla="*/ 114300 h 114300"/>
                  <a:gd name="connsiteX0" fmla="*/ 205740 w 227677"/>
                  <a:gd name="connsiteY0" fmla="*/ 0 h 169669"/>
                  <a:gd name="connsiteX1" fmla="*/ 0 w 227677"/>
                  <a:gd name="connsiteY1" fmla="*/ 114300 h 169669"/>
                  <a:gd name="connsiteX2" fmla="*/ 0 w 227677"/>
                  <a:gd name="connsiteY2" fmla="*/ 114300 h 16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677" h="169669">
                    <a:moveTo>
                      <a:pt x="205740" y="0"/>
                    </a:moveTo>
                    <a:cubicBezTo>
                      <a:pt x="299085" y="176212"/>
                      <a:pt x="68580" y="216694"/>
                      <a:pt x="0" y="114300"/>
                    </a:cubicBezTo>
                    <a:lnTo>
                      <a:pt x="0" y="114300"/>
                    </a:lnTo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118FD8A-DC9B-F3F2-26D0-C2AD787B794A}"/>
                  </a:ext>
                </a:extLst>
              </p:cNvPr>
              <p:cNvSpPr/>
              <p:nvPr/>
            </p:nvSpPr>
            <p:spPr>
              <a:xfrm flipH="1">
                <a:off x="7445460" y="2887132"/>
                <a:ext cx="273247" cy="203629"/>
              </a:xfrm>
              <a:custGeom>
                <a:avLst/>
                <a:gdLst>
                  <a:gd name="connsiteX0" fmla="*/ 205740 w 218583"/>
                  <a:gd name="connsiteY0" fmla="*/ 0 h 190631"/>
                  <a:gd name="connsiteX1" fmla="*/ 213360 w 218583"/>
                  <a:gd name="connsiteY1" fmla="*/ 91440 h 190631"/>
                  <a:gd name="connsiteX2" fmla="*/ 137160 w 218583"/>
                  <a:gd name="connsiteY2" fmla="*/ 190500 h 190631"/>
                  <a:gd name="connsiteX3" fmla="*/ 0 w 218583"/>
                  <a:gd name="connsiteY3" fmla="*/ 114300 h 190631"/>
                  <a:gd name="connsiteX4" fmla="*/ 0 w 218583"/>
                  <a:gd name="connsiteY4" fmla="*/ 114300 h 190631"/>
                  <a:gd name="connsiteX0" fmla="*/ 205740 w 205740"/>
                  <a:gd name="connsiteY0" fmla="*/ 0 h 190631"/>
                  <a:gd name="connsiteX1" fmla="*/ 137160 w 205740"/>
                  <a:gd name="connsiteY1" fmla="*/ 190500 h 190631"/>
                  <a:gd name="connsiteX2" fmla="*/ 0 w 205740"/>
                  <a:gd name="connsiteY2" fmla="*/ 114300 h 190631"/>
                  <a:gd name="connsiteX3" fmla="*/ 0 w 205740"/>
                  <a:gd name="connsiteY3" fmla="*/ 114300 h 190631"/>
                  <a:gd name="connsiteX0" fmla="*/ 205740 w 205740"/>
                  <a:gd name="connsiteY0" fmla="*/ 0 h 114300"/>
                  <a:gd name="connsiteX1" fmla="*/ 0 w 205740"/>
                  <a:gd name="connsiteY1" fmla="*/ 114300 h 114300"/>
                  <a:gd name="connsiteX2" fmla="*/ 0 w 205740"/>
                  <a:gd name="connsiteY2" fmla="*/ 114300 h 114300"/>
                  <a:gd name="connsiteX0" fmla="*/ 205740 w 227677"/>
                  <a:gd name="connsiteY0" fmla="*/ 0 h 114300"/>
                  <a:gd name="connsiteX1" fmla="*/ 0 w 227677"/>
                  <a:gd name="connsiteY1" fmla="*/ 114300 h 114300"/>
                  <a:gd name="connsiteX2" fmla="*/ 0 w 227677"/>
                  <a:gd name="connsiteY2" fmla="*/ 114300 h 114300"/>
                  <a:gd name="connsiteX0" fmla="*/ 205740 w 227677"/>
                  <a:gd name="connsiteY0" fmla="*/ 0 h 169669"/>
                  <a:gd name="connsiteX1" fmla="*/ 0 w 227677"/>
                  <a:gd name="connsiteY1" fmla="*/ 114300 h 169669"/>
                  <a:gd name="connsiteX2" fmla="*/ 0 w 227677"/>
                  <a:gd name="connsiteY2" fmla="*/ 114300 h 16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677" h="169669">
                    <a:moveTo>
                      <a:pt x="205740" y="0"/>
                    </a:moveTo>
                    <a:cubicBezTo>
                      <a:pt x="299085" y="176212"/>
                      <a:pt x="68580" y="216694"/>
                      <a:pt x="0" y="114300"/>
                    </a:cubicBezTo>
                    <a:lnTo>
                      <a:pt x="0" y="114300"/>
                    </a:lnTo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98B6CF-1335-57D2-2F1B-94FD154C8B1E}"/>
                  </a:ext>
                </a:extLst>
              </p:cNvPr>
              <p:cNvSpPr/>
              <p:nvPr/>
            </p:nvSpPr>
            <p:spPr>
              <a:xfrm rot="21345386">
                <a:off x="7266912" y="2856056"/>
                <a:ext cx="358374" cy="82356"/>
              </a:xfrm>
              <a:custGeom>
                <a:avLst/>
                <a:gdLst>
                  <a:gd name="connsiteX0" fmla="*/ 0 w 281940"/>
                  <a:gd name="connsiteY0" fmla="*/ 15240 h 83948"/>
                  <a:gd name="connsiteX1" fmla="*/ 152400 w 281940"/>
                  <a:gd name="connsiteY1" fmla="*/ 83820 h 83948"/>
                  <a:gd name="connsiteX2" fmla="*/ 281940 w 281940"/>
                  <a:gd name="connsiteY2" fmla="*/ 0 h 83948"/>
                  <a:gd name="connsiteX3" fmla="*/ 281940 w 281940"/>
                  <a:gd name="connsiteY3" fmla="*/ 0 h 83948"/>
                  <a:gd name="connsiteX0" fmla="*/ 0 w 300990"/>
                  <a:gd name="connsiteY0" fmla="*/ 15240 h 83948"/>
                  <a:gd name="connsiteX1" fmla="*/ 152400 w 300990"/>
                  <a:gd name="connsiteY1" fmla="*/ 83820 h 83948"/>
                  <a:gd name="connsiteX2" fmla="*/ 281940 w 300990"/>
                  <a:gd name="connsiteY2" fmla="*/ 0 h 83948"/>
                  <a:gd name="connsiteX3" fmla="*/ 300990 w 300990"/>
                  <a:gd name="connsiteY3" fmla="*/ 26194 h 83948"/>
                  <a:gd name="connsiteX0" fmla="*/ 0 w 281940"/>
                  <a:gd name="connsiteY0" fmla="*/ 15240 h 83948"/>
                  <a:gd name="connsiteX1" fmla="*/ 152400 w 281940"/>
                  <a:gd name="connsiteY1" fmla="*/ 83820 h 83948"/>
                  <a:gd name="connsiteX2" fmla="*/ 281940 w 281940"/>
                  <a:gd name="connsiteY2" fmla="*/ 0 h 83948"/>
                  <a:gd name="connsiteX0" fmla="*/ 0 w 298608"/>
                  <a:gd name="connsiteY0" fmla="*/ 0 h 68621"/>
                  <a:gd name="connsiteX1" fmla="*/ 152400 w 298608"/>
                  <a:gd name="connsiteY1" fmla="*/ 68580 h 68621"/>
                  <a:gd name="connsiteX2" fmla="*/ 298608 w 298608"/>
                  <a:gd name="connsiteY2" fmla="*/ 10954 h 68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608" h="68621">
                    <a:moveTo>
                      <a:pt x="0" y="0"/>
                    </a:moveTo>
                    <a:cubicBezTo>
                      <a:pt x="52705" y="35560"/>
                      <a:pt x="102632" y="66754"/>
                      <a:pt x="152400" y="68580"/>
                    </a:cubicBezTo>
                    <a:cubicBezTo>
                      <a:pt x="202168" y="70406"/>
                      <a:pt x="298608" y="10954"/>
                      <a:pt x="298608" y="10954"/>
                    </a:cubicBezTo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DDB20C-0AAE-B1C0-FCD1-D26B259B6650}"/>
              </a:ext>
            </a:extLst>
          </p:cNvPr>
          <p:cNvGrpSpPr/>
          <p:nvPr/>
        </p:nvGrpSpPr>
        <p:grpSpPr>
          <a:xfrm>
            <a:off x="1445530" y="348564"/>
            <a:ext cx="7348999" cy="5960711"/>
            <a:chOff x="1445530" y="348564"/>
            <a:chExt cx="7348999" cy="596071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84059E-9DEA-ADEC-E470-2DF8DE42F1B5}"/>
                </a:ext>
              </a:extLst>
            </p:cNvPr>
            <p:cNvGrpSpPr/>
            <p:nvPr/>
          </p:nvGrpSpPr>
          <p:grpSpPr>
            <a:xfrm>
              <a:off x="1445530" y="348564"/>
              <a:ext cx="7348999" cy="5960711"/>
              <a:chOff x="2541069" y="445616"/>
              <a:chExt cx="4504059" cy="3653204"/>
            </a:xfrm>
          </p:grpSpPr>
          <p:sp>
            <p:nvSpPr>
              <p:cNvPr id="3" name="Rectangle 11">
                <a:extLst>
                  <a:ext uri="{FF2B5EF4-FFF2-40B4-BE49-F238E27FC236}">
                    <a16:creationId xmlns:a16="http://schemas.microsoft.com/office/drawing/2014/main" id="{FA70A9EB-625F-78A1-53DC-287E72878E14}"/>
                  </a:ext>
                </a:extLst>
              </p:cNvPr>
              <p:cNvSpPr/>
              <p:nvPr/>
            </p:nvSpPr>
            <p:spPr>
              <a:xfrm>
                <a:off x="3287973" y="2685588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" name="Rectangle 11">
                <a:extLst>
                  <a:ext uri="{FF2B5EF4-FFF2-40B4-BE49-F238E27FC236}">
                    <a16:creationId xmlns:a16="http://schemas.microsoft.com/office/drawing/2014/main" id="{895B1497-B871-CB17-56AC-6B0EF3801905}"/>
                  </a:ext>
                </a:extLst>
              </p:cNvPr>
              <p:cNvSpPr/>
              <p:nvPr/>
            </p:nvSpPr>
            <p:spPr>
              <a:xfrm>
                <a:off x="3800764" y="2619341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" name="Rectangle 11">
                <a:extLst>
                  <a:ext uri="{FF2B5EF4-FFF2-40B4-BE49-F238E27FC236}">
                    <a16:creationId xmlns:a16="http://schemas.microsoft.com/office/drawing/2014/main" id="{D2DEEE00-4589-80FE-20F1-60AE64E23014}"/>
                  </a:ext>
                </a:extLst>
              </p:cNvPr>
              <p:cNvSpPr/>
              <p:nvPr/>
            </p:nvSpPr>
            <p:spPr>
              <a:xfrm>
                <a:off x="4935310" y="2671525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" name="Rectangle 11">
                <a:extLst>
                  <a:ext uri="{FF2B5EF4-FFF2-40B4-BE49-F238E27FC236}">
                    <a16:creationId xmlns:a16="http://schemas.microsoft.com/office/drawing/2014/main" id="{96ECEAB9-CECD-EC11-5C67-D578C0183962}"/>
                  </a:ext>
                </a:extLst>
              </p:cNvPr>
              <p:cNvSpPr/>
              <p:nvPr/>
            </p:nvSpPr>
            <p:spPr>
              <a:xfrm>
                <a:off x="5465698" y="2534144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" name="Rectangle 27">
                <a:extLst>
                  <a:ext uri="{FF2B5EF4-FFF2-40B4-BE49-F238E27FC236}">
                    <a16:creationId xmlns:a16="http://schemas.microsoft.com/office/drawing/2014/main" id="{38F8063C-E1E0-3611-6B6A-5558723DA75C}"/>
                  </a:ext>
                </a:extLst>
              </p:cNvPr>
              <p:cNvSpPr/>
              <p:nvPr/>
            </p:nvSpPr>
            <p:spPr>
              <a:xfrm rot="19810810">
                <a:off x="2541069" y="1050300"/>
                <a:ext cx="1151240" cy="481994"/>
              </a:xfrm>
              <a:custGeom>
                <a:avLst/>
                <a:gdLst>
                  <a:gd name="connsiteX0" fmla="*/ 0 w 841848"/>
                  <a:gd name="connsiteY0" fmla="*/ 0 h 344507"/>
                  <a:gd name="connsiteX1" fmla="*/ 841848 w 841848"/>
                  <a:gd name="connsiteY1" fmla="*/ 0 h 344507"/>
                  <a:gd name="connsiteX2" fmla="*/ 841848 w 841848"/>
                  <a:gd name="connsiteY2" fmla="*/ 344507 h 344507"/>
                  <a:gd name="connsiteX3" fmla="*/ 0 w 841848"/>
                  <a:gd name="connsiteY3" fmla="*/ 344507 h 344507"/>
                  <a:gd name="connsiteX4" fmla="*/ 0 w 841848"/>
                  <a:gd name="connsiteY4" fmla="*/ 0 h 344507"/>
                  <a:gd name="connsiteX0" fmla="*/ 269129 w 1110977"/>
                  <a:gd name="connsiteY0" fmla="*/ 0 h 357465"/>
                  <a:gd name="connsiteX1" fmla="*/ 1110977 w 1110977"/>
                  <a:gd name="connsiteY1" fmla="*/ 0 h 357465"/>
                  <a:gd name="connsiteX2" fmla="*/ 1110977 w 1110977"/>
                  <a:gd name="connsiteY2" fmla="*/ 344507 h 357465"/>
                  <a:gd name="connsiteX3" fmla="*/ 269129 w 1110977"/>
                  <a:gd name="connsiteY3" fmla="*/ 344507 h 357465"/>
                  <a:gd name="connsiteX4" fmla="*/ 269129 w 1110977"/>
                  <a:gd name="connsiteY4" fmla="*/ 0 h 357465"/>
                  <a:gd name="connsiteX0" fmla="*/ 0 w 841848"/>
                  <a:gd name="connsiteY0" fmla="*/ 344507 h 344507"/>
                  <a:gd name="connsiteX1" fmla="*/ 841848 w 841848"/>
                  <a:gd name="connsiteY1" fmla="*/ 0 h 344507"/>
                  <a:gd name="connsiteX2" fmla="*/ 841848 w 841848"/>
                  <a:gd name="connsiteY2" fmla="*/ 344507 h 344507"/>
                  <a:gd name="connsiteX3" fmla="*/ 0 w 841848"/>
                  <a:gd name="connsiteY3" fmla="*/ 344507 h 344507"/>
                  <a:gd name="connsiteX0" fmla="*/ 0 w 841848"/>
                  <a:gd name="connsiteY0" fmla="*/ 344506 h 344506"/>
                  <a:gd name="connsiteX1" fmla="*/ 541765 w 841848"/>
                  <a:gd name="connsiteY1" fmla="*/ 0 h 344506"/>
                  <a:gd name="connsiteX2" fmla="*/ 841848 w 841848"/>
                  <a:gd name="connsiteY2" fmla="*/ 344506 h 344506"/>
                  <a:gd name="connsiteX3" fmla="*/ 0 w 841848"/>
                  <a:gd name="connsiteY3" fmla="*/ 344506 h 344506"/>
                  <a:gd name="connsiteX0" fmla="*/ 93639 w 935487"/>
                  <a:gd name="connsiteY0" fmla="*/ 426208 h 426208"/>
                  <a:gd name="connsiteX1" fmla="*/ 635404 w 935487"/>
                  <a:gd name="connsiteY1" fmla="*/ 81702 h 426208"/>
                  <a:gd name="connsiteX2" fmla="*/ 935487 w 935487"/>
                  <a:gd name="connsiteY2" fmla="*/ 426208 h 426208"/>
                  <a:gd name="connsiteX3" fmla="*/ 93639 w 935487"/>
                  <a:gd name="connsiteY3" fmla="*/ 426208 h 426208"/>
                  <a:gd name="connsiteX0" fmla="*/ 298221 w 1140069"/>
                  <a:gd name="connsiteY0" fmla="*/ 406411 h 440132"/>
                  <a:gd name="connsiteX1" fmla="*/ 839986 w 1140069"/>
                  <a:gd name="connsiteY1" fmla="*/ 61905 h 440132"/>
                  <a:gd name="connsiteX2" fmla="*/ 1140069 w 1140069"/>
                  <a:gd name="connsiteY2" fmla="*/ 406411 h 440132"/>
                  <a:gd name="connsiteX3" fmla="*/ 298221 w 1140069"/>
                  <a:gd name="connsiteY3" fmla="*/ 406411 h 440132"/>
                  <a:gd name="connsiteX0" fmla="*/ 260558 w 1102406"/>
                  <a:gd name="connsiteY0" fmla="*/ 438627 h 469443"/>
                  <a:gd name="connsiteX1" fmla="*/ 802323 w 1102406"/>
                  <a:gd name="connsiteY1" fmla="*/ 94121 h 469443"/>
                  <a:gd name="connsiteX2" fmla="*/ 1102406 w 1102406"/>
                  <a:gd name="connsiteY2" fmla="*/ 438627 h 469443"/>
                  <a:gd name="connsiteX3" fmla="*/ 260558 w 1102406"/>
                  <a:gd name="connsiteY3" fmla="*/ 438627 h 469443"/>
                  <a:gd name="connsiteX0" fmla="*/ 326170 w 1168018"/>
                  <a:gd name="connsiteY0" fmla="*/ 432994 h 485373"/>
                  <a:gd name="connsiteX1" fmla="*/ 867935 w 1168018"/>
                  <a:gd name="connsiteY1" fmla="*/ 88488 h 485373"/>
                  <a:gd name="connsiteX2" fmla="*/ 1168018 w 1168018"/>
                  <a:gd name="connsiteY2" fmla="*/ 432994 h 485373"/>
                  <a:gd name="connsiteX3" fmla="*/ 326170 w 1168018"/>
                  <a:gd name="connsiteY3" fmla="*/ 432994 h 485373"/>
                  <a:gd name="connsiteX0" fmla="*/ 291248 w 1133096"/>
                  <a:gd name="connsiteY0" fmla="*/ 437239 h 472821"/>
                  <a:gd name="connsiteX1" fmla="*/ 833013 w 1133096"/>
                  <a:gd name="connsiteY1" fmla="*/ 92733 h 472821"/>
                  <a:gd name="connsiteX2" fmla="*/ 1133096 w 1133096"/>
                  <a:gd name="connsiteY2" fmla="*/ 437239 h 472821"/>
                  <a:gd name="connsiteX3" fmla="*/ 291248 w 1133096"/>
                  <a:gd name="connsiteY3" fmla="*/ 437239 h 472821"/>
                  <a:gd name="connsiteX0" fmla="*/ 344467 w 1024465"/>
                  <a:gd name="connsiteY0" fmla="*/ 441795 h 477215"/>
                  <a:gd name="connsiteX1" fmla="*/ 724382 w 1024465"/>
                  <a:gd name="connsiteY1" fmla="*/ 92351 h 477215"/>
                  <a:gd name="connsiteX2" fmla="*/ 1024465 w 1024465"/>
                  <a:gd name="connsiteY2" fmla="*/ 436857 h 477215"/>
                  <a:gd name="connsiteX3" fmla="*/ 344467 w 1024465"/>
                  <a:gd name="connsiteY3" fmla="*/ 441795 h 477215"/>
                  <a:gd name="connsiteX0" fmla="*/ 478130 w 1158128"/>
                  <a:gd name="connsiteY0" fmla="*/ 441118 h 479001"/>
                  <a:gd name="connsiteX1" fmla="*/ 858045 w 1158128"/>
                  <a:gd name="connsiteY1" fmla="*/ 91674 h 479001"/>
                  <a:gd name="connsiteX2" fmla="*/ 1158128 w 1158128"/>
                  <a:gd name="connsiteY2" fmla="*/ 436180 h 479001"/>
                  <a:gd name="connsiteX3" fmla="*/ 478130 w 1158128"/>
                  <a:gd name="connsiteY3" fmla="*/ 441118 h 479001"/>
                  <a:gd name="connsiteX0" fmla="*/ 476713 w 1160944"/>
                  <a:gd name="connsiteY0" fmla="*/ 371644 h 442322"/>
                  <a:gd name="connsiteX1" fmla="*/ 860861 w 1160944"/>
                  <a:gd name="connsiteY1" fmla="*/ 97816 h 442322"/>
                  <a:gd name="connsiteX2" fmla="*/ 1160944 w 1160944"/>
                  <a:gd name="connsiteY2" fmla="*/ 442322 h 442322"/>
                  <a:gd name="connsiteX3" fmla="*/ 476713 w 1160944"/>
                  <a:gd name="connsiteY3" fmla="*/ 371644 h 442322"/>
                  <a:gd name="connsiteX0" fmla="*/ 475967 w 1160198"/>
                  <a:gd name="connsiteY0" fmla="*/ 357964 h 461100"/>
                  <a:gd name="connsiteX1" fmla="*/ 860115 w 1160198"/>
                  <a:gd name="connsiteY1" fmla="*/ 84136 h 461100"/>
                  <a:gd name="connsiteX2" fmla="*/ 1160198 w 1160198"/>
                  <a:gd name="connsiteY2" fmla="*/ 428642 h 461100"/>
                  <a:gd name="connsiteX3" fmla="*/ 475967 w 1160198"/>
                  <a:gd name="connsiteY3" fmla="*/ 357964 h 461100"/>
                  <a:gd name="connsiteX0" fmla="*/ 455672 w 1139903"/>
                  <a:gd name="connsiteY0" fmla="*/ 374342 h 474092"/>
                  <a:gd name="connsiteX1" fmla="*/ 839820 w 1139903"/>
                  <a:gd name="connsiteY1" fmla="*/ 100514 h 474092"/>
                  <a:gd name="connsiteX2" fmla="*/ 1139903 w 1139903"/>
                  <a:gd name="connsiteY2" fmla="*/ 445020 h 474092"/>
                  <a:gd name="connsiteX3" fmla="*/ 455672 w 1139903"/>
                  <a:gd name="connsiteY3" fmla="*/ 374342 h 474092"/>
                  <a:gd name="connsiteX0" fmla="*/ 467009 w 1151240"/>
                  <a:gd name="connsiteY0" fmla="*/ 384112 h 481994"/>
                  <a:gd name="connsiteX1" fmla="*/ 851157 w 1151240"/>
                  <a:gd name="connsiteY1" fmla="*/ 110284 h 481994"/>
                  <a:gd name="connsiteX2" fmla="*/ 1151240 w 1151240"/>
                  <a:gd name="connsiteY2" fmla="*/ 454790 h 481994"/>
                  <a:gd name="connsiteX3" fmla="*/ 467009 w 1151240"/>
                  <a:gd name="connsiteY3" fmla="*/ 384112 h 48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240" h="481994">
                    <a:moveTo>
                      <a:pt x="467009" y="384112"/>
                    </a:moveTo>
                    <a:cubicBezTo>
                      <a:pt x="-395685" y="816646"/>
                      <a:pt x="57333" y="-352116"/>
                      <a:pt x="851157" y="110284"/>
                    </a:cubicBezTo>
                    <a:lnTo>
                      <a:pt x="1151240" y="454790"/>
                    </a:lnTo>
                    <a:lnTo>
                      <a:pt x="467009" y="38411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E11BFE7-AAE2-6C6C-CB09-1408BE6DDACE}"/>
                  </a:ext>
                </a:extLst>
              </p:cNvPr>
              <p:cNvSpPr/>
              <p:nvPr/>
            </p:nvSpPr>
            <p:spPr>
              <a:xfrm rot="21318299" flipH="1">
                <a:off x="2983104" y="511868"/>
                <a:ext cx="3388599" cy="2618831"/>
              </a:xfrm>
              <a:custGeom>
                <a:avLst/>
                <a:gdLst>
                  <a:gd name="connsiteX0" fmla="*/ 0 w 1536684"/>
                  <a:gd name="connsiteY0" fmla="*/ 0 h 733425"/>
                  <a:gd name="connsiteX1" fmla="*/ 1536684 w 1536684"/>
                  <a:gd name="connsiteY1" fmla="*/ 0 h 733425"/>
                  <a:gd name="connsiteX2" fmla="*/ 1536684 w 1536684"/>
                  <a:gd name="connsiteY2" fmla="*/ 733425 h 733425"/>
                  <a:gd name="connsiteX3" fmla="*/ 0 w 1536684"/>
                  <a:gd name="connsiteY3" fmla="*/ 733425 h 733425"/>
                  <a:gd name="connsiteX4" fmla="*/ 0 w 1536684"/>
                  <a:gd name="connsiteY4" fmla="*/ 0 h 733425"/>
                  <a:gd name="connsiteX0" fmla="*/ 0 w 1536684"/>
                  <a:gd name="connsiteY0" fmla="*/ 288839 h 1022264"/>
                  <a:gd name="connsiteX1" fmla="*/ 553857 w 1536684"/>
                  <a:gd name="connsiteY1" fmla="*/ 0 h 1022264"/>
                  <a:gd name="connsiteX2" fmla="*/ 1536684 w 1536684"/>
                  <a:gd name="connsiteY2" fmla="*/ 288839 h 1022264"/>
                  <a:gd name="connsiteX3" fmla="*/ 1536684 w 1536684"/>
                  <a:gd name="connsiteY3" fmla="*/ 1022264 h 1022264"/>
                  <a:gd name="connsiteX4" fmla="*/ 0 w 1536684"/>
                  <a:gd name="connsiteY4" fmla="*/ 1022264 h 1022264"/>
                  <a:gd name="connsiteX5" fmla="*/ 0 w 1536684"/>
                  <a:gd name="connsiteY5" fmla="*/ 288839 h 1022264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536684 w 1536684"/>
                  <a:gd name="connsiteY3" fmla="*/ 304334 h 1037759"/>
                  <a:gd name="connsiteX4" fmla="*/ 1536684 w 1536684"/>
                  <a:gd name="connsiteY4" fmla="*/ 1037759 h 1037759"/>
                  <a:gd name="connsiteX5" fmla="*/ 0 w 1536684"/>
                  <a:gd name="connsiteY5" fmla="*/ 1037759 h 1037759"/>
                  <a:gd name="connsiteX6" fmla="*/ 0 w 1536684"/>
                  <a:gd name="connsiteY6" fmla="*/ 304334 h 1037759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221560 w 1536684"/>
                  <a:gd name="connsiteY3" fmla="*/ 25990 h 1037759"/>
                  <a:gd name="connsiteX4" fmla="*/ 1536684 w 1536684"/>
                  <a:gd name="connsiteY4" fmla="*/ 304334 h 1037759"/>
                  <a:gd name="connsiteX5" fmla="*/ 1536684 w 1536684"/>
                  <a:gd name="connsiteY5" fmla="*/ 1037759 h 1037759"/>
                  <a:gd name="connsiteX6" fmla="*/ 0 w 1536684"/>
                  <a:gd name="connsiteY6" fmla="*/ 1037759 h 1037759"/>
                  <a:gd name="connsiteX7" fmla="*/ 0 w 1536684"/>
                  <a:gd name="connsiteY7" fmla="*/ 304334 h 1037759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221560 w 1536684"/>
                  <a:gd name="connsiteY3" fmla="*/ 25990 h 1037759"/>
                  <a:gd name="connsiteX4" fmla="*/ 1451464 w 1536684"/>
                  <a:gd name="connsiteY4" fmla="*/ 114662 h 1037759"/>
                  <a:gd name="connsiteX5" fmla="*/ 1536684 w 1536684"/>
                  <a:gd name="connsiteY5" fmla="*/ 304334 h 1037759"/>
                  <a:gd name="connsiteX6" fmla="*/ 1536684 w 1536684"/>
                  <a:gd name="connsiteY6" fmla="*/ 1037759 h 1037759"/>
                  <a:gd name="connsiteX7" fmla="*/ 0 w 1536684"/>
                  <a:gd name="connsiteY7" fmla="*/ 1037759 h 1037759"/>
                  <a:gd name="connsiteX8" fmla="*/ 0 w 1536684"/>
                  <a:gd name="connsiteY8" fmla="*/ 304334 h 1037759"/>
                  <a:gd name="connsiteX0" fmla="*/ 0 w 1606256"/>
                  <a:gd name="connsiteY0" fmla="*/ 304334 h 1037759"/>
                  <a:gd name="connsiteX1" fmla="*/ 553857 w 1606256"/>
                  <a:gd name="connsiteY1" fmla="*/ 15495 h 1037759"/>
                  <a:gd name="connsiteX2" fmla="*/ 942433 w 1606256"/>
                  <a:gd name="connsiteY2" fmla="*/ 10969 h 1037759"/>
                  <a:gd name="connsiteX3" fmla="*/ 1221560 w 1606256"/>
                  <a:gd name="connsiteY3" fmla="*/ 25990 h 1037759"/>
                  <a:gd name="connsiteX4" fmla="*/ 1451464 w 1606256"/>
                  <a:gd name="connsiteY4" fmla="*/ 114662 h 1037759"/>
                  <a:gd name="connsiteX5" fmla="*/ 1606256 w 1606256"/>
                  <a:gd name="connsiteY5" fmla="*/ 258754 h 1037759"/>
                  <a:gd name="connsiteX6" fmla="*/ 1536684 w 1606256"/>
                  <a:gd name="connsiteY6" fmla="*/ 1037759 h 1037759"/>
                  <a:gd name="connsiteX7" fmla="*/ 0 w 1606256"/>
                  <a:gd name="connsiteY7" fmla="*/ 1037759 h 1037759"/>
                  <a:gd name="connsiteX8" fmla="*/ 0 w 1606256"/>
                  <a:gd name="connsiteY8" fmla="*/ 304334 h 1037759"/>
                  <a:gd name="connsiteX0" fmla="*/ 0 w 1700061"/>
                  <a:gd name="connsiteY0" fmla="*/ 304334 h 1037759"/>
                  <a:gd name="connsiteX1" fmla="*/ 553857 w 1700061"/>
                  <a:gd name="connsiteY1" fmla="*/ 15495 h 1037759"/>
                  <a:gd name="connsiteX2" fmla="*/ 942433 w 1700061"/>
                  <a:gd name="connsiteY2" fmla="*/ 10969 h 1037759"/>
                  <a:gd name="connsiteX3" fmla="*/ 1221560 w 1700061"/>
                  <a:gd name="connsiteY3" fmla="*/ 25990 h 1037759"/>
                  <a:gd name="connsiteX4" fmla="*/ 1451464 w 1700061"/>
                  <a:gd name="connsiteY4" fmla="*/ 114662 h 1037759"/>
                  <a:gd name="connsiteX5" fmla="*/ 1606256 w 1700061"/>
                  <a:gd name="connsiteY5" fmla="*/ 258754 h 1037759"/>
                  <a:gd name="connsiteX6" fmla="*/ 1699713 w 1700061"/>
                  <a:gd name="connsiteY6" fmla="*/ 490596 h 1037759"/>
                  <a:gd name="connsiteX7" fmla="*/ 1536684 w 1700061"/>
                  <a:gd name="connsiteY7" fmla="*/ 1037759 h 1037759"/>
                  <a:gd name="connsiteX8" fmla="*/ 0 w 1700061"/>
                  <a:gd name="connsiteY8" fmla="*/ 1037759 h 1037759"/>
                  <a:gd name="connsiteX9" fmla="*/ 0 w 1700061"/>
                  <a:gd name="connsiteY9" fmla="*/ 304334 h 1037759"/>
                  <a:gd name="connsiteX0" fmla="*/ 0 w 1719330"/>
                  <a:gd name="connsiteY0" fmla="*/ 304334 h 1037759"/>
                  <a:gd name="connsiteX1" fmla="*/ 553857 w 1719330"/>
                  <a:gd name="connsiteY1" fmla="*/ 15495 h 1037759"/>
                  <a:gd name="connsiteX2" fmla="*/ 942433 w 1719330"/>
                  <a:gd name="connsiteY2" fmla="*/ 10969 h 1037759"/>
                  <a:gd name="connsiteX3" fmla="*/ 1221560 w 1719330"/>
                  <a:gd name="connsiteY3" fmla="*/ 25990 h 1037759"/>
                  <a:gd name="connsiteX4" fmla="*/ 1451464 w 1719330"/>
                  <a:gd name="connsiteY4" fmla="*/ 114662 h 1037759"/>
                  <a:gd name="connsiteX5" fmla="*/ 1606256 w 1719330"/>
                  <a:gd name="connsiteY5" fmla="*/ 258754 h 1037759"/>
                  <a:gd name="connsiteX6" fmla="*/ 1699713 w 1719330"/>
                  <a:gd name="connsiteY6" fmla="*/ 490596 h 1037759"/>
                  <a:gd name="connsiteX7" fmla="*/ 1713985 w 1719330"/>
                  <a:gd name="connsiteY7" fmla="*/ 738797 h 1037759"/>
                  <a:gd name="connsiteX8" fmla="*/ 1536684 w 1719330"/>
                  <a:gd name="connsiteY8" fmla="*/ 1037759 h 1037759"/>
                  <a:gd name="connsiteX9" fmla="*/ 0 w 1719330"/>
                  <a:gd name="connsiteY9" fmla="*/ 1037759 h 1037759"/>
                  <a:gd name="connsiteX10" fmla="*/ 0 w 1719330"/>
                  <a:gd name="connsiteY10" fmla="*/ 304334 h 1037759"/>
                  <a:gd name="connsiteX0" fmla="*/ 0 w 1719330"/>
                  <a:gd name="connsiteY0" fmla="*/ 304334 h 1056581"/>
                  <a:gd name="connsiteX1" fmla="*/ 553857 w 1719330"/>
                  <a:gd name="connsiteY1" fmla="*/ 15495 h 1056581"/>
                  <a:gd name="connsiteX2" fmla="*/ 942433 w 1719330"/>
                  <a:gd name="connsiteY2" fmla="*/ 10969 h 1056581"/>
                  <a:gd name="connsiteX3" fmla="*/ 1221560 w 1719330"/>
                  <a:gd name="connsiteY3" fmla="*/ 25990 h 1056581"/>
                  <a:gd name="connsiteX4" fmla="*/ 1451464 w 1719330"/>
                  <a:gd name="connsiteY4" fmla="*/ 114662 h 1056581"/>
                  <a:gd name="connsiteX5" fmla="*/ 1606256 w 1719330"/>
                  <a:gd name="connsiteY5" fmla="*/ 258754 h 1056581"/>
                  <a:gd name="connsiteX6" fmla="*/ 1699713 w 1719330"/>
                  <a:gd name="connsiteY6" fmla="*/ 490596 h 1056581"/>
                  <a:gd name="connsiteX7" fmla="*/ 1713985 w 1719330"/>
                  <a:gd name="connsiteY7" fmla="*/ 738797 h 1056581"/>
                  <a:gd name="connsiteX8" fmla="*/ 1662348 w 1719330"/>
                  <a:gd name="connsiteY8" fmla="*/ 1056581 h 1056581"/>
                  <a:gd name="connsiteX9" fmla="*/ 1536684 w 1719330"/>
                  <a:gd name="connsiteY9" fmla="*/ 1037759 h 1056581"/>
                  <a:gd name="connsiteX10" fmla="*/ 0 w 1719330"/>
                  <a:gd name="connsiteY10" fmla="*/ 1037759 h 1056581"/>
                  <a:gd name="connsiteX11" fmla="*/ 0 w 1719330"/>
                  <a:gd name="connsiteY11" fmla="*/ 304334 h 1056581"/>
                  <a:gd name="connsiteX0" fmla="*/ 0 w 1719330"/>
                  <a:gd name="connsiteY0" fmla="*/ 304334 h 1209472"/>
                  <a:gd name="connsiteX1" fmla="*/ 553857 w 1719330"/>
                  <a:gd name="connsiteY1" fmla="*/ 15495 h 1209472"/>
                  <a:gd name="connsiteX2" fmla="*/ 942433 w 1719330"/>
                  <a:gd name="connsiteY2" fmla="*/ 10969 h 1209472"/>
                  <a:gd name="connsiteX3" fmla="*/ 1221560 w 1719330"/>
                  <a:gd name="connsiteY3" fmla="*/ 25990 h 1209472"/>
                  <a:gd name="connsiteX4" fmla="*/ 1451464 w 1719330"/>
                  <a:gd name="connsiteY4" fmla="*/ 114662 h 1209472"/>
                  <a:gd name="connsiteX5" fmla="*/ 1606256 w 1719330"/>
                  <a:gd name="connsiteY5" fmla="*/ 258754 h 1209472"/>
                  <a:gd name="connsiteX6" fmla="*/ 1699713 w 1719330"/>
                  <a:gd name="connsiteY6" fmla="*/ 490596 h 1209472"/>
                  <a:gd name="connsiteX7" fmla="*/ 1713985 w 1719330"/>
                  <a:gd name="connsiteY7" fmla="*/ 738797 h 1209472"/>
                  <a:gd name="connsiteX8" fmla="*/ 1662348 w 1719330"/>
                  <a:gd name="connsiteY8" fmla="*/ 1056581 h 1209472"/>
                  <a:gd name="connsiteX9" fmla="*/ 1482590 w 1719330"/>
                  <a:gd name="connsiteY9" fmla="*/ 1209472 h 1209472"/>
                  <a:gd name="connsiteX10" fmla="*/ 0 w 1719330"/>
                  <a:gd name="connsiteY10" fmla="*/ 1037759 h 1209472"/>
                  <a:gd name="connsiteX11" fmla="*/ 0 w 1719330"/>
                  <a:gd name="connsiteY11" fmla="*/ 304334 h 1209472"/>
                  <a:gd name="connsiteX0" fmla="*/ 0 w 1719330"/>
                  <a:gd name="connsiteY0" fmla="*/ 304334 h 1287584"/>
                  <a:gd name="connsiteX1" fmla="*/ 553857 w 1719330"/>
                  <a:gd name="connsiteY1" fmla="*/ 15495 h 1287584"/>
                  <a:gd name="connsiteX2" fmla="*/ 942433 w 1719330"/>
                  <a:gd name="connsiteY2" fmla="*/ 10969 h 1287584"/>
                  <a:gd name="connsiteX3" fmla="*/ 1221560 w 1719330"/>
                  <a:gd name="connsiteY3" fmla="*/ 25990 h 1287584"/>
                  <a:gd name="connsiteX4" fmla="*/ 1451464 w 1719330"/>
                  <a:gd name="connsiteY4" fmla="*/ 114662 h 1287584"/>
                  <a:gd name="connsiteX5" fmla="*/ 1606256 w 1719330"/>
                  <a:gd name="connsiteY5" fmla="*/ 258754 h 1287584"/>
                  <a:gd name="connsiteX6" fmla="*/ 1699713 w 1719330"/>
                  <a:gd name="connsiteY6" fmla="*/ 490596 h 1287584"/>
                  <a:gd name="connsiteX7" fmla="*/ 1713985 w 1719330"/>
                  <a:gd name="connsiteY7" fmla="*/ 738797 h 1287584"/>
                  <a:gd name="connsiteX8" fmla="*/ 1662348 w 1719330"/>
                  <a:gd name="connsiteY8" fmla="*/ 1056581 h 1287584"/>
                  <a:gd name="connsiteX9" fmla="*/ 1482590 w 1719330"/>
                  <a:gd name="connsiteY9" fmla="*/ 1209472 h 1287584"/>
                  <a:gd name="connsiteX10" fmla="*/ 1183471 w 1719330"/>
                  <a:gd name="connsiteY10" fmla="*/ 1286532 h 1287584"/>
                  <a:gd name="connsiteX11" fmla="*/ 0 w 1719330"/>
                  <a:gd name="connsiteY11" fmla="*/ 1037759 h 1287584"/>
                  <a:gd name="connsiteX12" fmla="*/ 0 w 1719330"/>
                  <a:gd name="connsiteY12" fmla="*/ 304334 h 1287584"/>
                  <a:gd name="connsiteX0" fmla="*/ 0 w 1719330"/>
                  <a:gd name="connsiteY0" fmla="*/ 304334 h 1366129"/>
                  <a:gd name="connsiteX1" fmla="*/ 553857 w 1719330"/>
                  <a:gd name="connsiteY1" fmla="*/ 15495 h 1366129"/>
                  <a:gd name="connsiteX2" fmla="*/ 942433 w 1719330"/>
                  <a:gd name="connsiteY2" fmla="*/ 10969 h 1366129"/>
                  <a:gd name="connsiteX3" fmla="*/ 1221560 w 1719330"/>
                  <a:gd name="connsiteY3" fmla="*/ 25990 h 1366129"/>
                  <a:gd name="connsiteX4" fmla="*/ 1451464 w 1719330"/>
                  <a:gd name="connsiteY4" fmla="*/ 114662 h 1366129"/>
                  <a:gd name="connsiteX5" fmla="*/ 1606256 w 1719330"/>
                  <a:gd name="connsiteY5" fmla="*/ 258754 h 1366129"/>
                  <a:gd name="connsiteX6" fmla="*/ 1699713 w 1719330"/>
                  <a:gd name="connsiteY6" fmla="*/ 490596 h 1366129"/>
                  <a:gd name="connsiteX7" fmla="*/ 1713985 w 1719330"/>
                  <a:gd name="connsiteY7" fmla="*/ 738797 h 1366129"/>
                  <a:gd name="connsiteX8" fmla="*/ 1662348 w 1719330"/>
                  <a:gd name="connsiteY8" fmla="*/ 1056581 h 1366129"/>
                  <a:gd name="connsiteX9" fmla="*/ 1482590 w 1719330"/>
                  <a:gd name="connsiteY9" fmla="*/ 1209472 h 1366129"/>
                  <a:gd name="connsiteX10" fmla="*/ 1183471 w 1719330"/>
                  <a:gd name="connsiteY10" fmla="*/ 1286532 h 1366129"/>
                  <a:gd name="connsiteX11" fmla="*/ 846577 w 1719330"/>
                  <a:gd name="connsiteY11" fmla="*/ 1363476 h 1366129"/>
                  <a:gd name="connsiteX12" fmla="*/ 0 w 1719330"/>
                  <a:gd name="connsiteY12" fmla="*/ 1037759 h 1366129"/>
                  <a:gd name="connsiteX13" fmla="*/ 0 w 1719330"/>
                  <a:gd name="connsiteY13" fmla="*/ 304334 h 1366129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0 w 1719330"/>
                  <a:gd name="connsiteY13" fmla="*/ 1037759 h 1369405"/>
                  <a:gd name="connsiteX14" fmla="*/ 0 w 1719330"/>
                  <a:gd name="connsiteY14" fmla="*/ 304334 h 1369405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348543 w 1719330"/>
                  <a:gd name="connsiteY13" fmla="*/ 1331802 h 1369405"/>
                  <a:gd name="connsiteX14" fmla="*/ 0 w 1719330"/>
                  <a:gd name="connsiteY14" fmla="*/ 1037759 h 1369405"/>
                  <a:gd name="connsiteX15" fmla="*/ 0 w 1719330"/>
                  <a:gd name="connsiteY15" fmla="*/ 304334 h 1369405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348543 w 1719330"/>
                  <a:gd name="connsiteY13" fmla="*/ 1331802 h 1369405"/>
                  <a:gd name="connsiteX14" fmla="*/ 88539 w 1719330"/>
                  <a:gd name="connsiteY14" fmla="*/ 1299691 h 1369405"/>
                  <a:gd name="connsiteX15" fmla="*/ 0 w 1719330"/>
                  <a:gd name="connsiteY15" fmla="*/ 1037759 h 1369405"/>
                  <a:gd name="connsiteX16" fmla="*/ 0 w 1719330"/>
                  <a:gd name="connsiteY16" fmla="*/ 304334 h 1369405"/>
                  <a:gd name="connsiteX0" fmla="*/ 176999 w 1896329"/>
                  <a:gd name="connsiteY0" fmla="*/ 304334 h 1369405"/>
                  <a:gd name="connsiteX1" fmla="*/ 730856 w 1896329"/>
                  <a:gd name="connsiteY1" fmla="*/ 15495 h 1369405"/>
                  <a:gd name="connsiteX2" fmla="*/ 1119432 w 1896329"/>
                  <a:gd name="connsiteY2" fmla="*/ 10969 h 1369405"/>
                  <a:gd name="connsiteX3" fmla="*/ 1398559 w 1896329"/>
                  <a:gd name="connsiteY3" fmla="*/ 25990 h 1369405"/>
                  <a:gd name="connsiteX4" fmla="*/ 1628463 w 1896329"/>
                  <a:gd name="connsiteY4" fmla="*/ 114662 h 1369405"/>
                  <a:gd name="connsiteX5" fmla="*/ 1783255 w 1896329"/>
                  <a:gd name="connsiteY5" fmla="*/ 258754 h 1369405"/>
                  <a:gd name="connsiteX6" fmla="*/ 1876712 w 1896329"/>
                  <a:gd name="connsiteY6" fmla="*/ 490596 h 1369405"/>
                  <a:gd name="connsiteX7" fmla="*/ 1890984 w 1896329"/>
                  <a:gd name="connsiteY7" fmla="*/ 738797 h 1369405"/>
                  <a:gd name="connsiteX8" fmla="*/ 1839347 w 1896329"/>
                  <a:gd name="connsiteY8" fmla="*/ 1056581 h 1369405"/>
                  <a:gd name="connsiteX9" fmla="*/ 1659589 w 1896329"/>
                  <a:gd name="connsiteY9" fmla="*/ 1209472 h 1369405"/>
                  <a:gd name="connsiteX10" fmla="*/ 1360470 w 1896329"/>
                  <a:gd name="connsiteY10" fmla="*/ 1286532 h 1369405"/>
                  <a:gd name="connsiteX11" fmla="*/ 1023576 w 1896329"/>
                  <a:gd name="connsiteY11" fmla="*/ 1363476 h 1369405"/>
                  <a:gd name="connsiteX12" fmla="*/ 768865 w 1896329"/>
                  <a:gd name="connsiteY12" fmla="*/ 1359847 h 1369405"/>
                  <a:gd name="connsiteX13" fmla="*/ 525542 w 1896329"/>
                  <a:gd name="connsiteY13" fmla="*/ 1331802 h 1369405"/>
                  <a:gd name="connsiteX14" fmla="*/ 265538 w 1896329"/>
                  <a:gd name="connsiteY14" fmla="*/ 1299691 h 1369405"/>
                  <a:gd name="connsiteX15" fmla="*/ 0 w 1896329"/>
                  <a:gd name="connsiteY15" fmla="*/ 1010927 h 1369405"/>
                  <a:gd name="connsiteX16" fmla="*/ 176999 w 1896329"/>
                  <a:gd name="connsiteY16" fmla="*/ 304334 h 1369405"/>
                  <a:gd name="connsiteX0" fmla="*/ 176999 w 1896329"/>
                  <a:gd name="connsiteY0" fmla="*/ 304334 h 1369405"/>
                  <a:gd name="connsiteX1" fmla="*/ 730856 w 1896329"/>
                  <a:gd name="connsiteY1" fmla="*/ 15495 h 1369405"/>
                  <a:gd name="connsiteX2" fmla="*/ 1119432 w 1896329"/>
                  <a:gd name="connsiteY2" fmla="*/ 10969 h 1369405"/>
                  <a:gd name="connsiteX3" fmla="*/ 1398559 w 1896329"/>
                  <a:gd name="connsiteY3" fmla="*/ 25990 h 1369405"/>
                  <a:gd name="connsiteX4" fmla="*/ 1628463 w 1896329"/>
                  <a:gd name="connsiteY4" fmla="*/ 114662 h 1369405"/>
                  <a:gd name="connsiteX5" fmla="*/ 1783255 w 1896329"/>
                  <a:gd name="connsiteY5" fmla="*/ 258754 h 1369405"/>
                  <a:gd name="connsiteX6" fmla="*/ 1876712 w 1896329"/>
                  <a:gd name="connsiteY6" fmla="*/ 490596 h 1369405"/>
                  <a:gd name="connsiteX7" fmla="*/ 1890984 w 1896329"/>
                  <a:gd name="connsiteY7" fmla="*/ 738797 h 1369405"/>
                  <a:gd name="connsiteX8" fmla="*/ 1839347 w 1896329"/>
                  <a:gd name="connsiteY8" fmla="*/ 1056581 h 1369405"/>
                  <a:gd name="connsiteX9" fmla="*/ 1659589 w 1896329"/>
                  <a:gd name="connsiteY9" fmla="*/ 1209472 h 1369405"/>
                  <a:gd name="connsiteX10" fmla="*/ 1360470 w 1896329"/>
                  <a:gd name="connsiteY10" fmla="*/ 1286532 h 1369405"/>
                  <a:gd name="connsiteX11" fmla="*/ 1023576 w 1896329"/>
                  <a:gd name="connsiteY11" fmla="*/ 1363476 h 1369405"/>
                  <a:gd name="connsiteX12" fmla="*/ 768865 w 1896329"/>
                  <a:gd name="connsiteY12" fmla="*/ 1359847 h 1369405"/>
                  <a:gd name="connsiteX13" fmla="*/ 525542 w 1896329"/>
                  <a:gd name="connsiteY13" fmla="*/ 1331802 h 1369405"/>
                  <a:gd name="connsiteX14" fmla="*/ 265538 w 1896329"/>
                  <a:gd name="connsiteY14" fmla="*/ 1299691 h 1369405"/>
                  <a:gd name="connsiteX15" fmla="*/ 0 w 1896329"/>
                  <a:gd name="connsiteY15" fmla="*/ 1010927 h 1369405"/>
                  <a:gd name="connsiteX16" fmla="*/ 176999 w 1896329"/>
                  <a:gd name="connsiteY16" fmla="*/ 304334 h 1369405"/>
                  <a:gd name="connsiteX0" fmla="*/ 176999 w 1896329"/>
                  <a:gd name="connsiteY0" fmla="*/ 304334 h 1378339"/>
                  <a:gd name="connsiteX1" fmla="*/ 730856 w 1896329"/>
                  <a:gd name="connsiteY1" fmla="*/ 15495 h 1378339"/>
                  <a:gd name="connsiteX2" fmla="*/ 1119432 w 1896329"/>
                  <a:gd name="connsiteY2" fmla="*/ 10969 h 1378339"/>
                  <a:gd name="connsiteX3" fmla="*/ 1398559 w 1896329"/>
                  <a:gd name="connsiteY3" fmla="*/ 25990 h 1378339"/>
                  <a:gd name="connsiteX4" fmla="*/ 1628463 w 1896329"/>
                  <a:gd name="connsiteY4" fmla="*/ 114662 h 1378339"/>
                  <a:gd name="connsiteX5" fmla="*/ 1783255 w 1896329"/>
                  <a:gd name="connsiteY5" fmla="*/ 258754 h 1378339"/>
                  <a:gd name="connsiteX6" fmla="*/ 1876712 w 1896329"/>
                  <a:gd name="connsiteY6" fmla="*/ 490596 h 1378339"/>
                  <a:gd name="connsiteX7" fmla="*/ 1890984 w 1896329"/>
                  <a:gd name="connsiteY7" fmla="*/ 738797 h 1378339"/>
                  <a:gd name="connsiteX8" fmla="*/ 1839347 w 1896329"/>
                  <a:gd name="connsiteY8" fmla="*/ 1056581 h 1378339"/>
                  <a:gd name="connsiteX9" fmla="*/ 1659589 w 1896329"/>
                  <a:gd name="connsiteY9" fmla="*/ 1209472 h 1378339"/>
                  <a:gd name="connsiteX10" fmla="*/ 1360470 w 1896329"/>
                  <a:gd name="connsiteY10" fmla="*/ 1286532 h 1378339"/>
                  <a:gd name="connsiteX11" fmla="*/ 1023576 w 1896329"/>
                  <a:gd name="connsiteY11" fmla="*/ 1363476 h 1378339"/>
                  <a:gd name="connsiteX12" fmla="*/ 768865 w 1896329"/>
                  <a:gd name="connsiteY12" fmla="*/ 1359847 h 1378339"/>
                  <a:gd name="connsiteX13" fmla="*/ 525542 w 1896329"/>
                  <a:gd name="connsiteY13" fmla="*/ 1331802 h 1378339"/>
                  <a:gd name="connsiteX14" fmla="*/ 265538 w 1896329"/>
                  <a:gd name="connsiteY14" fmla="*/ 1299691 h 1378339"/>
                  <a:gd name="connsiteX15" fmla="*/ 0 w 1896329"/>
                  <a:gd name="connsiteY15" fmla="*/ 1010927 h 1378339"/>
                  <a:gd name="connsiteX16" fmla="*/ 176999 w 1896329"/>
                  <a:gd name="connsiteY16" fmla="*/ 304334 h 1378339"/>
                  <a:gd name="connsiteX0" fmla="*/ 176999 w 1896329"/>
                  <a:gd name="connsiteY0" fmla="*/ 304334 h 1410160"/>
                  <a:gd name="connsiteX1" fmla="*/ 730856 w 1896329"/>
                  <a:gd name="connsiteY1" fmla="*/ 15495 h 1410160"/>
                  <a:gd name="connsiteX2" fmla="*/ 1119432 w 1896329"/>
                  <a:gd name="connsiteY2" fmla="*/ 10969 h 1410160"/>
                  <a:gd name="connsiteX3" fmla="*/ 1398559 w 1896329"/>
                  <a:gd name="connsiteY3" fmla="*/ 25990 h 1410160"/>
                  <a:gd name="connsiteX4" fmla="*/ 1628463 w 1896329"/>
                  <a:gd name="connsiteY4" fmla="*/ 114662 h 1410160"/>
                  <a:gd name="connsiteX5" fmla="*/ 1783255 w 1896329"/>
                  <a:gd name="connsiteY5" fmla="*/ 258754 h 1410160"/>
                  <a:gd name="connsiteX6" fmla="*/ 1876712 w 1896329"/>
                  <a:gd name="connsiteY6" fmla="*/ 490596 h 1410160"/>
                  <a:gd name="connsiteX7" fmla="*/ 1890984 w 1896329"/>
                  <a:gd name="connsiteY7" fmla="*/ 738797 h 1410160"/>
                  <a:gd name="connsiteX8" fmla="*/ 1839347 w 1896329"/>
                  <a:gd name="connsiteY8" fmla="*/ 1056581 h 1410160"/>
                  <a:gd name="connsiteX9" fmla="*/ 1659589 w 1896329"/>
                  <a:gd name="connsiteY9" fmla="*/ 1209472 h 1410160"/>
                  <a:gd name="connsiteX10" fmla="*/ 1360470 w 1896329"/>
                  <a:gd name="connsiteY10" fmla="*/ 1286532 h 1410160"/>
                  <a:gd name="connsiteX11" fmla="*/ 1023576 w 1896329"/>
                  <a:gd name="connsiteY11" fmla="*/ 1363476 h 1410160"/>
                  <a:gd name="connsiteX12" fmla="*/ 768865 w 1896329"/>
                  <a:gd name="connsiteY12" fmla="*/ 1359847 h 1410160"/>
                  <a:gd name="connsiteX13" fmla="*/ 525542 w 1896329"/>
                  <a:gd name="connsiteY13" fmla="*/ 1331802 h 1410160"/>
                  <a:gd name="connsiteX14" fmla="*/ 265538 w 1896329"/>
                  <a:gd name="connsiteY14" fmla="*/ 1299691 h 1410160"/>
                  <a:gd name="connsiteX15" fmla="*/ 0 w 1896329"/>
                  <a:gd name="connsiteY15" fmla="*/ 1010927 h 1410160"/>
                  <a:gd name="connsiteX16" fmla="*/ 176999 w 1896329"/>
                  <a:gd name="connsiteY16" fmla="*/ 304334 h 1410160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941909"/>
                  <a:gd name="connsiteY0" fmla="*/ 304334 h 1411688"/>
                  <a:gd name="connsiteX1" fmla="*/ 730856 w 1941909"/>
                  <a:gd name="connsiteY1" fmla="*/ 15495 h 1411688"/>
                  <a:gd name="connsiteX2" fmla="*/ 1119432 w 1941909"/>
                  <a:gd name="connsiteY2" fmla="*/ 10969 h 1411688"/>
                  <a:gd name="connsiteX3" fmla="*/ 1398559 w 1941909"/>
                  <a:gd name="connsiteY3" fmla="*/ 25990 h 1411688"/>
                  <a:gd name="connsiteX4" fmla="*/ 1628463 w 1941909"/>
                  <a:gd name="connsiteY4" fmla="*/ 114662 h 1411688"/>
                  <a:gd name="connsiteX5" fmla="*/ 1783255 w 1941909"/>
                  <a:gd name="connsiteY5" fmla="*/ 258754 h 1411688"/>
                  <a:gd name="connsiteX6" fmla="*/ 1876712 w 1941909"/>
                  <a:gd name="connsiteY6" fmla="*/ 490596 h 1411688"/>
                  <a:gd name="connsiteX7" fmla="*/ 1890984 w 1941909"/>
                  <a:gd name="connsiteY7" fmla="*/ 738797 h 1411688"/>
                  <a:gd name="connsiteX8" fmla="*/ 1839347 w 1941909"/>
                  <a:gd name="connsiteY8" fmla="*/ 1056581 h 1411688"/>
                  <a:gd name="connsiteX9" fmla="*/ 1659589 w 1941909"/>
                  <a:gd name="connsiteY9" fmla="*/ 1209472 h 1411688"/>
                  <a:gd name="connsiteX10" fmla="*/ 1360470 w 1941909"/>
                  <a:gd name="connsiteY10" fmla="*/ 1286532 h 1411688"/>
                  <a:gd name="connsiteX11" fmla="*/ 1023576 w 1941909"/>
                  <a:gd name="connsiteY11" fmla="*/ 1363476 h 1411688"/>
                  <a:gd name="connsiteX12" fmla="*/ 768865 w 1941909"/>
                  <a:gd name="connsiteY12" fmla="*/ 1359847 h 1411688"/>
                  <a:gd name="connsiteX13" fmla="*/ 525542 w 1941909"/>
                  <a:gd name="connsiteY13" fmla="*/ 1331802 h 1411688"/>
                  <a:gd name="connsiteX14" fmla="*/ 265538 w 1941909"/>
                  <a:gd name="connsiteY14" fmla="*/ 1299691 h 1411688"/>
                  <a:gd name="connsiteX15" fmla="*/ 0 w 1941909"/>
                  <a:gd name="connsiteY15" fmla="*/ 1010927 h 1411688"/>
                  <a:gd name="connsiteX16" fmla="*/ 176999 w 1941909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7389 h 1414743"/>
                  <a:gd name="connsiteX1" fmla="*/ 730856 w 1942407"/>
                  <a:gd name="connsiteY1" fmla="*/ 18550 h 1414743"/>
                  <a:gd name="connsiteX2" fmla="*/ 1119432 w 1942407"/>
                  <a:gd name="connsiteY2" fmla="*/ 14024 h 1414743"/>
                  <a:gd name="connsiteX3" fmla="*/ 1398559 w 1942407"/>
                  <a:gd name="connsiteY3" fmla="*/ 29045 h 1414743"/>
                  <a:gd name="connsiteX4" fmla="*/ 1628463 w 1942407"/>
                  <a:gd name="connsiteY4" fmla="*/ 117717 h 1414743"/>
                  <a:gd name="connsiteX5" fmla="*/ 1783255 w 1942407"/>
                  <a:gd name="connsiteY5" fmla="*/ 261809 h 1414743"/>
                  <a:gd name="connsiteX6" fmla="*/ 1876712 w 1942407"/>
                  <a:gd name="connsiteY6" fmla="*/ 493651 h 1414743"/>
                  <a:gd name="connsiteX7" fmla="*/ 1890984 w 1942407"/>
                  <a:gd name="connsiteY7" fmla="*/ 741852 h 1414743"/>
                  <a:gd name="connsiteX8" fmla="*/ 1839347 w 1942407"/>
                  <a:gd name="connsiteY8" fmla="*/ 1059636 h 1414743"/>
                  <a:gd name="connsiteX9" fmla="*/ 1659589 w 1942407"/>
                  <a:gd name="connsiteY9" fmla="*/ 1212527 h 1414743"/>
                  <a:gd name="connsiteX10" fmla="*/ 1360470 w 1942407"/>
                  <a:gd name="connsiteY10" fmla="*/ 1289587 h 1414743"/>
                  <a:gd name="connsiteX11" fmla="*/ 1023576 w 1942407"/>
                  <a:gd name="connsiteY11" fmla="*/ 1366531 h 1414743"/>
                  <a:gd name="connsiteX12" fmla="*/ 768865 w 1942407"/>
                  <a:gd name="connsiteY12" fmla="*/ 1362902 h 1414743"/>
                  <a:gd name="connsiteX13" fmla="*/ 525542 w 1942407"/>
                  <a:gd name="connsiteY13" fmla="*/ 1334857 h 1414743"/>
                  <a:gd name="connsiteX14" fmla="*/ 265538 w 1942407"/>
                  <a:gd name="connsiteY14" fmla="*/ 1302746 h 1414743"/>
                  <a:gd name="connsiteX15" fmla="*/ 0 w 1942407"/>
                  <a:gd name="connsiteY15" fmla="*/ 1013982 h 1414743"/>
                  <a:gd name="connsiteX16" fmla="*/ 176999 w 1942407"/>
                  <a:gd name="connsiteY16" fmla="*/ 307389 h 1414743"/>
                  <a:gd name="connsiteX0" fmla="*/ 176999 w 1942407"/>
                  <a:gd name="connsiteY0" fmla="*/ 371414 h 1478768"/>
                  <a:gd name="connsiteX1" fmla="*/ 730856 w 1942407"/>
                  <a:gd name="connsiteY1" fmla="*/ 82575 h 1478768"/>
                  <a:gd name="connsiteX2" fmla="*/ 1119432 w 1942407"/>
                  <a:gd name="connsiteY2" fmla="*/ 78049 h 1478768"/>
                  <a:gd name="connsiteX3" fmla="*/ 1398559 w 1942407"/>
                  <a:gd name="connsiteY3" fmla="*/ 93070 h 1478768"/>
                  <a:gd name="connsiteX4" fmla="*/ 1628463 w 1942407"/>
                  <a:gd name="connsiteY4" fmla="*/ 181742 h 1478768"/>
                  <a:gd name="connsiteX5" fmla="*/ 1783255 w 1942407"/>
                  <a:gd name="connsiteY5" fmla="*/ 325834 h 1478768"/>
                  <a:gd name="connsiteX6" fmla="*/ 1876712 w 1942407"/>
                  <a:gd name="connsiteY6" fmla="*/ 557676 h 1478768"/>
                  <a:gd name="connsiteX7" fmla="*/ 1890984 w 1942407"/>
                  <a:gd name="connsiteY7" fmla="*/ 805877 h 1478768"/>
                  <a:gd name="connsiteX8" fmla="*/ 1839347 w 1942407"/>
                  <a:gd name="connsiteY8" fmla="*/ 1123661 h 1478768"/>
                  <a:gd name="connsiteX9" fmla="*/ 1659589 w 1942407"/>
                  <a:gd name="connsiteY9" fmla="*/ 1276552 h 1478768"/>
                  <a:gd name="connsiteX10" fmla="*/ 1360470 w 1942407"/>
                  <a:gd name="connsiteY10" fmla="*/ 1353612 h 1478768"/>
                  <a:gd name="connsiteX11" fmla="*/ 1023576 w 1942407"/>
                  <a:gd name="connsiteY11" fmla="*/ 1430556 h 1478768"/>
                  <a:gd name="connsiteX12" fmla="*/ 768865 w 1942407"/>
                  <a:gd name="connsiteY12" fmla="*/ 1426927 h 1478768"/>
                  <a:gd name="connsiteX13" fmla="*/ 525542 w 1942407"/>
                  <a:gd name="connsiteY13" fmla="*/ 1398882 h 1478768"/>
                  <a:gd name="connsiteX14" fmla="*/ 265538 w 1942407"/>
                  <a:gd name="connsiteY14" fmla="*/ 1366771 h 1478768"/>
                  <a:gd name="connsiteX15" fmla="*/ 0 w 1942407"/>
                  <a:gd name="connsiteY15" fmla="*/ 1078007 h 1478768"/>
                  <a:gd name="connsiteX16" fmla="*/ 176999 w 1942407"/>
                  <a:gd name="connsiteY16" fmla="*/ 371414 h 1478768"/>
                  <a:gd name="connsiteX0" fmla="*/ 176999 w 1942407"/>
                  <a:gd name="connsiteY0" fmla="*/ 393808 h 1501162"/>
                  <a:gd name="connsiteX1" fmla="*/ 730856 w 1942407"/>
                  <a:gd name="connsiteY1" fmla="*/ 104969 h 1501162"/>
                  <a:gd name="connsiteX2" fmla="*/ 1119432 w 1942407"/>
                  <a:gd name="connsiteY2" fmla="*/ 100443 h 1501162"/>
                  <a:gd name="connsiteX3" fmla="*/ 1398559 w 1942407"/>
                  <a:gd name="connsiteY3" fmla="*/ 115464 h 1501162"/>
                  <a:gd name="connsiteX4" fmla="*/ 1628463 w 1942407"/>
                  <a:gd name="connsiteY4" fmla="*/ 204136 h 1501162"/>
                  <a:gd name="connsiteX5" fmla="*/ 1783255 w 1942407"/>
                  <a:gd name="connsiteY5" fmla="*/ 348228 h 1501162"/>
                  <a:gd name="connsiteX6" fmla="*/ 1876712 w 1942407"/>
                  <a:gd name="connsiteY6" fmla="*/ 580070 h 1501162"/>
                  <a:gd name="connsiteX7" fmla="*/ 1890984 w 1942407"/>
                  <a:gd name="connsiteY7" fmla="*/ 828271 h 1501162"/>
                  <a:gd name="connsiteX8" fmla="*/ 1839347 w 1942407"/>
                  <a:gd name="connsiteY8" fmla="*/ 1146055 h 1501162"/>
                  <a:gd name="connsiteX9" fmla="*/ 1659589 w 1942407"/>
                  <a:gd name="connsiteY9" fmla="*/ 1298946 h 1501162"/>
                  <a:gd name="connsiteX10" fmla="*/ 1360470 w 1942407"/>
                  <a:gd name="connsiteY10" fmla="*/ 1376006 h 1501162"/>
                  <a:gd name="connsiteX11" fmla="*/ 1023576 w 1942407"/>
                  <a:gd name="connsiteY11" fmla="*/ 1452950 h 1501162"/>
                  <a:gd name="connsiteX12" fmla="*/ 768865 w 1942407"/>
                  <a:gd name="connsiteY12" fmla="*/ 1449321 h 1501162"/>
                  <a:gd name="connsiteX13" fmla="*/ 525542 w 1942407"/>
                  <a:gd name="connsiteY13" fmla="*/ 1421276 h 1501162"/>
                  <a:gd name="connsiteX14" fmla="*/ 265538 w 1942407"/>
                  <a:gd name="connsiteY14" fmla="*/ 1389165 h 1501162"/>
                  <a:gd name="connsiteX15" fmla="*/ 0 w 1942407"/>
                  <a:gd name="connsiteY15" fmla="*/ 1100401 h 1501162"/>
                  <a:gd name="connsiteX16" fmla="*/ 176999 w 1942407"/>
                  <a:gd name="connsiteY16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42407" h="1501162">
                    <a:moveTo>
                      <a:pt x="176999" y="393808"/>
                    </a:moveTo>
                    <a:cubicBezTo>
                      <a:pt x="247069" y="255171"/>
                      <a:pt x="279274" y="238192"/>
                      <a:pt x="371583" y="190052"/>
                    </a:cubicBezTo>
                    <a:cubicBezTo>
                      <a:pt x="734033" y="-118530"/>
                      <a:pt x="718920" y="100020"/>
                      <a:pt x="730856" y="104969"/>
                    </a:cubicBezTo>
                    <a:cubicBezTo>
                      <a:pt x="1020398" y="-106785"/>
                      <a:pt x="991800" y="60720"/>
                      <a:pt x="1119432" y="100443"/>
                    </a:cubicBezTo>
                    <a:cubicBezTo>
                      <a:pt x="1277692" y="-63554"/>
                      <a:pt x="1313107" y="75600"/>
                      <a:pt x="1398559" y="115464"/>
                    </a:cubicBezTo>
                    <a:cubicBezTo>
                      <a:pt x="1604163" y="30535"/>
                      <a:pt x="1571356" y="153960"/>
                      <a:pt x="1628463" y="204136"/>
                    </a:cubicBezTo>
                    <a:cubicBezTo>
                      <a:pt x="1815546" y="192745"/>
                      <a:pt x="1731658" y="300197"/>
                      <a:pt x="1783255" y="348228"/>
                    </a:cubicBezTo>
                    <a:cubicBezTo>
                      <a:pt x="1992492" y="455324"/>
                      <a:pt x="1883944" y="510787"/>
                      <a:pt x="1876712" y="580070"/>
                    </a:cubicBezTo>
                    <a:cubicBezTo>
                      <a:pt x="2001780" y="728839"/>
                      <a:pt x="1914032" y="752316"/>
                      <a:pt x="1890984" y="828271"/>
                    </a:cubicBezTo>
                    <a:cubicBezTo>
                      <a:pt x="2014023" y="1013253"/>
                      <a:pt x="1880706" y="1078643"/>
                      <a:pt x="1839347" y="1146055"/>
                    </a:cubicBezTo>
                    <a:cubicBezTo>
                      <a:pt x="1779041" y="1349196"/>
                      <a:pt x="1719508" y="1247982"/>
                      <a:pt x="1659589" y="1298946"/>
                    </a:cubicBezTo>
                    <a:cubicBezTo>
                      <a:pt x="1491957" y="1523338"/>
                      <a:pt x="1462216" y="1388431"/>
                      <a:pt x="1360470" y="1376006"/>
                    </a:cubicBezTo>
                    <a:cubicBezTo>
                      <a:pt x="1198958" y="1568212"/>
                      <a:pt x="1126115" y="1474774"/>
                      <a:pt x="1023576" y="1452950"/>
                    </a:cubicBezTo>
                    <a:cubicBezTo>
                      <a:pt x="897046" y="1546280"/>
                      <a:pt x="844550" y="1480913"/>
                      <a:pt x="768865" y="1449321"/>
                    </a:cubicBezTo>
                    <a:cubicBezTo>
                      <a:pt x="693467" y="1557834"/>
                      <a:pt x="605026" y="1463311"/>
                      <a:pt x="525542" y="1421276"/>
                    </a:cubicBezTo>
                    <a:cubicBezTo>
                      <a:pt x="457875" y="1518530"/>
                      <a:pt x="326713" y="1441239"/>
                      <a:pt x="265538" y="1389165"/>
                    </a:cubicBezTo>
                    <a:cubicBezTo>
                      <a:pt x="177025" y="1292910"/>
                      <a:pt x="143897" y="1571799"/>
                      <a:pt x="0" y="1100401"/>
                    </a:cubicBezTo>
                    <a:lnTo>
                      <a:pt x="176999" y="39380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CF535B1-B55E-0947-D0A7-B0151FDA9C45}"/>
                  </a:ext>
                </a:extLst>
              </p:cNvPr>
              <p:cNvSpPr/>
              <p:nvPr/>
            </p:nvSpPr>
            <p:spPr>
              <a:xfrm rot="3978900">
                <a:off x="6276636" y="1259546"/>
                <a:ext cx="1073638" cy="463347"/>
              </a:xfrm>
              <a:prstGeom prst="ellipse">
                <a:avLst/>
              </a:pr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A4C6D7E-8A65-B08F-B15E-4E9CB950082F}"/>
                  </a:ext>
                </a:extLst>
              </p:cNvPr>
              <p:cNvSpPr/>
              <p:nvPr/>
            </p:nvSpPr>
            <p:spPr>
              <a:xfrm rot="5842845">
                <a:off x="4886130" y="1320300"/>
                <a:ext cx="1073638" cy="463347"/>
              </a:xfrm>
              <a:prstGeom prst="ellipse">
                <a:avLst/>
              </a:pr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5D6734E-EF50-FA03-D715-35339E9EA593}"/>
                  </a:ext>
                </a:extLst>
              </p:cNvPr>
              <p:cNvSpPr/>
              <p:nvPr/>
            </p:nvSpPr>
            <p:spPr>
              <a:xfrm rot="15144518">
                <a:off x="5697943" y="3597181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201DA8B-A652-E64C-BE23-0BE052DD055A}"/>
                  </a:ext>
                </a:extLst>
              </p:cNvPr>
              <p:cNvSpPr/>
              <p:nvPr/>
            </p:nvSpPr>
            <p:spPr>
              <a:xfrm rot="15144518">
                <a:off x="5167962" y="3733270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A5707D-1A9D-7A60-2CE3-C8E35F07A0CB}"/>
                  </a:ext>
                </a:extLst>
              </p:cNvPr>
              <p:cNvSpPr/>
              <p:nvPr/>
            </p:nvSpPr>
            <p:spPr>
              <a:xfrm rot="15144518">
                <a:off x="4028698" y="3679998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A5C108C-3D0B-0A70-9857-1DE3D56D3134}"/>
                  </a:ext>
                </a:extLst>
              </p:cNvPr>
              <p:cNvSpPr/>
              <p:nvPr/>
            </p:nvSpPr>
            <p:spPr>
              <a:xfrm rot="15144518">
                <a:off x="3512157" y="3760321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Rectangle: Rounded Corners 4">
                <a:extLst>
                  <a:ext uri="{FF2B5EF4-FFF2-40B4-BE49-F238E27FC236}">
                    <a16:creationId xmlns:a16="http://schemas.microsoft.com/office/drawing/2014/main" id="{3DE8D37A-BD4B-D914-0995-C92B5EA892D8}"/>
                  </a:ext>
                </a:extLst>
              </p:cNvPr>
              <p:cNvSpPr/>
              <p:nvPr/>
            </p:nvSpPr>
            <p:spPr>
              <a:xfrm rot="21072416">
                <a:off x="5516903" y="712247"/>
                <a:ext cx="1273390" cy="1850881"/>
              </a:xfrm>
              <a:custGeom>
                <a:avLst/>
                <a:gdLst>
                  <a:gd name="connsiteX0" fmla="*/ 0 w 1130300"/>
                  <a:gd name="connsiteY0" fmla="*/ 436917 h 1820282"/>
                  <a:gd name="connsiteX1" fmla="*/ 436917 w 1130300"/>
                  <a:gd name="connsiteY1" fmla="*/ 0 h 1820282"/>
                  <a:gd name="connsiteX2" fmla="*/ 693383 w 1130300"/>
                  <a:gd name="connsiteY2" fmla="*/ 0 h 1820282"/>
                  <a:gd name="connsiteX3" fmla="*/ 1130300 w 1130300"/>
                  <a:gd name="connsiteY3" fmla="*/ 436917 h 1820282"/>
                  <a:gd name="connsiteX4" fmla="*/ 1130300 w 1130300"/>
                  <a:gd name="connsiteY4" fmla="*/ 1383365 h 1820282"/>
                  <a:gd name="connsiteX5" fmla="*/ 693383 w 1130300"/>
                  <a:gd name="connsiteY5" fmla="*/ 1820282 h 1820282"/>
                  <a:gd name="connsiteX6" fmla="*/ 436917 w 1130300"/>
                  <a:gd name="connsiteY6" fmla="*/ 1820282 h 1820282"/>
                  <a:gd name="connsiteX7" fmla="*/ 0 w 1130300"/>
                  <a:gd name="connsiteY7" fmla="*/ 1383365 h 1820282"/>
                  <a:gd name="connsiteX8" fmla="*/ 0 w 1130300"/>
                  <a:gd name="connsiteY8" fmla="*/ 436917 h 1820282"/>
                  <a:gd name="connsiteX0" fmla="*/ 57968 w 1188268"/>
                  <a:gd name="connsiteY0" fmla="*/ 436917 h 1820282"/>
                  <a:gd name="connsiteX1" fmla="*/ 494885 w 1188268"/>
                  <a:gd name="connsiteY1" fmla="*/ 0 h 1820282"/>
                  <a:gd name="connsiteX2" fmla="*/ 751351 w 1188268"/>
                  <a:gd name="connsiteY2" fmla="*/ 0 h 1820282"/>
                  <a:gd name="connsiteX3" fmla="*/ 1188268 w 1188268"/>
                  <a:gd name="connsiteY3" fmla="*/ 436917 h 1820282"/>
                  <a:gd name="connsiteX4" fmla="*/ 1188268 w 1188268"/>
                  <a:gd name="connsiteY4" fmla="*/ 1383365 h 1820282"/>
                  <a:gd name="connsiteX5" fmla="*/ 751351 w 1188268"/>
                  <a:gd name="connsiteY5" fmla="*/ 1820282 h 1820282"/>
                  <a:gd name="connsiteX6" fmla="*/ 494885 w 1188268"/>
                  <a:gd name="connsiteY6" fmla="*/ 1820282 h 1820282"/>
                  <a:gd name="connsiteX7" fmla="*/ 57968 w 1188268"/>
                  <a:gd name="connsiteY7" fmla="*/ 1383365 h 1820282"/>
                  <a:gd name="connsiteX8" fmla="*/ 57968 w 1188268"/>
                  <a:gd name="connsiteY8" fmla="*/ 436917 h 1820282"/>
                  <a:gd name="connsiteX0" fmla="*/ 89669 w 1219969"/>
                  <a:gd name="connsiteY0" fmla="*/ 436917 h 1820282"/>
                  <a:gd name="connsiteX1" fmla="*/ 526586 w 1219969"/>
                  <a:gd name="connsiteY1" fmla="*/ 0 h 1820282"/>
                  <a:gd name="connsiteX2" fmla="*/ 783052 w 1219969"/>
                  <a:gd name="connsiteY2" fmla="*/ 0 h 1820282"/>
                  <a:gd name="connsiteX3" fmla="*/ 1219969 w 1219969"/>
                  <a:gd name="connsiteY3" fmla="*/ 436917 h 1820282"/>
                  <a:gd name="connsiteX4" fmla="*/ 1219969 w 1219969"/>
                  <a:gd name="connsiteY4" fmla="*/ 1383365 h 1820282"/>
                  <a:gd name="connsiteX5" fmla="*/ 783052 w 1219969"/>
                  <a:gd name="connsiteY5" fmla="*/ 1820282 h 1820282"/>
                  <a:gd name="connsiteX6" fmla="*/ 526586 w 1219969"/>
                  <a:gd name="connsiteY6" fmla="*/ 1820282 h 1820282"/>
                  <a:gd name="connsiteX7" fmla="*/ 89669 w 1219969"/>
                  <a:gd name="connsiteY7" fmla="*/ 1383365 h 1820282"/>
                  <a:gd name="connsiteX8" fmla="*/ 89669 w 1219969"/>
                  <a:gd name="connsiteY8" fmla="*/ 436917 h 1820282"/>
                  <a:gd name="connsiteX0" fmla="*/ 89669 w 1243144"/>
                  <a:gd name="connsiteY0" fmla="*/ 436917 h 1820282"/>
                  <a:gd name="connsiteX1" fmla="*/ 526586 w 1243144"/>
                  <a:gd name="connsiteY1" fmla="*/ 0 h 1820282"/>
                  <a:gd name="connsiteX2" fmla="*/ 783052 w 1243144"/>
                  <a:gd name="connsiteY2" fmla="*/ 0 h 1820282"/>
                  <a:gd name="connsiteX3" fmla="*/ 1219969 w 1243144"/>
                  <a:gd name="connsiteY3" fmla="*/ 436917 h 1820282"/>
                  <a:gd name="connsiteX4" fmla="*/ 1219969 w 1243144"/>
                  <a:gd name="connsiteY4" fmla="*/ 1383365 h 1820282"/>
                  <a:gd name="connsiteX5" fmla="*/ 783052 w 1243144"/>
                  <a:gd name="connsiteY5" fmla="*/ 1820282 h 1820282"/>
                  <a:gd name="connsiteX6" fmla="*/ 526586 w 1243144"/>
                  <a:gd name="connsiteY6" fmla="*/ 1820282 h 1820282"/>
                  <a:gd name="connsiteX7" fmla="*/ 89669 w 1243144"/>
                  <a:gd name="connsiteY7" fmla="*/ 1383365 h 1820282"/>
                  <a:gd name="connsiteX8" fmla="*/ 89669 w 1243144"/>
                  <a:gd name="connsiteY8" fmla="*/ 436917 h 1820282"/>
                  <a:gd name="connsiteX0" fmla="*/ 89669 w 1249775"/>
                  <a:gd name="connsiteY0" fmla="*/ 436917 h 1820282"/>
                  <a:gd name="connsiteX1" fmla="*/ 526586 w 1249775"/>
                  <a:gd name="connsiteY1" fmla="*/ 0 h 1820282"/>
                  <a:gd name="connsiteX2" fmla="*/ 783052 w 1249775"/>
                  <a:gd name="connsiteY2" fmla="*/ 0 h 1820282"/>
                  <a:gd name="connsiteX3" fmla="*/ 1219969 w 1249775"/>
                  <a:gd name="connsiteY3" fmla="*/ 436917 h 1820282"/>
                  <a:gd name="connsiteX4" fmla="*/ 1219969 w 1249775"/>
                  <a:gd name="connsiteY4" fmla="*/ 1383365 h 1820282"/>
                  <a:gd name="connsiteX5" fmla="*/ 783052 w 1249775"/>
                  <a:gd name="connsiteY5" fmla="*/ 1820282 h 1820282"/>
                  <a:gd name="connsiteX6" fmla="*/ 526586 w 1249775"/>
                  <a:gd name="connsiteY6" fmla="*/ 1820282 h 1820282"/>
                  <a:gd name="connsiteX7" fmla="*/ 89669 w 1249775"/>
                  <a:gd name="connsiteY7" fmla="*/ 1383365 h 1820282"/>
                  <a:gd name="connsiteX8" fmla="*/ 89669 w 1249775"/>
                  <a:gd name="connsiteY8" fmla="*/ 436917 h 1820282"/>
                  <a:gd name="connsiteX0" fmla="*/ 115692 w 1275798"/>
                  <a:gd name="connsiteY0" fmla="*/ 436917 h 1820282"/>
                  <a:gd name="connsiteX1" fmla="*/ 552609 w 1275798"/>
                  <a:gd name="connsiteY1" fmla="*/ 0 h 1820282"/>
                  <a:gd name="connsiteX2" fmla="*/ 809075 w 1275798"/>
                  <a:gd name="connsiteY2" fmla="*/ 0 h 1820282"/>
                  <a:gd name="connsiteX3" fmla="*/ 1245992 w 1275798"/>
                  <a:gd name="connsiteY3" fmla="*/ 436917 h 1820282"/>
                  <a:gd name="connsiteX4" fmla="*/ 1245992 w 1275798"/>
                  <a:gd name="connsiteY4" fmla="*/ 1383365 h 1820282"/>
                  <a:gd name="connsiteX5" fmla="*/ 809075 w 1275798"/>
                  <a:gd name="connsiteY5" fmla="*/ 1820282 h 1820282"/>
                  <a:gd name="connsiteX6" fmla="*/ 552609 w 1275798"/>
                  <a:gd name="connsiteY6" fmla="*/ 1820282 h 1820282"/>
                  <a:gd name="connsiteX7" fmla="*/ 72215 w 1275798"/>
                  <a:gd name="connsiteY7" fmla="*/ 1415193 h 1820282"/>
                  <a:gd name="connsiteX8" fmla="*/ 115692 w 1275798"/>
                  <a:gd name="connsiteY8" fmla="*/ 436917 h 1820282"/>
                  <a:gd name="connsiteX0" fmla="*/ 115692 w 1275798"/>
                  <a:gd name="connsiteY0" fmla="*/ 436917 h 1820282"/>
                  <a:gd name="connsiteX1" fmla="*/ 552609 w 1275798"/>
                  <a:gd name="connsiteY1" fmla="*/ 0 h 1820282"/>
                  <a:gd name="connsiteX2" fmla="*/ 809075 w 1275798"/>
                  <a:gd name="connsiteY2" fmla="*/ 0 h 1820282"/>
                  <a:gd name="connsiteX3" fmla="*/ 1245992 w 1275798"/>
                  <a:gd name="connsiteY3" fmla="*/ 436917 h 1820282"/>
                  <a:gd name="connsiteX4" fmla="*/ 1245992 w 1275798"/>
                  <a:gd name="connsiteY4" fmla="*/ 1383365 h 1820282"/>
                  <a:gd name="connsiteX5" fmla="*/ 809075 w 1275798"/>
                  <a:gd name="connsiteY5" fmla="*/ 1820282 h 1820282"/>
                  <a:gd name="connsiteX6" fmla="*/ 552609 w 1275798"/>
                  <a:gd name="connsiteY6" fmla="*/ 1820282 h 1820282"/>
                  <a:gd name="connsiteX7" fmla="*/ 72215 w 1275798"/>
                  <a:gd name="connsiteY7" fmla="*/ 1415193 h 1820282"/>
                  <a:gd name="connsiteX8" fmla="*/ 115692 w 1275798"/>
                  <a:gd name="connsiteY8" fmla="*/ 436917 h 1820282"/>
                  <a:gd name="connsiteX0" fmla="*/ 115692 w 1303410"/>
                  <a:gd name="connsiteY0" fmla="*/ 436917 h 1820282"/>
                  <a:gd name="connsiteX1" fmla="*/ 552609 w 1303410"/>
                  <a:gd name="connsiteY1" fmla="*/ 0 h 1820282"/>
                  <a:gd name="connsiteX2" fmla="*/ 809075 w 1303410"/>
                  <a:gd name="connsiteY2" fmla="*/ 0 h 1820282"/>
                  <a:gd name="connsiteX3" fmla="*/ 1245992 w 1303410"/>
                  <a:gd name="connsiteY3" fmla="*/ 436917 h 1820282"/>
                  <a:gd name="connsiteX4" fmla="*/ 1283645 w 1303410"/>
                  <a:gd name="connsiteY4" fmla="*/ 1389189 h 1820282"/>
                  <a:gd name="connsiteX5" fmla="*/ 809075 w 1303410"/>
                  <a:gd name="connsiteY5" fmla="*/ 1820282 h 1820282"/>
                  <a:gd name="connsiteX6" fmla="*/ 552609 w 1303410"/>
                  <a:gd name="connsiteY6" fmla="*/ 1820282 h 1820282"/>
                  <a:gd name="connsiteX7" fmla="*/ 72215 w 1303410"/>
                  <a:gd name="connsiteY7" fmla="*/ 1415193 h 1820282"/>
                  <a:gd name="connsiteX8" fmla="*/ 115692 w 1303410"/>
                  <a:gd name="connsiteY8" fmla="*/ 436917 h 1820282"/>
                  <a:gd name="connsiteX0" fmla="*/ 115692 w 1303410"/>
                  <a:gd name="connsiteY0" fmla="*/ 436917 h 1820282"/>
                  <a:gd name="connsiteX1" fmla="*/ 552609 w 1303410"/>
                  <a:gd name="connsiteY1" fmla="*/ 0 h 1820282"/>
                  <a:gd name="connsiteX2" fmla="*/ 809075 w 1303410"/>
                  <a:gd name="connsiteY2" fmla="*/ 0 h 1820282"/>
                  <a:gd name="connsiteX3" fmla="*/ 1245992 w 1303410"/>
                  <a:gd name="connsiteY3" fmla="*/ 436917 h 1820282"/>
                  <a:gd name="connsiteX4" fmla="*/ 1283645 w 1303410"/>
                  <a:gd name="connsiteY4" fmla="*/ 1389189 h 1820282"/>
                  <a:gd name="connsiteX5" fmla="*/ 809075 w 1303410"/>
                  <a:gd name="connsiteY5" fmla="*/ 1820282 h 1820282"/>
                  <a:gd name="connsiteX6" fmla="*/ 552609 w 1303410"/>
                  <a:gd name="connsiteY6" fmla="*/ 1820282 h 1820282"/>
                  <a:gd name="connsiteX7" fmla="*/ 72215 w 1303410"/>
                  <a:gd name="connsiteY7" fmla="*/ 1415193 h 1820282"/>
                  <a:gd name="connsiteX8" fmla="*/ 115692 w 1303410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281118"/>
                  <a:gd name="connsiteY0" fmla="*/ 436917 h 1820282"/>
                  <a:gd name="connsiteX1" fmla="*/ 550082 w 1281118"/>
                  <a:gd name="connsiteY1" fmla="*/ 0 h 1820282"/>
                  <a:gd name="connsiteX2" fmla="*/ 806548 w 1281118"/>
                  <a:gd name="connsiteY2" fmla="*/ 0 h 1820282"/>
                  <a:gd name="connsiteX3" fmla="*/ 1243465 w 1281118"/>
                  <a:gd name="connsiteY3" fmla="*/ 436917 h 1820282"/>
                  <a:gd name="connsiteX4" fmla="*/ 1281118 w 1281118"/>
                  <a:gd name="connsiteY4" fmla="*/ 1389189 h 1820282"/>
                  <a:gd name="connsiteX5" fmla="*/ 806548 w 1281118"/>
                  <a:gd name="connsiteY5" fmla="*/ 1820282 h 1820282"/>
                  <a:gd name="connsiteX6" fmla="*/ 550082 w 1281118"/>
                  <a:gd name="connsiteY6" fmla="*/ 1820282 h 1820282"/>
                  <a:gd name="connsiteX7" fmla="*/ 69688 w 1281118"/>
                  <a:gd name="connsiteY7" fmla="*/ 1415193 h 1820282"/>
                  <a:gd name="connsiteX8" fmla="*/ 113165 w 1281118"/>
                  <a:gd name="connsiteY8" fmla="*/ 436917 h 1820282"/>
                  <a:gd name="connsiteX0" fmla="*/ 0 w 1167953"/>
                  <a:gd name="connsiteY0" fmla="*/ 436917 h 1820282"/>
                  <a:gd name="connsiteX1" fmla="*/ 436917 w 1167953"/>
                  <a:gd name="connsiteY1" fmla="*/ 0 h 1820282"/>
                  <a:gd name="connsiteX2" fmla="*/ 693383 w 1167953"/>
                  <a:gd name="connsiteY2" fmla="*/ 0 h 1820282"/>
                  <a:gd name="connsiteX3" fmla="*/ 1130300 w 1167953"/>
                  <a:gd name="connsiteY3" fmla="*/ 436917 h 1820282"/>
                  <a:gd name="connsiteX4" fmla="*/ 1167953 w 1167953"/>
                  <a:gd name="connsiteY4" fmla="*/ 1389189 h 1820282"/>
                  <a:gd name="connsiteX5" fmla="*/ 693383 w 1167953"/>
                  <a:gd name="connsiteY5" fmla="*/ 1820282 h 1820282"/>
                  <a:gd name="connsiteX6" fmla="*/ 436917 w 1167953"/>
                  <a:gd name="connsiteY6" fmla="*/ 1820282 h 1820282"/>
                  <a:gd name="connsiteX7" fmla="*/ 0 w 1167953"/>
                  <a:gd name="connsiteY7" fmla="*/ 436917 h 1820282"/>
                  <a:gd name="connsiteX0" fmla="*/ 89179 w 1257132"/>
                  <a:gd name="connsiteY0" fmla="*/ 436917 h 1820282"/>
                  <a:gd name="connsiteX1" fmla="*/ 526096 w 1257132"/>
                  <a:gd name="connsiteY1" fmla="*/ 0 h 1820282"/>
                  <a:gd name="connsiteX2" fmla="*/ 782562 w 1257132"/>
                  <a:gd name="connsiteY2" fmla="*/ 0 h 1820282"/>
                  <a:gd name="connsiteX3" fmla="*/ 1219479 w 1257132"/>
                  <a:gd name="connsiteY3" fmla="*/ 436917 h 1820282"/>
                  <a:gd name="connsiteX4" fmla="*/ 1257132 w 1257132"/>
                  <a:gd name="connsiteY4" fmla="*/ 1389189 h 1820282"/>
                  <a:gd name="connsiteX5" fmla="*/ 782562 w 1257132"/>
                  <a:gd name="connsiteY5" fmla="*/ 1820282 h 1820282"/>
                  <a:gd name="connsiteX6" fmla="*/ 526096 w 1257132"/>
                  <a:gd name="connsiteY6" fmla="*/ 1820282 h 1820282"/>
                  <a:gd name="connsiteX7" fmla="*/ 89179 w 1257132"/>
                  <a:gd name="connsiteY7" fmla="*/ 436917 h 1820282"/>
                  <a:gd name="connsiteX0" fmla="*/ 89179 w 1219479"/>
                  <a:gd name="connsiteY0" fmla="*/ 436917 h 1820282"/>
                  <a:gd name="connsiteX1" fmla="*/ 526096 w 1219479"/>
                  <a:gd name="connsiteY1" fmla="*/ 0 h 1820282"/>
                  <a:gd name="connsiteX2" fmla="*/ 782562 w 1219479"/>
                  <a:gd name="connsiteY2" fmla="*/ 0 h 1820282"/>
                  <a:gd name="connsiteX3" fmla="*/ 1219479 w 1219479"/>
                  <a:gd name="connsiteY3" fmla="*/ 436917 h 1820282"/>
                  <a:gd name="connsiteX4" fmla="*/ 782562 w 1219479"/>
                  <a:gd name="connsiteY4" fmla="*/ 1820282 h 1820282"/>
                  <a:gd name="connsiteX5" fmla="*/ 526096 w 1219479"/>
                  <a:gd name="connsiteY5" fmla="*/ 1820282 h 1820282"/>
                  <a:gd name="connsiteX6" fmla="*/ 89179 w 1219479"/>
                  <a:gd name="connsiteY6" fmla="*/ 436917 h 1820282"/>
                  <a:gd name="connsiteX0" fmla="*/ 89179 w 1246125"/>
                  <a:gd name="connsiteY0" fmla="*/ 436917 h 1820282"/>
                  <a:gd name="connsiteX1" fmla="*/ 526096 w 1246125"/>
                  <a:gd name="connsiteY1" fmla="*/ 0 h 1820282"/>
                  <a:gd name="connsiteX2" fmla="*/ 782562 w 1246125"/>
                  <a:gd name="connsiteY2" fmla="*/ 0 h 1820282"/>
                  <a:gd name="connsiteX3" fmla="*/ 1219479 w 1246125"/>
                  <a:gd name="connsiteY3" fmla="*/ 436917 h 1820282"/>
                  <a:gd name="connsiteX4" fmla="*/ 782562 w 1246125"/>
                  <a:gd name="connsiteY4" fmla="*/ 1820282 h 1820282"/>
                  <a:gd name="connsiteX5" fmla="*/ 526096 w 1246125"/>
                  <a:gd name="connsiteY5" fmla="*/ 1820282 h 1820282"/>
                  <a:gd name="connsiteX6" fmla="*/ 89179 w 1246125"/>
                  <a:gd name="connsiteY6" fmla="*/ 436917 h 1820282"/>
                  <a:gd name="connsiteX0" fmla="*/ 89179 w 1273390"/>
                  <a:gd name="connsiteY0" fmla="*/ 436917 h 1820282"/>
                  <a:gd name="connsiteX1" fmla="*/ 526096 w 1273390"/>
                  <a:gd name="connsiteY1" fmla="*/ 0 h 1820282"/>
                  <a:gd name="connsiteX2" fmla="*/ 782562 w 1273390"/>
                  <a:gd name="connsiteY2" fmla="*/ 0 h 1820282"/>
                  <a:gd name="connsiteX3" fmla="*/ 1219479 w 1273390"/>
                  <a:gd name="connsiteY3" fmla="*/ 436917 h 1820282"/>
                  <a:gd name="connsiteX4" fmla="*/ 782562 w 1273390"/>
                  <a:gd name="connsiteY4" fmla="*/ 1820282 h 1820282"/>
                  <a:gd name="connsiteX5" fmla="*/ 526096 w 1273390"/>
                  <a:gd name="connsiteY5" fmla="*/ 1820282 h 1820282"/>
                  <a:gd name="connsiteX6" fmla="*/ 89179 w 1273390"/>
                  <a:gd name="connsiteY6" fmla="*/ 436917 h 1820282"/>
                  <a:gd name="connsiteX0" fmla="*/ 89179 w 1273390"/>
                  <a:gd name="connsiteY0" fmla="*/ 436917 h 1843358"/>
                  <a:gd name="connsiteX1" fmla="*/ 526096 w 1273390"/>
                  <a:gd name="connsiteY1" fmla="*/ 0 h 1843358"/>
                  <a:gd name="connsiteX2" fmla="*/ 782562 w 1273390"/>
                  <a:gd name="connsiteY2" fmla="*/ 0 h 1843358"/>
                  <a:gd name="connsiteX3" fmla="*/ 1219479 w 1273390"/>
                  <a:gd name="connsiteY3" fmla="*/ 436917 h 1843358"/>
                  <a:gd name="connsiteX4" fmla="*/ 782562 w 1273390"/>
                  <a:gd name="connsiteY4" fmla="*/ 1820282 h 1843358"/>
                  <a:gd name="connsiteX5" fmla="*/ 526096 w 1273390"/>
                  <a:gd name="connsiteY5" fmla="*/ 1820282 h 1843358"/>
                  <a:gd name="connsiteX6" fmla="*/ 89179 w 1273390"/>
                  <a:gd name="connsiteY6" fmla="*/ 436917 h 1843358"/>
                  <a:gd name="connsiteX0" fmla="*/ 89179 w 1273390"/>
                  <a:gd name="connsiteY0" fmla="*/ 436917 h 1850881"/>
                  <a:gd name="connsiteX1" fmla="*/ 526096 w 1273390"/>
                  <a:gd name="connsiteY1" fmla="*/ 0 h 1850881"/>
                  <a:gd name="connsiteX2" fmla="*/ 782562 w 1273390"/>
                  <a:gd name="connsiteY2" fmla="*/ 0 h 1850881"/>
                  <a:gd name="connsiteX3" fmla="*/ 1219479 w 1273390"/>
                  <a:gd name="connsiteY3" fmla="*/ 436917 h 1850881"/>
                  <a:gd name="connsiteX4" fmla="*/ 782562 w 1273390"/>
                  <a:gd name="connsiteY4" fmla="*/ 1820282 h 1850881"/>
                  <a:gd name="connsiteX5" fmla="*/ 526096 w 1273390"/>
                  <a:gd name="connsiteY5" fmla="*/ 1820282 h 1850881"/>
                  <a:gd name="connsiteX6" fmla="*/ 89179 w 1273390"/>
                  <a:gd name="connsiteY6" fmla="*/ 436917 h 1850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73390" h="1850881">
                    <a:moveTo>
                      <a:pt x="89179" y="436917"/>
                    </a:moveTo>
                    <a:cubicBezTo>
                      <a:pt x="153874" y="192771"/>
                      <a:pt x="284793" y="0"/>
                      <a:pt x="526096" y="0"/>
                    </a:cubicBezTo>
                    <a:lnTo>
                      <a:pt x="782562" y="0"/>
                    </a:lnTo>
                    <a:cubicBezTo>
                      <a:pt x="1023865" y="0"/>
                      <a:pt x="1154784" y="198457"/>
                      <a:pt x="1219479" y="436917"/>
                    </a:cubicBezTo>
                    <a:cubicBezTo>
                      <a:pt x="1219479" y="740297"/>
                      <a:pt x="1499659" y="1605662"/>
                      <a:pt x="782562" y="1820282"/>
                    </a:cubicBezTo>
                    <a:cubicBezTo>
                      <a:pt x="689042" y="1872203"/>
                      <a:pt x="601354" y="1848236"/>
                      <a:pt x="526096" y="1820282"/>
                    </a:cubicBezTo>
                    <a:cubicBezTo>
                      <a:pt x="-293348" y="1570799"/>
                      <a:pt x="89179" y="740297"/>
                      <a:pt x="89179" y="436917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Rectangle 6">
                <a:extLst>
                  <a:ext uri="{FF2B5EF4-FFF2-40B4-BE49-F238E27FC236}">
                    <a16:creationId xmlns:a16="http://schemas.microsoft.com/office/drawing/2014/main" id="{005B46D5-9FB9-CCC9-5962-A35BA08E5207}"/>
                  </a:ext>
                </a:extLst>
              </p:cNvPr>
              <p:cNvSpPr/>
              <p:nvPr/>
            </p:nvSpPr>
            <p:spPr>
              <a:xfrm>
                <a:off x="5286729" y="445616"/>
                <a:ext cx="1618541" cy="927964"/>
              </a:xfrm>
              <a:custGeom>
                <a:avLst/>
                <a:gdLst>
                  <a:gd name="connsiteX0" fmla="*/ 0 w 552450"/>
                  <a:gd name="connsiteY0" fmla="*/ 0 h 226218"/>
                  <a:gd name="connsiteX1" fmla="*/ 552450 w 552450"/>
                  <a:gd name="connsiteY1" fmla="*/ 0 h 226218"/>
                  <a:gd name="connsiteX2" fmla="*/ 552450 w 552450"/>
                  <a:gd name="connsiteY2" fmla="*/ 226218 h 226218"/>
                  <a:gd name="connsiteX3" fmla="*/ 0 w 552450"/>
                  <a:gd name="connsiteY3" fmla="*/ 226218 h 226218"/>
                  <a:gd name="connsiteX4" fmla="*/ 0 w 552450"/>
                  <a:gd name="connsiteY4" fmla="*/ 0 h 226218"/>
                  <a:gd name="connsiteX0" fmla="*/ 0 w 564968"/>
                  <a:gd name="connsiteY0" fmla="*/ 6885 h 226218"/>
                  <a:gd name="connsiteX1" fmla="*/ 564968 w 564968"/>
                  <a:gd name="connsiteY1" fmla="*/ 0 h 226218"/>
                  <a:gd name="connsiteX2" fmla="*/ 564968 w 564968"/>
                  <a:gd name="connsiteY2" fmla="*/ 226218 h 226218"/>
                  <a:gd name="connsiteX3" fmla="*/ 12518 w 564968"/>
                  <a:gd name="connsiteY3" fmla="*/ 226218 h 226218"/>
                  <a:gd name="connsiteX4" fmla="*/ 0 w 564968"/>
                  <a:gd name="connsiteY4" fmla="*/ 6885 h 226218"/>
                  <a:gd name="connsiteX0" fmla="*/ 0 w 564968"/>
                  <a:gd name="connsiteY0" fmla="*/ 6885 h 328350"/>
                  <a:gd name="connsiteX1" fmla="*/ 564968 w 564968"/>
                  <a:gd name="connsiteY1" fmla="*/ 0 h 328350"/>
                  <a:gd name="connsiteX2" fmla="*/ 564968 w 564968"/>
                  <a:gd name="connsiteY2" fmla="*/ 226218 h 328350"/>
                  <a:gd name="connsiteX3" fmla="*/ 44237 w 564968"/>
                  <a:gd name="connsiteY3" fmla="*/ 328350 h 328350"/>
                  <a:gd name="connsiteX4" fmla="*/ 0 w 564968"/>
                  <a:gd name="connsiteY4" fmla="*/ 6885 h 328350"/>
                  <a:gd name="connsiteX0" fmla="*/ 179969 w 744937"/>
                  <a:gd name="connsiteY0" fmla="*/ 6885 h 339331"/>
                  <a:gd name="connsiteX1" fmla="*/ 744937 w 744937"/>
                  <a:gd name="connsiteY1" fmla="*/ 0 h 339331"/>
                  <a:gd name="connsiteX2" fmla="*/ 744937 w 744937"/>
                  <a:gd name="connsiteY2" fmla="*/ 226218 h 339331"/>
                  <a:gd name="connsiteX3" fmla="*/ 224206 w 744937"/>
                  <a:gd name="connsiteY3" fmla="*/ 328350 h 339331"/>
                  <a:gd name="connsiteX4" fmla="*/ 179969 w 744937"/>
                  <a:gd name="connsiteY4" fmla="*/ 6885 h 339331"/>
                  <a:gd name="connsiteX0" fmla="*/ 223345 w 788313"/>
                  <a:gd name="connsiteY0" fmla="*/ 11730 h 340170"/>
                  <a:gd name="connsiteX1" fmla="*/ 788313 w 788313"/>
                  <a:gd name="connsiteY1" fmla="*/ 4845 h 340170"/>
                  <a:gd name="connsiteX2" fmla="*/ 788313 w 788313"/>
                  <a:gd name="connsiteY2" fmla="*/ 231063 h 340170"/>
                  <a:gd name="connsiteX3" fmla="*/ 267582 w 788313"/>
                  <a:gd name="connsiteY3" fmla="*/ 333195 h 340170"/>
                  <a:gd name="connsiteX4" fmla="*/ 223345 w 788313"/>
                  <a:gd name="connsiteY4" fmla="*/ 11730 h 340170"/>
                  <a:gd name="connsiteX0" fmla="*/ 184897 w 749865"/>
                  <a:gd name="connsiteY0" fmla="*/ 11584 h 341322"/>
                  <a:gd name="connsiteX1" fmla="*/ 749865 w 749865"/>
                  <a:gd name="connsiteY1" fmla="*/ 4699 h 341322"/>
                  <a:gd name="connsiteX2" fmla="*/ 749865 w 749865"/>
                  <a:gd name="connsiteY2" fmla="*/ 230917 h 341322"/>
                  <a:gd name="connsiteX3" fmla="*/ 229134 w 749865"/>
                  <a:gd name="connsiteY3" fmla="*/ 333049 h 341322"/>
                  <a:gd name="connsiteX4" fmla="*/ 184897 w 749865"/>
                  <a:gd name="connsiteY4" fmla="*/ 11584 h 341322"/>
                  <a:gd name="connsiteX0" fmla="*/ 184897 w 749865"/>
                  <a:gd name="connsiteY0" fmla="*/ 70915 h 400653"/>
                  <a:gd name="connsiteX1" fmla="*/ 397945 w 749865"/>
                  <a:gd name="connsiteY1" fmla="*/ 0 h 400653"/>
                  <a:gd name="connsiteX2" fmla="*/ 749865 w 749865"/>
                  <a:gd name="connsiteY2" fmla="*/ 64030 h 400653"/>
                  <a:gd name="connsiteX3" fmla="*/ 749865 w 749865"/>
                  <a:gd name="connsiteY3" fmla="*/ 290248 h 400653"/>
                  <a:gd name="connsiteX4" fmla="*/ 229134 w 749865"/>
                  <a:gd name="connsiteY4" fmla="*/ 392380 h 400653"/>
                  <a:gd name="connsiteX5" fmla="*/ 184897 w 749865"/>
                  <a:gd name="connsiteY5" fmla="*/ 70915 h 400653"/>
                  <a:gd name="connsiteX0" fmla="*/ 184897 w 749865"/>
                  <a:gd name="connsiteY0" fmla="*/ 119192 h 448930"/>
                  <a:gd name="connsiteX1" fmla="*/ 397945 w 749865"/>
                  <a:gd name="connsiteY1" fmla="*/ 48277 h 448930"/>
                  <a:gd name="connsiteX2" fmla="*/ 749865 w 749865"/>
                  <a:gd name="connsiteY2" fmla="*/ 112307 h 448930"/>
                  <a:gd name="connsiteX3" fmla="*/ 749865 w 749865"/>
                  <a:gd name="connsiteY3" fmla="*/ 338525 h 448930"/>
                  <a:gd name="connsiteX4" fmla="*/ 229134 w 749865"/>
                  <a:gd name="connsiteY4" fmla="*/ 440657 h 448930"/>
                  <a:gd name="connsiteX5" fmla="*/ 184897 w 749865"/>
                  <a:gd name="connsiteY5" fmla="*/ 119192 h 448930"/>
                  <a:gd name="connsiteX0" fmla="*/ 184897 w 749865"/>
                  <a:gd name="connsiteY0" fmla="*/ 125423 h 455161"/>
                  <a:gd name="connsiteX1" fmla="*/ 397945 w 749865"/>
                  <a:gd name="connsiteY1" fmla="*/ 54508 h 455161"/>
                  <a:gd name="connsiteX2" fmla="*/ 749865 w 749865"/>
                  <a:gd name="connsiteY2" fmla="*/ 118538 h 455161"/>
                  <a:gd name="connsiteX3" fmla="*/ 749865 w 749865"/>
                  <a:gd name="connsiteY3" fmla="*/ 344756 h 455161"/>
                  <a:gd name="connsiteX4" fmla="*/ 229134 w 749865"/>
                  <a:gd name="connsiteY4" fmla="*/ 446888 h 455161"/>
                  <a:gd name="connsiteX5" fmla="*/ 184897 w 749865"/>
                  <a:gd name="connsiteY5" fmla="*/ 125423 h 455161"/>
                  <a:gd name="connsiteX0" fmla="*/ 184897 w 749865"/>
                  <a:gd name="connsiteY0" fmla="*/ 125423 h 455161"/>
                  <a:gd name="connsiteX1" fmla="*/ 397945 w 749865"/>
                  <a:gd name="connsiteY1" fmla="*/ 54508 h 455161"/>
                  <a:gd name="connsiteX2" fmla="*/ 649887 w 749865"/>
                  <a:gd name="connsiteY2" fmla="*/ 38222 h 455161"/>
                  <a:gd name="connsiteX3" fmla="*/ 749865 w 749865"/>
                  <a:gd name="connsiteY3" fmla="*/ 118538 h 455161"/>
                  <a:gd name="connsiteX4" fmla="*/ 749865 w 749865"/>
                  <a:gd name="connsiteY4" fmla="*/ 344756 h 455161"/>
                  <a:gd name="connsiteX5" fmla="*/ 229134 w 749865"/>
                  <a:gd name="connsiteY5" fmla="*/ 446888 h 455161"/>
                  <a:gd name="connsiteX6" fmla="*/ 184897 w 749865"/>
                  <a:gd name="connsiteY6" fmla="*/ 125423 h 455161"/>
                  <a:gd name="connsiteX0" fmla="*/ 184897 w 749865"/>
                  <a:gd name="connsiteY0" fmla="*/ 162775 h 492513"/>
                  <a:gd name="connsiteX1" fmla="*/ 397945 w 749865"/>
                  <a:gd name="connsiteY1" fmla="*/ 91860 h 492513"/>
                  <a:gd name="connsiteX2" fmla="*/ 649887 w 749865"/>
                  <a:gd name="connsiteY2" fmla="*/ 75574 h 492513"/>
                  <a:gd name="connsiteX3" fmla="*/ 749865 w 749865"/>
                  <a:gd name="connsiteY3" fmla="*/ 155890 h 492513"/>
                  <a:gd name="connsiteX4" fmla="*/ 749865 w 749865"/>
                  <a:gd name="connsiteY4" fmla="*/ 382108 h 492513"/>
                  <a:gd name="connsiteX5" fmla="*/ 229134 w 749865"/>
                  <a:gd name="connsiteY5" fmla="*/ 484240 h 492513"/>
                  <a:gd name="connsiteX6" fmla="*/ 184897 w 749865"/>
                  <a:gd name="connsiteY6" fmla="*/ 162775 h 492513"/>
                  <a:gd name="connsiteX0" fmla="*/ 184897 w 749865"/>
                  <a:gd name="connsiteY0" fmla="*/ 168680 h 498418"/>
                  <a:gd name="connsiteX1" fmla="*/ 397945 w 749865"/>
                  <a:gd name="connsiteY1" fmla="*/ 97765 h 498418"/>
                  <a:gd name="connsiteX2" fmla="*/ 649887 w 749865"/>
                  <a:gd name="connsiteY2" fmla="*/ 81479 h 498418"/>
                  <a:gd name="connsiteX3" fmla="*/ 749865 w 749865"/>
                  <a:gd name="connsiteY3" fmla="*/ 161795 h 498418"/>
                  <a:gd name="connsiteX4" fmla="*/ 749865 w 749865"/>
                  <a:gd name="connsiteY4" fmla="*/ 388013 h 498418"/>
                  <a:gd name="connsiteX5" fmla="*/ 229134 w 749865"/>
                  <a:gd name="connsiteY5" fmla="*/ 490145 h 498418"/>
                  <a:gd name="connsiteX6" fmla="*/ 184897 w 749865"/>
                  <a:gd name="connsiteY6" fmla="*/ 168680 h 498418"/>
                  <a:gd name="connsiteX0" fmla="*/ 184897 w 812563"/>
                  <a:gd name="connsiteY0" fmla="*/ 168680 h 498418"/>
                  <a:gd name="connsiteX1" fmla="*/ 397945 w 812563"/>
                  <a:gd name="connsiteY1" fmla="*/ 97765 h 498418"/>
                  <a:gd name="connsiteX2" fmla="*/ 649887 w 812563"/>
                  <a:gd name="connsiteY2" fmla="*/ 81479 h 498418"/>
                  <a:gd name="connsiteX3" fmla="*/ 812563 w 812563"/>
                  <a:gd name="connsiteY3" fmla="*/ 157201 h 498418"/>
                  <a:gd name="connsiteX4" fmla="*/ 749865 w 812563"/>
                  <a:gd name="connsiteY4" fmla="*/ 388013 h 498418"/>
                  <a:gd name="connsiteX5" fmla="*/ 229134 w 812563"/>
                  <a:gd name="connsiteY5" fmla="*/ 490145 h 498418"/>
                  <a:gd name="connsiteX6" fmla="*/ 184897 w 812563"/>
                  <a:gd name="connsiteY6" fmla="*/ 168680 h 498418"/>
                  <a:gd name="connsiteX0" fmla="*/ 184897 w 814085"/>
                  <a:gd name="connsiteY0" fmla="*/ 168680 h 498418"/>
                  <a:gd name="connsiteX1" fmla="*/ 397945 w 814085"/>
                  <a:gd name="connsiteY1" fmla="*/ 97765 h 498418"/>
                  <a:gd name="connsiteX2" fmla="*/ 649887 w 814085"/>
                  <a:gd name="connsiteY2" fmla="*/ 81479 h 498418"/>
                  <a:gd name="connsiteX3" fmla="*/ 812563 w 814085"/>
                  <a:gd name="connsiteY3" fmla="*/ 157201 h 498418"/>
                  <a:gd name="connsiteX4" fmla="*/ 749865 w 814085"/>
                  <a:gd name="connsiteY4" fmla="*/ 388013 h 498418"/>
                  <a:gd name="connsiteX5" fmla="*/ 229134 w 814085"/>
                  <a:gd name="connsiteY5" fmla="*/ 490145 h 498418"/>
                  <a:gd name="connsiteX6" fmla="*/ 184897 w 814085"/>
                  <a:gd name="connsiteY6" fmla="*/ 168680 h 498418"/>
                  <a:gd name="connsiteX0" fmla="*/ 184897 w 814036"/>
                  <a:gd name="connsiteY0" fmla="*/ 168680 h 498418"/>
                  <a:gd name="connsiteX1" fmla="*/ 397945 w 814036"/>
                  <a:gd name="connsiteY1" fmla="*/ 97765 h 498418"/>
                  <a:gd name="connsiteX2" fmla="*/ 649887 w 814036"/>
                  <a:gd name="connsiteY2" fmla="*/ 81479 h 498418"/>
                  <a:gd name="connsiteX3" fmla="*/ 812563 w 814036"/>
                  <a:gd name="connsiteY3" fmla="*/ 157201 h 498418"/>
                  <a:gd name="connsiteX4" fmla="*/ 749865 w 814036"/>
                  <a:gd name="connsiteY4" fmla="*/ 388013 h 498418"/>
                  <a:gd name="connsiteX5" fmla="*/ 229134 w 814036"/>
                  <a:gd name="connsiteY5" fmla="*/ 490145 h 498418"/>
                  <a:gd name="connsiteX6" fmla="*/ 184897 w 814036"/>
                  <a:gd name="connsiteY6" fmla="*/ 168680 h 498418"/>
                  <a:gd name="connsiteX0" fmla="*/ 184897 w 978806"/>
                  <a:gd name="connsiteY0" fmla="*/ 168680 h 498418"/>
                  <a:gd name="connsiteX1" fmla="*/ 397945 w 978806"/>
                  <a:gd name="connsiteY1" fmla="*/ 97765 h 498418"/>
                  <a:gd name="connsiteX2" fmla="*/ 649887 w 978806"/>
                  <a:gd name="connsiteY2" fmla="*/ 81479 h 498418"/>
                  <a:gd name="connsiteX3" fmla="*/ 812563 w 978806"/>
                  <a:gd name="connsiteY3" fmla="*/ 157201 h 498418"/>
                  <a:gd name="connsiteX4" fmla="*/ 978519 w 978806"/>
                  <a:gd name="connsiteY4" fmla="*/ 308370 h 498418"/>
                  <a:gd name="connsiteX5" fmla="*/ 749865 w 978806"/>
                  <a:gd name="connsiteY5" fmla="*/ 388013 h 498418"/>
                  <a:gd name="connsiteX6" fmla="*/ 229134 w 978806"/>
                  <a:gd name="connsiteY6" fmla="*/ 490145 h 498418"/>
                  <a:gd name="connsiteX7" fmla="*/ 184897 w 978806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749865 w 978519"/>
                  <a:gd name="connsiteY5" fmla="*/ 388013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749865 w 978519"/>
                  <a:gd name="connsiteY5" fmla="*/ 388013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867826"/>
                  <a:gd name="connsiteY0" fmla="*/ 168680 h 498418"/>
                  <a:gd name="connsiteX1" fmla="*/ 397945 w 867826"/>
                  <a:gd name="connsiteY1" fmla="*/ 97765 h 498418"/>
                  <a:gd name="connsiteX2" fmla="*/ 649887 w 867826"/>
                  <a:gd name="connsiteY2" fmla="*/ 81479 h 498418"/>
                  <a:gd name="connsiteX3" fmla="*/ 812563 w 867826"/>
                  <a:gd name="connsiteY3" fmla="*/ 157201 h 498418"/>
                  <a:gd name="connsiteX4" fmla="*/ 858362 w 867826"/>
                  <a:gd name="connsiteY4" fmla="*/ 382687 h 498418"/>
                  <a:gd name="connsiteX5" fmla="*/ 645937 w 867826"/>
                  <a:gd name="connsiteY5" fmla="*/ 415215 h 498418"/>
                  <a:gd name="connsiteX6" fmla="*/ 229134 w 867826"/>
                  <a:gd name="connsiteY6" fmla="*/ 490145 h 498418"/>
                  <a:gd name="connsiteX7" fmla="*/ 184897 w 867826"/>
                  <a:gd name="connsiteY7" fmla="*/ 168680 h 498418"/>
                  <a:gd name="connsiteX0" fmla="*/ 184897 w 867560"/>
                  <a:gd name="connsiteY0" fmla="*/ 168680 h 498418"/>
                  <a:gd name="connsiteX1" fmla="*/ 397945 w 867560"/>
                  <a:gd name="connsiteY1" fmla="*/ 97765 h 498418"/>
                  <a:gd name="connsiteX2" fmla="*/ 649887 w 867560"/>
                  <a:gd name="connsiteY2" fmla="*/ 81479 h 498418"/>
                  <a:gd name="connsiteX3" fmla="*/ 812563 w 867560"/>
                  <a:gd name="connsiteY3" fmla="*/ 157201 h 498418"/>
                  <a:gd name="connsiteX4" fmla="*/ 858051 w 867560"/>
                  <a:gd name="connsiteY4" fmla="*/ 401883 h 498418"/>
                  <a:gd name="connsiteX5" fmla="*/ 645937 w 867560"/>
                  <a:gd name="connsiteY5" fmla="*/ 415215 h 498418"/>
                  <a:gd name="connsiteX6" fmla="*/ 229134 w 867560"/>
                  <a:gd name="connsiteY6" fmla="*/ 490145 h 498418"/>
                  <a:gd name="connsiteX7" fmla="*/ 184897 w 867560"/>
                  <a:gd name="connsiteY7" fmla="*/ 168680 h 498418"/>
                  <a:gd name="connsiteX0" fmla="*/ 184897 w 954126"/>
                  <a:gd name="connsiteY0" fmla="*/ 168680 h 498418"/>
                  <a:gd name="connsiteX1" fmla="*/ 397945 w 954126"/>
                  <a:gd name="connsiteY1" fmla="*/ 97765 h 498418"/>
                  <a:gd name="connsiteX2" fmla="*/ 649887 w 954126"/>
                  <a:gd name="connsiteY2" fmla="*/ 81479 h 498418"/>
                  <a:gd name="connsiteX3" fmla="*/ 812563 w 954126"/>
                  <a:gd name="connsiteY3" fmla="*/ 157201 h 498418"/>
                  <a:gd name="connsiteX4" fmla="*/ 858051 w 954126"/>
                  <a:gd name="connsiteY4" fmla="*/ 401883 h 498418"/>
                  <a:gd name="connsiteX5" fmla="*/ 645937 w 954126"/>
                  <a:gd name="connsiteY5" fmla="*/ 415215 h 498418"/>
                  <a:gd name="connsiteX6" fmla="*/ 229134 w 954126"/>
                  <a:gd name="connsiteY6" fmla="*/ 490145 h 498418"/>
                  <a:gd name="connsiteX7" fmla="*/ 184897 w 954126"/>
                  <a:gd name="connsiteY7" fmla="*/ 168680 h 498418"/>
                  <a:gd name="connsiteX0" fmla="*/ 184897 w 954126"/>
                  <a:gd name="connsiteY0" fmla="*/ 168680 h 498418"/>
                  <a:gd name="connsiteX1" fmla="*/ 397945 w 954126"/>
                  <a:gd name="connsiteY1" fmla="*/ 97765 h 498418"/>
                  <a:gd name="connsiteX2" fmla="*/ 649887 w 954126"/>
                  <a:gd name="connsiteY2" fmla="*/ 81479 h 498418"/>
                  <a:gd name="connsiteX3" fmla="*/ 812563 w 954126"/>
                  <a:gd name="connsiteY3" fmla="*/ 157201 h 498418"/>
                  <a:gd name="connsiteX4" fmla="*/ 858051 w 954126"/>
                  <a:gd name="connsiteY4" fmla="*/ 401883 h 498418"/>
                  <a:gd name="connsiteX5" fmla="*/ 645937 w 954126"/>
                  <a:gd name="connsiteY5" fmla="*/ 415215 h 498418"/>
                  <a:gd name="connsiteX6" fmla="*/ 229134 w 954126"/>
                  <a:gd name="connsiteY6" fmla="*/ 490145 h 498418"/>
                  <a:gd name="connsiteX7" fmla="*/ 184897 w 954126"/>
                  <a:gd name="connsiteY7" fmla="*/ 168680 h 498418"/>
                  <a:gd name="connsiteX0" fmla="*/ 184897 w 962812"/>
                  <a:gd name="connsiteY0" fmla="*/ 168680 h 498418"/>
                  <a:gd name="connsiteX1" fmla="*/ 397945 w 962812"/>
                  <a:gd name="connsiteY1" fmla="*/ 97765 h 498418"/>
                  <a:gd name="connsiteX2" fmla="*/ 649887 w 962812"/>
                  <a:gd name="connsiteY2" fmla="*/ 81479 h 498418"/>
                  <a:gd name="connsiteX3" fmla="*/ 812563 w 962812"/>
                  <a:gd name="connsiteY3" fmla="*/ 157201 h 498418"/>
                  <a:gd name="connsiteX4" fmla="*/ 858051 w 962812"/>
                  <a:gd name="connsiteY4" fmla="*/ 401883 h 498418"/>
                  <a:gd name="connsiteX5" fmla="*/ 645937 w 962812"/>
                  <a:gd name="connsiteY5" fmla="*/ 415215 h 498418"/>
                  <a:gd name="connsiteX6" fmla="*/ 229134 w 962812"/>
                  <a:gd name="connsiteY6" fmla="*/ 490145 h 498418"/>
                  <a:gd name="connsiteX7" fmla="*/ 184897 w 962812"/>
                  <a:gd name="connsiteY7" fmla="*/ 168680 h 498418"/>
                  <a:gd name="connsiteX0" fmla="*/ 184897 w 962812"/>
                  <a:gd name="connsiteY0" fmla="*/ 168680 h 498418"/>
                  <a:gd name="connsiteX1" fmla="*/ 397945 w 962812"/>
                  <a:gd name="connsiteY1" fmla="*/ 97765 h 498418"/>
                  <a:gd name="connsiteX2" fmla="*/ 649887 w 962812"/>
                  <a:gd name="connsiteY2" fmla="*/ 81479 h 498418"/>
                  <a:gd name="connsiteX3" fmla="*/ 812563 w 962812"/>
                  <a:gd name="connsiteY3" fmla="*/ 157201 h 498418"/>
                  <a:gd name="connsiteX4" fmla="*/ 858051 w 962812"/>
                  <a:gd name="connsiteY4" fmla="*/ 401883 h 498418"/>
                  <a:gd name="connsiteX5" fmla="*/ 645937 w 962812"/>
                  <a:gd name="connsiteY5" fmla="*/ 415215 h 498418"/>
                  <a:gd name="connsiteX6" fmla="*/ 463060 w 962812"/>
                  <a:gd name="connsiteY6" fmla="*/ 453301 h 498418"/>
                  <a:gd name="connsiteX7" fmla="*/ 229134 w 962812"/>
                  <a:gd name="connsiteY7" fmla="*/ 490145 h 498418"/>
                  <a:gd name="connsiteX8" fmla="*/ 184897 w 962812"/>
                  <a:gd name="connsiteY8" fmla="*/ 168680 h 498418"/>
                  <a:gd name="connsiteX0" fmla="*/ 184897 w 962812"/>
                  <a:gd name="connsiteY0" fmla="*/ 168680 h 503292"/>
                  <a:gd name="connsiteX1" fmla="*/ 397945 w 962812"/>
                  <a:gd name="connsiteY1" fmla="*/ 97765 h 503292"/>
                  <a:gd name="connsiteX2" fmla="*/ 649887 w 962812"/>
                  <a:gd name="connsiteY2" fmla="*/ 81479 h 503292"/>
                  <a:gd name="connsiteX3" fmla="*/ 812563 w 962812"/>
                  <a:gd name="connsiteY3" fmla="*/ 157201 h 503292"/>
                  <a:gd name="connsiteX4" fmla="*/ 858051 w 962812"/>
                  <a:gd name="connsiteY4" fmla="*/ 401883 h 503292"/>
                  <a:gd name="connsiteX5" fmla="*/ 645937 w 962812"/>
                  <a:gd name="connsiteY5" fmla="*/ 415215 h 503292"/>
                  <a:gd name="connsiteX6" fmla="*/ 463060 w 962812"/>
                  <a:gd name="connsiteY6" fmla="*/ 453301 h 503292"/>
                  <a:gd name="connsiteX7" fmla="*/ 229134 w 962812"/>
                  <a:gd name="connsiteY7" fmla="*/ 490145 h 503292"/>
                  <a:gd name="connsiteX8" fmla="*/ 184897 w 962812"/>
                  <a:gd name="connsiteY8" fmla="*/ 168680 h 503292"/>
                  <a:gd name="connsiteX0" fmla="*/ 184897 w 962812"/>
                  <a:gd name="connsiteY0" fmla="*/ 168680 h 516271"/>
                  <a:gd name="connsiteX1" fmla="*/ 397945 w 962812"/>
                  <a:gd name="connsiteY1" fmla="*/ 97765 h 516271"/>
                  <a:gd name="connsiteX2" fmla="*/ 649887 w 962812"/>
                  <a:gd name="connsiteY2" fmla="*/ 81479 h 516271"/>
                  <a:gd name="connsiteX3" fmla="*/ 812563 w 962812"/>
                  <a:gd name="connsiteY3" fmla="*/ 157201 h 516271"/>
                  <a:gd name="connsiteX4" fmla="*/ 858051 w 962812"/>
                  <a:gd name="connsiteY4" fmla="*/ 401883 h 516271"/>
                  <a:gd name="connsiteX5" fmla="*/ 645937 w 962812"/>
                  <a:gd name="connsiteY5" fmla="*/ 415215 h 516271"/>
                  <a:gd name="connsiteX6" fmla="*/ 463060 w 962812"/>
                  <a:gd name="connsiteY6" fmla="*/ 453301 h 516271"/>
                  <a:gd name="connsiteX7" fmla="*/ 229134 w 962812"/>
                  <a:gd name="connsiteY7" fmla="*/ 490145 h 516271"/>
                  <a:gd name="connsiteX8" fmla="*/ 184897 w 962812"/>
                  <a:gd name="connsiteY8" fmla="*/ 168680 h 516271"/>
                  <a:gd name="connsiteX0" fmla="*/ 184897 w 962812"/>
                  <a:gd name="connsiteY0" fmla="*/ 168680 h 540244"/>
                  <a:gd name="connsiteX1" fmla="*/ 397945 w 962812"/>
                  <a:gd name="connsiteY1" fmla="*/ 97765 h 540244"/>
                  <a:gd name="connsiteX2" fmla="*/ 649887 w 962812"/>
                  <a:gd name="connsiteY2" fmla="*/ 81479 h 540244"/>
                  <a:gd name="connsiteX3" fmla="*/ 812563 w 962812"/>
                  <a:gd name="connsiteY3" fmla="*/ 157201 h 540244"/>
                  <a:gd name="connsiteX4" fmla="*/ 858051 w 962812"/>
                  <a:gd name="connsiteY4" fmla="*/ 401883 h 540244"/>
                  <a:gd name="connsiteX5" fmla="*/ 645937 w 962812"/>
                  <a:gd name="connsiteY5" fmla="*/ 415215 h 540244"/>
                  <a:gd name="connsiteX6" fmla="*/ 463060 w 962812"/>
                  <a:gd name="connsiteY6" fmla="*/ 453301 h 540244"/>
                  <a:gd name="connsiteX7" fmla="*/ 229134 w 962812"/>
                  <a:gd name="connsiteY7" fmla="*/ 490145 h 540244"/>
                  <a:gd name="connsiteX8" fmla="*/ 184897 w 962812"/>
                  <a:gd name="connsiteY8" fmla="*/ 168680 h 540244"/>
                  <a:gd name="connsiteX0" fmla="*/ 184897 w 962812"/>
                  <a:gd name="connsiteY0" fmla="*/ 168680 h 549804"/>
                  <a:gd name="connsiteX1" fmla="*/ 397945 w 962812"/>
                  <a:gd name="connsiteY1" fmla="*/ 97765 h 549804"/>
                  <a:gd name="connsiteX2" fmla="*/ 649887 w 962812"/>
                  <a:gd name="connsiteY2" fmla="*/ 81479 h 549804"/>
                  <a:gd name="connsiteX3" fmla="*/ 812563 w 962812"/>
                  <a:gd name="connsiteY3" fmla="*/ 157201 h 549804"/>
                  <a:gd name="connsiteX4" fmla="*/ 858051 w 962812"/>
                  <a:gd name="connsiteY4" fmla="*/ 401883 h 549804"/>
                  <a:gd name="connsiteX5" fmla="*/ 645937 w 962812"/>
                  <a:gd name="connsiteY5" fmla="*/ 415215 h 549804"/>
                  <a:gd name="connsiteX6" fmla="*/ 463060 w 962812"/>
                  <a:gd name="connsiteY6" fmla="*/ 453301 h 549804"/>
                  <a:gd name="connsiteX7" fmla="*/ 229134 w 962812"/>
                  <a:gd name="connsiteY7" fmla="*/ 490145 h 549804"/>
                  <a:gd name="connsiteX8" fmla="*/ 184897 w 962812"/>
                  <a:gd name="connsiteY8" fmla="*/ 168680 h 549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2812" h="549804">
                    <a:moveTo>
                      <a:pt x="184897" y="168680"/>
                    </a:moveTo>
                    <a:cubicBezTo>
                      <a:pt x="210808" y="127274"/>
                      <a:pt x="247669" y="-42452"/>
                      <a:pt x="397945" y="97765"/>
                    </a:cubicBezTo>
                    <a:cubicBezTo>
                      <a:pt x="418669" y="82742"/>
                      <a:pt x="518987" y="-103795"/>
                      <a:pt x="649887" y="81479"/>
                    </a:cubicBezTo>
                    <a:cubicBezTo>
                      <a:pt x="699414" y="14184"/>
                      <a:pt x="829272" y="-15767"/>
                      <a:pt x="812563" y="157201"/>
                    </a:cubicBezTo>
                    <a:cubicBezTo>
                      <a:pt x="1084649" y="253502"/>
                      <a:pt x="915347" y="377971"/>
                      <a:pt x="858051" y="401883"/>
                    </a:cubicBezTo>
                    <a:cubicBezTo>
                      <a:pt x="802790" y="455811"/>
                      <a:pt x="792282" y="536756"/>
                      <a:pt x="645937" y="415215"/>
                    </a:cubicBezTo>
                    <a:cubicBezTo>
                      <a:pt x="626745" y="487372"/>
                      <a:pt x="589194" y="580501"/>
                      <a:pt x="463060" y="453301"/>
                    </a:cubicBezTo>
                    <a:cubicBezTo>
                      <a:pt x="354317" y="631981"/>
                      <a:pt x="279674" y="511980"/>
                      <a:pt x="229134" y="490145"/>
                    </a:cubicBezTo>
                    <a:cubicBezTo>
                      <a:pt x="-165239" y="567349"/>
                      <a:pt x="38348" y="76477"/>
                      <a:pt x="184897" y="16868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3ADBD89-78DA-B32E-19F0-30EA36EDD226}"/>
                  </a:ext>
                </a:extLst>
              </p:cNvPr>
              <p:cNvSpPr/>
              <p:nvPr/>
            </p:nvSpPr>
            <p:spPr>
              <a:xfrm>
                <a:off x="6318738" y="1527046"/>
                <a:ext cx="320086" cy="32008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0B171A9-70E7-CF7C-799B-C5211A6B844C}"/>
                  </a:ext>
                </a:extLst>
              </p:cNvPr>
              <p:cNvSpPr/>
              <p:nvPr/>
            </p:nvSpPr>
            <p:spPr>
              <a:xfrm>
                <a:off x="6381192" y="1611652"/>
                <a:ext cx="124627" cy="124627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Oval 59">
                <a:extLst>
                  <a:ext uri="{FF2B5EF4-FFF2-40B4-BE49-F238E27FC236}">
                    <a16:creationId xmlns:a16="http://schemas.microsoft.com/office/drawing/2014/main" id="{1D7869D8-8B65-853C-738A-B594BE10A9A7}"/>
                  </a:ext>
                </a:extLst>
              </p:cNvPr>
              <p:cNvSpPr/>
              <p:nvPr/>
            </p:nvSpPr>
            <p:spPr>
              <a:xfrm rot="15591150">
                <a:off x="6501044" y="1760651"/>
                <a:ext cx="42948" cy="78473"/>
              </a:xfrm>
              <a:custGeom>
                <a:avLst/>
                <a:gdLst>
                  <a:gd name="connsiteX0" fmla="*/ 0 w 203346"/>
                  <a:gd name="connsiteY0" fmla="*/ 101673 h 203346"/>
                  <a:gd name="connsiteX1" fmla="*/ 101673 w 203346"/>
                  <a:gd name="connsiteY1" fmla="*/ 0 h 203346"/>
                  <a:gd name="connsiteX2" fmla="*/ 203346 w 203346"/>
                  <a:gd name="connsiteY2" fmla="*/ 101673 h 203346"/>
                  <a:gd name="connsiteX3" fmla="*/ 101673 w 203346"/>
                  <a:gd name="connsiteY3" fmla="*/ 203346 h 203346"/>
                  <a:gd name="connsiteX4" fmla="*/ 0 w 203346"/>
                  <a:gd name="connsiteY4" fmla="*/ 101673 h 203346"/>
                  <a:gd name="connsiteX0" fmla="*/ 12709 w 114382"/>
                  <a:gd name="connsiteY0" fmla="*/ 206172 h 208998"/>
                  <a:gd name="connsiteX1" fmla="*/ 12709 w 114382"/>
                  <a:gd name="connsiteY1" fmla="*/ 2826 h 208998"/>
                  <a:gd name="connsiteX2" fmla="*/ 114382 w 114382"/>
                  <a:gd name="connsiteY2" fmla="*/ 104499 h 208998"/>
                  <a:gd name="connsiteX3" fmla="*/ 12709 w 114382"/>
                  <a:gd name="connsiteY3" fmla="*/ 206172 h 20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82" h="208998">
                    <a:moveTo>
                      <a:pt x="12709" y="206172"/>
                    </a:moveTo>
                    <a:cubicBezTo>
                      <a:pt x="-4236" y="189227"/>
                      <a:pt x="-4236" y="19771"/>
                      <a:pt x="12709" y="2826"/>
                    </a:cubicBezTo>
                    <a:cubicBezTo>
                      <a:pt x="29654" y="-14119"/>
                      <a:pt x="114382" y="48347"/>
                      <a:pt x="114382" y="104499"/>
                    </a:cubicBezTo>
                    <a:cubicBezTo>
                      <a:pt x="114382" y="160651"/>
                      <a:pt x="29654" y="223117"/>
                      <a:pt x="12709" y="20617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B3CFA79-C37E-A10C-1761-C0DD13416563}"/>
                  </a:ext>
                </a:extLst>
              </p:cNvPr>
              <p:cNvSpPr/>
              <p:nvPr/>
            </p:nvSpPr>
            <p:spPr>
              <a:xfrm>
                <a:off x="5812563" y="1541369"/>
                <a:ext cx="320086" cy="32008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F13CB0F-E21A-DEB1-B846-BE3938BD1E89}"/>
                  </a:ext>
                </a:extLst>
              </p:cNvPr>
              <p:cNvSpPr/>
              <p:nvPr/>
            </p:nvSpPr>
            <p:spPr>
              <a:xfrm>
                <a:off x="5875017" y="1625974"/>
                <a:ext cx="124627" cy="124627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Oval 59">
                <a:extLst>
                  <a:ext uri="{FF2B5EF4-FFF2-40B4-BE49-F238E27FC236}">
                    <a16:creationId xmlns:a16="http://schemas.microsoft.com/office/drawing/2014/main" id="{D3B2ABA3-9844-CF81-FF4C-F59654A13295}"/>
                  </a:ext>
                </a:extLst>
              </p:cNvPr>
              <p:cNvSpPr/>
              <p:nvPr/>
            </p:nvSpPr>
            <p:spPr>
              <a:xfrm rot="15591150">
                <a:off x="5990935" y="1782046"/>
                <a:ext cx="42948" cy="78473"/>
              </a:xfrm>
              <a:custGeom>
                <a:avLst/>
                <a:gdLst>
                  <a:gd name="connsiteX0" fmla="*/ 0 w 203346"/>
                  <a:gd name="connsiteY0" fmla="*/ 101673 h 203346"/>
                  <a:gd name="connsiteX1" fmla="*/ 101673 w 203346"/>
                  <a:gd name="connsiteY1" fmla="*/ 0 h 203346"/>
                  <a:gd name="connsiteX2" fmla="*/ 203346 w 203346"/>
                  <a:gd name="connsiteY2" fmla="*/ 101673 h 203346"/>
                  <a:gd name="connsiteX3" fmla="*/ 101673 w 203346"/>
                  <a:gd name="connsiteY3" fmla="*/ 203346 h 203346"/>
                  <a:gd name="connsiteX4" fmla="*/ 0 w 203346"/>
                  <a:gd name="connsiteY4" fmla="*/ 101673 h 203346"/>
                  <a:gd name="connsiteX0" fmla="*/ 12709 w 114382"/>
                  <a:gd name="connsiteY0" fmla="*/ 206172 h 208998"/>
                  <a:gd name="connsiteX1" fmla="*/ 12709 w 114382"/>
                  <a:gd name="connsiteY1" fmla="*/ 2826 h 208998"/>
                  <a:gd name="connsiteX2" fmla="*/ 114382 w 114382"/>
                  <a:gd name="connsiteY2" fmla="*/ 104499 h 208998"/>
                  <a:gd name="connsiteX3" fmla="*/ 12709 w 114382"/>
                  <a:gd name="connsiteY3" fmla="*/ 206172 h 20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82" h="208998">
                    <a:moveTo>
                      <a:pt x="12709" y="206172"/>
                    </a:moveTo>
                    <a:cubicBezTo>
                      <a:pt x="-4236" y="189227"/>
                      <a:pt x="-4236" y="19771"/>
                      <a:pt x="12709" y="2826"/>
                    </a:cubicBezTo>
                    <a:cubicBezTo>
                      <a:pt x="29654" y="-14119"/>
                      <a:pt x="114382" y="48347"/>
                      <a:pt x="114382" y="104499"/>
                    </a:cubicBezTo>
                    <a:cubicBezTo>
                      <a:pt x="114382" y="160651"/>
                      <a:pt x="29654" y="223117"/>
                      <a:pt x="12709" y="20617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186D1CE-2BE9-8E43-0682-29FEC8A6F9A7}"/>
                </a:ext>
              </a:extLst>
            </p:cNvPr>
            <p:cNvGrpSpPr/>
            <p:nvPr/>
          </p:nvGrpSpPr>
          <p:grpSpPr>
            <a:xfrm>
              <a:off x="7174259" y="2856056"/>
              <a:ext cx="544448" cy="244807"/>
              <a:chOff x="7174259" y="2856056"/>
              <a:chExt cx="544448" cy="244807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56AF3C3-1173-D75A-3A89-9E449711DC33}"/>
                  </a:ext>
                </a:extLst>
              </p:cNvPr>
              <p:cNvSpPr/>
              <p:nvPr/>
            </p:nvSpPr>
            <p:spPr>
              <a:xfrm>
                <a:off x="7174259" y="2897234"/>
                <a:ext cx="273247" cy="203629"/>
              </a:xfrm>
              <a:custGeom>
                <a:avLst/>
                <a:gdLst>
                  <a:gd name="connsiteX0" fmla="*/ 205740 w 218583"/>
                  <a:gd name="connsiteY0" fmla="*/ 0 h 190631"/>
                  <a:gd name="connsiteX1" fmla="*/ 213360 w 218583"/>
                  <a:gd name="connsiteY1" fmla="*/ 91440 h 190631"/>
                  <a:gd name="connsiteX2" fmla="*/ 137160 w 218583"/>
                  <a:gd name="connsiteY2" fmla="*/ 190500 h 190631"/>
                  <a:gd name="connsiteX3" fmla="*/ 0 w 218583"/>
                  <a:gd name="connsiteY3" fmla="*/ 114300 h 190631"/>
                  <a:gd name="connsiteX4" fmla="*/ 0 w 218583"/>
                  <a:gd name="connsiteY4" fmla="*/ 114300 h 190631"/>
                  <a:gd name="connsiteX0" fmla="*/ 205740 w 205740"/>
                  <a:gd name="connsiteY0" fmla="*/ 0 h 190631"/>
                  <a:gd name="connsiteX1" fmla="*/ 137160 w 205740"/>
                  <a:gd name="connsiteY1" fmla="*/ 190500 h 190631"/>
                  <a:gd name="connsiteX2" fmla="*/ 0 w 205740"/>
                  <a:gd name="connsiteY2" fmla="*/ 114300 h 190631"/>
                  <a:gd name="connsiteX3" fmla="*/ 0 w 205740"/>
                  <a:gd name="connsiteY3" fmla="*/ 114300 h 190631"/>
                  <a:gd name="connsiteX0" fmla="*/ 205740 w 205740"/>
                  <a:gd name="connsiteY0" fmla="*/ 0 h 114300"/>
                  <a:gd name="connsiteX1" fmla="*/ 0 w 205740"/>
                  <a:gd name="connsiteY1" fmla="*/ 114300 h 114300"/>
                  <a:gd name="connsiteX2" fmla="*/ 0 w 205740"/>
                  <a:gd name="connsiteY2" fmla="*/ 114300 h 114300"/>
                  <a:gd name="connsiteX0" fmla="*/ 205740 w 227677"/>
                  <a:gd name="connsiteY0" fmla="*/ 0 h 114300"/>
                  <a:gd name="connsiteX1" fmla="*/ 0 w 227677"/>
                  <a:gd name="connsiteY1" fmla="*/ 114300 h 114300"/>
                  <a:gd name="connsiteX2" fmla="*/ 0 w 227677"/>
                  <a:gd name="connsiteY2" fmla="*/ 114300 h 114300"/>
                  <a:gd name="connsiteX0" fmla="*/ 205740 w 227677"/>
                  <a:gd name="connsiteY0" fmla="*/ 0 h 169669"/>
                  <a:gd name="connsiteX1" fmla="*/ 0 w 227677"/>
                  <a:gd name="connsiteY1" fmla="*/ 114300 h 169669"/>
                  <a:gd name="connsiteX2" fmla="*/ 0 w 227677"/>
                  <a:gd name="connsiteY2" fmla="*/ 114300 h 16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677" h="169669">
                    <a:moveTo>
                      <a:pt x="205740" y="0"/>
                    </a:moveTo>
                    <a:cubicBezTo>
                      <a:pt x="299085" y="176212"/>
                      <a:pt x="68580" y="216694"/>
                      <a:pt x="0" y="114300"/>
                    </a:cubicBezTo>
                    <a:lnTo>
                      <a:pt x="0" y="114300"/>
                    </a:lnTo>
                  </a:path>
                </a:pathLst>
              </a:cu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FF1F7E0-A7CD-977D-64A1-47F1678FDC7A}"/>
                  </a:ext>
                </a:extLst>
              </p:cNvPr>
              <p:cNvSpPr/>
              <p:nvPr/>
            </p:nvSpPr>
            <p:spPr>
              <a:xfrm flipH="1">
                <a:off x="7445460" y="2887132"/>
                <a:ext cx="273247" cy="203629"/>
              </a:xfrm>
              <a:custGeom>
                <a:avLst/>
                <a:gdLst>
                  <a:gd name="connsiteX0" fmla="*/ 205740 w 218583"/>
                  <a:gd name="connsiteY0" fmla="*/ 0 h 190631"/>
                  <a:gd name="connsiteX1" fmla="*/ 213360 w 218583"/>
                  <a:gd name="connsiteY1" fmla="*/ 91440 h 190631"/>
                  <a:gd name="connsiteX2" fmla="*/ 137160 w 218583"/>
                  <a:gd name="connsiteY2" fmla="*/ 190500 h 190631"/>
                  <a:gd name="connsiteX3" fmla="*/ 0 w 218583"/>
                  <a:gd name="connsiteY3" fmla="*/ 114300 h 190631"/>
                  <a:gd name="connsiteX4" fmla="*/ 0 w 218583"/>
                  <a:gd name="connsiteY4" fmla="*/ 114300 h 190631"/>
                  <a:gd name="connsiteX0" fmla="*/ 205740 w 205740"/>
                  <a:gd name="connsiteY0" fmla="*/ 0 h 190631"/>
                  <a:gd name="connsiteX1" fmla="*/ 137160 w 205740"/>
                  <a:gd name="connsiteY1" fmla="*/ 190500 h 190631"/>
                  <a:gd name="connsiteX2" fmla="*/ 0 w 205740"/>
                  <a:gd name="connsiteY2" fmla="*/ 114300 h 190631"/>
                  <a:gd name="connsiteX3" fmla="*/ 0 w 205740"/>
                  <a:gd name="connsiteY3" fmla="*/ 114300 h 190631"/>
                  <a:gd name="connsiteX0" fmla="*/ 205740 w 205740"/>
                  <a:gd name="connsiteY0" fmla="*/ 0 h 114300"/>
                  <a:gd name="connsiteX1" fmla="*/ 0 w 205740"/>
                  <a:gd name="connsiteY1" fmla="*/ 114300 h 114300"/>
                  <a:gd name="connsiteX2" fmla="*/ 0 w 205740"/>
                  <a:gd name="connsiteY2" fmla="*/ 114300 h 114300"/>
                  <a:gd name="connsiteX0" fmla="*/ 205740 w 227677"/>
                  <a:gd name="connsiteY0" fmla="*/ 0 h 114300"/>
                  <a:gd name="connsiteX1" fmla="*/ 0 w 227677"/>
                  <a:gd name="connsiteY1" fmla="*/ 114300 h 114300"/>
                  <a:gd name="connsiteX2" fmla="*/ 0 w 227677"/>
                  <a:gd name="connsiteY2" fmla="*/ 114300 h 114300"/>
                  <a:gd name="connsiteX0" fmla="*/ 205740 w 227677"/>
                  <a:gd name="connsiteY0" fmla="*/ 0 h 169669"/>
                  <a:gd name="connsiteX1" fmla="*/ 0 w 227677"/>
                  <a:gd name="connsiteY1" fmla="*/ 114300 h 169669"/>
                  <a:gd name="connsiteX2" fmla="*/ 0 w 227677"/>
                  <a:gd name="connsiteY2" fmla="*/ 114300 h 16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677" h="169669">
                    <a:moveTo>
                      <a:pt x="205740" y="0"/>
                    </a:moveTo>
                    <a:cubicBezTo>
                      <a:pt x="299085" y="176212"/>
                      <a:pt x="68580" y="216694"/>
                      <a:pt x="0" y="114300"/>
                    </a:cubicBezTo>
                    <a:lnTo>
                      <a:pt x="0" y="114300"/>
                    </a:lnTo>
                  </a:path>
                </a:pathLst>
              </a:cu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8D62100-1D08-9552-8EB0-BF3AB4FC237A}"/>
                  </a:ext>
                </a:extLst>
              </p:cNvPr>
              <p:cNvSpPr/>
              <p:nvPr/>
            </p:nvSpPr>
            <p:spPr>
              <a:xfrm rot="21345386">
                <a:off x="7266912" y="2856056"/>
                <a:ext cx="358374" cy="82356"/>
              </a:xfrm>
              <a:custGeom>
                <a:avLst/>
                <a:gdLst>
                  <a:gd name="connsiteX0" fmla="*/ 0 w 281940"/>
                  <a:gd name="connsiteY0" fmla="*/ 15240 h 83948"/>
                  <a:gd name="connsiteX1" fmla="*/ 152400 w 281940"/>
                  <a:gd name="connsiteY1" fmla="*/ 83820 h 83948"/>
                  <a:gd name="connsiteX2" fmla="*/ 281940 w 281940"/>
                  <a:gd name="connsiteY2" fmla="*/ 0 h 83948"/>
                  <a:gd name="connsiteX3" fmla="*/ 281940 w 281940"/>
                  <a:gd name="connsiteY3" fmla="*/ 0 h 83948"/>
                  <a:gd name="connsiteX0" fmla="*/ 0 w 300990"/>
                  <a:gd name="connsiteY0" fmla="*/ 15240 h 83948"/>
                  <a:gd name="connsiteX1" fmla="*/ 152400 w 300990"/>
                  <a:gd name="connsiteY1" fmla="*/ 83820 h 83948"/>
                  <a:gd name="connsiteX2" fmla="*/ 281940 w 300990"/>
                  <a:gd name="connsiteY2" fmla="*/ 0 h 83948"/>
                  <a:gd name="connsiteX3" fmla="*/ 300990 w 300990"/>
                  <a:gd name="connsiteY3" fmla="*/ 26194 h 83948"/>
                  <a:gd name="connsiteX0" fmla="*/ 0 w 281940"/>
                  <a:gd name="connsiteY0" fmla="*/ 15240 h 83948"/>
                  <a:gd name="connsiteX1" fmla="*/ 152400 w 281940"/>
                  <a:gd name="connsiteY1" fmla="*/ 83820 h 83948"/>
                  <a:gd name="connsiteX2" fmla="*/ 281940 w 281940"/>
                  <a:gd name="connsiteY2" fmla="*/ 0 h 83948"/>
                  <a:gd name="connsiteX0" fmla="*/ 0 w 298608"/>
                  <a:gd name="connsiteY0" fmla="*/ 0 h 68621"/>
                  <a:gd name="connsiteX1" fmla="*/ 152400 w 298608"/>
                  <a:gd name="connsiteY1" fmla="*/ 68580 h 68621"/>
                  <a:gd name="connsiteX2" fmla="*/ 298608 w 298608"/>
                  <a:gd name="connsiteY2" fmla="*/ 10954 h 68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608" h="68621">
                    <a:moveTo>
                      <a:pt x="0" y="0"/>
                    </a:moveTo>
                    <a:cubicBezTo>
                      <a:pt x="52705" y="35560"/>
                      <a:pt x="102632" y="66754"/>
                      <a:pt x="152400" y="68580"/>
                    </a:cubicBezTo>
                    <a:cubicBezTo>
                      <a:pt x="202168" y="70406"/>
                      <a:pt x="298608" y="10954"/>
                      <a:pt x="298608" y="10954"/>
                    </a:cubicBezTo>
                  </a:path>
                </a:pathLst>
              </a:custGeom>
              <a:solidFill>
                <a:srgbClr val="FFFF99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4AC3F47-2515-1C62-831F-4E6001E9EDA6}"/>
              </a:ext>
            </a:extLst>
          </p:cNvPr>
          <p:cNvGrpSpPr/>
          <p:nvPr/>
        </p:nvGrpSpPr>
        <p:grpSpPr>
          <a:xfrm>
            <a:off x="4116828" y="751520"/>
            <a:ext cx="7348999" cy="5960711"/>
            <a:chOff x="4116828" y="751520"/>
            <a:chExt cx="7348999" cy="596071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9566F90-1852-9502-E97F-F69ADD97F062}"/>
                </a:ext>
              </a:extLst>
            </p:cNvPr>
            <p:cNvGrpSpPr/>
            <p:nvPr/>
          </p:nvGrpSpPr>
          <p:grpSpPr>
            <a:xfrm>
              <a:off x="4116828" y="751520"/>
              <a:ext cx="7348999" cy="5960711"/>
              <a:chOff x="2541069" y="445616"/>
              <a:chExt cx="4504059" cy="3653204"/>
            </a:xfrm>
          </p:grpSpPr>
          <p:sp>
            <p:nvSpPr>
              <p:cNvPr id="60" name="Rectangle 11">
                <a:extLst>
                  <a:ext uri="{FF2B5EF4-FFF2-40B4-BE49-F238E27FC236}">
                    <a16:creationId xmlns:a16="http://schemas.microsoft.com/office/drawing/2014/main" id="{85D977B0-9F48-F560-BC8F-A3E5DEE19B2F}"/>
                  </a:ext>
                </a:extLst>
              </p:cNvPr>
              <p:cNvSpPr/>
              <p:nvPr/>
            </p:nvSpPr>
            <p:spPr>
              <a:xfrm>
                <a:off x="3287973" y="2685588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Rectangle 11">
                <a:extLst>
                  <a:ext uri="{FF2B5EF4-FFF2-40B4-BE49-F238E27FC236}">
                    <a16:creationId xmlns:a16="http://schemas.microsoft.com/office/drawing/2014/main" id="{55A5747A-13A5-6269-B60B-1DC77F5F77A3}"/>
                  </a:ext>
                </a:extLst>
              </p:cNvPr>
              <p:cNvSpPr/>
              <p:nvPr/>
            </p:nvSpPr>
            <p:spPr>
              <a:xfrm>
                <a:off x="3800764" y="2619341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Rectangle 11">
                <a:extLst>
                  <a:ext uri="{FF2B5EF4-FFF2-40B4-BE49-F238E27FC236}">
                    <a16:creationId xmlns:a16="http://schemas.microsoft.com/office/drawing/2014/main" id="{11EF11FF-1513-993E-5FD6-3BFD9181B6A2}"/>
                  </a:ext>
                </a:extLst>
              </p:cNvPr>
              <p:cNvSpPr/>
              <p:nvPr/>
            </p:nvSpPr>
            <p:spPr>
              <a:xfrm>
                <a:off x="4935310" y="2671525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Rectangle 11">
                <a:extLst>
                  <a:ext uri="{FF2B5EF4-FFF2-40B4-BE49-F238E27FC236}">
                    <a16:creationId xmlns:a16="http://schemas.microsoft.com/office/drawing/2014/main" id="{CE2E6408-B025-56AC-D549-BFAA94D54307}"/>
                  </a:ext>
                </a:extLst>
              </p:cNvPr>
              <p:cNvSpPr/>
              <p:nvPr/>
            </p:nvSpPr>
            <p:spPr>
              <a:xfrm>
                <a:off x="5465698" y="2534144"/>
                <a:ext cx="579176" cy="1389386"/>
              </a:xfrm>
              <a:custGeom>
                <a:avLst/>
                <a:gdLst>
                  <a:gd name="connsiteX0" fmla="*/ 0 w 430818"/>
                  <a:gd name="connsiteY0" fmla="*/ 0 h 1149813"/>
                  <a:gd name="connsiteX1" fmla="*/ 430818 w 430818"/>
                  <a:gd name="connsiteY1" fmla="*/ 0 h 1149813"/>
                  <a:gd name="connsiteX2" fmla="*/ 430818 w 430818"/>
                  <a:gd name="connsiteY2" fmla="*/ 1149813 h 1149813"/>
                  <a:gd name="connsiteX3" fmla="*/ 0 w 430818"/>
                  <a:gd name="connsiteY3" fmla="*/ 1149813 h 1149813"/>
                  <a:gd name="connsiteX4" fmla="*/ 0 w 430818"/>
                  <a:gd name="connsiteY4" fmla="*/ 0 h 1149813"/>
                  <a:gd name="connsiteX0" fmla="*/ 0 w 430818"/>
                  <a:gd name="connsiteY0" fmla="*/ 12700 h 1162513"/>
                  <a:gd name="connsiteX1" fmla="*/ 3419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30818"/>
                  <a:gd name="connsiteY0" fmla="*/ 12700 h 1162513"/>
                  <a:gd name="connsiteX1" fmla="*/ 303818 w 430818"/>
                  <a:gd name="connsiteY1" fmla="*/ 0 h 1162513"/>
                  <a:gd name="connsiteX2" fmla="*/ 430818 w 430818"/>
                  <a:gd name="connsiteY2" fmla="*/ 1162513 h 1162513"/>
                  <a:gd name="connsiteX3" fmla="*/ 0 w 430818"/>
                  <a:gd name="connsiteY3" fmla="*/ 1162513 h 1162513"/>
                  <a:gd name="connsiteX4" fmla="*/ 0 w 4308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038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68918"/>
                  <a:gd name="connsiteY0" fmla="*/ 12700 h 1162513"/>
                  <a:gd name="connsiteX1" fmla="*/ 380018 w 468918"/>
                  <a:gd name="connsiteY1" fmla="*/ 0 h 1162513"/>
                  <a:gd name="connsiteX2" fmla="*/ 468918 w 468918"/>
                  <a:gd name="connsiteY2" fmla="*/ 1162513 h 1162513"/>
                  <a:gd name="connsiteX3" fmla="*/ 0 w 468918"/>
                  <a:gd name="connsiteY3" fmla="*/ 1162513 h 1162513"/>
                  <a:gd name="connsiteX4" fmla="*/ 0 w 4689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2700 w 481618"/>
                  <a:gd name="connsiteY3" fmla="*/ 1162513 h 1162513"/>
                  <a:gd name="connsiteX4" fmla="*/ 0 w 481618"/>
                  <a:gd name="connsiteY4" fmla="*/ 12700 h 1162513"/>
                  <a:gd name="connsiteX0" fmla="*/ 0 w 481618"/>
                  <a:gd name="connsiteY0" fmla="*/ 12700 h 1162513"/>
                  <a:gd name="connsiteX1" fmla="*/ 392718 w 481618"/>
                  <a:gd name="connsiteY1" fmla="*/ 0 h 1162513"/>
                  <a:gd name="connsiteX2" fmla="*/ 481618 w 481618"/>
                  <a:gd name="connsiteY2" fmla="*/ 1162513 h 1162513"/>
                  <a:gd name="connsiteX3" fmla="*/ 101600 w 481618"/>
                  <a:gd name="connsiteY3" fmla="*/ 1162513 h 1162513"/>
                  <a:gd name="connsiteX4" fmla="*/ 0 w 481618"/>
                  <a:gd name="connsiteY4" fmla="*/ 12700 h 1162513"/>
                  <a:gd name="connsiteX0" fmla="*/ 13991 w 495609"/>
                  <a:gd name="connsiteY0" fmla="*/ 12700 h 1162513"/>
                  <a:gd name="connsiteX1" fmla="*/ 406709 w 495609"/>
                  <a:gd name="connsiteY1" fmla="*/ 0 h 1162513"/>
                  <a:gd name="connsiteX2" fmla="*/ 495609 w 495609"/>
                  <a:gd name="connsiteY2" fmla="*/ 1162513 h 1162513"/>
                  <a:gd name="connsiteX3" fmla="*/ 115591 w 495609"/>
                  <a:gd name="connsiteY3" fmla="*/ 1162513 h 1162513"/>
                  <a:gd name="connsiteX4" fmla="*/ 13991 w 495609"/>
                  <a:gd name="connsiteY4" fmla="*/ 12700 h 1162513"/>
                  <a:gd name="connsiteX0" fmla="*/ 19261 w 500879"/>
                  <a:gd name="connsiteY0" fmla="*/ 12700 h 1162513"/>
                  <a:gd name="connsiteX1" fmla="*/ 411979 w 500879"/>
                  <a:gd name="connsiteY1" fmla="*/ 0 h 1162513"/>
                  <a:gd name="connsiteX2" fmla="*/ 500879 w 500879"/>
                  <a:gd name="connsiteY2" fmla="*/ 1162513 h 1162513"/>
                  <a:gd name="connsiteX3" fmla="*/ 120861 w 500879"/>
                  <a:gd name="connsiteY3" fmla="*/ 1162513 h 1162513"/>
                  <a:gd name="connsiteX4" fmla="*/ 19261 w 500879"/>
                  <a:gd name="connsiteY4" fmla="*/ 12700 h 1162513"/>
                  <a:gd name="connsiteX0" fmla="*/ 19261 w 583429"/>
                  <a:gd name="connsiteY0" fmla="*/ 12700 h 1276813"/>
                  <a:gd name="connsiteX1" fmla="*/ 411979 w 583429"/>
                  <a:gd name="connsiteY1" fmla="*/ 0 h 1276813"/>
                  <a:gd name="connsiteX2" fmla="*/ 583429 w 583429"/>
                  <a:gd name="connsiteY2" fmla="*/ 1276813 h 1276813"/>
                  <a:gd name="connsiteX3" fmla="*/ 120861 w 583429"/>
                  <a:gd name="connsiteY3" fmla="*/ 1162513 h 1276813"/>
                  <a:gd name="connsiteX4" fmla="*/ 19261 w 583429"/>
                  <a:gd name="connsiteY4" fmla="*/ 12700 h 1276813"/>
                  <a:gd name="connsiteX0" fmla="*/ 11221 w 575389"/>
                  <a:gd name="connsiteY0" fmla="*/ 12700 h 1384763"/>
                  <a:gd name="connsiteX1" fmla="*/ 403939 w 575389"/>
                  <a:gd name="connsiteY1" fmla="*/ 0 h 1384763"/>
                  <a:gd name="connsiteX2" fmla="*/ 575389 w 575389"/>
                  <a:gd name="connsiteY2" fmla="*/ 1276813 h 1384763"/>
                  <a:gd name="connsiteX3" fmla="*/ 201721 w 575389"/>
                  <a:gd name="connsiteY3" fmla="*/ 1384763 h 1384763"/>
                  <a:gd name="connsiteX4" fmla="*/ 11221 w 575389"/>
                  <a:gd name="connsiteY4" fmla="*/ 12700 h 1384763"/>
                  <a:gd name="connsiteX0" fmla="*/ 11221 w 575389"/>
                  <a:gd name="connsiteY0" fmla="*/ 12700 h 1386448"/>
                  <a:gd name="connsiteX1" fmla="*/ 403939 w 575389"/>
                  <a:gd name="connsiteY1" fmla="*/ 0 h 1386448"/>
                  <a:gd name="connsiteX2" fmla="*/ 575389 w 575389"/>
                  <a:gd name="connsiteY2" fmla="*/ 1276813 h 1386448"/>
                  <a:gd name="connsiteX3" fmla="*/ 201721 w 575389"/>
                  <a:gd name="connsiteY3" fmla="*/ 1384763 h 1386448"/>
                  <a:gd name="connsiteX4" fmla="*/ 11221 w 575389"/>
                  <a:gd name="connsiteY4" fmla="*/ 12700 h 1386448"/>
                  <a:gd name="connsiteX0" fmla="*/ 11221 w 575389"/>
                  <a:gd name="connsiteY0" fmla="*/ 12700 h 1389386"/>
                  <a:gd name="connsiteX1" fmla="*/ 403939 w 575389"/>
                  <a:gd name="connsiteY1" fmla="*/ 0 h 1389386"/>
                  <a:gd name="connsiteX2" fmla="*/ 575389 w 575389"/>
                  <a:gd name="connsiteY2" fmla="*/ 1276813 h 1389386"/>
                  <a:gd name="connsiteX3" fmla="*/ 201721 w 575389"/>
                  <a:gd name="connsiteY3" fmla="*/ 1384763 h 1389386"/>
                  <a:gd name="connsiteX4" fmla="*/ 11221 w 575389"/>
                  <a:gd name="connsiteY4" fmla="*/ 12700 h 1389386"/>
                  <a:gd name="connsiteX0" fmla="*/ 15008 w 579176"/>
                  <a:gd name="connsiteY0" fmla="*/ 12700 h 1389386"/>
                  <a:gd name="connsiteX1" fmla="*/ 407726 w 579176"/>
                  <a:gd name="connsiteY1" fmla="*/ 0 h 1389386"/>
                  <a:gd name="connsiteX2" fmla="*/ 579176 w 579176"/>
                  <a:gd name="connsiteY2" fmla="*/ 1276813 h 1389386"/>
                  <a:gd name="connsiteX3" fmla="*/ 205508 w 579176"/>
                  <a:gd name="connsiteY3" fmla="*/ 1384763 h 1389386"/>
                  <a:gd name="connsiteX4" fmla="*/ 15008 w 579176"/>
                  <a:gd name="connsiteY4" fmla="*/ 12700 h 1389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176" h="1389386">
                    <a:moveTo>
                      <a:pt x="15008" y="12700"/>
                    </a:moveTo>
                    <a:lnTo>
                      <a:pt x="407726" y="0"/>
                    </a:lnTo>
                    <a:cubicBezTo>
                      <a:pt x="323059" y="476404"/>
                      <a:pt x="422543" y="978209"/>
                      <a:pt x="579176" y="1276813"/>
                    </a:cubicBezTo>
                    <a:cubicBezTo>
                      <a:pt x="511770" y="1382646"/>
                      <a:pt x="457064" y="1399580"/>
                      <a:pt x="205508" y="1384763"/>
                    </a:cubicBezTo>
                    <a:cubicBezTo>
                      <a:pt x="63691" y="1211042"/>
                      <a:pt x="-40025" y="484871"/>
                      <a:pt x="15008" y="12700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Rectangle 27">
                <a:extLst>
                  <a:ext uri="{FF2B5EF4-FFF2-40B4-BE49-F238E27FC236}">
                    <a16:creationId xmlns:a16="http://schemas.microsoft.com/office/drawing/2014/main" id="{505C387B-7268-A35F-D05D-C5EB34D9774D}"/>
                  </a:ext>
                </a:extLst>
              </p:cNvPr>
              <p:cNvSpPr/>
              <p:nvPr/>
            </p:nvSpPr>
            <p:spPr>
              <a:xfrm rot="19810810">
                <a:off x="2541069" y="1050300"/>
                <a:ext cx="1151240" cy="481994"/>
              </a:xfrm>
              <a:custGeom>
                <a:avLst/>
                <a:gdLst>
                  <a:gd name="connsiteX0" fmla="*/ 0 w 841848"/>
                  <a:gd name="connsiteY0" fmla="*/ 0 h 344507"/>
                  <a:gd name="connsiteX1" fmla="*/ 841848 w 841848"/>
                  <a:gd name="connsiteY1" fmla="*/ 0 h 344507"/>
                  <a:gd name="connsiteX2" fmla="*/ 841848 w 841848"/>
                  <a:gd name="connsiteY2" fmla="*/ 344507 h 344507"/>
                  <a:gd name="connsiteX3" fmla="*/ 0 w 841848"/>
                  <a:gd name="connsiteY3" fmla="*/ 344507 h 344507"/>
                  <a:gd name="connsiteX4" fmla="*/ 0 w 841848"/>
                  <a:gd name="connsiteY4" fmla="*/ 0 h 344507"/>
                  <a:gd name="connsiteX0" fmla="*/ 269129 w 1110977"/>
                  <a:gd name="connsiteY0" fmla="*/ 0 h 357465"/>
                  <a:gd name="connsiteX1" fmla="*/ 1110977 w 1110977"/>
                  <a:gd name="connsiteY1" fmla="*/ 0 h 357465"/>
                  <a:gd name="connsiteX2" fmla="*/ 1110977 w 1110977"/>
                  <a:gd name="connsiteY2" fmla="*/ 344507 h 357465"/>
                  <a:gd name="connsiteX3" fmla="*/ 269129 w 1110977"/>
                  <a:gd name="connsiteY3" fmla="*/ 344507 h 357465"/>
                  <a:gd name="connsiteX4" fmla="*/ 269129 w 1110977"/>
                  <a:gd name="connsiteY4" fmla="*/ 0 h 357465"/>
                  <a:gd name="connsiteX0" fmla="*/ 0 w 841848"/>
                  <a:gd name="connsiteY0" fmla="*/ 344507 h 344507"/>
                  <a:gd name="connsiteX1" fmla="*/ 841848 w 841848"/>
                  <a:gd name="connsiteY1" fmla="*/ 0 h 344507"/>
                  <a:gd name="connsiteX2" fmla="*/ 841848 w 841848"/>
                  <a:gd name="connsiteY2" fmla="*/ 344507 h 344507"/>
                  <a:gd name="connsiteX3" fmla="*/ 0 w 841848"/>
                  <a:gd name="connsiteY3" fmla="*/ 344507 h 344507"/>
                  <a:gd name="connsiteX0" fmla="*/ 0 w 841848"/>
                  <a:gd name="connsiteY0" fmla="*/ 344506 h 344506"/>
                  <a:gd name="connsiteX1" fmla="*/ 541765 w 841848"/>
                  <a:gd name="connsiteY1" fmla="*/ 0 h 344506"/>
                  <a:gd name="connsiteX2" fmla="*/ 841848 w 841848"/>
                  <a:gd name="connsiteY2" fmla="*/ 344506 h 344506"/>
                  <a:gd name="connsiteX3" fmla="*/ 0 w 841848"/>
                  <a:gd name="connsiteY3" fmla="*/ 344506 h 344506"/>
                  <a:gd name="connsiteX0" fmla="*/ 93639 w 935487"/>
                  <a:gd name="connsiteY0" fmla="*/ 426208 h 426208"/>
                  <a:gd name="connsiteX1" fmla="*/ 635404 w 935487"/>
                  <a:gd name="connsiteY1" fmla="*/ 81702 h 426208"/>
                  <a:gd name="connsiteX2" fmla="*/ 935487 w 935487"/>
                  <a:gd name="connsiteY2" fmla="*/ 426208 h 426208"/>
                  <a:gd name="connsiteX3" fmla="*/ 93639 w 935487"/>
                  <a:gd name="connsiteY3" fmla="*/ 426208 h 426208"/>
                  <a:gd name="connsiteX0" fmla="*/ 298221 w 1140069"/>
                  <a:gd name="connsiteY0" fmla="*/ 406411 h 440132"/>
                  <a:gd name="connsiteX1" fmla="*/ 839986 w 1140069"/>
                  <a:gd name="connsiteY1" fmla="*/ 61905 h 440132"/>
                  <a:gd name="connsiteX2" fmla="*/ 1140069 w 1140069"/>
                  <a:gd name="connsiteY2" fmla="*/ 406411 h 440132"/>
                  <a:gd name="connsiteX3" fmla="*/ 298221 w 1140069"/>
                  <a:gd name="connsiteY3" fmla="*/ 406411 h 440132"/>
                  <a:gd name="connsiteX0" fmla="*/ 260558 w 1102406"/>
                  <a:gd name="connsiteY0" fmla="*/ 438627 h 469443"/>
                  <a:gd name="connsiteX1" fmla="*/ 802323 w 1102406"/>
                  <a:gd name="connsiteY1" fmla="*/ 94121 h 469443"/>
                  <a:gd name="connsiteX2" fmla="*/ 1102406 w 1102406"/>
                  <a:gd name="connsiteY2" fmla="*/ 438627 h 469443"/>
                  <a:gd name="connsiteX3" fmla="*/ 260558 w 1102406"/>
                  <a:gd name="connsiteY3" fmla="*/ 438627 h 469443"/>
                  <a:gd name="connsiteX0" fmla="*/ 326170 w 1168018"/>
                  <a:gd name="connsiteY0" fmla="*/ 432994 h 485373"/>
                  <a:gd name="connsiteX1" fmla="*/ 867935 w 1168018"/>
                  <a:gd name="connsiteY1" fmla="*/ 88488 h 485373"/>
                  <a:gd name="connsiteX2" fmla="*/ 1168018 w 1168018"/>
                  <a:gd name="connsiteY2" fmla="*/ 432994 h 485373"/>
                  <a:gd name="connsiteX3" fmla="*/ 326170 w 1168018"/>
                  <a:gd name="connsiteY3" fmla="*/ 432994 h 485373"/>
                  <a:gd name="connsiteX0" fmla="*/ 291248 w 1133096"/>
                  <a:gd name="connsiteY0" fmla="*/ 437239 h 472821"/>
                  <a:gd name="connsiteX1" fmla="*/ 833013 w 1133096"/>
                  <a:gd name="connsiteY1" fmla="*/ 92733 h 472821"/>
                  <a:gd name="connsiteX2" fmla="*/ 1133096 w 1133096"/>
                  <a:gd name="connsiteY2" fmla="*/ 437239 h 472821"/>
                  <a:gd name="connsiteX3" fmla="*/ 291248 w 1133096"/>
                  <a:gd name="connsiteY3" fmla="*/ 437239 h 472821"/>
                  <a:gd name="connsiteX0" fmla="*/ 344467 w 1024465"/>
                  <a:gd name="connsiteY0" fmla="*/ 441795 h 477215"/>
                  <a:gd name="connsiteX1" fmla="*/ 724382 w 1024465"/>
                  <a:gd name="connsiteY1" fmla="*/ 92351 h 477215"/>
                  <a:gd name="connsiteX2" fmla="*/ 1024465 w 1024465"/>
                  <a:gd name="connsiteY2" fmla="*/ 436857 h 477215"/>
                  <a:gd name="connsiteX3" fmla="*/ 344467 w 1024465"/>
                  <a:gd name="connsiteY3" fmla="*/ 441795 h 477215"/>
                  <a:gd name="connsiteX0" fmla="*/ 478130 w 1158128"/>
                  <a:gd name="connsiteY0" fmla="*/ 441118 h 479001"/>
                  <a:gd name="connsiteX1" fmla="*/ 858045 w 1158128"/>
                  <a:gd name="connsiteY1" fmla="*/ 91674 h 479001"/>
                  <a:gd name="connsiteX2" fmla="*/ 1158128 w 1158128"/>
                  <a:gd name="connsiteY2" fmla="*/ 436180 h 479001"/>
                  <a:gd name="connsiteX3" fmla="*/ 478130 w 1158128"/>
                  <a:gd name="connsiteY3" fmla="*/ 441118 h 479001"/>
                  <a:gd name="connsiteX0" fmla="*/ 476713 w 1160944"/>
                  <a:gd name="connsiteY0" fmla="*/ 371644 h 442322"/>
                  <a:gd name="connsiteX1" fmla="*/ 860861 w 1160944"/>
                  <a:gd name="connsiteY1" fmla="*/ 97816 h 442322"/>
                  <a:gd name="connsiteX2" fmla="*/ 1160944 w 1160944"/>
                  <a:gd name="connsiteY2" fmla="*/ 442322 h 442322"/>
                  <a:gd name="connsiteX3" fmla="*/ 476713 w 1160944"/>
                  <a:gd name="connsiteY3" fmla="*/ 371644 h 442322"/>
                  <a:gd name="connsiteX0" fmla="*/ 475967 w 1160198"/>
                  <a:gd name="connsiteY0" fmla="*/ 357964 h 461100"/>
                  <a:gd name="connsiteX1" fmla="*/ 860115 w 1160198"/>
                  <a:gd name="connsiteY1" fmla="*/ 84136 h 461100"/>
                  <a:gd name="connsiteX2" fmla="*/ 1160198 w 1160198"/>
                  <a:gd name="connsiteY2" fmla="*/ 428642 h 461100"/>
                  <a:gd name="connsiteX3" fmla="*/ 475967 w 1160198"/>
                  <a:gd name="connsiteY3" fmla="*/ 357964 h 461100"/>
                  <a:gd name="connsiteX0" fmla="*/ 455672 w 1139903"/>
                  <a:gd name="connsiteY0" fmla="*/ 374342 h 474092"/>
                  <a:gd name="connsiteX1" fmla="*/ 839820 w 1139903"/>
                  <a:gd name="connsiteY1" fmla="*/ 100514 h 474092"/>
                  <a:gd name="connsiteX2" fmla="*/ 1139903 w 1139903"/>
                  <a:gd name="connsiteY2" fmla="*/ 445020 h 474092"/>
                  <a:gd name="connsiteX3" fmla="*/ 455672 w 1139903"/>
                  <a:gd name="connsiteY3" fmla="*/ 374342 h 474092"/>
                  <a:gd name="connsiteX0" fmla="*/ 467009 w 1151240"/>
                  <a:gd name="connsiteY0" fmla="*/ 384112 h 481994"/>
                  <a:gd name="connsiteX1" fmla="*/ 851157 w 1151240"/>
                  <a:gd name="connsiteY1" fmla="*/ 110284 h 481994"/>
                  <a:gd name="connsiteX2" fmla="*/ 1151240 w 1151240"/>
                  <a:gd name="connsiteY2" fmla="*/ 454790 h 481994"/>
                  <a:gd name="connsiteX3" fmla="*/ 467009 w 1151240"/>
                  <a:gd name="connsiteY3" fmla="*/ 384112 h 48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240" h="481994">
                    <a:moveTo>
                      <a:pt x="467009" y="384112"/>
                    </a:moveTo>
                    <a:cubicBezTo>
                      <a:pt x="-395685" y="816646"/>
                      <a:pt x="57333" y="-352116"/>
                      <a:pt x="851157" y="110284"/>
                    </a:cubicBezTo>
                    <a:lnTo>
                      <a:pt x="1151240" y="454790"/>
                    </a:lnTo>
                    <a:lnTo>
                      <a:pt x="467009" y="384112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Rectangle 7">
                <a:extLst>
                  <a:ext uri="{FF2B5EF4-FFF2-40B4-BE49-F238E27FC236}">
                    <a16:creationId xmlns:a16="http://schemas.microsoft.com/office/drawing/2014/main" id="{92ECC26A-74B7-4B51-8303-F4C287164945}"/>
                  </a:ext>
                </a:extLst>
              </p:cNvPr>
              <p:cNvSpPr/>
              <p:nvPr/>
            </p:nvSpPr>
            <p:spPr>
              <a:xfrm rot="21318299" flipH="1">
                <a:off x="2983104" y="511868"/>
                <a:ext cx="3388599" cy="2618831"/>
              </a:xfrm>
              <a:custGeom>
                <a:avLst/>
                <a:gdLst>
                  <a:gd name="connsiteX0" fmla="*/ 0 w 1536684"/>
                  <a:gd name="connsiteY0" fmla="*/ 0 h 733425"/>
                  <a:gd name="connsiteX1" fmla="*/ 1536684 w 1536684"/>
                  <a:gd name="connsiteY1" fmla="*/ 0 h 733425"/>
                  <a:gd name="connsiteX2" fmla="*/ 1536684 w 1536684"/>
                  <a:gd name="connsiteY2" fmla="*/ 733425 h 733425"/>
                  <a:gd name="connsiteX3" fmla="*/ 0 w 1536684"/>
                  <a:gd name="connsiteY3" fmla="*/ 733425 h 733425"/>
                  <a:gd name="connsiteX4" fmla="*/ 0 w 1536684"/>
                  <a:gd name="connsiteY4" fmla="*/ 0 h 733425"/>
                  <a:gd name="connsiteX0" fmla="*/ 0 w 1536684"/>
                  <a:gd name="connsiteY0" fmla="*/ 288839 h 1022264"/>
                  <a:gd name="connsiteX1" fmla="*/ 553857 w 1536684"/>
                  <a:gd name="connsiteY1" fmla="*/ 0 h 1022264"/>
                  <a:gd name="connsiteX2" fmla="*/ 1536684 w 1536684"/>
                  <a:gd name="connsiteY2" fmla="*/ 288839 h 1022264"/>
                  <a:gd name="connsiteX3" fmla="*/ 1536684 w 1536684"/>
                  <a:gd name="connsiteY3" fmla="*/ 1022264 h 1022264"/>
                  <a:gd name="connsiteX4" fmla="*/ 0 w 1536684"/>
                  <a:gd name="connsiteY4" fmla="*/ 1022264 h 1022264"/>
                  <a:gd name="connsiteX5" fmla="*/ 0 w 1536684"/>
                  <a:gd name="connsiteY5" fmla="*/ 288839 h 1022264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536684 w 1536684"/>
                  <a:gd name="connsiteY3" fmla="*/ 304334 h 1037759"/>
                  <a:gd name="connsiteX4" fmla="*/ 1536684 w 1536684"/>
                  <a:gd name="connsiteY4" fmla="*/ 1037759 h 1037759"/>
                  <a:gd name="connsiteX5" fmla="*/ 0 w 1536684"/>
                  <a:gd name="connsiteY5" fmla="*/ 1037759 h 1037759"/>
                  <a:gd name="connsiteX6" fmla="*/ 0 w 1536684"/>
                  <a:gd name="connsiteY6" fmla="*/ 304334 h 1037759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221560 w 1536684"/>
                  <a:gd name="connsiteY3" fmla="*/ 25990 h 1037759"/>
                  <a:gd name="connsiteX4" fmla="*/ 1536684 w 1536684"/>
                  <a:gd name="connsiteY4" fmla="*/ 304334 h 1037759"/>
                  <a:gd name="connsiteX5" fmla="*/ 1536684 w 1536684"/>
                  <a:gd name="connsiteY5" fmla="*/ 1037759 h 1037759"/>
                  <a:gd name="connsiteX6" fmla="*/ 0 w 1536684"/>
                  <a:gd name="connsiteY6" fmla="*/ 1037759 h 1037759"/>
                  <a:gd name="connsiteX7" fmla="*/ 0 w 1536684"/>
                  <a:gd name="connsiteY7" fmla="*/ 304334 h 1037759"/>
                  <a:gd name="connsiteX0" fmla="*/ 0 w 1536684"/>
                  <a:gd name="connsiteY0" fmla="*/ 304334 h 1037759"/>
                  <a:gd name="connsiteX1" fmla="*/ 553857 w 1536684"/>
                  <a:gd name="connsiteY1" fmla="*/ 15495 h 1037759"/>
                  <a:gd name="connsiteX2" fmla="*/ 942433 w 1536684"/>
                  <a:gd name="connsiteY2" fmla="*/ 10969 h 1037759"/>
                  <a:gd name="connsiteX3" fmla="*/ 1221560 w 1536684"/>
                  <a:gd name="connsiteY3" fmla="*/ 25990 h 1037759"/>
                  <a:gd name="connsiteX4" fmla="*/ 1451464 w 1536684"/>
                  <a:gd name="connsiteY4" fmla="*/ 114662 h 1037759"/>
                  <a:gd name="connsiteX5" fmla="*/ 1536684 w 1536684"/>
                  <a:gd name="connsiteY5" fmla="*/ 304334 h 1037759"/>
                  <a:gd name="connsiteX6" fmla="*/ 1536684 w 1536684"/>
                  <a:gd name="connsiteY6" fmla="*/ 1037759 h 1037759"/>
                  <a:gd name="connsiteX7" fmla="*/ 0 w 1536684"/>
                  <a:gd name="connsiteY7" fmla="*/ 1037759 h 1037759"/>
                  <a:gd name="connsiteX8" fmla="*/ 0 w 1536684"/>
                  <a:gd name="connsiteY8" fmla="*/ 304334 h 1037759"/>
                  <a:gd name="connsiteX0" fmla="*/ 0 w 1606256"/>
                  <a:gd name="connsiteY0" fmla="*/ 304334 h 1037759"/>
                  <a:gd name="connsiteX1" fmla="*/ 553857 w 1606256"/>
                  <a:gd name="connsiteY1" fmla="*/ 15495 h 1037759"/>
                  <a:gd name="connsiteX2" fmla="*/ 942433 w 1606256"/>
                  <a:gd name="connsiteY2" fmla="*/ 10969 h 1037759"/>
                  <a:gd name="connsiteX3" fmla="*/ 1221560 w 1606256"/>
                  <a:gd name="connsiteY3" fmla="*/ 25990 h 1037759"/>
                  <a:gd name="connsiteX4" fmla="*/ 1451464 w 1606256"/>
                  <a:gd name="connsiteY4" fmla="*/ 114662 h 1037759"/>
                  <a:gd name="connsiteX5" fmla="*/ 1606256 w 1606256"/>
                  <a:gd name="connsiteY5" fmla="*/ 258754 h 1037759"/>
                  <a:gd name="connsiteX6" fmla="*/ 1536684 w 1606256"/>
                  <a:gd name="connsiteY6" fmla="*/ 1037759 h 1037759"/>
                  <a:gd name="connsiteX7" fmla="*/ 0 w 1606256"/>
                  <a:gd name="connsiteY7" fmla="*/ 1037759 h 1037759"/>
                  <a:gd name="connsiteX8" fmla="*/ 0 w 1606256"/>
                  <a:gd name="connsiteY8" fmla="*/ 304334 h 1037759"/>
                  <a:gd name="connsiteX0" fmla="*/ 0 w 1700061"/>
                  <a:gd name="connsiteY0" fmla="*/ 304334 h 1037759"/>
                  <a:gd name="connsiteX1" fmla="*/ 553857 w 1700061"/>
                  <a:gd name="connsiteY1" fmla="*/ 15495 h 1037759"/>
                  <a:gd name="connsiteX2" fmla="*/ 942433 w 1700061"/>
                  <a:gd name="connsiteY2" fmla="*/ 10969 h 1037759"/>
                  <a:gd name="connsiteX3" fmla="*/ 1221560 w 1700061"/>
                  <a:gd name="connsiteY3" fmla="*/ 25990 h 1037759"/>
                  <a:gd name="connsiteX4" fmla="*/ 1451464 w 1700061"/>
                  <a:gd name="connsiteY4" fmla="*/ 114662 h 1037759"/>
                  <a:gd name="connsiteX5" fmla="*/ 1606256 w 1700061"/>
                  <a:gd name="connsiteY5" fmla="*/ 258754 h 1037759"/>
                  <a:gd name="connsiteX6" fmla="*/ 1699713 w 1700061"/>
                  <a:gd name="connsiteY6" fmla="*/ 490596 h 1037759"/>
                  <a:gd name="connsiteX7" fmla="*/ 1536684 w 1700061"/>
                  <a:gd name="connsiteY7" fmla="*/ 1037759 h 1037759"/>
                  <a:gd name="connsiteX8" fmla="*/ 0 w 1700061"/>
                  <a:gd name="connsiteY8" fmla="*/ 1037759 h 1037759"/>
                  <a:gd name="connsiteX9" fmla="*/ 0 w 1700061"/>
                  <a:gd name="connsiteY9" fmla="*/ 304334 h 1037759"/>
                  <a:gd name="connsiteX0" fmla="*/ 0 w 1719330"/>
                  <a:gd name="connsiteY0" fmla="*/ 304334 h 1037759"/>
                  <a:gd name="connsiteX1" fmla="*/ 553857 w 1719330"/>
                  <a:gd name="connsiteY1" fmla="*/ 15495 h 1037759"/>
                  <a:gd name="connsiteX2" fmla="*/ 942433 w 1719330"/>
                  <a:gd name="connsiteY2" fmla="*/ 10969 h 1037759"/>
                  <a:gd name="connsiteX3" fmla="*/ 1221560 w 1719330"/>
                  <a:gd name="connsiteY3" fmla="*/ 25990 h 1037759"/>
                  <a:gd name="connsiteX4" fmla="*/ 1451464 w 1719330"/>
                  <a:gd name="connsiteY4" fmla="*/ 114662 h 1037759"/>
                  <a:gd name="connsiteX5" fmla="*/ 1606256 w 1719330"/>
                  <a:gd name="connsiteY5" fmla="*/ 258754 h 1037759"/>
                  <a:gd name="connsiteX6" fmla="*/ 1699713 w 1719330"/>
                  <a:gd name="connsiteY6" fmla="*/ 490596 h 1037759"/>
                  <a:gd name="connsiteX7" fmla="*/ 1713985 w 1719330"/>
                  <a:gd name="connsiteY7" fmla="*/ 738797 h 1037759"/>
                  <a:gd name="connsiteX8" fmla="*/ 1536684 w 1719330"/>
                  <a:gd name="connsiteY8" fmla="*/ 1037759 h 1037759"/>
                  <a:gd name="connsiteX9" fmla="*/ 0 w 1719330"/>
                  <a:gd name="connsiteY9" fmla="*/ 1037759 h 1037759"/>
                  <a:gd name="connsiteX10" fmla="*/ 0 w 1719330"/>
                  <a:gd name="connsiteY10" fmla="*/ 304334 h 1037759"/>
                  <a:gd name="connsiteX0" fmla="*/ 0 w 1719330"/>
                  <a:gd name="connsiteY0" fmla="*/ 304334 h 1056581"/>
                  <a:gd name="connsiteX1" fmla="*/ 553857 w 1719330"/>
                  <a:gd name="connsiteY1" fmla="*/ 15495 h 1056581"/>
                  <a:gd name="connsiteX2" fmla="*/ 942433 w 1719330"/>
                  <a:gd name="connsiteY2" fmla="*/ 10969 h 1056581"/>
                  <a:gd name="connsiteX3" fmla="*/ 1221560 w 1719330"/>
                  <a:gd name="connsiteY3" fmla="*/ 25990 h 1056581"/>
                  <a:gd name="connsiteX4" fmla="*/ 1451464 w 1719330"/>
                  <a:gd name="connsiteY4" fmla="*/ 114662 h 1056581"/>
                  <a:gd name="connsiteX5" fmla="*/ 1606256 w 1719330"/>
                  <a:gd name="connsiteY5" fmla="*/ 258754 h 1056581"/>
                  <a:gd name="connsiteX6" fmla="*/ 1699713 w 1719330"/>
                  <a:gd name="connsiteY6" fmla="*/ 490596 h 1056581"/>
                  <a:gd name="connsiteX7" fmla="*/ 1713985 w 1719330"/>
                  <a:gd name="connsiteY7" fmla="*/ 738797 h 1056581"/>
                  <a:gd name="connsiteX8" fmla="*/ 1662348 w 1719330"/>
                  <a:gd name="connsiteY8" fmla="*/ 1056581 h 1056581"/>
                  <a:gd name="connsiteX9" fmla="*/ 1536684 w 1719330"/>
                  <a:gd name="connsiteY9" fmla="*/ 1037759 h 1056581"/>
                  <a:gd name="connsiteX10" fmla="*/ 0 w 1719330"/>
                  <a:gd name="connsiteY10" fmla="*/ 1037759 h 1056581"/>
                  <a:gd name="connsiteX11" fmla="*/ 0 w 1719330"/>
                  <a:gd name="connsiteY11" fmla="*/ 304334 h 1056581"/>
                  <a:gd name="connsiteX0" fmla="*/ 0 w 1719330"/>
                  <a:gd name="connsiteY0" fmla="*/ 304334 h 1209472"/>
                  <a:gd name="connsiteX1" fmla="*/ 553857 w 1719330"/>
                  <a:gd name="connsiteY1" fmla="*/ 15495 h 1209472"/>
                  <a:gd name="connsiteX2" fmla="*/ 942433 w 1719330"/>
                  <a:gd name="connsiteY2" fmla="*/ 10969 h 1209472"/>
                  <a:gd name="connsiteX3" fmla="*/ 1221560 w 1719330"/>
                  <a:gd name="connsiteY3" fmla="*/ 25990 h 1209472"/>
                  <a:gd name="connsiteX4" fmla="*/ 1451464 w 1719330"/>
                  <a:gd name="connsiteY4" fmla="*/ 114662 h 1209472"/>
                  <a:gd name="connsiteX5" fmla="*/ 1606256 w 1719330"/>
                  <a:gd name="connsiteY5" fmla="*/ 258754 h 1209472"/>
                  <a:gd name="connsiteX6" fmla="*/ 1699713 w 1719330"/>
                  <a:gd name="connsiteY6" fmla="*/ 490596 h 1209472"/>
                  <a:gd name="connsiteX7" fmla="*/ 1713985 w 1719330"/>
                  <a:gd name="connsiteY7" fmla="*/ 738797 h 1209472"/>
                  <a:gd name="connsiteX8" fmla="*/ 1662348 w 1719330"/>
                  <a:gd name="connsiteY8" fmla="*/ 1056581 h 1209472"/>
                  <a:gd name="connsiteX9" fmla="*/ 1482590 w 1719330"/>
                  <a:gd name="connsiteY9" fmla="*/ 1209472 h 1209472"/>
                  <a:gd name="connsiteX10" fmla="*/ 0 w 1719330"/>
                  <a:gd name="connsiteY10" fmla="*/ 1037759 h 1209472"/>
                  <a:gd name="connsiteX11" fmla="*/ 0 w 1719330"/>
                  <a:gd name="connsiteY11" fmla="*/ 304334 h 1209472"/>
                  <a:gd name="connsiteX0" fmla="*/ 0 w 1719330"/>
                  <a:gd name="connsiteY0" fmla="*/ 304334 h 1287584"/>
                  <a:gd name="connsiteX1" fmla="*/ 553857 w 1719330"/>
                  <a:gd name="connsiteY1" fmla="*/ 15495 h 1287584"/>
                  <a:gd name="connsiteX2" fmla="*/ 942433 w 1719330"/>
                  <a:gd name="connsiteY2" fmla="*/ 10969 h 1287584"/>
                  <a:gd name="connsiteX3" fmla="*/ 1221560 w 1719330"/>
                  <a:gd name="connsiteY3" fmla="*/ 25990 h 1287584"/>
                  <a:gd name="connsiteX4" fmla="*/ 1451464 w 1719330"/>
                  <a:gd name="connsiteY4" fmla="*/ 114662 h 1287584"/>
                  <a:gd name="connsiteX5" fmla="*/ 1606256 w 1719330"/>
                  <a:gd name="connsiteY5" fmla="*/ 258754 h 1287584"/>
                  <a:gd name="connsiteX6" fmla="*/ 1699713 w 1719330"/>
                  <a:gd name="connsiteY6" fmla="*/ 490596 h 1287584"/>
                  <a:gd name="connsiteX7" fmla="*/ 1713985 w 1719330"/>
                  <a:gd name="connsiteY7" fmla="*/ 738797 h 1287584"/>
                  <a:gd name="connsiteX8" fmla="*/ 1662348 w 1719330"/>
                  <a:gd name="connsiteY8" fmla="*/ 1056581 h 1287584"/>
                  <a:gd name="connsiteX9" fmla="*/ 1482590 w 1719330"/>
                  <a:gd name="connsiteY9" fmla="*/ 1209472 h 1287584"/>
                  <a:gd name="connsiteX10" fmla="*/ 1183471 w 1719330"/>
                  <a:gd name="connsiteY10" fmla="*/ 1286532 h 1287584"/>
                  <a:gd name="connsiteX11" fmla="*/ 0 w 1719330"/>
                  <a:gd name="connsiteY11" fmla="*/ 1037759 h 1287584"/>
                  <a:gd name="connsiteX12" fmla="*/ 0 w 1719330"/>
                  <a:gd name="connsiteY12" fmla="*/ 304334 h 1287584"/>
                  <a:gd name="connsiteX0" fmla="*/ 0 w 1719330"/>
                  <a:gd name="connsiteY0" fmla="*/ 304334 h 1366129"/>
                  <a:gd name="connsiteX1" fmla="*/ 553857 w 1719330"/>
                  <a:gd name="connsiteY1" fmla="*/ 15495 h 1366129"/>
                  <a:gd name="connsiteX2" fmla="*/ 942433 w 1719330"/>
                  <a:gd name="connsiteY2" fmla="*/ 10969 h 1366129"/>
                  <a:gd name="connsiteX3" fmla="*/ 1221560 w 1719330"/>
                  <a:gd name="connsiteY3" fmla="*/ 25990 h 1366129"/>
                  <a:gd name="connsiteX4" fmla="*/ 1451464 w 1719330"/>
                  <a:gd name="connsiteY4" fmla="*/ 114662 h 1366129"/>
                  <a:gd name="connsiteX5" fmla="*/ 1606256 w 1719330"/>
                  <a:gd name="connsiteY5" fmla="*/ 258754 h 1366129"/>
                  <a:gd name="connsiteX6" fmla="*/ 1699713 w 1719330"/>
                  <a:gd name="connsiteY6" fmla="*/ 490596 h 1366129"/>
                  <a:gd name="connsiteX7" fmla="*/ 1713985 w 1719330"/>
                  <a:gd name="connsiteY7" fmla="*/ 738797 h 1366129"/>
                  <a:gd name="connsiteX8" fmla="*/ 1662348 w 1719330"/>
                  <a:gd name="connsiteY8" fmla="*/ 1056581 h 1366129"/>
                  <a:gd name="connsiteX9" fmla="*/ 1482590 w 1719330"/>
                  <a:gd name="connsiteY9" fmla="*/ 1209472 h 1366129"/>
                  <a:gd name="connsiteX10" fmla="*/ 1183471 w 1719330"/>
                  <a:gd name="connsiteY10" fmla="*/ 1286532 h 1366129"/>
                  <a:gd name="connsiteX11" fmla="*/ 846577 w 1719330"/>
                  <a:gd name="connsiteY11" fmla="*/ 1363476 h 1366129"/>
                  <a:gd name="connsiteX12" fmla="*/ 0 w 1719330"/>
                  <a:gd name="connsiteY12" fmla="*/ 1037759 h 1366129"/>
                  <a:gd name="connsiteX13" fmla="*/ 0 w 1719330"/>
                  <a:gd name="connsiteY13" fmla="*/ 304334 h 1366129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0 w 1719330"/>
                  <a:gd name="connsiteY13" fmla="*/ 1037759 h 1369405"/>
                  <a:gd name="connsiteX14" fmla="*/ 0 w 1719330"/>
                  <a:gd name="connsiteY14" fmla="*/ 304334 h 1369405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348543 w 1719330"/>
                  <a:gd name="connsiteY13" fmla="*/ 1331802 h 1369405"/>
                  <a:gd name="connsiteX14" fmla="*/ 0 w 1719330"/>
                  <a:gd name="connsiteY14" fmla="*/ 1037759 h 1369405"/>
                  <a:gd name="connsiteX15" fmla="*/ 0 w 1719330"/>
                  <a:gd name="connsiteY15" fmla="*/ 304334 h 1369405"/>
                  <a:gd name="connsiteX0" fmla="*/ 0 w 1719330"/>
                  <a:gd name="connsiteY0" fmla="*/ 304334 h 1369405"/>
                  <a:gd name="connsiteX1" fmla="*/ 553857 w 1719330"/>
                  <a:gd name="connsiteY1" fmla="*/ 15495 h 1369405"/>
                  <a:gd name="connsiteX2" fmla="*/ 942433 w 1719330"/>
                  <a:gd name="connsiteY2" fmla="*/ 10969 h 1369405"/>
                  <a:gd name="connsiteX3" fmla="*/ 1221560 w 1719330"/>
                  <a:gd name="connsiteY3" fmla="*/ 25990 h 1369405"/>
                  <a:gd name="connsiteX4" fmla="*/ 1451464 w 1719330"/>
                  <a:gd name="connsiteY4" fmla="*/ 114662 h 1369405"/>
                  <a:gd name="connsiteX5" fmla="*/ 1606256 w 1719330"/>
                  <a:gd name="connsiteY5" fmla="*/ 258754 h 1369405"/>
                  <a:gd name="connsiteX6" fmla="*/ 1699713 w 1719330"/>
                  <a:gd name="connsiteY6" fmla="*/ 490596 h 1369405"/>
                  <a:gd name="connsiteX7" fmla="*/ 1713985 w 1719330"/>
                  <a:gd name="connsiteY7" fmla="*/ 738797 h 1369405"/>
                  <a:gd name="connsiteX8" fmla="*/ 1662348 w 1719330"/>
                  <a:gd name="connsiteY8" fmla="*/ 1056581 h 1369405"/>
                  <a:gd name="connsiteX9" fmla="*/ 1482590 w 1719330"/>
                  <a:gd name="connsiteY9" fmla="*/ 1209472 h 1369405"/>
                  <a:gd name="connsiteX10" fmla="*/ 1183471 w 1719330"/>
                  <a:gd name="connsiteY10" fmla="*/ 1286532 h 1369405"/>
                  <a:gd name="connsiteX11" fmla="*/ 846577 w 1719330"/>
                  <a:gd name="connsiteY11" fmla="*/ 1363476 h 1369405"/>
                  <a:gd name="connsiteX12" fmla="*/ 591866 w 1719330"/>
                  <a:gd name="connsiteY12" fmla="*/ 1359847 h 1369405"/>
                  <a:gd name="connsiteX13" fmla="*/ 348543 w 1719330"/>
                  <a:gd name="connsiteY13" fmla="*/ 1331802 h 1369405"/>
                  <a:gd name="connsiteX14" fmla="*/ 88539 w 1719330"/>
                  <a:gd name="connsiteY14" fmla="*/ 1299691 h 1369405"/>
                  <a:gd name="connsiteX15" fmla="*/ 0 w 1719330"/>
                  <a:gd name="connsiteY15" fmla="*/ 1037759 h 1369405"/>
                  <a:gd name="connsiteX16" fmla="*/ 0 w 1719330"/>
                  <a:gd name="connsiteY16" fmla="*/ 304334 h 1369405"/>
                  <a:gd name="connsiteX0" fmla="*/ 176999 w 1896329"/>
                  <a:gd name="connsiteY0" fmla="*/ 304334 h 1369405"/>
                  <a:gd name="connsiteX1" fmla="*/ 730856 w 1896329"/>
                  <a:gd name="connsiteY1" fmla="*/ 15495 h 1369405"/>
                  <a:gd name="connsiteX2" fmla="*/ 1119432 w 1896329"/>
                  <a:gd name="connsiteY2" fmla="*/ 10969 h 1369405"/>
                  <a:gd name="connsiteX3" fmla="*/ 1398559 w 1896329"/>
                  <a:gd name="connsiteY3" fmla="*/ 25990 h 1369405"/>
                  <a:gd name="connsiteX4" fmla="*/ 1628463 w 1896329"/>
                  <a:gd name="connsiteY4" fmla="*/ 114662 h 1369405"/>
                  <a:gd name="connsiteX5" fmla="*/ 1783255 w 1896329"/>
                  <a:gd name="connsiteY5" fmla="*/ 258754 h 1369405"/>
                  <a:gd name="connsiteX6" fmla="*/ 1876712 w 1896329"/>
                  <a:gd name="connsiteY6" fmla="*/ 490596 h 1369405"/>
                  <a:gd name="connsiteX7" fmla="*/ 1890984 w 1896329"/>
                  <a:gd name="connsiteY7" fmla="*/ 738797 h 1369405"/>
                  <a:gd name="connsiteX8" fmla="*/ 1839347 w 1896329"/>
                  <a:gd name="connsiteY8" fmla="*/ 1056581 h 1369405"/>
                  <a:gd name="connsiteX9" fmla="*/ 1659589 w 1896329"/>
                  <a:gd name="connsiteY9" fmla="*/ 1209472 h 1369405"/>
                  <a:gd name="connsiteX10" fmla="*/ 1360470 w 1896329"/>
                  <a:gd name="connsiteY10" fmla="*/ 1286532 h 1369405"/>
                  <a:gd name="connsiteX11" fmla="*/ 1023576 w 1896329"/>
                  <a:gd name="connsiteY11" fmla="*/ 1363476 h 1369405"/>
                  <a:gd name="connsiteX12" fmla="*/ 768865 w 1896329"/>
                  <a:gd name="connsiteY12" fmla="*/ 1359847 h 1369405"/>
                  <a:gd name="connsiteX13" fmla="*/ 525542 w 1896329"/>
                  <a:gd name="connsiteY13" fmla="*/ 1331802 h 1369405"/>
                  <a:gd name="connsiteX14" fmla="*/ 265538 w 1896329"/>
                  <a:gd name="connsiteY14" fmla="*/ 1299691 h 1369405"/>
                  <a:gd name="connsiteX15" fmla="*/ 0 w 1896329"/>
                  <a:gd name="connsiteY15" fmla="*/ 1010927 h 1369405"/>
                  <a:gd name="connsiteX16" fmla="*/ 176999 w 1896329"/>
                  <a:gd name="connsiteY16" fmla="*/ 304334 h 1369405"/>
                  <a:gd name="connsiteX0" fmla="*/ 176999 w 1896329"/>
                  <a:gd name="connsiteY0" fmla="*/ 304334 h 1369405"/>
                  <a:gd name="connsiteX1" fmla="*/ 730856 w 1896329"/>
                  <a:gd name="connsiteY1" fmla="*/ 15495 h 1369405"/>
                  <a:gd name="connsiteX2" fmla="*/ 1119432 w 1896329"/>
                  <a:gd name="connsiteY2" fmla="*/ 10969 h 1369405"/>
                  <a:gd name="connsiteX3" fmla="*/ 1398559 w 1896329"/>
                  <a:gd name="connsiteY3" fmla="*/ 25990 h 1369405"/>
                  <a:gd name="connsiteX4" fmla="*/ 1628463 w 1896329"/>
                  <a:gd name="connsiteY4" fmla="*/ 114662 h 1369405"/>
                  <a:gd name="connsiteX5" fmla="*/ 1783255 w 1896329"/>
                  <a:gd name="connsiteY5" fmla="*/ 258754 h 1369405"/>
                  <a:gd name="connsiteX6" fmla="*/ 1876712 w 1896329"/>
                  <a:gd name="connsiteY6" fmla="*/ 490596 h 1369405"/>
                  <a:gd name="connsiteX7" fmla="*/ 1890984 w 1896329"/>
                  <a:gd name="connsiteY7" fmla="*/ 738797 h 1369405"/>
                  <a:gd name="connsiteX8" fmla="*/ 1839347 w 1896329"/>
                  <a:gd name="connsiteY8" fmla="*/ 1056581 h 1369405"/>
                  <a:gd name="connsiteX9" fmla="*/ 1659589 w 1896329"/>
                  <a:gd name="connsiteY9" fmla="*/ 1209472 h 1369405"/>
                  <a:gd name="connsiteX10" fmla="*/ 1360470 w 1896329"/>
                  <a:gd name="connsiteY10" fmla="*/ 1286532 h 1369405"/>
                  <a:gd name="connsiteX11" fmla="*/ 1023576 w 1896329"/>
                  <a:gd name="connsiteY11" fmla="*/ 1363476 h 1369405"/>
                  <a:gd name="connsiteX12" fmla="*/ 768865 w 1896329"/>
                  <a:gd name="connsiteY12" fmla="*/ 1359847 h 1369405"/>
                  <a:gd name="connsiteX13" fmla="*/ 525542 w 1896329"/>
                  <a:gd name="connsiteY13" fmla="*/ 1331802 h 1369405"/>
                  <a:gd name="connsiteX14" fmla="*/ 265538 w 1896329"/>
                  <a:gd name="connsiteY14" fmla="*/ 1299691 h 1369405"/>
                  <a:gd name="connsiteX15" fmla="*/ 0 w 1896329"/>
                  <a:gd name="connsiteY15" fmla="*/ 1010927 h 1369405"/>
                  <a:gd name="connsiteX16" fmla="*/ 176999 w 1896329"/>
                  <a:gd name="connsiteY16" fmla="*/ 304334 h 1369405"/>
                  <a:gd name="connsiteX0" fmla="*/ 176999 w 1896329"/>
                  <a:gd name="connsiteY0" fmla="*/ 304334 h 1378339"/>
                  <a:gd name="connsiteX1" fmla="*/ 730856 w 1896329"/>
                  <a:gd name="connsiteY1" fmla="*/ 15495 h 1378339"/>
                  <a:gd name="connsiteX2" fmla="*/ 1119432 w 1896329"/>
                  <a:gd name="connsiteY2" fmla="*/ 10969 h 1378339"/>
                  <a:gd name="connsiteX3" fmla="*/ 1398559 w 1896329"/>
                  <a:gd name="connsiteY3" fmla="*/ 25990 h 1378339"/>
                  <a:gd name="connsiteX4" fmla="*/ 1628463 w 1896329"/>
                  <a:gd name="connsiteY4" fmla="*/ 114662 h 1378339"/>
                  <a:gd name="connsiteX5" fmla="*/ 1783255 w 1896329"/>
                  <a:gd name="connsiteY5" fmla="*/ 258754 h 1378339"/>
                  <a:gd name="connsiteX6" fmla="*/ 1876712 w 1896329"/>
                  <a:gd name="connsiteY6" fmla="*/ 490596 h 1378339"/>
                  <a:gd name="connsiteX7" fmla="*/ 1890984 w 1896329"/>
                  <a:gd name="connsiteY7" fmla="*/ 738797 h 1378339"/>
                  <a:gd name="connsiteX8" fmla="*/ 1839347 w 1896329"/>
                  <a:gd name="connsiteY8" fmla="*/ 1056581 h 1378339"/>
                  <a:gd name="connsiteX9" fmla="*/ 1659589 w 1896329"/>
                  <a:gd name="connsiteY9" fmla="*/ 1209472 h 1378339"/>
                  <a:gd name="connsiteX10" fmla="*/ 1360470 w 1896329"/>
                  <a:gd name="connsiteY10" fmla="*/ 1286532 h 1378339"/>
                  <a:gd name="connsiteX11" fmla="*/ 1023576 w 1896329"/>
                  <a:gd name="connsiteY11" fmla="*/ 1363476 h 1378339"/>
                  <a:gd name="connsiteX12" fmla="*/ 768865 w 1896329"/>
                  <a:gd name="connsiteY12" fmla="*/ 1359847 h 1378339"/>
                  <a:gd name="connsiteX13" fmla="*/ 525542 w 1896329"/>
                  <a:gd name="connsiteY13" fmla="*/ 1331802 h 1378339"/>
                  <a:gd name="connsiteX14" fmla="*/ 265538 w 1896329"/>
                  <a:gd name="connsiteY14" fmla="*/ 1299691 h 1378339"/>
                  <a:gd name="connsiteX15" fmla="*/ 0 w 1896329"/>
                  <a:gd name="connsiteY15" fmla="*/ 1010927 h 1378339"/>
                  <a:gd name="connsiteX16" fmla="*/ 176999 w 1896329"/>
                  <a:gd name="connsiteY16" fmla="*/ 304334 h 1378339"/>
                  <a:gd name="connsiteX0" fmla="*/ 176999 w 1896329"/>
                  <a:gd name="connsiteY0" fmla="*/ 304334 h 1410160"/>
                  <a:gd name="connsiteX1" fmla="*/ 730856 w 1896329"/>
                  <a:gd name="connsiteY1" fmla="*/ 15495 h 1410160"/>
                  <a:gd name="connsiteX2" fmla="*/ 1119432 w 1896329"/>
                  <a:gd name="connsiteY2" fmla="*/ 10969 h 1410160"/>
                  <a:gd name="connsiteX3" fmla="*/ 1398559 w 1896329"/>
                  <a:gd name="connsiteY3" fmla="*/ 25990 h 1410160"/>
                  <a:gd name="connsiteX4" fmla="*/ 1628463 w 1896329"/>
                  <a:gd name="connsiteY4" fmla="*/ 114662 h 1410160"/>
                  <a:gd name="connsiteX5" fmla="*/ 1783255 w 1896329"/>
                  <a:gd name="connsiteY5" fmla="*/ 258754 h 1410160"/>
                  <a:gd name="connsiteX6" fmla="*/ 1876712 w 1896329"/>
                  <a:gd name="connsiteY6" fmla="*/ 490596 h 1410160"/>
                  <a:gd name="connsiteX7" fmla="*/ 1890984 w 1896329"/>
                  <a:gd name="connsiteY7" fmla="*/ 738797 h 1410160"/>
                  <a:gd name="connsiteX8" fmla="*/ 1839347 w 1896329"/>
                  <a:gd name="connsiteY8" fmla="*/ 1056581 h 1410160"/>
                  <a:gd name="connsiteX9" fmla="*/ 1659589 w 1896329"/>
                  <a:gd name="connsiteY9" fmla="*/ 1209472 h 1410160"/>
                  <a:gd name="connsiteX10" fmla="*/ 1360470 w 1896329"/>
                  <a:gd name="connsiteY10" fmla="*/ 1286532 h 1410160"/>
                  <a:gd name="connsiteX11" fmla="*/ 1023576 w 1896329"/>
                  <a:gd name="connsiteY11" fmla="*/ 1363476 h 1410160"/>
                  <a:gd name="connsiteX12" fmla="*/ 768865 w 1896329"/>
                  <a:gd name="connsiteY12" fmla="*/ 1359847 h 1410160"/>
                  <a:gd name="connsiteX13" fmla="*/ 525542 w 1896329"/>
                  <a:gd name="connsiteY13" fmla="*/ 1331802 h 1410160"/>
                  <a:gd name="connsiteX14" fmla="*/ 265538 w 1896329"/>
                  <a:gd name="connsiteY14" fmla="*/ 1299691 h 1410160"/>
                  <a:gd name="connsiteX15" fmla="*/ 0 w 1896329"/>
                  <a:gd name="connsiteY15" fmla="*/ 1010927 h 1410160"/>
                  <a:gd name="connsiteX16" fmla="*/ 176999 w 1896329"/>
                  <a:gd name="connsiteY16" fmla="*/ 304334 h 1410160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896329"/>
                  <a:gd name="connsiteY0" fmla="*/ 304334 h 1411688"/>
                  <a:gd name="connsiteX1" fmla="*/ 730856 w 1896329"/>
                  <a:gd name="connsiteY1" fmla="*/ 15495 h 1411688"/>
                  <a:gd name="connsiteX2" fmla="*/ 1119432 w 1896329"/>
                  <a:gd name="connsiteY2" fmla="*/ 10969 h 1411688"/>
                  <a:gd name="connsiteX3" fmla="*/ 1398559 w 1896329"/>
                  <a:gd name="connsiteY3" fmla="*/ 25990 h 1411688"/>
                  <a:gd name="connsiteX4" fmla="*/ 1628463 w 1896329"/>
                  <a:gd name="connsiteY4" fmla="*/ 114662 h 1411688"/>
                  <a:gd name="connsiteX5" fmla="*/ 1783255 w 1896329"/>
                  <a:gd name="connsiteY5" fmla="*/ 258754 h 1411688"/>
                  <a:gd name="connsiteX6" fmla="*/ 1876712 w 1896329"/>
                  <a:gd name="connsiteY6" fmla="*/ 490596 h 1411688"/>
                  <a:gd name="connsiteX7" fmla="*/ 1890984 w 1896329"/>
                  <a:gd name="connsiteY7" fmla="*/ 738797 h 1411688"/>
                  <a:gd name="connsiteX8" fmla="*/ 1839347 w 1896329"/>
                  <a:gd name="connsiteY8" fmla="*/ 1056581 h 1411688"/>
                  <a:gd name="connsiteX9" fmla="*/ 1659589 w 1896329"/>
                  <a:gd name="connsiteY9" fmla="*/ 1209472 h 1411688"/>
                  <a:gd name="connsiteX10" fmla="*/ 1360470 w 1896329"/>
                  <a:gd name="connsiteY10" fmla="*/ 1286532 h 1411688"/>
                  <a:gd name="connsiteX11" fmla="*/ 1023576 w 1896329"/>
                  <a:gd name="connsiteY11" fmla="*/ 1363476 h 1411688"/>
                  <a:gd name="connsiteX12" fmla="*/ 768865 w 1896329"/>
                  <a:gd name="connsiteY12" fmla="*/ 1359847 h 1411688"/>
                  <a:gd name="connsiteX13" fmla="*/ 525542 w 1896329"/>
                  <a:gd name="connsiteY13" fmla="*/ 1331802 h 1411688"/>
                  <a:gd name="connsiteX14" fmla="*/ 265538 w 1896329"/>
                  <a:gd name="connsiteY14" fmla="*/ 1299691 h 1411688"/>
                  <a:gd name="connsiteX15" fmla="*/ 0 w 1896329"/>
                  <a:gd name="connsiteY15" fmla="*/ 1010927 h 1411688"/>
                  <a:gd name="connsiteX16" fmla="*/ 176999 w 1896329"/>
                  <a:gd name="connsiteY16" fmla="*/ 304334 h 1411688"/>
                  <a:gd name="connsiteX0" fmla="*/ 176999 w 1941909"/>
                  <a:gd name="connsiteY0" fmla="*/ 304334 h 1411688"/>
                  <a:gd name="connsiteX1" fmla="*/ 730856 w 1941909"/>
                  <a:gd name="connsiteY1" fmla="*/ 15495 h 1411688"/>
                  <a:gd name="connsiteX2" fmla="*/ 1119432 w 1941909"/>
                  <a:gd name="connsiteY2" fmla="*/ 10969 h 1411688"/>
                  <a:gd name="connsiteX3" fmla="*/ 1398559 w 1941909"/>
                  <a:gd name="connsiteY3" fmla="*/ 25990 h 1411688"/>
                  <a:gd name="connsiteX4" fmla="*/ 1628463 w 1941909"/>
                  <a:gd name="connsiteY4" fmla="*/ 114662 h 1411688"/>
                  <a:gd name="connsiteX5" fmla="*/ 1783255 w 1941909"/>
                  <a:gd name="connsiteY5" fmla="*/ 258754 h 1411688"/>
                  <a:gd name="connsiteX6" fmla="*/ 1876712 w 1941909"/>
                  <a:gd name="connsiteY6" fmla="*/ 490596 h 1411688"/>
                  <a:gd name="connsiteX7" fmla="*/ 1890984 w 1941909"/>
                  <a:gd name="connsiteY7" fmla="*/ 738797 h 1411688"/>
                  <a:gd name="connsiteX8" fmla="*/ 1839347 w 1941909"/>
                  <a:gd name="connsiteY8" fmla="*/ 1056581 h 1411688"/>
                  <a:gd name="connsiteX9" fmla="*/ 1659589 w 1941909"/>
                  <a:gd name="connsiteY9" fmla="*/ 1209472 h 1411688"/>
                  <a:gd name="connsiteX10" fmla="*/ 1360470 w 1941909"/>
                  <a:gd name="connsiteY10" fmla="*/ 1286532 h 1411688"/>
                  <a:gd name="connsiteX11" fmla="*/ 1023576 w 1941909"/>
                  <a:gd name="connsiteY11" fmla="*/ 1363476 h 1411688"/>
                  <a:gd name="connsiteX12" fmla="*/ 768865 w 1941909"/>
                  <a:gd name="connsiteY12" fmla="*/ 1359847 h 1411688"/>
                  <a:gd name="connsiteX13" fmla="*/ 525542 w 1941909"/>
                  <a:gd name="connsiteY13" fmla="*/ 1331802 h 1411688"/>
                  <a:gd name="connsiteX14" fmla="*/ 265538 w 1941909"/>
                  <a:gd name="connsiteY14" fmla="*/ 1299691 h 1411688"/>
                  <a:gd name="connsiteX15" fmla="*/ 0 w 1941909"/>
                  <a:gd name="connsiteY15" fmla="*/ 1010927 h 1411688"/>
                  <a:gd name="connsiteX16" fmla="*/ 176999 w 1941909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4334 h 1411688"/>
                  <a:gd name="connsiteX1" fmla="*/ 730856 w 1942407"/>
                  <a:gd name="connsiteY1" fmla="*/ 15495 h 1411688"/>
                  <a:gd name="connsiteX2" fmla="*/ 1119432 w 1942407"/>
                  <a:gd name="connsiteY2" fmla="*/ 10969 h 1411688"/>
                  <a:gd name="connsiteX3" fmla="*/ 1398559 w 1942407"/>
                  <a:gd name="connsiteY3" fmla="*/ 25990 h 1411688"/>
                  <a:gd name="connsiteX4" fmla="*/ 1628463 w 1942407"/>
                  <a:gd name="connsiteY4" fmla="*/ 114662 h 1411688"/>
                  <a:gd name="connsiteX5" fmla="*/ 1783255 w 1942407"/>
                  <a:gd name="connsiteY5" fmla="*/ 258754 h 1411688"/>
                  <a:gd name="connsiteX6" fmla="*/ 1876712 w 1942407"/>
                  <a:gd name="connsiteY6" fmla="*/ 490596 h 1411688"/>
                  <a:gd name="connsiteX7" fmla="*/ 1890984 w 1942407"/>
                  <a:gd name="connsiteY7" fmla="*/ 738797 h 1411688"/>
                  <a:gd name="connsiteX8" fmla="*/ 1839347 w 1942407"/>
                  <a:gd name="connsiteY8" fmla="*/ 1056581 h 1411688"/>
                  <a:gd name="connsiteX9" fmla="*/ 1659589 w 1942407"/>
                  <a:gd name="connsiteY9" fmla="*/ 1209472 h 1411688"/>
                  <a:gd name="connsiteX10" fmla="*/ 1360470 w 1942407"/>
                  <a:gd name="connsiteY10" fmla="*/ 1286532 h 1411688"/>
                  <a:gd name="connsiteX11" fmla="*/ 1023576 w 1942407"/>
                  <a:gd name="connsiteY11" fmla="*/ 1363476 h 1411688"/>
                  <a:gd name="connsiteX12" fmla="*/ 768865 w 1942407"/>
                  <a:gd name="connsiteY12" fmla="*/ 1359847 h 1411688"/>
                  <a:gd name="connsiteX13" fmla="*/ 525542 w 1942407"/>
                  <a:gd name="connsiteY13" fmla="*/ 1331802 h 1411688"/>
                  <a:gd name="connsiteX14" fmla="*/ 265538 w 1942407"/>
                  <a:gd name="connsiteY14" fmla="*/ 1299691 h 1411688"/>
                  <a:gd name="connsiteX15" fmla="*/ 0 w 1942407"/>
                  <a:gd name="connsiteY15" fmla="*/ 1010927 h 1411688"/>
                  <a:gd name="connsiteX16" fmla="*/ 176999 w 1942407"/>
                  <a:gd name="connsiteY16" fmla="*/ 304334 h 1411688"/>
                  <a:gd name="connsiteX0" fmla="*/ 176999 w 1942407"/>
                  <a:gd name="connsiteY0" fmla="*/ 307389 h 1414743"/>
                  <a:gd name="connsiteX1" fmla="*/ 730856 w 1942407"/>
                  <a:gd name="connsiteY1" fmla="*/ 18550 h 1414743"/>
                  <a:gd name="connsiteX2" fmla="*/ 1119432 w 1942407"/>
                  <a:gd name="connsiteY2" fmla="*/ 14024 h 1414743"/>
                  <a:gd name="connsiteX3" fmla="*/ 1398559 w 1942407"/>
                  <a:gd name="connsiteY3" fmla="*/ 29045 h 1414743"/>
                  <a:gd name="connsiteX4" fmla="*/ 1628463 w 1942407"/>
                  <a:gd name="connsiteY4" fmla="*/ 117717 h 1414743"/>
                  <a:gd name="connsiteX5" fmla="*/ 1783255 w 1942407"/>
                  <a:gd name="connsiteY5" fmla="*/ 261809 h 1414743"/>
                  <a:gd name="connsiteX6" fmla="*/ 1876712 w 1942407"/>
                  <a:gd name="connsiteY6" fmla="*/ 493651 h 1414743"/>
                  <a:gd name="connsiteX7" fmla="*/ 1890984 w 1942407"/>
                  <a:gd name="connsiteY7" fmla="*/ 741852 h 1414743"/>
                  <a:gd name="connsiteX8" fmla="*/ 1839347 w 1942407"/>
                  <a:gd name="connsiteY8" fmla="*/ 1059636 h 1414743"/>
                  <a:gd name="connsiteX9" fmla="*/ 1659589 w 1942407"/>
                  <a:gd name="connsiteY9" fmla="*/ 1212527 h 1414743"/>
                  <a:gd name="connsiteX10" fmla="*/ 1360470 w 1942407"/>
                  <a:gd name="connsiteY10" fmla="*/ 1289587 h 1414743"/>
                  <a:gd name="connsiteX11" fmla="*/ 1023576 w 1942407"/>
                  <a:gd name="connsiteY11" fmla="*/ 1366531 h 1414743"/>
                  <a:gd name="connsiteX12" fmla="*/ 768865 w 1942407"/>
                  <a:gd name="connsiteY12" fmla="*/ 1362902 h 1414743"/>
                  <a:gd name="connsiteX13" fmla="*/ 525542 w 1942407"/>
                  <a:gd name="connsiteY13" fmla="*/ 1334857 h 1414743"/>
                  <a:gd name="connsiteX14" fmla="*/ 265538 w 1942407"/>
                  <a:gd name="connsiteY14" fmla="*/ 1302746 h 1414743"/>
                  <a:gd name="connsiteX15" fmla="*/ 0 w 1942407"/>
                  <a:gd name="connsiteY15" fmla="*/ 1013982 h 1414743"/>
                  <a:gd name="connsiteX16" fmla="*/ 176999 w 1942407"/>
                  <a:gd name="connsiteY16" fmla="*/ 307389 h 1414743"/>
                  <a:gd name="connsiteX0" fmla="*/ 176999 w 1942407"/>
                  <a:gd name="connsiteY0" fmla="*/ 371414 h 1478768"/>
                  <a:gd name="connsiteX1" fmla="*/ 730856 w 1942407"/>
                  <a:gd name="connsiteY1" fmla="*/ 82575 h 1478768"/>
                  <a:gd name="connsiteX2" fmla="*/ 1119432 w 1942407"/>
                  <a:gd name="connsiteY2" fmla="*/ 78049 h 1478768"/>
                  <a:gd name="connsiteX3" fmla="*/ 1398559 w 1942407"/>
                  <a:gd name="connsiteY3" fmla="*/ 93070 h 1478768"/>
                  <a:gd name="connsiteX4" fmla="*/ 1628463 w 1942407"/>
                  <a:gd name="connsiteY4" fmla="*/ 181742 h 1478768"/>
                  <a:gd name="connsiteX5" fmla="*/ 1783255 w 1942407"/>
                  <a:gd name="connsiteY5" fmla="*/ 325834 h 1478768"/>
                  <a:gd name="connsiteX6" fmla="*/ 1876712 w 1942407"/>
                  <a:gd name="connsiteY6" fmla="*/ 557676 h 1478768"/>
                  <a:gd name="connsiteX7" fmla="*/ 1890984 w 1942407"/>
                  <a:gd name="connsiteY7" fmla="*/ 805877 h 1478768"/>
                  <a:gd name="connsiteX8" fmla="*/ 1839347 w 1942407"/>
                  <a:gd name="connsiteY8" fmla="*/ 1123661 h 1478768"/>
                  <a:gd name="connsiteX9" fmla="*/ 1659589 w 1942407"/>
                  <a:gd name="connsiteY9" fmla="*/ 1276552 h 1478768"/>
                  <a:gd name="connsiteX10" fmla="*/ 1360470 w 1942407"/>
                  <a:gd name="connsiteY10" fmla="*/ 1353612 h 1478768"/>
                  <a:gd name="connsiteX11" fmla="*/ 1023576 w 1942407"/>
                  <a:gd name="connsiteY11" fmla="*/ 1430556 h 1478768"/>
                  <a:gd name="connsiteX12" fmla="*/ 768865 w 1942407"/>
                  <a:gd name="connsiteY12" fmla="*/ 1426927 h 1478768"/>
                  <a:gd name="connsiteX13" fmla="*/ 525542 w 1942407"/>
                  <a:gd name="connsiteY13" fmla="*/ 1398882 h 1478768"/>
                  <a:gd name="connsiteX14" fmla="*/ 265538 w 1942407"/>
                  <a:gd name="connsiteY14" fmla="*/ 1366771 h 1478768"/>
                  <a:gd name="connsiteX15" fmla="*/ 0 w 1942407"/>
                  <a:gd name="connsiteY15" fmla="*/ 1078007 h 1478768"/>
                  <a:gd name="connsiteX16" fmla="*/ 176999 w 1942407"/>
                  <a:gd name="connsiteY16" fmla="*/ 371414 h 1478768"/>
                  <a:gd name="connsiteX0" fmla="*/ 176999 w 1942407"/>
                  <a:gd name="connsiteY0" fmla="*/ 393808 h 1501162"/>
                  <a:gd name="connsiteX1" fmla="*/ 730856 w 1942407"/>
                  <a:gd name="connsiteY1" fmla="*/ 104969 h 1501162"/>
                  <a:gd name="connsiteX2" fmla="*/ 1119432 w 1942407"/>
                  <a:gd name="connsiteY2" fmla="*/ 100443 h 1501162"/>
                  <a:gd name="connsiteX3" fmla="*/ 1398559 w 1942407"/>
                  <a:gd name="connsiteY3" fmla="*/ 115464 h 1501162"/>
                  <a:gd name="connsiteX4" fmla="*/ 1628463 w 1942407"/>
                  <a:gd name="connsiteY4" fmla="*/ 204136 h 1501162"/>
                  <a:gd name="connsiteX5" fmla="*/ 1783255 w 1942407"/>
                  <a:gd name="connsiteY5" fmla="*/ 348228 h 1501162"/>
                  <a:gd name="connsiteX6" fmla="*/ 1876712 w 1942407"/>
                  <a:gd name="connsiteY6" fmla="*/ 580070 h 1501162"/>
                  <a:gd name="connsiteX7" fmla="*/ 1890984 w 1942407"/>
                  <a:gd name="connsiteY7" fmla="*/ 828271 h 1501162"/>
                  <a:gd name="connsiteX8" fmla="*/ 1839347 w 1942407"/>
                  <a:gd name="connsiteY8" fmla="*/ 1146055 h 1501162"/>
                  <a:gd name="connsiteX9" fmla="*/ 1659589 w 1942407"/>
                  <a:gd name="connsiteY9" fmla="*/ 1298946 h 1501162"/>
                  <a:gd name="connsiteX10" fmla="*/ 1360470 w 1942407"/>
                  <a:gd name="connsiteY10" fmla="*/ 1376006 h 1501162"/>
                  <a:gd name="connsiteX11" fmla="*/ 1023576 w 1942407"/>
                  <a:gd name="connsiteY11" fmla="*/ 1452950 h 1501162"/>
                  <a:gd name="connsiteX12" fmla="*/ 768865 w 1942407"/>
                  <a:gd name="connsiteY12" fmla="*/ 1449321 h 1501162"/>
                  <a:gd name="connsiteX13" fmla="*/ 525542 w 1942407"/>
                  <a:gd name="connsiteY13" fmla="*/ 1421276 h 1501162"/>
                  <a:gd name="connsiteX14" fmla="*/ 265538 w 1942407"/>
                  <a:gd name="connsiteY14" fmla="*/ 1389165 h 1501162"/>
                  <a:gd name="connsiteX15" fmla="*/ 0 w 1942407"/>
                  <a:gd name="connsiteY15" fmla="*/ 1100401 h 1501162"/>
                  <a:gd name="connsiteX16" fmla="*/ 176999 w 1942407"/>
                  <a:gd name="connsiteY16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  <a:gd name="connsiteX0" fmla="*/ 176999 w 1942407"/>
                  <a:gd name="connsiteY0" fmla="*/ 393808 h 1501162"/>
                  <a:gd name="connsiteX1" fmla="*/ 371583 w 1942407"/>
                  <a:gd name="connsiteY1" fmla="*/ 190052 h 1501162"/>
                  <a:gd name="connsiteX2" fmla="*/ 730856 w 1942407"/>
                  <a:gd name="connsiteY2" fmla="*/ 104969 h 1501162"/>
                  <a:gd name="connsiteX3" fmla="*/ 1119432 w 1942407"/>
                  <a:gd name="connsiteY3" fmla="*/ 100443 h 1501162"/>
                  <a:gd name="connsiteX4" fmla="*/ 1398559 w 1942407"/>
                  <a:gd name="connsiteY4" fmla="*/ 115464 h 1501162"/>
                  <a:gd name="connsiteX5" fmla="*/ 1628463 w 1942407"/>
                  <a:gd name="connsiteY5" fmla="*/ 204136 h 1501162"/>
                  <a:gd name="connsiteX6" fmla="*/ 1783255 w 1942407"/>
                  <a:gd name="connsiteY6" fmla="*/ 348228 h 1501162"/>
                  <a:gd name="connsiteX7" fmla="*/ 1876712 w 1942407"/>
                  <a:gd name="connsiteY7" fmla="*/ 580070 h 1501162"/>
                  <a:gd name="connsiteX8" fmla="*/ 1890984 w 1942407"/>
                  <a:gd name="connsiteY8" fmla="*/ 828271 h 1501162"/>
                  <a:gd name="connsiteX9" fmla="*/ 1839347 w 1942407"/>
                  <a:gd name="connsiteY9" fmla="*/ 1146055 h 1501162"/>
                  <a:gd name="connsiteX10" fmla="*/ 1659589 w 1942407"/>
                  <a:gd name="connsiteY10" fmla="*/ 1298946 h 1501162"/>
                  <a:gd name="connsiteX11" fmla="*/ 1360470 w 1942407"/>
                  <a:gd name="connsiteY11" fmla="*/ 1376006 h 1501162"/>
                  <a:gd name="connsiteX12" fmla="*/ 1023576 w 1942407"/>
                  <a:gd name="connsiteY12" fmla="*/ 1452950 h 1501162"/>
                  <a:gd name="connsiteX13" fmla="*/ 768865 w 1942407"/>
                  <a:gd name="connsiteY13" fmla="*/ 1449321 h 1501162"/>
                  <a:gd name="connsiteX14" fmla="*/ 525542 w 1942407"/>
                  <a:gd name="connsiteY14" fmla="*/ 1421276 h 1501162"/>
                  <a:gd name="connsiteX15" fmla="*/ 265538 w 1942407"/>
                  <a:gd name="connsiteY15" fmla="*/ 1389165 h 1501162"/>
                  <a:gd name="connsiteX16" fmla="*/ 0 w 1942407"/>
                  <a:gd name="connsiteY16" fmla="*/ 1100401 h 1501162"/>
                  <a:gd name="connsiteX17" fmla="*/ 176999 w 1942407"/>
                  <a:gd name="connsiteY17" fmla="*/ 393808 h 150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42407" h="1501162">
                    <a:moveTo>
                      <a:pt x="176999" y="393808"/>
                    </a:moveTo>
                    <a:cubicBezTo>
                      <a:pt x="247069" y="255171"/>
                      <a:pt x="279274" y="238192"/>
                      <a:pt x="371583" y="190052"/>
                    </a:cubicBezTo>
                    <a:cubicBezTo>
                      <a:pt x="734033" y="-118530"/>
                      <a:pt x="718920" y="100020"/>
                      <a:pt x="730856" y="104969"/>
                    </a:cubicBezTo>
                    <a:cubicBezTo>
                      <a:pt x="1020398" y="-106785"/>
                      <a:pt x="991800" y="60720"/>
                      <a:pt x="1119432" y="100443"/>
                    </a:cubicBezTo>
                    <a:cubicBezTo>
                      <a:pt x="1277692" y="-63554"/>
                      <a:pt x="1313107" y="75600"/>
                      <a:pt x="1398559" y="115464"/>
                    </a:cubicBezTo>
                    <a:cubicBezTo>
                      <a:pt x="1604163" y="30535"/>
                      <a:pt x="1571356" y="153960"/>
                      <a:pt x="1628463" y="204136"/>
                    </a:cubicBezTo>
                    <a:cubicBezTo>
                      <a:pt x="1815546" y="192745"/>
                      <a:pt x="1731658" y="300197"/>
                      <a:pt x="1783255" y="348228"/>
                    </a:cubicBezTo>
                    <a:cubicBezTo>
                      <a:pt x="1992492" y="455324"/>
                      <a:pt x="1883944" y="510787"/>
                      <a:pt x="1876712" y="580070"/>
                    </a:cubicBezTo>
                    <a:cubicBezTo>
                      <a:pt x="2001780" y="728839"/>
                      <a:pt x="1914032" y="752316"/>
                      <a:pt x="1890984" y="828271"/>
                    </a:cubicBezTo>
                    <a:cubicBezTo>
                      <a:pt x="2014023" y="1013253"/>
                      <a:pt x="1880706" y="1078643"/>
                      <a:pt x="1839347" y="1146055"/>
                    </a:cubicBezTo>
                    <a:cubicBezTo>
                      <a:pt x="1779041" y="1349196"/>
                      <a:pt x="1719508" y="1247982"/>
                      <a:pt x="1659589" y="1298946"/>
                    </a:cubicBezTo>
                    <a:cubicBezTo>
                      <a:pt x="1491957" y="1523338"/>
                      <a:pt x="1462216" y="1388431"/>
                      <a:pt x="1360470" y="1376006"/>
                    </a:cubicBezTo>
                    <a:cubicBezTo>
                      <a:pt x="1198958" y="1568212"/>
                      <a:pt x="1126115" y="1474774"/>
                      <a:pt x="1023576" y="1452950"/>
                    </a:cubicBezTo>
                    <a:cubicBezTo>
                      <a:pt x="897046" y="1546280"/>
                      <a:pt x="844550" y="1480913"/>
                      <a:pt x="768865" y="1449321"/>
                    </a:cubicBezTo>
                    <a:cubicBezTo>
                      <a:pt x="693467" y="1557834"/>
                      <a:pt x="605026" y="1463311"/>
                      <a:pt x="525542" y="1421276"/>
                    </a:cubicBezTo>
                    <a:cubicBezTo>
                      <a:pt x="457875" y="1518530"/>
                      <a:pt x="326713" y="1441239"/>
                      <a:pt x="265538" y="1389165"/>
                    </a:cubicBezTo>
                    <a:cubicBezTo>
                      <a:pt x="177025" y="1292910"/>
                      <a:pt x="143897" y="1571799"/>
                      <a:pt x="0" y="1100401"/>
                    </a:cubicBezTo>
                    <a:lnTo>
                      <a:pt x="176999" y="39380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F8201C56-61BD-135C-05D6-D0DE6C39E4DF}"/>
                  </a:ext>
                </a:extLst>
              </p:cNvPr>
              <p:cNvSpPr/>
              <p:nvPr/>
            </p:nvSpPr>
            <p:spPr>
              <a:xfrm rot="3978900">
                <a:off x="6276636" y="1259546"/>
                <a:ext cx="1073638" cy="463347"/>
              </a:xfrm>
              <a:prstGeom prst="ellipse">
                <a:avLst/>
              </a:pr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E4B73788-B40B-1E3C-C18B-50C9AC273D1B}"/>
                  </a:ext>
                </a:extLst>
              </p:cNvPr>
              <p:cNvSpPr/>
              <p:nvPr/>
            </p:nvSpPr>
            <p:spPr>
              <a:xfrm rot="5842845">
                <a:off x="4886130" y="1320300"/>
                <a:ext cx="1073638" cy="463347"/>
              </a:xfrm>
              <a:prstGeom prst="ellipse">
                <a:avLst/>
              </a:pr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BB785C7-023B-E690-E8D1-034CC8A7E557}"/>
                  </a:ext>
                </a:extLst>
              </p:cNvPr>
              <p:cNvSpPr/>
              <p:nvPr/>
            </p:nvSpPr>
            <p:spPr>
              <a:xfrm rot="15144518">
                <a:off x="5697943" y="3597181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A2DE228-F8F3-7E23-CC01-6FBC7B01A5EC}"/>
                  </a:ext>
                </a:extLst>
              </p:cNvPr>
              <p:cNvSpPr/>
              <p:nvPr/>
            </p:nvSpPr>
            <p:spPr>
              <a:xfrm rot="15144518">
                <a:off x="5167962" y="3733270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4B20008-FCF4-7E7D-52E4-CBDD2E45A841}"/>
                  </a:ext>
                </a:extLst>
              </p:cNvPr>
              <p:cNvSpPr/>
              <p:nvPr/>
            </p:nvSpPr>
            <p:spPr>
              <a:xfrm rot="15144518">
                <a:off x="4028698" y="3679998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FD1A22A-6B11-0A4D-31D9-4B0A34C227E1}"/>
                  </a:ext>
                </a:extLst>
              </p:cNvPr>
              <p:cNvSpPr/>
              <p:nvPr/>
            </p:nvSpPr>
            <p:spPr>
              <a:xfrm rot="15144518">
                <a:off x="3512157" y="3760321"/>
                <a:ext cx="262261" cy="414737"/>
              </a:xfrm>
              <a:custGeom>
                <a:avLst/>
                <a:gdLst>
                  <a:gd name="connsiteX0" fmla="*/ 206220 w 262261"/>
                  <a:gd name="connsiteY0" fmla="*/ 397597 h 414737"/>
                  <a:gd name="connsiteX1" fmla="*/ 191305 w 262261"/>
                  <a:gd name="connsiteY1" fmla="*/ 398122 h 414737"/>
                  <a:gd name="connsiteX2" fmla="*/ 59043 w 262261"/>
                  <a:gd name="connsiteY2" fmla="*/ 414737 h 414737"/>
                  <a:gd name="connsiteX3" fmla="*/ 69074 w 262261"/>
                  <a:gd name="connsiteY3" fmla="*/ 25917 h 414737"/>
                  <a:gd name="connsiteX4" fmla="*/ 235350 w 262261"/>
                  <a:gd name="connsiteY4" fmla="*/ 0 h 414737"/>
                  <a:gd name="connsiteX5" fmla="*/ 262261 w 262261"/>
                  <a:gd name="connsiteY5" fmla="*/ 4 h 414737"/>
                  <a:gd name="connsiteX6" fmla="*/ 242969 w 262261"/>
                  <a:gd name="connsiteY6" fmla="*/ 57863 h 414737"/>
                  <a:gd name="connsiteX7" fmla="*/ 203702 w 262261"/>
                  <a:gd name="connsiteY7" fmla="*/ 358995 h 414737"/>
                  <a:gd name="connsiteX8" fmla="*/ 206220 w 262261"/>
                  <a:gd name="connsiteY8" fmla="*/ 397597 h 4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261" h="414737">
                    <a:moveTo>
                      <a:pt x="206220" y="397597"/>
                    </a:moveTo>
                    <a:lnTo>
                      <a:pt x="191305" y="398122"/>
                    </a:lnTo>
                    <a:cubicBezTo>
                      <a:pt x="144795" y="401782"/>
                      <a:pt x="100541" y="407354"/>
                      <a:pt x="59043" y="414737"/>
                    </a:cubicBezTo>
                    <a:cubicBezTo>
                      <a:pt x="-21469" y="318497"/>
                      <a:pt x="-21077" y="261232"/>
                      <a:pt x="69074" y="25917"/>
                    </a:cubicBezTo>
                    <a:cubicBezTo>
                      <a:pt x="108160" y="10414"/>
                      <a:pt x="165355" y="2058"/>
                      <a:pt x="235350" y="0"/>
                    </a:cubicBezTo>
                    <a:lnTo>
                      <a:pt x="262261" y="4"/>
                    </a:lnTo>
                    <a:lnTo>
                      <a:pt x="242969" y="57863"/>
                    </a:lnTo>
                    <a:cubicBezTo>
                      <a:pt x="217127" y="155535"/>
                      <a:pt x="203702" y="256518"/>
                      <a:pt x="203702" y="358995"/>
                    </a:cubicBezTo>
                    <a:lnTo>
                      <a:pt x="206220" y="397597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Rectangle: Rounded Corners 4">
                <a:extLst>
                  <a:ext uri="{FF2B5EF4-FFF2-40B4-BE49-F238E27FC236}">
                    <a16:creationId xmlns:a16="http://schemas.microsoft.com/office/drawing/2014/main" id="{474544F7-9C9E-0898-E5DA-3C2944DC2F23}"/>
                  </a:ext>
                </a:extLst>
              </p:cNvPr>
              <p:cNvSpPr/>
              <p:nvPr/>
            </p:nvSpPr>
            <p:spPr>
              <a:xfrm rot="21072416">
                <a:off x="5516903" y="712247"/>
                <a:ext cx="1273390" cy="1850881"/>
              </a:xfrm>
              <a:custGeom>
                <a:avLst/>
                <a:gdLst>
                  <a:gd name="connsiteX0" fmla="*/ 0 w 1130300"/>
                  <a:gd name="connsiteY0" fmla="*/ 436917 h 1820282"/>
                  <a:gd name="connsiteX1" fmla="*/ 436917 w 1130300"/>
                  <a:gd name="connsiteY1" fmla="*/ 0 h 1820282"/>
                  <a:gd name="connsiteX2" fmla="*/ 693383 w 1130300"/>
                  <a:gd name="connsiteY2" fmla="*/ 0 h 1820282"/>
                  <a:gd name="connsiteX3" fmla="*/ 1130300 w 1130300"/>
                  <a:gd name="connsiteY3" fmla="*/ 436917 h 1820282"/>
                  <a:gd name="connsiteX4" fmla="*/ 1130300 w 1130300"/>
                  <a:gd name="connsiteY4" fmla="*/ 1383365 h 1820282"/>
                  <a:gd name="connsiteX5" fmla="*/ 693383 w 1130300"/>
                  <a:gd name="connsiteY5" fmla="*/ 1820282 h 1820282"/>
                  <a:gd name="connsiteX6" fmla="*/ 436917 w 1130300"/>
                  <a:gd name="connsiteY6" fmla="*/ 1820282 h 1820282"/>
                  <a:gd name="connsiteX7" fmla="*/ 0 w 1130300"/>
                  <a:gd name="connsiteY7" fmla="*/ 1383365 h 1820282"/>
                  <a:gd name="connsiteX8" fmla="*/ 0 w 1130300"/>
                  <a:gd name="connsiteY8" fmla="*/ 436917 h 1820282"/>
                  <a:gd name="connsiteX0" fmla="*/ 57968 w 1188268"/>
                  <a:gd name="connsiteY0" fmla="*/ 436917 h 1820282"/>
                  <a:gd name="connsiteX1" fmla="*/ 494885 w 1188268"/>
                  <a:gd name="connsiteY1" fmla="*/ 0 h 1820282"/>
                  <a:gd name="connsiteX2" fmla="*/ 751351 w 1188268"/>
                  <a:gd name="connsiteY2" fmla="*/ 0 h 1820282"/>
                  <a:gd name="connsiteX3" fmla="*/ 1188268 w 1188268"/>
                  <a:gd name="connsiteY3" fmla="*/ 436917 h 1820282"/>
                  <a:gd name="connsiteX4" fmla="*/ 1188268 w 1188268"/>
                  <a:gd name="connsiteY4" fmla="*/ 1383365 h 1820282"/>
                  <a:gd name="connsiteX5" fmla="*/ 751351 w 1188268"/>
                  <a:gd name="connsiteY5" fmla="*/ 1820282 h 1820282"/>
                  <a:gd name="connsiteX6" fmla="*/ 494885 w 1188268"/>
                  <a:gd name="connsiteY6" fmla="*/ 1820282 h 1820282"/>
                  <a:gd name="connsiteX7" fmla="*/ 57968 w 1188268"/>
                  <a:gd name="connsiteY7" fmla="*/ 1383365 h 1820282"/>
                  <a:gd name="connsiteX8" fmla="*/ 57968 w 1188268"/>
                  <a:gd name="connsiteY8" fmla="*/ 436917 h 1820282"/>
                  <a:gd name="connsiteX0" fmla="*/ 89669 w 1219969"/>
                  <a:gd name="connsiteY0" fmla="*/ 436917 h 1820282"/>
                  <a:gd name="connsiteX1" fmla="*/ 526586 w 1219969"/>
                  <a:gd name="connsiteY1" fmla="*/ 0 h 1820282"/>
                  <a:gd name="connsiteX2" fmla="*/ 783052 w 1219969"/>
                  <a:gd name="connsiteY2" fmla="*/ 0 h 1820282"/>
                  <a:gd name="connsiteX3" fmla="*/ 1219969 w 1219969"/>
                  <a:gd name="connsiteY3" fmla="*/ 436917 h 1820282"/>
                  <a:gd name="connsiteX4" fmla="*/ 1219969 w 1219969"/>
                  <a:gd name="connsiteY4" fmla="*/ 1383365 h 1820282"/>
                  <a:gd name="connsiteX5" fmla="*/ 783052 w 1219969"/>
                  <a:gd name="connsiteY5" fmla="*/ 1820282 h 1820282"/>
                  <a:gd name="connsiteX6" fmla="*/ 526586 w 1219969"/>
                  <a:gd name="connsiteY6" fmla="*/ 1820282 h 1820282"/>
                  <a:gd name="connsiteX7" fmla="*/ 89669 w 1219969"/>
                  <a:gd name="connsiteY7" fmla="*/ 1383365 h 1820282"/>
                  <a:gd name="connsiteX8" fmla="*/ 89669 w 1219969"/>
                  <a:gd name="connsiteY8" fmla="*/ 436917 h 1820282"/>
                  <a:gd name="connsiteX0" fmla="*/ 89669 w 1243144"/>
                  <a:gd name="connsiteY0" fmla="*/ 436917 h 1820282"/>
                  <a:gd name="connsiteX1" fmla="*/ 526586 w 1243144"/>
                  <a:gd name="connsiteY1" fmla="*/ 0 h 1820282"/>
                  <a:gd name="connsiteX2" fmla="*/ 783052 w 1243144"/>
                  <a:gd name="connsiteY2" fmla="*/ 0 h 1820282"/>
                  <a:gd name="connsiteX3" fmla="*/ 1219969 w 1243144"/>
                  <a:gd name="connsiteY3" fmla="*/ 436917 h 1820282"/>
                  <a:gd name="connsiteX4" fmla="*/ 1219969 w 1243144"/>
                  <a:gd name="connsiteY4" fmla="*/ 1383365 h 1820282"/>
                  <a:gd name="connsiteX5" fmla="*/ 783052 w 1243144"/>
                  <a:gd name="connsiteY5" fmla="*/ 1820282 h 1820282"/>
                  <a:gd name="connsiteX6" fmla="*/ 526586 w 1243144"/>
                  <a:gd name="connsiteY6" fmla="*/ 1820282 h 1820282"/>
                  <a:gd name="connsiteX7" fmla="*/ 89669 w 1243144"/>
                  <a:gd name="connsiteY7" fmla="*/ 1383365 h 1820282"/>
                  <a:gd name="connsiteX8" fmla="*/ 89669 w 1243144"/>
                  <a:gd name="connsiteY8" fmla="*/ 436917 h 1820282"/>
                  <a:gd name="connsiteX0" fmla="*/ 89669 w 1249775"/>
                  <a:gd name="connsiteY0" fmla="*/ 436917 h 1820282"/>
                  <a:gd name="connsiteX1" fmla="*/ 526586 w 1249775"/>
                  <a:gd name="connsiteY1" fmla="*/ 0 h 1820282"/>
                  <a:gd name="connsiteX2" fmla="*/ 783052 w 1249775"/>
                  <a:gd name="connsiteY2" fmla="*/ 0 h 1820282"/>
                  <a:gd name="connsiteX3" fmla="*/ 1219969 w 1249775"/>
                  <a:gd name="connsiteY3" fmla="*/ 436917 h 1820282"/>
                  <a:gd name="connsiteX4" fmla="*/ 1219969 w 1249775"/>
                  <a:gd name="connsiteY4" fmla="*/ 1383365 h 1820282"/>
                  <a:gd name="connsiteX5" fmla="*/ 783052 w 1249775"/>
                  <a:gd name="connsiteY5" fmla="*/ 1820282 h 1820282"/>
                  <a:gd name="connsiteX6" fmla="*/ 526586 w 1249775"/>
                  <a:gd name="connsiteY6" fmla="*/ 1820282 h 1820282"/>
                  <a:gd name="connsiteX7" fmla="*/ 89669 w 1249775"/>
                  <a:gd name="connsiteY7" fmla="*/ 1383365 h 1820282"/>
                  <a:gd name="connsiteX8" fmla="*/ 89669 w 1249775"/>
                  <a:gd name="connsiteY8" fmla="*/ 436917 h 1820282"/>
                  <a:gd name="connsiteX0" fmla="*/ 115692 w 1275798"/>
                  <a:gd name="connsiteY0" fmla="*/ 436917 h 1820282"/>
                  <a:gd name="connsiteX1" fmla="*/ 552609 w 1275798"/>
                  <a:gd name="connsiteY1" fmla="*/ 0 h 1820282"/>
                  <a:gd name="connsiteX2" fmla="*/ 809075 w 1275798"/>
                  <a:gd name="connsiteY2" fmla="*/ 0 h 1820282"/>
                  <a:gd name="connsiteX3" fmla="*/ 1245992 w 1275798"/>
                  <a:gd name="connsiteY3" fmla="*/ 436917 h 1820282"/>
                  <a:gd name="connsiteX4" fmla="*/ 1245992 w 1275798"/>
                  <a:gd name="connsiteY4" fmla="*/ 1383365 h 1820282"/>
                  <a:gd name="connsiteX5" fmla="*/ 809075 w 1275798"/>
                  <a:gd name="connsiteY5" fmla="*/ 1820282 h 1820282"/>
                  <a:gd name="connsiteX6" fmla="*/ 552609 w 1275798"/>
                  <a:gd name="connsiteY6" fmla="*/ 1820282 h 1820282"/>
                  <a:gd name="connsiteX7" fmla="*/ 72215 w 1275798"/>
                  <a:gd name="connsiteY7" fmla="*/ 1415193 h 1820282"/>
                  <a:gd name="connsiteX8" fmla="*/ 115692 w 1275798"/>
                  <a:gd name="connsiteY8" fmla="*/ 436917 h 1820282"/>
                  <a:gd name="connsiteX0" fmla="*/ 115692 w 1275798"/>
                  <a:gd name="connsiteY0" fmla="*/ 436917 h 1820282"/>
                  <a:gd name="connsiteX1" fmla="*/ 552609 w 1275798"/>
                  <a:gd name="connsiteY1" fmla="*/ 0 h 1820282"/>
                  <a:gd name="connsiteX2" fmla="*/ 809075 w 1275798"/>
                  <a:gd name="connsiteY2" fmla="*/ 0 h 1820282"/>
                  <a:gd name="connsiteX3" fmla="*/ 1245992 w 1275798"/>
                  <a:gd name="connsiteY3" fmla="*/ 436917 h 1820282"/>
                  <a:gd name="connsiteX4" fmla="*/ 1245992 w 1275798"/>
                  <a:gd name="connsiteY4" fmla="*/ 1383365 h 1820282"/>
                  <a:gd name="connsiteX5" fmla="*/ 809075 w 1275798"/>
                  <a:gd name="connsiteY5" fmla="*/ 1820282 h 1820282"/>
                  <a:gd name="connsiteX6" fmla="*/ 552609 w 1275798"/>
                  <a:gd name="connsiteY6" fmla="*/ 1820282 h 1820282"/>
                  <a:gd name="connsiteX7" fmla="*/ 72215 w 1275798"/>
                  <a:gd name="connsiteY7" fmla="*/ 1415193 h 1820282"/>
                  <a:gd name="connsiteX8" fmla="*/ 115692 w 1275798"/>
                  <a:gd name="connsiteY8" fmla="*/ 436917 h 1820282"/>
                  <a:gd name="connsiteX0" fmla="*/ 115692 w 1303410"/>
                  <a:gd name="connsiteY0" fmla="*/ 436917 h 1820282"/>
                  <a:gd name="connsiteX1" fmla="*/ 552609 w 1303410"/>
                  <a:gd name="connsiteY1" fmla="*/ 0 h 1820282"/>
                  <a:gd name="connsiteX2" fmla="*/ 809075 w 1303410"/>
                  <a:gd name="connsiteY2" fmla="*/ 0 h 1820282"/>
                  <a:gd name="connsiteX3" fmla="*/ 1245992 w 1303410"/>
                  <a:gd name="connsiteY3" fmla="*/ 436917 h 1820282"/>
                  <a:gd name="connsiteX4" fmla="*/ 1283645 w 1303410"/>
                  <a:gd name="connsiteY4" fmla="*/ 1389189 h 1820282"/>
                  <a:gd name="connsiteX5" fmla="*/ 809075 w 1303410"/>
                  <a:gd name="connsiteY5" fmla="*/ 1820282 h 1820282"/>
                  <a:gd name="connsiteX6" fmla="*/ 552609 w 1303410"/>
                  <a:gd name="connsiteY6" fmla="*/ 1820282 h 1820282"/>
                  <a:gd name="connsiteX7" fmla="*/ 72215 w 1303410"/>
                  <a:gd name="connsiteY7" fmla="*/ 1415193 h 1820282"/>
                  <a:gd name="connsiteX8" fmla="*/ 115692 w 1303410"/>
                  <a:gd name="connsiteY8" fmla="*/ 436917 h 1820282"/>
                  <a:gd name="connsiteX0" fmla="*/ 115692 w 1303410"/>
                  <a:gd name="connsiteY0" fmla="*/ 436917 h 1820282"/>
                  <a:gd name="connsiteX1" fmla="*/ 552609 w 1303410"/>
                  <a:gd name="connsiteY1" fmla="*/ 0 h 1820282"/>
                  <a:gd name="connsiteX2" fmla="*/ 809075 w 1303410"/>
                  <a:gd name="connsiteY2" fmla="*/ 0 h 1820282"/>
                  <a:gd name="connsiteX3" fmla="*/ 1245992 w 1303410"/>
                  <a:gd name="connsiteY3" fmla="*/ 436917 h 1820282"/>
                  <a:gd name="connsiteX4" fmla="*/ 1283645 w 1303410"/>
                  <a:gd name="connsiteY4" fmla="*/ 1389189 h 1820282"/>
                  <a:gd name="connsiteX5" fmla="*/ 809075 w 1303410"/>
                  <a:gd name="connsiteY5" fmla="*/ 1820282 h 1820282"/>
                  <a:gd name="connsiteX6" fmla="*/ 552609 w 1303410"/>
                  <a:gd name="connsiteY6" fmla="*/ 1820282 h 1820282"/>
                  <a:gd name="connsiteX7" fmla="*/ 72215 w 1303410"/>
                  <a:gd name="connsiteY7" fmla="*/ 1415193 h 1820282"/>
                  <a:gd name="connsiteX8" fmla="*/ 115692 w 1303410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300883"/>
                  <a:gd name="connsiteY0" fmla="*/ 436917 h 1820282"/>
                  <a:gd name="connsiteX1" fmla="*/ 550082 w 1300883"/>
                  <a:gd name="connsiteY1" fmla="*/ 0 h 1820282"/>
                  <a:gd name="connsiteX2" fmla="*/ 806548 w 1300883"/>
                  <a:gd name="connsiteY2" fmla="*/ 0 h 1820282"/>
                  <a:gd name="connsiteX3" fmla="*/ 1243465 w 1300883"/>
                  <a:gd name="connsiteY3" fmla="*/ 436917 h 1820282"/>
                  <a:gd name="connsiteX4" fmla="*/ 1281118 w 1300883"/>
                  <a:gd name="connsiteY4" fmla="*/ 1389189 h 1820282"/>
                  <a:gd name="connsiteX5" fmla="*/ 806548 w 1300883"/>
                  <a:gd name="connsiteY5" fmla="*/ 1820282 h 1820282"/>
                  <a:gd name="connsiteX6" fmla="*/ 550082 w 1300883"/>
                  <a:gd name="connsiteY6" fmla="*/ 1820282 h 1820282"/>
                  <a:gd name="connsiteX7" fmla="*/ 69688 w 1300883"/>
                  <a:gd name="connsiteY7" fmla="*/ 1415193 h 1820282"/>
                  <a:gd name="connsiteX8" fmla="*/ 113165 w 1300883"/>
                  <a:gd name="connsiteY8" fmla="*/ 436917 h 1820282"/>
                  <a:gd name="connsiteX0" fmla="*/ 113165 w 1281118"/>
                  <a:gd name="connsiteY0" fmla="*/ 436917 h 1820282"/>
                  <a:gd name="connsiteX1" fmla="*/ 550082 w 1281118"/>
                  <a:gd name="connsiteY1" fmla="*/ 0 h 1820282"/>
                  <a:gd name="connsiteX2" fmla="*/ 806548 w 1281118"/>
                  <a:gd name="connsiteY2" fmla="*/ 0 h 1820282"/>
                  <a:gd name="connsiteX3" fmla="*/ 1243465 w 1281118"/>
                  <a:gd name="connsiteY3" fmla="*/ 436917 h 1820282"/>
                  <a:gd name="connsiteX4" fmla="*/ 1281118 w 1281118"/>
                  <a:gd name="connsiteY4" fmla="*/ 1389189 h 1820282"/>
                  <a:gd name="connsiteX5" fmla="*/ 806548 w 1281118"/>
                  <a:gd name="connsiteY5" fmla="*/ 1820282 h 1820282"/>
                  <a:gd name="connsiteX6" fmla="*/ 550082 w 1281118"/>
                  <a:gd name="connsiteY6" fmla="*/ 1820282 h 1820282"/>
                  <a:gd name="connsiteX7" fmla="*/ 69688 w 1281118"/>
                  <a:gd name="connsiteY7" fmla="*/ 1415193 h 1820282"/>
                  <a:gd name="connsiteX8" fmla="*/ 113165 w 1281118"/>
                  <a:gd name="connsiteY8" fmla="*/ 436917 h 1820282"/>
                  <a:gd name="connsiteX0" fmla="*/ 0 w 1167953"/>
                  <a:gd name="connsiteY0" fmla="*/ 436917 h 1820282"/>
                  <a:gd name="connsiteX1" fmla="*/ 436917 w 1167953"/>
                  <a:gd name="connsiteY1" fmla="*/ 0 h 1820282"/>
                  <a:gd name="connsiteX2" fmla="*/ 693383 w 1167953"/>
                  <a:gd name="connsiteY2" fmla="*/ 0 h 1820282"/>
                  <a:gd name="connsiteX3" fmla="*/ 1130300 w 1167953"/>
                  <a:gd name="connsiteY3" fmla="*/ 436917 h 1820282"/>
                  <a:gd name="connsiteX4" fmla="*/ 1167953 w 1167953"/>
                  <a:gd name="connsiteY4" fmla="*/ 1389189 h 1820282"/>
                  <a:gd name="connsiteX5" fmla="*/ 693383 w 1167953"/>
                  <a:gd name="connsiteY5" fmla="*/ 1820282 h 1820282"/>
                  <a:gd name="connsiteX6" fmla="*/ 436917 w 1167953"/>
                  <a:gd name="connsiteY6" fmla="*/ 1820282 h 1820282"/>
                  <a:gd name="connsiteX7" fmla="*/ 0 w 1167953"/>
                  <a:gd name="connsiteY7" fmla="*/ 436917 h 1820282"/>
                  <a:gd name="connsiteX0" fmla="*/ 89179 w 1257132"/>
                  <a:gd name="connsiteY0" fmla="*/ 436917 h 1820282"/>
                  <a:gd name="connsiteX1" fmla="*/ 526096 w 1257132"/>
                  <a:gd name="connsiteY1" fmla="*/ 0 h 1820282"/>
                  <a:gd name="connsiteX2" fmla="*/ 782562 w 1257132"/>
                  <a:gd name="connsiteY2" fmla="*/ 0 h 1820282"/>
                  <a:gd name="connsiteX3" fmla="*/ 1219479 w 1257132"/>
                  <a:gd name="connsiteY3" fmla="*/ 436917 h 1820282"/>
                  <a:gd name="connsiteX4" fmla="*/ 1257132 w 1257132"/>
                  <a:gd name="connsiteY4" fmla="*/ 1389189 h 1820282"/>
                  <a:gd name="connsiteX5" fmla="*/ 782562 w 1257132"/>
                  <a:gd name="connsiteY5" fmla="*/ 1820282 h 1820282"/>
                  <a:gd name="connsiteX6" fmla="*/ 526096 w 1257132"/>
                  <a:gd name="connsiteY6" fmla="*/ 1820282 h 1820282"/>
                  <a:gd name="connsiteX7" fmla="*/ 89179 w 1257132"/>
                  <a:gd name="connsiteY7" fmla="*/ 436917 h 1820282"/>
                  <a:gd name="connsiteX0" fmla="*/ 89179 w 1219479"/>
                  <a:gd name="connsiteY0" fmla="*/ 436917 h 1820282"/>
                  <a:gd name="connsiteX1" fmla="*/ 526096 w 1219479"/>
                  <a:gd name="connsiteY1" fmla="*/ 0 h 1820282"/>
                  <a:gd name="connsiteX2" fmla="*/ 782562 w 1219479"/>
                  <a:gd name="connsiteY2" fmla="*/ 0 h 1820282"/>
                  <a:gd name="connsiteX3" fmla="*/ 1219479 w 1219479"/>
                  <a:gd name="connsiteY3" fmla="*/ 436917 h 1820282"/>
                  <a:gd name="connsiteX4" fmla="*/ 782562 w 1219479"/>
                  <a:gd name="connsiteY4" fmla="*/ 1820282 h 1820282"/>
                  <a:gd name="connsiteX5" fmla="*/ 526096 w 1219479"/>
                  <a:gd name="connsiteY5" fmla="*/ 1820282 h 1820282"/>
                  <a:gd name="connsiteX6" fmla="*/ 89179 w 1219479"/>
                  <a:gd name="connsiteY6" fmla="*/ 436917 h 1820282"/>
                  <a:gd name="connsiteX0" fmla="*/ 89179 w 1246125"/>
                  <a:gd name="connsiteY0" fmla="*/ 436917 h 1820282"/>
                  <a:gd name="connsiteX1" fmla="*/ 526096 w 1246125"/>
                  <a:gd name="connsiteY1" fmla="*/ 0 h 1820282"/>
                  <a:gd name="connsiteX2" fmla="*/ 782562 w 1246125"/>
                  <a:gd name="connsiteY2" fmla="*/ 0 h 1820282"/>
                  <a:gd name="connsiteX3" fmla="*/ 1219479 w 1246125"/>
                  <a:gd name="connsiteY3" fmla="*/ 436917 h 1820282"/>
                  <a:gd name="connsiteX4" fmla="*/ 782562 w 1246125"/>
                  <a:gd name="connsiteY4" fmla="*/ 1820282 h 1820282"/>
                  <a:gd name="connsiteX5" fmla="*/ 526096 w 1246125"/>
                  <a:gd name="connsiteY5" fmla="*/ 1820282 h 1820282"/>
                  <a:gd name="connsiteX6" fmla="*/ 89179 w 1246125"/>
                  <a:gd name="connsiteY6" fmla="*/ 436917 h 1820282"/>
                  <a:gd name="connsiteX0" fmla="*/ 89179 w 1273390"/>
                  <a:gd name="connsiteY0" fmla="*/ 436917 h 1820282"/>
                  <a:gd name="connsiteX1" fmla="*/ 526096 w 1273390"/>
                  <a:gd name="connsiteY1" fmla="*/ 0 h 1820282"/>
                  <a:gd name="connsiteX2" fmla="*/ 782562 w 1273390"/>
                  <a:gd name="connsiteY2" fmla="*/ 0 h 1820282"/>
                  <a:gd name="connsiteX3" fmla="*/ 1219479 w 1273390"/>
                  <a:gd name="connsiteY3" fmla="*/ 436917 h 1820282"/>
                  <a:gd name="connsiteX4" fmla="*/ 782562 w 1273390"/>
                  <a:gd name="connsiteY4" fmla="*/ 1820282 h 1820282"/>
                  <a:gd name="connsiteX5" fmla="*/ 526096 w 1273390"/>
                  <a:gd name="connsiteY5" fmla="*/ 1820282 h 1820282"/>
                  <a:gd name="connsiteX6" fmla="*/ 89179 w 1273390"/>
                  <a:gd name="connsiteY6" fmla="*/ 436917 h 1820282"/>
                  <a:gd name="connsiteX0" fmla="*/ 89179 w 1273390"/>
                  <a:gd name="connsiteY0" fmla="*/ 436917 h 1843358"/>
                  <a:gd name="connsiteX1" fmla="*/ 526096 w 1273390"/>
                  <a:gd name="connsiteY1" fmla="*/ 0 h 1843358"/>
                  <a:gd name="connsiteX2" fmla="*/ 782562 w 1273390"/>
                  <a:gd name="connsiteY2" fmla="*/ 0 h 1843358"/>
                  <a:gd name="connsiteX3" fmla="*/ 1219479 w 1273390"/>
                  <a:gd name="connsiteY3" fmla="*/ 436917 h 1843358"/>
                  <a:gd name="connsiteX4" fmla="*/ 782562 w 1273390"/>
                  <a:gd name="connsiteY4" fmla="*/ 1820282 h 1843358"/>
                  <a:gd name="connsiteX5" fmla="*/ 526096 w 1273390"/>
                  <a:gd name="connsiteY5" fmla="*/ 1820282 h 1843358"/>
                  <a:gd name="connsiteX6" fmla="*/ 89179 w 1273390"/>
                  <a:gd name="connsiteY6" fmla="*/ 436917 h 1843358"/>
                  <a:gd name="connsiteX0" fmla="*/ 89179 w 1273390"/>
                  <a:gd name="connsiteY0" fmla="*/ 436917 h 1850881"/>
                  <a:gd name="connsiteX1" fmla="*/ 526096 w 1273390"/>
                  <a:gd name="connsiteY1" fmla="*/ 0 h 1850881"/>
                  <a:gd name="connsiteX2" fmla="*/ 782562 w 1273390"/>
                  <a:gd name="connsiteY2" fmla="*/ 0 h 1850881"/>
                  <a:gd name="connsiteX3" fmla="*/ 1219479 w 1273390"/>
                  <a:gd name="connsiteY3" fmla="*/ 436917 h 1850881"/>
                  <a:gd name="connsiteX4" fmla="*/ 782562 w 1273390"/>
                  <a:gd name="connsiteY4" fmla="*/ 1820282 h 1850881"/>
                  <a:gd name="connsiteX5" fmla="*/ 526096 w 1273390"/>
                  <a:gd name="connsiteY5" fmla="*/ 1820282 h 1850881"/>
                  <a:gd name="connsiteX6" fmla="*/ 89179 w 1273390"/>
                  <a:gd name="connsiteY6" fmla="*/ 436917 h 1850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73390" h="1850881">
                    <a:moveTo>
                      <a:pt x="89179" y="436917"/>
                    </a:moveTo>
                    <a:cubicBezTo>
                      <a:pt x="153874" y="192771"/>
                      <a:pt x="284793" y="0"/>
                      <a:pt x="526096" y="0"/>
                    </a:cubicBezTo>
                    <a:lnTo>
                      <a:pt x="782562" y="0"/>
                    </a:lnTo>
                    <a:cubicBezTo>
                      <a:pt x="1023865" y="0"/>
                      <a:pt x="1154784" y="198457"/>
                      <a:pt x="1219479" y="436917"/>
                    </a:cubicBezTo>
                    <a:cubicBezTo>
                      <a:pt x="1219479" y="740297"/>
                      <a:pt x="1499659" y="1605662"/>
                      <a:pt x="782562" y="1820282"/>
                    </a:cubicBezTo>
                    <a:cubicBezTo>
                      <a:pt x="689042" y="1872203"/>
                      <a:pt x="601354" y="1848236"/>
                      <a:pt x="526096" y="1820282"/>
                    </a:cubicBezTo>
                    <a:cubicBezTo>
                      <a:pt x="-293348" y="1570799"/>
                      <a:pt x="89179" y="740297"/>
                      <a:pt x="89179" y="436917"/>
                    </a:cubicBezTo>
                    <a:close/>
                  </a:path>
                </a:pathLst>
              </a:custGeom>
              <a:solidFill>
                <a:srgbClr val="FFFF9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Rectangle 6">
                <a:extLst>
                  <a:ext uri="{FF2B5EF4-FFF2-40B4-BE49-F238E27FC236}">
                    <a16:creationId xmlns:a16="http://schemas.microsoft.com/office/drawing/2014/main" id="{062792A7-61FD-5DED-8577-33596E52AEAE}"/>
                  </a:ext>
                </a:extLst>
              </p:cNvPr>
              <p:cNvSpPr/>
              <p:nvPr/>
            </p:nvSpPr>
            <p:spPr>
              <a:xfrm>
                <a:off x="5286729" y="445616"/>
                <a:ext cx="1618541" cy="927964"/>
              </a:xfrm>
              <a:custGeom>
                <a:avLst/>
                <a:gdLst>
                  <a:gd name="connsiteX0" fmla="*/ 0 w 552450"/>
                  <a:gd name="connsiteY0" fmla="*/ 0 h 226218"/>
                  <a:gd name="connsiteX1" fmla="*/ 552450 w 552450"/>
                  <a:gd name="connsiteY1" fmla="*/ 0 h 226218"/>
                  <a:gd name="connsiteX2" fmla="*/ 552450 w 552450"/>
                  <a:gd name="connsiteY2" fmla="*/ 226218 h 226218"/>
                  <a:gd name="connsiteX3" fmla="*/ 0 w 552450"/>
                  <a:gd name="connsiteY3" fmla="*/ 226218 h 226218"/>
                  <a:gd name="connsiteX4" fmla="*/ 0 w 552450"/>
                  <a:gd name="connsiteY4" fmla="*/ 0 h 226218"/>
                  <a:gd name="connsiteX0" fmla="*/ 0 w 564968"/>
                  <a:gd name="connsiteY0" fmla="*/ 6885 h 226218"/>
                  <a:gd name="connsiteX1" fmla="*/ 564968 w 564968"/>
                  <a:gd name="connsiteY1" fmla="*/ 0 h 226218"/>
                  <a:gd name="connsiteX2" fmla="*/ 564968 w 564968"/>
                  <a:gd name="connsiteY2" fmla="*/ 226218 h 226218"/>
                  <a:gd name="connsiteX3" fmla="*/ 12518 w 564968"/>
                  <a:gd name="connsiteY3" fmla="*/ 226218 h 226218"/>
                  <a:gd name="connsiteX4" fmla="*/ 0 w 564968"/>
                  <a:gd name="connsiteY4" fmla="*/ 6885 h 226218"/>
                  <a:gd name="connsiteX0" fmla="*/ 0 w 564968"/>
                  <a:gd name="connsiteY0" fmla="*/ 6885 h 328350"/>
                  <a:gd name="connsiteX1" fmla="*/ 564968 w 564968"/>
                  <a:gd name="connsiteY1" fmla="*/ 0 h 328350"/>
                  <a:gd name="connsiteX2" fmla="*/ 564968 w 564968"/>
                  <a:gd name="connsiteY2" fmla="*/ 226218 h 328350"/>
                  <a:gd name="connsiteX3" fmla="*/ 44237 w 564968"/>
                  <a:gd name="connsiteY3" fmla="*/ 328350 h 328350"/>
                  <a:gd name="connsiteX4" fmla="*/ 0 w 564968"/>
                  <a:gd name="connsiteY4" fmla="*/ 6885 h 328350"/>
                  <a:gd name="connsiteX0" fmla="*/ 179969 w 744937"/>
                  <a:gd name="connsiteY0" fmla="*/ 6885 h 339331"/>
                  <a:gd name="connsiteX1" fmla="*/ 744937 w 744937"/>
                  <a:gd name="connsiteY1" fmla="*/ 0 h 339331"/>
                  <a:gd name="connsiteX2" fmla="*/ 744937 w 744937"/>
                  <a:gd name="connsiteY2" fmla="*/ 226218 h 339331"/>
                  <a:gd name="connsiteX3" fmla="*/ 224206 w 744937"/>
                  <a:gd name="connsiteY3" fmla="*/ 328350 h 339331"/>
                  <a:gd name="connsiteX4" fmla="*/ 179969 w 744937"/>
                  <a:gd name="connsiteY4" fmla="*/ 6885 h 339331"/>
                  <a:gd name="connsiteX0" fmla="*/ 223345 w 788313"/>
                  <a:gd name="connsiteY0" fmla="*/ 11730 h 340170"/>
                  <a:gd name="connsiteX1" fmla="*/ 788313 w 788313"/>
                  <a:gd name="connsiteY1" fmla="*/ 4845 h 340170"/>
                  <a:gd name="connsiteX2" fmla="*/ 788313 w 788313"/>
                  <a:gd name="connsiteY2" fmla="*/ 231063 h 340170"/>
                  <a:gd name="connsiteX3" fmla="*/ 267582 w 788313"/>
                  <a:gd name="connsiteY3" fmla="*/ 333195 h 340170"/>
                  <a:gd name="connsiteX4" fmla="*/ 223345 w 788313"/>
                  <a:gd name="connsiteY4" fmla="*/ 11730 h 340170"/>
                  <a:gd name="connsiteX0" fmla="*/ 184897 w 749865"/>
                  <a:gd name="connsiteY0" fmla="*/ 11584 h 341322"/>
                  <a:gd name="connsiteX1" fmla="*/ 749865 w 749865"/>
                  <a:gd name="connsiteY1" fmla="*/ 4699 h 341322"/>
                  <a:gd name="connsiteX2" fmla="*/ 749865 w 749865"/>
                  <a:gd name="connsiteY2" fmla="*/ 230917 h 341322"/>
                  <a:gd name="connsiteX3" fmla="*/ 229134 w 749865"/>
                  <a:gd name="connsiteY3" fmla="*/ 333049 h 341322"/>
                  <a:gd name="connsiteX4" fmla="*/ 184897 w 749865"/>
                  <a:gd name="connsiteY4" fmla="*/ 11584 h 341322"/>
                  <a:gd name="connsiteX0" fmla="*/ 184897 w 749865"/>
                  <a:gd name="connsiteY0" fmla="*/ 70915 h 400653"/>
                  <a:gd name="connsiteX1" fmla="*/ 397945 w 749865"/>
                  <a:gd name="connsiteY1" fmla="*/ 0 h 400653"/>
                  <a:gd name="connsiteX2" fmla="*/ 749865 w 749865"/>
                  <a:gd name="connsiteY2" fmla="*/ 64030 h 400653"/>
                  <a:gd name="connsiteX3" fmla="*/ 749865 w 749865"/>
                  <a:gd name="connsiteY3" fmla="*/ 290248 h 400653"/>
                  <a:gd name="connsiteX4" fmla="*/ 229134 w 749865"/>
                  <a:gd name="connsiteY4" fmla="*/ 392380 h 400653"/>
                  <a:gd name="connsiteX5" fmla="*/ 184897 w 749865"/>
                  <a:gd name="connsiteY5" fmla="*/ 70915 h 400653"/>
                  <a:gd name="connsiteX0" fmla="*/ 184897 w 749865"/>
                  <a:gd name="connsiteY0" fmla="*/ 119192 h 448930"/>
                  <a:gd name="connsiteX1" fmla="*/ 397945 w 749865"/>
                  <a:gd name="connsiteY1" fmla="*/ 48277 h 448930"/>
                  <a:gd name="connsiteX2" fmla="*/ 749865 w 749865"/>
                  <a:gd name="connsiteY2" fmla="*/ 112307 h 448930"/>
                  <a:gd name="connsiteX3" fmla="*/ 749865 w 749865"/>
                  <a:gd name="connsiteY3" fmla="*/ 338525 h 448930"/>
                  <a:gd name="connsiteX4" fmla="*/ 229134 w 749865"/>
                  <a:gd name="connsiteY4" fmla="*/ 440657 h 448930"/>
                  <a:gd name="connsiteX5" fmla="*/ 184897 w 749865"/>
                  <a:gd name="connsiteY5" fmla="*/ 119192 h 448930"/>
                  <a:gd name="connsiteX0" fmla="*/ 184897 w 749865"/>
                  <a:gd name="connsiteY0" fmla="*/ 125423 h 455161"/>
                  <a:gd name="connsiteX1" fmla="*/ 397945 w 749865"/>
                  <a:gd name="connsiteY1" fmla="*/ 54508 h 455161"/>
                  <a:gd name="connsiteX2" fmla="*/ 749865 w 749865"/>
                  <a:gd name="connsiteY2" fmla="*/ 118538 h 455161"/>
                  <a:gd name="connsiteX3" fmla="*/ 749865 w 749865"/>
                  <a:gd name="connsiteY3" fmla="*/ 344756 h 455161"/>
                  <a:gd name="connsiteX4" fmla="*/ 229134 w 749865"/>
                  <a:gd name="connsiteY4" fmla="*/ 446888 h 455161"/>
                  <a:gd name="connsiteX5" fmla="*/ 184897 w 749865"/>
                  <a:gd name="connsiteY5" fmla="*/ 125423 h 455161"/>
                  <a:gd name="connsiteX0" fmla="*/ 184897 w 749865"/>
                  <a:gd name="connsiteY0" fmla="*/ 125423 h 455161"/>
                  <a:gd name="connsiteX1" fmla="*/ 397945 w 749865"/>
                  <a:gd name="connsiteY1" fmla="*/ 54508 h 455161"/>
                  <a:gd name="connsiteX2" fmla="*/ 649887 w 749865"/>
                  <a:gd name="connsiteY2" fmla="*/ 38222 h 455161"/>
                  <a:gd name="connsiteX3" fmla="*/ 749865 w 749865"/>
                  <a:gd name="connsiteY3" fmla="*/ 118538 h 455161"/>
                  <a:gd name="connsiteX4" fmla="*/ 749865 w 749865"/>
                  <a:gd name="connsiteY4" fmla="*/ 344756 h 455161"/>
                  <a:gd name="connsiteX5" fmla="*/ 229134 w 749865"/>
                  <a:gd name="connsiteY5" fmla="*/ 446888 h 455161"/>
                  <a:gd name="connsiteX6" fmla="*/ 184897 w 749865"/>
                  <a:gd name="connsiteY6" fmla="*/ 125423 h 455161"/>
                  <a:gd name="connsiteX0" fmla="*/ 184897 w 749865"/>
                  <a:gd name="connsiteY0" fmla="*/ 162775 h 492513"/>
                  <a:gd name="connsiteX1" fmla="*/ 397945 w 749865"/>
                  <a:gd name="connsiteY1" fmla="*/ 91860 h 492513"/>
                  <a:gd name="connsiteX2" fmla="*/ 649887 w 749865"/>
                  <a:gd name="connsiteY2" fmla="*/ 75574 h 492513"/>
                  <a:gd name="connsiteX3" fmla="*/ 749865 w 749865"/>
                  <a:gd name="connsiteY3" fmla="*/ 155890 h 492513"/>
                  <a:gd name="connsiteX4" fmla="*/ 749865 w 749865"/>
                  <a:gd name="connsiteY4" fmla="*/ 382108 h 492513"/>
                  <a:gd name="connsiteX5" fmla="*/ 229134 w 749865"/>
                  <a:gd name="connsiteY5" fmla="*/ 484240 h 492513"/>
                  <a:gd name="connsiteX6" fmla="*/ 184897 w 749865"/>
                  <a:gd name="connsiteY6" fmla="*/ 162775 h 492513"/>
                  <a:gd name="connsiteX0" fmla="*/ 184897 w 749865"/>
                  <a:gd name="connsiteY0" fmla="*/ 168680 h 498418"/>
                  <a:gd name="connsiteX1" fmla="*/ 397945 w 749865"/>
                  <a:gd name="connsiteY1" fmla="*/ 97765 h 498418"/>
                  <a:gd name="connsiteX2" fmla="*/ 649887 w 749865"/>
                  <a:gd name="connsiteY2" fmla="*/ 81479 h 498418"/>
                  <a:gd name="connsiteX3" fmla="*/ 749865 w 749865"/>
                  <a:gd name="connsiteY3" fmla="*/ 161795 h 498418"/>
                  <a:gd name="connsiteX4" fmla="*/ 749865 w 749865"/>
                  <a:gd name="connsiteY4" fmla="*/ 388013 h 498418"/>
                  <a:gd name="connsiteX5" fmla="*/ 229134 w 749865"/>
                  <a:gd name="connsiteY5" fmla="*/ 490145 h 498418"/>
                  <a:gd name="connsiteX6" fmla="*/ 184897 w 749865"/>
                  <a:gd name="connsiteY6" fmla="*/ 168680 h 498418"/>
                  <a:gd name="connsiteX0" fmla="*/ 184897 w 812563"/>
                  <a:gd name="connsiteY0" fmla="*/ 168680 h 498418"/>
                  <a:gd name="connsiteX1" fmla="*/ 397945 w 812563"/>
                  <a:gd name="connsiteY1" fmla="*/ 97765 h 498418"/>
                  <a:gd name="connsiteX2" fmla="*/ 649887 w 812563"/>
                  <a:gd name="connsiteY2" fmla="*/ 81479 h 498418"/>
                  <a:gd name="connsiteX3" fmla="*/ 812563 w 812563"/>
                  <a:gd name="connsiteY3" fmla="*/ 157201 h 498418"/>
                  <a:gd name="connsiteX4" fmla="*/ 749865 w 812563"/>
                  <a:gd name="connsiteY4" fmla="*/ 388013 h 498418"/>
                  <a:gd name="connsiteX5" fmla="*/ 229134 w 812563"/>
                  <a:gd name="connsiteY5" fmla="*/ 490145 h 498418"/>
                  <a:gd name="connsiteX6" fmla="*/ 184897 w 812563"/>
                  <a:gd name="connsiteY6" fmla="*/ 168680 h 498418"/>
                  <a:gd name="connsiteX0" fmla="*/ 184897 w 814085"/>
                  <a:gd name="connsiteY0" fmla="*/ 168680 h 498418"/>
                  <a:gd name="connsiteX1" fmla="*/ 397945 w 814085"/>
                  <a:gd name="connsiteY1" fmla="*/ 97765 h 498418"/>
                  <a:gd name="connsiteX2" fmla="*/ 649887 w 814085"/>
                  <a:gd name="connsiteY2" fmla="*/ 81479 h 498418"/>
                  <a:gd name="connsiteX3" fmla="*/ 812563 w 814085"/>
                  <a:gd name="connsiteY3" fmla="*/ 157201 h 498418"/>
                  <a:gd name="connsiteX4" fmla="*/ 749865 w 814085"/>
                  <a:gd name="connsiteY4" fmla="*/ 388013 h 498418"/>
                  <a:gd name="connsiteX5" fmla="*/ 229134 w 814085"/>
                  <a:gd name="connsiteY5" fmla="*/ 490145 h 498418"/>
                  <a:gd name="connsiteX6" fmla="*/ 184897 w 814085"/>
                  <a:gd name="connsiteY6" fmla="*/ 168680 h 498418"/>
                  <a:gd name="connsiteX0" fmla="*/ 184897 w 814036"/>
                  <a:gd name="connsiteY0" fmla="*/ 168680 h 498418"/>
                  <a:gd name="connsiteX1" fmla="*/ 397945 w 814036"/>
                  <a:gd name="connsiteY1" fmla="*/ 97765 h 498418"/>
                  <a:gd name="connsiteX2" fmla="*/ 649887 w 814036"/>
                  <a:gd name="connsiteY2" fmla="*/ 81479 h 498418"/>
                  <a:gd name="connsiteX3" fmla="*/ 812563 w 814036"/>
                  <a:gd name="connsiteY3" fmla="*/ 157201 h 498418"/>
                  <a:gd name="connsiteX4" fmla="*/ 749865 w 814036"/>
                  <a:gd name="connsiteY4" fmla="*/ 388013 h 498418"/>
                  <a:gd name="connsiteX5" fmla="*/ 229134 w 814036"/>
                  <a:gd name="connsiteY5" fmla="*/ 490145 h 498418"/>
                  <a:gd name="connsiteX6" fmla="*/ 184897 w 814036"/>
                  <a:gd name="connsiteY6" fmla="*/ 168680 h 498418"/>
                  <a:gd name="connsiteX0" fmla="*/ 184897 w 978806"/>
                  <a:gd name="connsiteY0" fmla="*/ 168680 h 498418"/>
                  <a:gd name="connsiteX1" fmla="*/ 397945 w 978806"/>
                  <a:gd name="connsiteY1" fmla="*/ 97765 h 498418"/>
                  <a:gd name="connsiteX2" fmla="*/ 649887 w 978806"/>
                  <a:gd name="connsiteY2" fmla="*/ 81479 h 498418"/>
                  <a:gd name="connsiteX3" fmla="*/ 812563 w 978806"/>
                  <a:gd name="connsiteY3" fmla="*/ 157201 h 498418"/>
                  <a:gd name="connsiteX4" fmla="*/ 978519 w 978806"/>
                  <a:gd name="connsiteY4" fmla="*/ 308370 h 498418"/>
                  <a:gd name="connsiteX5" fmla="*/ 749865 w 978806"/>
                  <a:gd name="connsiteY5" fmla="*/ 388013 h 498418"/>
                  <a:gd name="connsiteX6" fmla="*/ 229134 w 978806"/>
                  <a:gd name="connsiteY6" fmla="*/ 490145 h 498418"/>
                  <a:gd name="connsiteX7" fmla="*/ 184897 w 978806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749865 w 978519"/>
                  <a:gd name="connsiteY5" fmla="*/ 388013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749865 w 978519"/>
                  <a:gd name="connsiteY5" fmla="*/ 388013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229134 w 978519"/>
                  <a:gd name="connsiteY6" fmla="*/ 490145 h 498418"/>
                  <a:gd name="connsiteX7" fmla="*/ 184897 w 978519"/>
                  <a:gd name="connsiteY7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978519"/>
                  <a:gd name="connsiteY0" fmla="*/ 168680 h 498418"/>
                  <a:gd name="connsiteX1" fmla="*/ 397945 w 978519"/>
                  <a:gd name="connsiteY1" fmla="*/ 97765 h 498418"/>
                  <a:gd name="connsiteX2" fmla="*/ 649887 w 978519"/>
                  <a:gd name="connsiteY2" fmla="*/ 81479 h 498418"/>
                  <a:gd name="connsiteX3" fmla="*/ 812563 w 978519"/>
                  <a:gd name="connsiteY3" fmla="*/ 157201 h 498418"/>
                  <a:gd name="connsiteX4" fmla="*/ 978519 w 978519"/>
                  <a:gd name="connsiteY4" fmla="*/ 308370 h 498418"/>
                  <a:gd name="connsiteX5" fmla="*/ 858362 w 978519"/>
                  <a:gd name="connsiteY5" fmla="*/ 382687 h 498418"/>
                  <a:gd name="connsiteX6" fmla="*/ 645937 w 978519"/>
                  <a:gd name="connsiteY6" fmla="*/ 415215 h 498418"/>
                  <a:gd name="connsiteX7" fmla="*/ 229134 w 978519"/>
                  <a:gd name="connsiteY7" fmla="*/ 490145 h 498418"/>
                  <a:gd name="connsiteX8" fmla="*/ 184897 w 978519"/>
                  <a:gd name="connsiteY8" fmla="*/ 168680 h 498418"/>
                  <a:gd name="connsiteX0" fmla="*/ 184897 w 867826"/>
                  <a:gd name="connsiteY0" fmla="*/ 168680 h 498418"/>
                  <a:gd name="connsiteX1" fmla="*/ 397945 w 867826"/>
                  <a:gd name="connsiteY1" fmla="*/ 97765 h 498418"/>
                  <a:gd name="connsiteX2" fmla="*/ 649887 w 867826"/>
                  <a:gd name="connsiteY2" fmla="*/ 81479 h 498418"/>
                  <a:gd name="connsiteX3" fmla="*/ 812563 w 867826"/>
                  <a:gd name="connsiteY3" fmla="*/ 157201 h 498418"/>
                  <a:gd name="connsiteX4" fmla="*/ 858362 w 867826"/>
                  <a:gd name="connsiteY4" fmla="*/ 382687 h 498418"/>
                  <a:gd name="connsiteX5" fmla="*/ 645937 w 867826"/>
                  <a:gd name="connsiteY5" fmla="*/ 415215 h 498418"/>
                  <a:gd name="connsiteX6" fmla="*/ 229134 w 867826"/>
                  <a:gd name="connsiteY6" fmla="*/ 490145 h 498418"/>
                  <a:gd name="connsiteX7" fmla="*/ 184897 w 867826"/>
                  <a:gd name="connsiteY7" fmla="*/ 168680 h 498418"/>
                  <a:gd name="connsiteX0" fmla="*/ 184897 w 867560"/>
                  <a:gd name="connsiteY0" fmla="*/ 168680 h 498418"/>
                  <a:gd name="connsiteX1" fmla="*/ 397945 w 867560"/>
                  <a:gd name="connsiteY1" fmla="*/ 97765 h 498418"/>
                  <a:gd name="connsiteX2" fmla="*/ 649887 w 867560"/>
                  <a:gd name="connsiteY2" fmla="*/ 81479 h 498418"/>
                  <a:gd name="connsiteX3" fmla="*/ 812563 w 867560"/>
                  <a:gd name="connsiteY3" fmla="*/ 157201 h 498418"/>
                  <a:gd name="connsiteX4" fmla="*/ 858051 w 867560"/>
                  <a:gd name="connsiteY4" fmla="*/ 401883 h 498418"/>
                  <a:gd name="connsiteX5" fmla="*/ 645937 w 867560"/>
                  <a:gd name="connsiteY5" fmla="*/ 415215 h 498418"/>
                  <a:gd name="connsiteX6" fmla="*/ 229134 w 867560"/>
                  <a:gd name="connsiteY6" fmla="*/ 490145 h 498418"/>
                  <a:gd name="connsiteX7" fmla="*/ 184897 w 867560"/>
                  <a:gd name="connsiteY7" fmla="*/ 168680 h 498418"/>
                  <a:gd name="connsiteX0" fmla="*/ 184897 w 954126"/>
                  <a:gd name="connsiteY0" fmla="*/ 168680 h 498418"/>
                  <a:gd name="connsiteX1" fmla="*/ 397945 w 954126"/>
                  <a:gd name="connsiteY1" fmla="*/ 97765 h 498418"/>
                  <a:gd name="connsiteX2" fmla="*/ 649887 w 954126"/>
                  <a:gd name="connsiteY2" fmla="*/ 81479 h 498418"/>
                  <a:gd name="connsiteX3" fmla="*/ 812563 w 954126"/>
                  <a:gd name="connsiteY3" fmla="*/ 157201 h 498418"/>
                  <a:gd name="connsiteX4" fmla="*/ 858051 w 954126"/>
                  <a:gd name="connsiteY4" fmla="*/ 401883 h 498418"/>
                  <a:gd name="connsiteX5" fmla="*/ 645937 w 954126"/>
                  <a:gd name="connsiteY5" fmla="*/ 415215 h 498418"/>
                  <a:gd name="connsiteX6" fmla="*/ 229134 w 954126"/>
                  <a:gd name="connsiteY6" fmla="*/ 490145 h 498418"/>
                  <a:gd name="connsiteX7" fmla="*/ 184897 w 954126"/>
                  <a:gd name="connsiteY7" fmla="*/ 168680 h 498418"/>
                  <a:gd name="connsiteX0" fmla="*/ 184897 w 954126"/>
                  <a:gd name="connsiteY0" fmla="*/ 168680 h 498418"/>
                  <a:gd name="connsiteX1" fmla="*/ 397945 w 954126"/>
                  <a:gd name="connsiteY1" fmla="*/ 97765 h 498418"/>
                  <a:gd name="connsiteX2" fmla="*/ 649887 w 954126"/>
                  <a:gd name="connsiteY2" fmla="*/ 81479 h 498418"/>
                  <a:gd name="connsiteX3" fmla="*/ 812563 w 954126"/>
                  <a:gd name="connsiteY3" fmla="*/ 157201 h 498418"/>
                  <a:gd name="connsiteX4" fmla="*/ 858051 w 954126"/>
                  <a:gd name="connsiteY4" fmla="*/ 401883 h 498418"/>
                  <a:gd name="connsiteX5" fmla="*/ 645937 w 954126"/>
                  <a:gd name="connsiteY5" fmla="*/ 415215 h 498418"/>
                  <a:gd name="connsiteX6" fmla="*/ 229134 w 954126"/>
                  <a:gd name="connsiteY6" fmla="*/ 490145 h 498418"/>
                  <a:gd name="connsiteX7" fmla="*/ 184897 w 954126"/>
                  <a:gd name="connsiteY7" fmla="*/ 168680 h 498418"/>
                  <a:gd name="connsiteX0" fmla="*/ 184897 w 962812"/>
                  <a:gd name="connsiteY0" fmla="*/ 168680 h 498418"/>
                  <a:gd name="connsiteX1" fmla="*/ 397945 w 962812"/>
                  <a:gd name="connsiteY1" fmla="*/ 97765 h 498418"/>
                  <a:gd name="connsiteX2" fmla="*/ 649887 w 962812"/>
                  <a:gd name="connsiteY2" fmla="*/ 81479 h 498418"/>
                  <a:gd name="connsiteX3" fmla="*/ 812563 w 962812"/>
                  <a:gd name="connsiteY3" fmla="*/ 157201 h 498418"/>
                  <a:gd name="connsiteX4" fmla="*/ 858051 w 962812"/>
                  <a:gd name="connsiteY4" fmla="*/ 401883 h 498418"/>
                  <a:gd name="connsiteX5" fmla="*/ 645937 w 962812"/>
                  <a:gd name="connsiteY5" fmla="*/ 415215 h 498418"/>
                  <a:gd name="connsiteX6" fmla="*/ 229134 w 962812"/>
                  <a:gd name="connsiteY6" fmla="*/ 490145 h 498418"/>
                  <a:gd name="connsiteX7" fmla="*/ 184897 w 962812"/>
                  <a:gd name="connsiteY7" fmla="*/ 168680 h 498418"/>
                  <a:gd name="connsiteX0" fmla="*/ 184897 w 962812"/>
                  <a:gd name="connsiteY0" fmla="*/ 168680 h 498418"/>
                  <a:gd name="connsiteX1" fmla="*/ 397945 w 962812"/>
                  <a:gd name="connsiteY1" fmla="*/ 97765 h 498418"/>
                  <a:gd name="connsiteX2" fmla="*/ 649887 w 962812"/>
                  <a:gd name="connsiteY2" fmla="*/ 81479 h 498418"/>
                  <a:gd name="connsiteX3" fmla="*/ 812563 w 962812"/>
                  <a:gd name="connsiteY3" fmla="*/ 157201 h 498418"/>
                  <a:gd name="connsiteX4" fmla="*/ 858051 w 962812"/>
                  <a:gd name="connsiteY4" fmla="*/ 401883 h 498418"/>
                  <a:gd name="connsiteX5" fmla="*/ 645937 w 962812"/>
                  <a:gd name="connsiteY5" fmla="*/ 415215 h 498418"/>
                  <a:gd name="connsiteX6" fmla="*/ 463060 w 962812"/>
                  <a:gd name="connsiteY6" fmla="*/ 453301 h 498418"/>
                  <a:gd name="connsiteX7" fmla="*/ 229134 w 962812"/>
                  <a:gd name="connsiteY7" fmla="*/ 490145 h 498418"/>
                  <a:gd name="connsiteX8" fmla="*/ 184897 w 962812"/>
                  <a:gd name="connsiteY8" fmla="*/ 168680 h 498418"/>
                  <a:gd name="connsiteX0" fmla="*/ 184897 w 962812"/>
                  <a:gd name="connsiteY0" fmla="*/ 168680 h 503292"/>
                  <a:gd name="connsiteX1" fmla="*/ 397945 w 962812"/>
                  <a:gd name="connsiteY1" fmla="*/ 97765 h 503292"/>
                  <a:gd name="connsiteX2" fmla="*/ 649887 w 962812"/>
                  <a:gd name="connsiteY2" fmla="*/ 81479 h 503292"/>
                  <a:gd name="connsiteX3" fmla="*/ 812563 w 962812"/>
                  <a:gd name="connsiteY3" fmla="*/ 157201 h 503292"/>
                  <a:gd name="connsiteX4" fmla="*/ 858051 w 962812"/>
                  <a:gd name="connsiteY4" fmla="*/ 401883 h 503292"/>
                  <a:gd name="connsiteX5" fmla="*/ 645937 w 962812"/>
                  <a:gd name="connsiteY5" fmla="*/ 415215 h 503292"/>
                  <a:gd name="connsiteX6" fmla="*/ 463060 w 962812"/>
                  <a:gd name="connsiteY6" fmla="*/ 453301 h 503292"/>
                  <a:gd name="connsiteX7" fmla="*/ 229134 w 962812"/>
                  <a:gd name="connsiteY7" fmla="*/ 490145 h 503292"/>
                  <a:gd name="connsiteX8" fmla="*/ 184897 w 962812"/>
                  <a:gd name="connsiteY8" fmla="*/ 168680 h 503292"/>
                  <a:gd name="connsiteX0" fmla="*/ 184897 w 962812"/>
                  <a:gd name="connsiteY0" fmla="*/ 168680 h 516271"/>
                  <a:gd name="connsiteX1" fmla="*/ 397945 w 962812"/>
                  <a:gd name="connsiteY1" fmla="*/ 97765 h 516271"/>
                  <a:gd name="connsiteX2" fmla="*/ 649887 w 962812"/>
                  <a:gd name="connsiteY2" fmla="*/ 81479 h 516271"/>
                  <a:gd name="connsiteX3" fmla="*/ 812563 w 962812"/>
                  <a:gd name="connsiteY3" fmla="*/ 157201 h 516271"/>
                  <a:gd name="connsiteX4" fmla="*/ 858051 w 962812"/>
                  <a:gd name="connsiteY4" fmla="*/ 401883 h 516271"/>
                  <a:gd name="connsiteX5" fmla="*/ 645937 w 962812"/>
                  <a:gd name="connsiteY5" fmla="*/ 415215 h 516271"/>
                  <a:gd name="connsiteX6" fmla="*/ 463060 w 962812"/>
                  <a:gd name="connsiteY6" fmla="*/ 453301 h 516271"/>
                  <a:gd name="connsiteX7" fmla="*/ 229134 w 962812"/>
                  <a:gd name="connsiteY7" fmla="*/ 490145 h 516271"/>
                  <a:gd name="connsiteX8" fmla="*/ 184897 w 962812"/>
                  <a:gd name="connsiteY8" fmla="*/ 168680 h 516271"/>
                  <a:gd name="connsiteX0" fmla="*/ 184897 w 962812"/>
                  <a:gd name="connsiteY0" fmla="*/ 168680 h 540244"/>
                  <a:gd name="connsiteX1" fmla="*/ 397945 w 962812"/>
                  <a:gd name="connsiteY1" fmla="*/ 97765 h 540244"/>
                  <a:gd name="connsiteX2" fmla="*/ 649887 w 962812"/>
                  <a:gd name="connsiteY2" fmla="*/ 81479 h 540244"/>
                  <a:gd name="connsiteX3" fmla="*/ 812563 w 962812"/>
                  <a:gd name="connsiteY3" fmla="*/ 157201 h 540244"/>
                  <a:gd name="connsiteX4" fmla="*/ 858051 w 962812"/>
                  <a:gd name="connsiteY4" fmla="*/ 401883 h 540244"/>
                  <a:gd name="connsiteX5" fmla="*/ 645937 w 962812"/>
                  <a:gd name="connsiteY5" fmla="*/ 415215 h 540244"/>
                  <a:gd name="connsiteX6" fmla="*/ 463060 w 962812"/>
                  <a:gd name="connsiteY6" fmla="*/ 453301 h 540244"/>
                  <a:gd name="connsiteX7" fmla="*/ 229134 w 962812"/>
                  <a:gd name="connsiteY7" fmla="*/ 490145 h 540244"/>
                  <a:gd name="connsiteX8" fmla="*/ 184897 w 962812"/>
                  <a:gd name="connsiteY8" fmla="*/ 168680 h 540244"/>
                  <a:gd name="connsiteX0" fmla="*/ 184897 w 962812"/>
                  <a:gd name="connsiteY0" fmla="*/ 168680 h 549804"/>
                  <a:gd name="connsiteX1" fmla="*/ 397945 w 962812"/>
                  <a:gd name="connsiteY1" fmla="*/ 97765 h 549804"/>
                  <a:gd name="connsiteX2" fmla="*/ 649887 w 962812"/>
                  <a:gd name="connsiteY2" fmla="*/ 81479 h 549804"/>
                  <a:gd name="connsiteX3" fmla="*/ 812563 w 962812"/>
                  <a:gd name="connsiteY3" fmla="*/ 157201 h 549804"/>
                  <a:gd name="connsiteX4" fmla="*/ 858051 w 962812"/>
                  <a:gd name="connsiteY4" fmla="*/ 401883 h 549804"/>
                  <a:gd name="connsiteX5" fmla="*/ 645937 w 962812"/>
                  <a:gd name="connsiteY5" fmla="*/ 415215 h 549804"/>
                  <a:gd name="connsiteX6" fmla="*/ 463060 w 962812"/>
                  <a:gd name="connsiteY6" fmla="*/ 453301 h 549804"/>
                  <a:gd name="connsiteX7" fmla="*/ 229134 w 962812"/>
                  <a:gd name="connsiteY7" fmla="*/ 490145 h 549804"/>
                  <a:gd name="connsiteX8" fmla="*/ 184897 w 962812"/>
                  <a:gd name="connsiteY8" fmla="*/ 168680 h 549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2812" h="549804">
                    <a:moveTo>
                      <a:pt x="184897" y="168680"/>
                    </a:moveTo>
                    <a:cubicBezTo>
                      <a:pt x="210808" y="127274"/>
                      <a:pt x="247669" y="-42452"/>
                      <a:pt x="397945" y="97765"/>
                    </a:cubicBezTo>
                    <a:cubicBezTo>
                      <a:pt x="418669" y="82742"/>
                      <a:pt x="518987" y="-103795"/>
                      <a:pt x="649887" y="81479"/>
                    </a:cubicBezTo>
                    <a:cubicBezTo>
                      <a:pt x="699414" y="14184"/>
                      <a:pt x="829272" y="-15767"/>
                      <a:pt x="812563" y="157201"/>
                    </a:cubicBezTo>
                    <a:cubicBezTo>
                      <a:pt x="1084649" y="253502"/>
                      <a:pt x="915347" y="377971"/>
                      <a:pt x="858051" y="401883"/>
                    </a:cubicBezTo>
                    <a:cubicBezTo>
                      <a:pt x="802790" y="455811"/>
                      <a:pt x="792282" y="536756"/>
                      <a:pt x="645937" y="415215"/>
                    </a:cubicBezTo>
                    <a:cubicBezTo>
                      <a:pt x="626745" y="487372"/>
                      <a:pt x="589194" y="580501"/>
                      <a:pt x="463060" y="453301"/>
                    </a:cubicBezTo>
                    <a:cubicBezTo>
                      <a:pt x="354317" y="631981"/>
                      <a:pt x="279674" y="511980"/>
                      <a:pt x="229134" y="490145"/>
                    </a:cubicBezTo>
                    <a:cubicBezTo>
                      <a:pt x="-165239" y="567349"/>
                      <a:pt x="38348" y="76477"/>
                      <a:pt x="184897" y="16868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05B48745-037C-5817-14B6-1A00BFFED1BD}"/>
                  </a:ext>
                </a:extLst>
              </p:cNvPr>
              <p:cNvSpPr/>
              <p:nvPr/>
            </p:nvSpPr>
            <p:spPr>
              <a:xfrm>
                <a:off x="6318738" y="1527046"/>
                <a:ext cx="320086" cy="32008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D9F3200-2CA6-4B3D-2C01-D2FEF6A063C9}"/>
                  </a:ext>
                </a:extLst>
              </p:cNvPr>
              <p:cNvSpPr/>
              <p:nvPr/>
            </p:nvSpPr>
            <p:spPr>
              <a:xfrm>
                <a:off x="6381192" y="1611652"/>
                <a:ext cx="124627" cy="124627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6" name="Oval 59">
                <a:extLst>
                  <a:ext uri="{FF2B5EF4-FFF2-40B4-BE49-F238E27FC236}">
                    <a16:creationId xmlns:a16="http://schemas.microsoft.com/office/drawing/2014/main" id="{101F5442-650D-E9D6-74EB-C28E453F2355}"/>
                  </a:ext>
                </a:extLst>
              </p:cNvPr>
              <p:cNvSpPr/>
              <p:nvPr/>
            </p:nvSpPr>
            <p:spPr>
              <a:xfrm rot="15591150">
                <a:off x="6501044" y="1760651"/>
                <a:ext cx="42948" cy="78473"/>
              </a:xfrm>
              <a:custGeom>
                <a:avLst/>
                <a:gdLst>
                  <a:gd name="connsiteX0" fmla="*/ 0 w 203346"/>
                  <a:gd name="connsiteY0" fmla="*/ 101673 h 203346"/>
                  <a:gd name="connsiteX1" fmla="*/ 101673 w 203346"/>
                  <a:gd name="connsiteY1" fmla="*/ 0 h 203346"/>
                  <a:gd name="connsiteX2" fmla="*/ 203346 w 203346"/>
                  <a:gd name="connsiteY2" fmla="*/ 101673 h 203346"/>
                  <a:gd name="connsiteX3" fmla="*/ 101673 w 203346"/>
                  <a:gd name="connsiteY3" fmla="*/ 203346 h 203346"/>
                  <a:gd name="connsiteX4" fmla="*/ 0 w 203346"/>
                  <a:gd name="connsiteY4" fmla="*/ 101673 h 203346"/>
                  <a:gd name="connsiteX0" fmla="*/ 12709 w 114382"/>
                  <a:gd name="connsiteY0" fmla="*/ 206172 h 208998"/>
                  <a:gd name="connsiteX1" fmla="*/ 12709 w 114382"/>
                  <a:gd name="connsiteY1" fmla="*/ 2826 h 208998"/>
                  <a:gd name="connsiteX2" fmla="*/ 114382 w 114382"/>
                  <a:gd name="connsiteY2" fmla="*/ 104499 h 208998"/>
                  <a:gd name="connsiteX3" fmla="*/ 12709 w 114382"/>
                  <a:gd name="connsiteY3" fmla="*/ 206172 h 20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82" h="208998">
                    <a:moveTo>
                      <a:pt x="12709" y="206172"/>
                    </a:moveTo>
                    <a:cubicBezTo>
                      <a:pt x="-4236" y="189227"/>
                      <a:pt x="-4236" y="19771"/>
                      <a:pt x="12709" y="2826"/>
                    </a:cubicBezTo>
                    <a:cubicBezTo>
                      <a:pt x="29654" y="-14119"/>
                      <a:pt x="114382" y="48347"/>
                      <a:pt x="114382" y="104499"/>
                    </a:cubicBezTo>
                    <a:cubicBezTo>
                      <a:pt x="114382" y="160651"/>
                      <a:pt x="29654" y="223117"/>
                      <a:pt x="12709" y="20617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082D3C3-A37C-8744-A050-5AB28E9F367D}"/>
                  </a:ext>
                </a:extLst>
              </p:cNvPr>
              <p:cNvSpPr/>
              <p:nvPr/>
            </p:nvSpPr>
            <p:spPr>
              <a:xfrm>
                <a:off x="5812563" y="1541369"/>
                <a:ext cx="320086" cy="32008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F1BC082-68DC-C4F7-7B70-A114D9A0C4A4}"/>
                  </a:ext>
                </a:extLst>
              </p:cNvPr>
              <p:cNvSpPr/>
              <p:nvPr/>
            </p:nvSpPr>
            <p:spPr>
              <a:xfrm>
                <a:off x="5875017" y="1625974"/>
                <a:ext cx="124627" cy="124627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Oval 59">
                <a:extLst>
                  <a:ext uri="{FF2B5EF4-FFF2-40B4-BE49-F238E27FC236}">
                    <a16:creationId xmlns:a16="http://schemas.microsoft.com/office/drawing/2014/main" id="{081C920B-DA08-EDE1-1E5E-25DC8519BC75}"/>
                  </a:ext>
                </a:extLst>
              </p:cNvPr>
              <p:cNvSpPr/>
              <p:nvPr/>
            </p:nvSpPr>
            <p:spPr>
              <a:xfrm rot="15591150">
                <a:off x="5990935" y="1782046"/>
                <a:ext cx="42948" cy="78473"/>
              </a:xfrm>
              <a:custGeom>
                <a:avLst/>
                <a:gdLst>
                  <a:gd name="connsiteX0" fmla="*/ 0 w 203346"/>
                  <a:gd name="connsiteY0" fmla="*/ 101673 h 203346"/>
                  <a:gd name="connsiteX1" fmla="*/ 101673 w 203346"/>
                  <a:gd name="connsiteY1" fmla="*/ 0 h 203346"/>
                  <a:gd name="connsiteX2" fmla="*/ 203346 w 203346"/>
                  <a:gd name="connsiteY2" fmla="*/ 101673 h 203346"/>
                  <a:gd name="connsiteX3" fmla="*/ 101673 w 203346"/>
                  <a:gd name="connsiteY3" fmla="*/ 203346 h 203346"/>
                  <a:gd name="connsiteX4" fmla="*/ 0 w 203346"/>
                  <a:gd name="connsiteY4" fmla="*/ 101673 h 203346"/>
                  <a:gd name="connsiteX0" fmla="*/ 12709 w 114382"/>
                  <a:gd name="connsiteY0" fmla="*/ 206172 h 208998"/>
                  <a:gd name="connsiteX1" fmla="*/ 12709 w 114382"/>
                  <a:gd name="connsiteY1" fmla="*/ 2826 h 208998"/>
                  <a:gd name="connsiteX2" fmla="*/ 114382 w 114382"/>
                  <a:gd name="connsiteY2" fmla="*/ 104499 h 208998"/>
                  <a:gd name="connsiteX3" fmla="*/ 12709 w 114382"/>
                  <a:gd name="connsiteY3" fmla="*/ 206172 h 208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82" h="208998">
                    <a:moveTo>
                      <a:pt x="12709" y="206172"/>
                    </a:moveTo>
                    <a:cubicBezTo>
                      <a:pt x="-4236" y="189227"/>
                      <a:pt x="-4236" y="19771"/>
                      <a:pt x="12709" y="2826"/>
                    </a:cubicBezTo>
                    <a:cubicBezTo>
                      <a:pt x="29654" y="-14119"/>
                      <a:pt x="114382" y="48347"/>
                      <a:pt x="114382" y="104499"/>
                    </a:cubicBezTo>
                    <a:cubicBezTo>
                      <a:pt x="114382" y="160651"/>
                      <a:pt x="29654" y="223117"/>
                      <a:pt x="12709" y="20617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85FF583-E575-7FFB-CCD9-B76195D45EF9}"/>
                </a:ext>
              </a:extLst>
            </p:cNvPr>
            <p:cNvSpPr/>
            <p:nvPr/>
          </p:nvSpPr>
          <p:spPr>
            <a:xfrm>
              <a:off x="9845557" y="3300190"/>
              <a:ext cx="273247" cy="203629"/>
            </a:xfrm>
            <a:custGeom>
              <a:avLst/>
              <a:gdLst>
                <a:gd name="connsiteX0" fmla="*/ 205740 w 218583"/>
                <a:gd name="connsiteY0" fmla="*/ 0 h 190631"/>
                <a:gd name="connsiteX1" fmla="*/ 213360 w 218583"/>
                <a:gd name="connsiteY1" fmla="*/ 91440 h 190631"/>
                <a:gd name="connsiteX2" fmla="*/ 137160 w 218583"/>
                <a:gd name="connsiteY2" fmla="*/ 190500 h 190631"/>
                <a:gd name="connsiteX3" fmla="*/ 0 w 218583"/>
                <a:gd name="connsiteY3" fmla="*/ 114300 h 190631"/>
                <a:gd name="connsiteX4" fmla="*/ 0 w 218583"/>
                <a:gd name="connsiteY4" fmla="*/ 114300 h 190631"/>
                <a:gd name="connsiteX0" fmla="*/ 205740 w 205740"/>
                <a:gd name="connsiteY0" fmla="*/ 0 h 190631"/>
                <a:gd name="connsiteX1" fmla="*/ 137160 w 205740"/>
                <a:gd name="connsiteY1" fmla="*/ 190500 h 190631"/>
                <a:gd name="connsiteX2" fmla="*/ 0 w 205740"/>
                <a:gd name="connsiteY2" fmla="*/ 114300 h 190631"/>
                <a:gd name="connsiteX3" fmla="*/ 0 w 205740"/>
                <a:gd name="connsiteY3" fmla="*/ 114300 h 190631"/>
                <a:gd name="connsiteX0" fmla="*/ 205740 w 205740"/>
                <a:gd name="connsiteY0" fmla="*/ 0 h 114300"/>
                <a:gd name="connsiteX1" fmla="*/ 0 w 205740"/>
                <a:gd name="connsiteY1" fmla="*/ 114300 h 114300"/>
                <a:gd name="connsiteX2" fmla="*/ 0 w 205740"/>
                <a:gd name="connsiteY2" fmla="*/ 114300 h 114300"/>
                <a:gd name="connsiteX0" fmla="*/ 205740 w 227677"/>
                <a:gd name="connsiteY0" fmla="*/ 0 h 114300"/>
                <a:gd name="connsiteX1" fmla="*/ 0 w 227677"/>
                <a:gd name="connsiteY1" fmla="*/ 114300 h 114300"/>
                <a:gd name="connsiteX2" fmla="*/ 0 w 227677"/>
                <a:gd name="connsiteY2" fmla="*/ 114300 h 114300"/>
                <a:gd name="connsiteX0" fmla="*/ 205740 w 227677"/>
                <a:gd name="connsiteY0" fmla="*/ 0 h 169669"/>
                <a:gd name="connsiteX1" fmla="*/ 0 w 227677"/>
                <a:gd name="connsiteY1" fmla="*/ 114300 h 169669"/>
                <a:gd name="connsiteX2" fmla="*/ 0 w 227677"/>
                <a:gd name="connsiteY2" fmla="*/ 114300 h 16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677" h="169669">
                  <a:moveTo>
                    <a:pt x="205740" y="0"/>
                  </a:moveTo>
                  <a:cubicBezTo>
                    <a:pt x="299085" y="176212"/>
                    <a:pt x="68580" y="216694"/>
                    <a:pt x="0" y="114300"/>
                  </a:cubicBezTo>
                  <a:lnTo>
                    <a:pt x="0" y="114300"/>
                  </a:ln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D8FD74D-09D3-C721-2E46-1AFD8C688516}"/>
                </a:ext>
              </a:extLst>
            </p:cNvPr>
            <p:cNvSpPr/>
            <p:nvPr/>
          </p:nvSpPr>
          <p:spPr>
            <a:xfrm flipH="1">
              <a:off x="10116758" y="3290088"/>
              <a:ext cx="273247" cy="203629"/>
            </a:xfrm>
            <a:custGeom>
              <a:avLst/>
              <a:gdLst>
                <a:gd name="connsiteX0" fmla="*/ 205740 w 218583"/>
                <a:gd name="connsiteY0" fmla="*/ 0 h 190631"/>
                <a:gd name="connsiteX1" fmla="*/ 213360 w 218583"/>
                <a:gd name="connsiteY1" fmla="*/ 91440 h 190631"/>
                <a:gd name="connsiteX2" fmla="*/ 137160 w 218583"/>
                <a:gd name="connsiteY2" fmla="*/ 190500 h 190631"/>
                <a:gd name="connsiteX3" fmla="*/ 0 w 218583"/>
                <a:gd name="connsiteY3" fmla="*/ 114300 h 190631"/>
                <a:gd name="connsiteX4" fmla="*/ 0 w 218583"/>
                <a:gd name="connsiteY4" fmla="*/ 114300 h 190631"/>
                <a:gd name="connsiteX0" fmla="*/ 205740 w 205740"/>
                <a:gd name="connsiteY0" fmla="*/ 0 h 190631"/>
                <a:gd name="connsiteX1" fmla="*/ 137160 w 205740"/>
                <a:gd name="connsiteY1" fmla="*/ 190500 h 190631"/>
                <a:gd name="connsiteX2" fmla="*/ 0 w 205740"/>
                <a:gd name="connsiteY2" fmla="*/ 114300 h 190631"/>
                <a:gd name="connsiteX3" fmla="*/ 0 w 205740"/>
                <a:gd name="connsiteY3" fmla="*/ 114300 h 190631"/>
                <a:gd name="connsiteX0" fmla="*/ 205740 w 205740"/>
                <a:gd name="connsiteY0" fmla="*/ 0 h 114300"/>
                <a:gd name="connsiteX1" fmla="*/ 0 w 205740"/>
                <a:gd name="connsiteY1" fmla="*/ 114300 h 114300"/>
                <a:gd name="connsiteX2" fmla="*/ 0 w 205740"/>
                <a:gd name="connsiteY2" fmla="*/ 114300 h 114300"/>
                <a:gd name="connsiteX0" fmla="*/ 205740 w 227677"/>
                <a:gd name="connsiteY0" fmla="*/ 0 h 114300"/>
                <a:gd name="connsiteX1" fmla="*/ 0 w 227677"/>
                <a:gd name="connsiteY1" fmla="*/ 114300 h 114300"/>
                <a:gd name="connsiteX2" fmla="*/ 0 w 227677"/>
                <a:gd name="connsiteY2" fmla="*/ 114300 h 114300"/>
                <a:gd name="connsiteX0" fmla="*/ 205740 w 227677"/>
                <a:gd name="connsiteY0" fmla="*/ 0 h 169669"/>
                <a:gd name="connsiteX1" fmla="*/ 0 w 227677"/>
                <a:gd name="connsiteY1" fmla="*/ 114300 h 169669"/>
                <a:gd name="connsiteX2" fmla="*/ 0 w 227677"/>
                <a:gd name="connsiteY2" fmla="*/ 114300 h 16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677" h="169669">
                  <a:moveTo>
                    <a:pt x="205740" y="0"/>
                  </a:moveTo>
                  <a:cubicBezTo>
                    <a:pt x="299085" y="176212"/>
                    <a:pt x="68580" y="216694"/>
                    <a:pt x="0" y="114300"/>
                  </a:cubicBezTo>
                  <a:lnTo>
                    <a:pt x="0" y="114300"/>
                  </a:ln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C5CB07B-A2FF-1AFD-5B1A-69386B359AAC}"/>
                </a:ext>
              </a:extLst>
            </p:cNvPr>
            <p:cNvSpPr/>
            <p:nvPr/>
          </p:nvSpPr>
          <p:spPr>
            <a:xfrm rot="21345386">
              <a:off x="9938210" y="3259012"/>
              <a:ext cx="358374" cy="82356"/>
            </a:xfrm>
            <a:custGeom>
              <a:avLst/>
              <a:gdLst>
                <a:gd name="connsiteX0" fmla="*/ 0 w 281940"/>
                <a:gd name="connsiteY0" fmla="*/ 15240 h 83948"/>
                <a:gd name="connsiteX1" fmla="*/ 152400 w 281940"/>
                <a:gd name="connsiteY1" fmla="*/ 83820 h 83948"/>
                <a:gd name="connsiteX2" fmla="*/ 281940 w 281940"/>
                <a:gd name="connsiteY2" fmla="*/ 0 h 83948"/>
                <a:gd name="connsiteX3" fmla="*/ 281940 w 281940"/>
                <a:gd name="connsiteY3" fmla="*/ 0 h 83948"/>
                <a:gd name="connsiteX0" fmla="*/ 0 w 300990"/>
                <a:gd name="connsiteY0" fmla="*/ 15240 h 83948"/>
                <a:gd name="connsiteX1" fmla="*/ 152400 w 300990"/>
                <a:gd name="connsiteY1" fmla="*/ 83820 h 83948"/>
                <a:gd name="connsiteX2" fmla="*/ 281940 w 300990"/>
                <a:gd name="connsiteY2" fmla="*/ 0 h 83948"/>
                <a:gd name="connsiteX3" fmla="*/ 300990 w 300990"/>
                <a:gd name="connsiteY3" fmla="*/ 26194 h 83948"/>
                <a:gd name="connsiteX0" fmla="*/ 0 w 281940"/>
                <a:gd name="connsiteY0" fmla="*/ 15240 h 83948"/>
                <a:gd name="connsiteX1" fmla="*/ 152400 w 281940"/>
                <a:gd name="connsiteY1" fmla="*/ 83820 h 83948"/>
                <a:gd name="connsiteX2" fmla="*/ 281940 w 281940"/>
                <a:gd name="connsiteY2" fmla="*/ 0 h 83948"/>
                <a:gd name="connsiteX0" fmla="*/ 0 w 298608"/>
                <a:gd name="connsiteY0" fmla="*/ 0 h 68621"/>
                <a:gd name="connsiteX1" fmla="*/ 152400 w 298608"/>
                <a:gd name="connsiteY1" fmla="*/ 68580 h 68621"/>
                <a:gd name="connsiteX2" fmla="*/ 298608 w 298608"/>
                <a:gd name="connsiteY2" fmla="*/ 10954 h 6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8608" h="68621">
                  <a:moveTo>
                    <a:pt x="0" y="0"/>
                  </a:moveTo>
                  <a:cubicBezTo>
                    <a:pt x="52705" y="35560"/>
                    <a:pt x="102632" y="66754"/>
                    <a:pt x="152400" y="68580"/>
                  </a:cubicBezTo>
                  <a:cubicBezTo>
                    <a:pt x="202168" y="70406"/>
                    <a:pt x="298608" y="10954"/>
                    <a:pt x="298608" y="10954"/>
                  </a:cubicBezTo>
                </a:path>
              </a:pathLst>
            </a:custGeom>
            <a:solidFill>
              <a:srgbClr val="FFFF99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4530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AF654A-FDF5-45F3-7496-DEA0B6F5C0BB}"/>
              </a:ext>
            </a:extLst>
          </p:cNvPr>
          <p:cNvGrpSpPr/>
          <p:nvPr/>
        </p:nvGrpSpPr>
        <p:grpSpPr>
          <a:xfrm>
            <a:off x="1578471" y="60666"/>
            <a:ext cx="4586924" cy="6633438"/>
            <a:chOff x="507365" y="-1604229"/>
            <a:chExt cx="6691944" cy="9677639"/>
          </a:xfrm>
        </p:grpSpPr>
        <p:sp>
          <p:nvSpPr>
            <p:cNvPr id="3" name="Rectangle 77">
              <a:extLst>
                <a:ext uri="{FF2B5EF4-FFF2-40B4-BE49-F238E27FC236}">
                  <a16:creationId xmlns:a16="http://schemas.microsoft.com/office/drawing/2014/main" id="{7450E83D-82FC-8492-76F2-F764DE57FB90}"/>
                </a:ext>
              </a:extLst>
            </p:cNvPr>
            <p:cNvSpPr/>
            <p:nvPr/>
          </p:nvSpPr>
          <p:spPr>
            <a:xfrm>
              <a:off x="5510673" y="-1511883"/>
              <a:ext cx="222707" cy="797483"/>
            </a:xfrm>
            <a:custGeom>
              <a:avLst/>
              <a:gdLst>
                <a:gd name="connsiteX0" fmla="*/ 0 w 88695"/>
                <a:gd name="connsiteY0" fmla="*/ 0 h 499033"/>
                <a:gd name="connsiteX1" fmla="*/ 88695 w 88695"/>
                <a:gd name="connsiteY1" fmla="*/ 0 h 499033"/>
                <a:gd name="connsiteX2" fmla="*/ 88695 w 88695"/>
                <a:gd name="connsiteY2" fmla="*/ 499033 h 499033"/>
                <a:gd name="connsiteX3" fmla="*/ 0 w 88695"/>
                <a:gd name="connsiteY3" fmla="*/ 499033 h 499033"/>
                <a:gd name="connsiteX4" fmla="*/ 0 w 88695"/>
                <a:gd name="connsiteY4" fmla="*/ 0 h 499033"/>
                <a:gd name="connsiteX0" fmla="*/ 0 w 88695"/>
                <a:gd name="connsiteY0" fmla="*/ 374650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4" fmla="*/ 0 w 88695"/>
                <a:gd name="connsiteY4" fmla="*/ 374650 h 873683"/>
                <a:gd name="connsiteX0" fmla="*/ 0 w 88695"/>
                <a:gd name="connsiteY0" fmla="*/ 873683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0" fmla="*/ 0 w 18845"/>
                <a:gd name="connsiteY0" fmla="*/ 873683 h 873683"/>
                <a:gd name="connsiteX1" fmla="*/ 18845 w 18845"/>
                <a:gd name="connsiteY1" fmla="*/ 0 h 873683"/>
                <a:gd name="connsiteX2" fmla="*/ 0 w 18845"/>
                <a:gd name="connsiteY2" fmla="*/ 873683 h 873683"/>
                <a:gd name="connsiteX0" fmla="*/ 19255 w 19255"/>
                <a:gd name="connsiteY0" fmla="*/ 797483 h 797483"/>
                <a:gd name="connsiteX1" fmla="*/ 0 w 19255"/>
                <a:gd name="connsiteY1" fmla="*/ 0 h 797483"/>
                <a:gd name="connsiteX2" fmla="*/ 19255 w 19255"/>
                <a:gd name="connsiteY2" fmla="*/ 797483 h 797483"/>
                <a:gd name="connsiteX0" fmla="*/ 223792 w 223792"/>
                <a:gd name="connsiteY0" fmla="*/ 797483 h 797483"/>
                <a:gd name="connsiteX1" fmla="*/ 204537 w 223792"/>
                <a:gd name="connsiteY1" fmla="*/ 0 h 797483"/>
                <a:gd name="connsiteX2" fmla="*/ 223792 w 223792"/>
                <a:gd name="connsiteY2" fmla="*/ 797483 h 797483"/>
                <a:gd name="connsiteX0" fmla="*/ 223792 w 361401"/>
                <a:gd name="connsiteY0" fmla="*/ 797483 h 797483"/>
                <a:gd name="connsiteX1" fmla="*/ 204537 w 361401"/>
                <a:gd name="connsiteY1" fmla="*/ 0 h 797483"/>
                <a:gd name="connsiteX2" fmla="*/ 223792 w 361401"/>
                <a:gd name="connsiteY2" fmla="*/ 797483 h 797483"/>
                <a:gd name="connsiteX0" fmla="*/ 223792 w 389110"/>
                <a:gd name="connsiteY0" fmla="*/ 797483 h 797483"/>
                <a:gd name="connsiteX1" fmla="*/ 204537 w 389110"/>
                <a:gd name="connsiteY1" fmla="*/ 0 h 797483"/>
                <a:gd name="connsiteX2" fmla="*/ 223792 w 389110"/>
                <a:gd name="connsiteY2" fmla="*/ 797483 h 797483"/>
                <a:gd name="connsiteX0" fmla="*/ 37928 w 203246"/>
                <a:gd name="connsiteY0" fmla="*/ 797483 h 797483"/>
                <a:gd name="connsiteX1" fmla="*/ 18673 w 203246"/>
                <a:gd name="connsiteY1" fmla="*/ 0 h 797483"/>
                <a:gd name="connsiteX2" fmla="*/ 37928 w 203246"/>
                <a:gd name="connsiteY2" fmla="*/ 797483 h 797483"/>
                <a:gd name="connsiteX0" fmla="*/ 37928 w 222707"/>
                <a:gd name="connsiteY0" fmla="*/ 797483 h 797483"/>
                <a:gd name="connsiteX1" fmla="*/ 18673 w 222707"/>
                <a:gd name="connsiteY1" fmla="*/ 0 h 797483"/>
                <a:gd name="connsiteX2" fmla="*/ 37928 w 222707"/>
                <a:gd name="connsiteY2" fmla="*/ 797483 h 79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707" h="797483">
                  <a:moveTo>
                    <a:pt x="37928" y="797483"/>
                  </a:moveTo>
                  <a:cubicBezTo>
                    <a:pt x="399810" y="182405"/>
                    <a:pt x="139391" y="94378"/>
                    <a:pt x="18673" y="0"/>
                  </a:cubicBezTo>
                  <a:cubicBezTo>
                    <a:pt x="25091" y="265828"/>
                    <a:pt x="-38340" y="518955"/>
                    <a:pt x="37928" y="797483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0B2FCA68-5B61-F86D-6EA6-90426D1AE921}"/>
                </a:ext>
              </a:extLst>
            </p:cNvPr>
            <p:cNvSpPr/>
            <p:nvPr/>
          </p:nvSpPr>
          <p:spPr>
            <a:xfrm>
              <a:off x="507365" y="3503412"/>
              <a:ext cx="2038986" cy="1995687"/>
            </a:xfrm>
            <a:custGeom>
              <a:avLst/>
              <a:gdLst>
                <a:gd name="connsiteX0" fmla="*/ 0 w 1028700"/>
                <a:gd name="connsiteY0" fmla="*/ 0 h 927100"/>
                <a:gd name="connsiteX1" fmla="*/ 1028700 w 1028700"/>
                <a:gd name="connsiteY1" fmla="*/ 0 h 927100"/>
                <a:gd name="connsiteX2" fmla="*/ 1028700 w 1028700"/>
                <a:gd name="connsiteY2" fmla="*/ 927100 h 927100"/>
                <a:gd name="connsiteX3" fmla="*/ 0 w 1028700"/>
                <a:gd name="connsiteY3" fmla="*/ 927100 h 927100"/>
                <a:gd name="connsiteX4" fmla="*/ 0 w 1028700"/>
                <a:gd name="connsiteY4" fmla="*/ 0 h 927100"/>
                <a:gd name="connsiteX0" fmla="*/ 0 w 2101850"/>
                <a:gd name="connsiteY0" fmla="*/ 0 h 1073150"/>
                <a:gd name="connsiteX1" fmla="*/ 2101850 w 2101850"/>
                <a:gd name="connsiteY1" fmla="*/ 146050 h 1073150"/>
                <a:gd name="connsiteX2" fmla="*/ 2101850 w 2101850"/>
                <a:gd name="connsiteY2" fmla="*/ 1073150 h 1073150"/>
                <a:gd name="connsiteX3" fmla="*/ 1073150 w 2101850"/>
                <a:gd name="connsiteY3" fmla="*/ 1073150 h 1073150"/>
                <a:gd name="connsiteX4" fmla="*/ 0 w 2101850"/>
                <a:gd name="connsiteY4" fmla="*/ 0 h 1073150"/>
                <a:gd name="connsiteX0" fmla="*/ 0 w 2101850"/>
                <a:gd name="connsiteY0" fmla="*/ 0 h 1073150"/>
                <a:gd name="connsiteX1" fmla="*/ 2101850 w 2101850"/>
                <a:gd name="connsiteY1" fmla="*/ 146050 h 1073150"/>
                <a:gd name="connsiteX2" fmla="*/ 2101850 w 2101850"/>
                <a:gd name="connsiteY2" fmla="*/ 1073150 h 1073150"/>
                <a:gd name="connsiteX3" fmla="*/ 1073150 w 2101850"/>
                <a:gd name="connsiteY3" fmla="*/ 1073150 h 1073150"/>
                <a:gd name="connsiteX4" fmla="*/ 241300 w 2101850"/>
                <a:gd name="connsiteY4" fmla="*/ 57150 h 1073150"/>
                <a:gd name="connsiteX5" fmla="*/ 0 w 2101850"/>
                <a:gd name="connsiteY5" fmla="*/ 0 h 1073150"/>
                <a:gd name="connsiteX0" fmla="*/ 321952 w 2423802"/>
                <a:gd name="connsiteY0" fmla="*/ 0 h 1604293"/>
                <a:gd name="connsiteX1" fmla="*/ 2423802 w 2423802"/>
                <a:gd name="connsiteY1" fmla="*/ 146050 h 1604293"/>
                <a:gd name="connsiteX2" fmla="*/ 2423802 w 2423802"/>
                <a:gd name="connsiteY2" fmla="*/ 1073150 h 1604293"/>
                <a:gd name="connsiteX3" fmla="*/ 1395102 w 2423802"/>
                <a:gd name="connsiteY3" fmla="*/ 1073150 h 1604293"/>
                <a:gd name="connsiteX4" fmla="*/ 17152 w 2423802"/>
                <a:gd name="connsiteY4" fmla="*/ 1581150 h 1604293"/>
                <a:gd name="connsiteX5" fmla="*/ 563252 w 2423802"/>
                <a:gd name="connsiteY5" fmla="*/ 57150 h 1604293"/>
                <a:gd name="connsiteX6" fmla="*/ 321952 w 2423802"/>
                <a:gd name="connsiteY6" fmla="*/ 0 h 1604293"/>
                <a:gd name="connsiteX0" fmla="*/ 313411 w 2415261"/>
                <a:gd name="connsiteY0" fmla="*/ 0 h 1622929"/>
                <a:gd name="connsiteX1" fmla="*/ 2415261 w 2415261"/>
                <a:gd name="connsiteY1" fmla="*/ 146050 h 1622929"/>
                <a:gd name="connsiteX2" fmla="*/ 2415261 w 2415261"/>
                <a:gd name="connsiteY2" fmla="*/ 1073150 h 1622929"/>
                <a:gd name="connsiteX3" fmla="*/ 1386561 w 2415261"/>
                <a:gd name="connsiteY3" fmla="*/ 1073150 h 1622929"/>
                <a:gd name="connsiteX4" fmla="*/ 427711 w 2415261"/>
                <a:gd name="connsiteY4" fmla="*/ 774700 h 1622929"/>
                <a:gd name="connsiteX5" fmla="*/ 8611 w 2415261"/>
                <a:gd name="connsiteY5" fmla="*/ 1581150 h 1622929"/>
                <a:gd name="connsiteX6" fmla="*/ 554711 w 2415261"/>
                <a:gd name="connsiteY6" fmla="*/ 57150 h 1622929"/>
                <a:gd name="connsiteX7" fmla="*/ 313411 w 2415261"/>
                <a:gd name="connsiteY7" fmla="*/ 0 h 162292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412847 w 2412847"/>
                <a:gd name="connsiteY2" fmla="*/ 1073150 h 1624449"/>
                <a:gd name="connsiteX3" fmla="*/ 1384147 w 2412847"/>
                <a:gd name="connsiteY3" fmla="*/ 107315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412847 w 2412847"/>
                <a:gd name="connsiteY2" fmla="*/ 1073150 h 1624449"/>
                <a:gd name="connsiteX3" fmla="*/ 1384147 w 2412847"/>
                <a:gd name="connsiteY3" fmla="*/ 1073150 h 1624449"/>
                <a:gd name="connsiteX4" fmla="*/ 825347 w 2412847"/>
                <a:gd name="connsiteY4" fmla="*/ 965200 h 1624449"/>
                <a:gd name="connsiteX5" fmla="*/ 310997 w 2412847"/>
                <a:gd name="connsiteY5" fmla="*/ 1390650 h 1624449"/>
                <a:gd name="connsiteX6" fmla="*/ 425297 w 2412847"/>
                <a:gd name="connsiteY6" fmla="*/ 774700 h 1624449"/>
                <a:gd name="connsiteX7" fmla="*/ 6197 w 2412847"/>
                <a:gd name="connsiteY7" fmla="*/ 1581150 h 1624449"/>
                <a:gd name="connsiteX8" fmla="*/ 552297 w 2412847"/>
                <a:gd name="connsiteY8" fmla="*/ 57150 h 1624449"/>
                <a:gd name="connsiteX9" fmla="*/ 310997 w 2412847"/>
                <a:gd name="connsiteY9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1384147 w 2412847"/>
                <a:gd name="connsiteY3" fmla="*/ 1073150 h 1624449"/>
                <a:gd name="connsiteX4" fmla="*/ 825347 w 2412847"/>
                <a:gd name="connsiteY4" fmla="*/ 965200 h 1624449"/>
                <a:gd name="connsiteX5" fmla="*/ 310997 w 2412847"/>
                <a:gd name="connsiteY5" fmla="*/ 1390650 h 1624449"/>
                <a:gd name="connsiteX6" fmla="*/ 425297 w 2412847"/>
                <a:gd name="connsiteY6" fmla="*/ 774700 h 1624449"/>
                <a:gd name="connsiteX7" fmla="*/ 6197 w 2412847"/>
                <a:gd name="connsiteY7" fmla="*/ 1581150 h 1624449"/>
                <a:gd name="connsiteX8" fmla="*/ 552297 w 2412847"/>
                <a:gd name="connsiteY8" fmla="*/ 57150 h 1624449"/>
                <a:gd name="connsiteX9" fmla="*/ 310997 w 2412847"/>
                <a:gd name="connsiteY9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07847 w 2409697"/>
                <a:gd name="connsiteY0" fmla="*/ 0 h 1581150"/>
                <a:gd name="connsiteX1" fmla="*/ 2409697 w 2409697"/>
                <a:gd name="connsiteY1" fmla="*/ 146050 h 1581150"/>
                <a:gd name="connsiteX2" fmla="*/ 1958847 w 2409697"/>
                <a:gd name="connsiteY2" fmla="*/ 622300 h 1581150"/>
                <a:gd name="connsiteX3" fmla="*/ 822197 w 2409697"/>
                <a:gd name="connsiteY3" fmla="*/ 965200 h 1581150"/>
                <a:gd name="connsiteX4" fmla="*/ 307847 w 2409697"/>
                <a:gd name="connsiteY4" fmla="*/ 1390650 h 1581150"/>
                <a:gd name="connsiteX5" fmla="*/ 422147 w 2409697"/>
                <a:gd name="connsiteY5" fmla="*/ 774700 h 1581150"/>
                <a:gd name="connsiteX6" fmla="*/ 3047 w 2409697"/>
                <a:gd name="connsiteY6" fmla="*/ 1581150 h 1581150"/>
                <a:gd name="connsiteX7" fmla="*/ 549147 w 2409697"/>
                <a:gd name="connsiteY7" fmla="*/ 57150 h 1581150"/>
                <a:gd name="connsiteX8" fmla="*/ 307847 w 2409697"/>
                <a:gd name="connsiteY8" fmla="*/ 0 h 1581150"/>
                <a:gd name="connsiteX0" fmla="*/ 389699 w 2491549"/>
                <a:gd name="connsiteY0" fmla="*/ 0 h 1581150"/>
                <a:gd name="connsiteX1" fmla="*/ 2491549 w 2491549"/>
                <a:gd name="connsiteY1" fmla="*/ 146050 h 1581150"/>
                <a:gd name="connsiteX2" fmla="*/ 2040699 w 2491549"/>
                <a:gd name="connsiteY2" fmla="*/ 622300 h 1581150"/>
                <a:gd name="connsiteX3" fmla="*/ 904049 w 2491549"/>
                <a:gd name="connsiteY3" fmla="*/ 965200 h 1581150"/>
                <a:gd name="connsiteX4" fmla="*/ 389699 w 2491549"/>
                <a:gd name="connsiteY4" fmla="*/ 1390650 h 1581150"/>
                <a:gd name="connsiteX5" fmla="*/ 503999 w 2491549"/>
                <a:gd name="connsiteY5" fmla="*/ 774700 h 1581150"/>
                <a:gd name="connsiteX6" fmla="*/ 84899 w 2491549"/>
                <a:gd name="connsiteY6" fmla="*/ 1581150 h 1581150"/>
                <a:gd name="connsiteX7" fmla="*/ 630999 w 2491549"/>
                <a:gd name="connsiteY7" fmla="*/ 57150 h 1581150"/>
                <a:gd name="connsiteX8" fmla="*/ 389699 w 2491549"/>
                <a:gd name="connsiteY8" fmla="*/ 0 h 1581150"/>
                <a:gd name="connsiteX0" fmla="*/ 387986 w 2489836"/>
                <a:gd name="connsiteY0" fmla="*/ 19050 h 1600200"/>
                <a:gd name="connsiteX1" fmla="*/ 2489836 w 2489836"/>
                <a:gd name="connsiteY1" fmla="*/ 165100 h 1600200"/>
                <a:gd name="connsiteX2" fmla="*/ 2038986 w 2489836"/>
                <a:gd name="connsiteY2" fmla="*/ 641350 h 1600200"/>
                <a:gd name="connsiteX3" fmla="*/ 902336 w 2489836"/>
                <a:gd name="connsiteY3" fmla="*/ 984250 h 1600200"/>
                <a:gd name="connsiteX4" fmla="*/ 387986 w 2489836"/>
                <a:gd name="connsiteY4" fmla="*/ 1409700 h 1600200"/>
                <a:gd name="connsiteX5" fmla="*/ 502286 w 2489836"/>
                <a:gd name="connsiteY5" fmla="*/ 793750 h 1600200"/>
                <a:gd name="connsiteX6" fmla="*/ 83186 w 2489836"/>
                <a:gd name="connsiteY6" fmla="*/ 1600200 h 1600200"/>
                <a:gd name="connsiteX7" fmla="*/ 654686 w 2489836"/>
                <a:gd name="connsiteY7" fmla="*/ 0 h 1600200"/>
                <a:gd name="connsiteX8" fmla="*/ 387986 w 2489836"/>
                <a:gd name="connsiteY8" fmla="*/ 19050 h 1600200"/>
                <a:gd name="connsiteX0" fmla="*/ 267336 w 2489836"/>
                <a:gd name="connsiteY0" fmla="*/ 44450 h 1600200"/>
                <a:gd name="connsiteX1" fmla="*/ 2489836 w 2489836"/>
                <a:gd name="connsiteY1" fmla="*/ 165100 h 1600200"/>
                <a:gd name="connsiteX2" fmla="*/ 2038986 w 2489836"/>
                <a:gd name="connsiteY2" fmla="*/ 641350 h 1600200"/>
                <a:gd name="connsiteX3" fmla="*/ 902336 w 2489836"/>
                <a:gd name="connsiteY3" fmla="*/ 984250 h 1600200"/>
                <a:gd name="connsiteX4" fmla="*/ 387986 w 2489836"/>
                <a:gd name="connsiteY4" fmla="*/ 1409700 h 1600200"/>
                <a:gd name="connsiteX5" fmla="*/ 502286 w 2489836"/>
                <a:gd name="connsiteY5" fmla="*/ 793750 h 1600200"/>
                <a:gd name="connsiteX6" fmla="*/ 83186 w 2489836"/>
                <a:gd name="connsiteY6" fmla="*/ 1600200 h 1600200"/>
                <a:gd name="connsiteX7" fmla="*/ 654686 w 2489836"/>
                <a:gd name="connsiteY7" fmla="*/ 0 h 1600200"/>
                <a:gd name="connsiteX8" fmla="*/ 267336 w 2489836"/>
                <a:gd name="connsiteY8" fmla="*/ 44450 h 1600200"/>
                <a:gd name="connsiteX0" fmla="*/ 267336 w 2489836"/>
                <a:gd name="connsiteY0" fmla="*/ 466010 h 2021760"/>
                <a:gd name="connsiteX1" fmla="*/ 2489836 w 2489836"/>
                <a:gd name="connsiteY1" fmla="*/ 586660 h 2021760"/>
                <a:gd name="connsiteX2" fmla="*/ 2038986 w 2489836"/>
                <a:gd name="connsiteY2" fmla="*/ 1062910 h 2021760"/>
                <a:gd name="connsiteX3" fmla="*/ 902336 w 2489836"/>
                <a:gd name="connsiteY3" fmla="*/ 1405810 h 2021760"/>
                <a:gd name="connsiteX4" fmla="*/ 387986 w 2489836"/>
                <a:gd name="connsiteY4" fmla="*/ 1831260 h 2021760"/>
                <a:gd name="connsiteX5" fmla="*/ 502286 w 2489836"/>
                <a:gd name="connsiteY5" fmla="*/ 1215310 h 2021760"/>
                <a:gd name="connsiteX6" fmla="*/ 83186 w 2489836"/>
                <a:gd name="connsiteY6" fmla="*/ 2021760 h 2021760"/>
                <a:gd name="connsiteX7" fmla="*/ 654686 w 2489836"/>
                <a:gd name="connsiteY7" fmla="*/ 421560 h 2021760"/>
                <a:gd name="connsiteX8" fmla="*/ 267336 w 2489836"/>
                <a:gd name="connsiteY8" fmla="*/ 466010 h 2021760"/>
                <a:gd name="connsiteX0" fmla="*/ 267336 w 2489836"/>
                <a:gd name="connsiteY0" fmla="*/ 356187 h 1911937"/>
                <a:gd name="connsiteX1" fmla="*/ 2489836 w 2489836"/>
                <a:gd name="connsiteY1" fmla="*/ 476837 h 1911937"/>
                <a:gd name="connsiteX2" fmla="*/ 2038986 w 2489836"/>
                <a:gd name="connsiteY2" fmla="*/ 953087 h 1911937"/>
                <a:gd name="connsiteX3" fmla="*/ 902336 w 2489836"/>
                <a:gd name="connsiteY3" fmla="*/ 1295987 h 1911937"/>
                <a:gd name="connsiteX4" fmla="*/ 387986 w 2489836"/>
                <a:gd name="connsiteY4" fmla="*/ 1721437 h 1911937"/>
                <a:gd name="connsiteX5" fmla="*/ 502286 w 2489836"/>
                <a:gd name="connsiteY5" fmla="*/ 1105487 h 1911937"/>
                <a:gd name="connsiteX6" fmla="*/ 83186 w 2489836"/>
                <a:gd name="connsiteY6" fmla="*/ 1911937 h 1911937"/>
                <a:gd name="connsiteX7" fmla="*/ 654686 w 2489836"/>
                <a:gd name="connsiteY7" fmla="*/ 311737 h 1911937"/>
                <a:gd name="connsiteX8" fmla="*/ 267336 w 2489836"/>
                <a:gd name="connsiteY8" fmla="*/ 356187 h 1911937"/>
                <a:gd name="connsiteX0" fmla="*/ 267336 w 2038986"/>
                <a:gd name="connsiteY0" fmla="*/ 368508 h 1924258"/>
                <a:gd name="connsiteX1" fmla="*/ 1956436 w 2038986"/>
                <a:gd name="connsiteY1" fmla="*/ 406608 h 1924258"/>
                <a:gd name="connsiteX2" fmla="*/ 2038986 w 2038986"/>
                <a:gd name="connsiteY2" fmla="*/ 965408 h 1924258"/>
                <a:gd name="connsiteX3" fmla="*/ 902336 w 2038986"/>
                <a:gd name="connsiteY3" fmla="*/ 1308308 h 1924258"/>
                <a:gd name="connsiteX4" fmla="*/ 387986 w 2038986"/>
                <a:gd name="connsiteY4" fmla="*/ 1733758 h 1924258"/>
                <a:gd name="connsiteX5" fmla="*/ 502286 w 2038986"/>
                <a:gd name="connsiteY5" fmla="*/ 1117808 h 1924258"/>
                <a:gd name="connsiteX6" fmla="*/ 83186 w 2038986"/>
                <a:gd name="connsiteY6" fmla="*/ 1924258 h 1924258"/>
                <a:gd name="connsiteX7" fmla="*/ 654686 w 2038986"/>
                <a:gd name="connsiteY7" fmla="*/ 324058 h 1924258"/>
                <a:gd name="connsiteX8" fmla="*/ 267336 w 2038986"/>
                <a:gd name="connsiteY8" fmla="*/ 368508 h 1924258"/>
                <a:gd name="connsiteX0" fmla="*/ 267336 w 2038986"/>
                <a:gd name="connsiteY0" fmla="*/ 446570 h 2002320"/>
                <a:gd name="connsiteX1" fmla="*/ 1956436 w 2038986"/>
                <a:gd name="connsiteY1" fmla="*/ 484670 h 2002320"/>
                <a:gd name="connsiteX2" fmla="*/ 2038986 w 2038986"/>
                <a:gd name="connsiteY2" fmla="*/ 1043470 h 2002320"/>
                <a:gd name="connsiteX3" fmla="*/ 902336 w 2038986"/>
                <a:gd name="connsiteY3" fmla="*/ 1386370 h 2002320"/>
                <a:gd name="connsiteX4" fmla="*/ 387986 w 2038986"/>
                <a:gd name="connsiteY4" fmla="*/ 1811820 h 2002320"/>
                <a:gd name="connsiteX5" fmla="*/ 502286 w 2038986"/>
                <a:gd name="connsiteY5" fmla="*/ 1195870 h 2002320"/>
                <a:gd name="connsiteX6" fmla="*/ 83186 w 2038986"/>
                <a:gd name="connsiteY6" fmla="*/ 2002320 h 2002320"/>
                <a:gd name="connsiteX7" fmla="*/ 654686 w 2038986"/>
                <a:gd name="connsiteY7" fmla="*/ 402120 h 2002320"/>
                <a:gd name="connsiteX8" fmla="*/ 267336 w 2038986"/>
                <a:gd name="connsiteY8" fmla="*/ 446570 h 2002320"/>
                <a:gd name="connsiteX0" fmla="*/ 267336 w 2038986"/>
                <a:gd name="connsiteY0" fmla="*/ 398001 h 1953751"/>
                <a:gd name="connsiteX1" fmla="*/ 1956436 w 2038986"/>
                <a:gd name="connsiteY1" fmla="*/ 436101 h 1953751"/>
                <a:gd name="connsiteX2" fmla="*/ 2038986 w 2038986"/>
                <a:gd name="connsiteY2" fmla="*/ 994901 h 1953751"/>
                <a:gd name="connsiteX3" fmla="*/ 902336 w 2038986"/>
                <a:gd name="connsiteY3" fmla="*/ 1337801 h 1953751"/>
                <a:gd name="connsiteX4" fmla="*/ 387986 w 2038986"/>
                <a:gd name="connsiteY4" fmla="*/ 1763251 h 1953751"/>
                <a:gd name="connsiteX5" fmla="*/ 502286 w 2038986"/>
                <a:gd name="connsiteY5" fmla="*/ 1147301 h 1953751"/>
                <a:gd name="connsiteX6" fmla="*/ 83186 w 2038986"/>
                <a:gd name="connsiteY6" fmla="*/ 1953751 h 1953751"/>
                <a:gd name="connsiteX7" fmla="*/ 654686 w 2038986"/>
                <a:gd name="connsiteY7" fmla="*/ 353551 h 1953751"/>
                <a:gd name="connsiteX8" fmla="*/ 267336 w 2038986"/>
                <a:gd name="connsiteY8" fmla="*/ 398001 h 1953751"/>
                <a:gd name="connsiteX0" fmla="*/ 267336 w 2038986"/>
                <a:gd name="connsiteY0" fmla="*/ 392627 h 1948377"/>
                <a:gd name="connsiteX1" fmla="*/ 1956436 w 2038986"/>
                <a:gd name="connsiteY1" fmla="*/ 430727 h 1948377"/>
                <a:gd name="connsiteX2" fmla="*/ 2038986 w 2038986"/>
                <a:gd name="connsiteY2" fmla="*/ 989527 h 1948377"/>
                <a:gd name="connsiteX3" fmla="*/ 902336 w 2038986"/>
                <a:gd name="connsiteY3" fmla="*/ 1332427 h 1948377"/>
                <a:gd name="connsiteX4" fmla="*/ 387986 w 2038986"/>
                <a:gd name="connsiteY4" fmla="*/ 1757877 h 1948377"/>
                <a:gd name="connsiteX5" fmla="*/ 502286 w 2038986"/>
                <a:gd name="connsiteY5" fmla="*/ 1141927 h 1948377"/>
                <a:gd name="connsiteX6" fmla="*/ 83186 w 2038986"/>
                <a:gd name="connsiteY6" fmla="*/ 1948377 h 1948377"/>
                <a:gd name="connsiteX7" fmla="*/ 654686 w 2038986"/>
                <a:gd name="connsiteY7" fmla="*/ 348177 h 1948377"/>
                <a:gd name="connsiteX8" fmla="*/ 267336 w 2038986"/>
                <a:gd name="connsiteY8" fmla="*/ 392627 h 1948377"/>
                <a:gd name="connsiteX0" fmla="*/ 267336 w 2038986"/>
                <a:gd name="connsiteY0" fmla="*/ 398120 h 1953870"/>
                <a:gd name="connsiteX1" fmla="*/ 1956436 w 2038986"/>
                <a:gd name="connsiteY1" fmla="*/ 436220 h 1953870"/>
                <a:gd name="connsiteX2" fmla="*/ 2038986 w 2038986"/>
                <a:gd name="connsiteY2" fmla="*/ 995020 h 1953870"/>
                <a:gd name="connsiteX3" fmla="*/ 902336 w 2038986"/>
                <a:gd name="connsiteY3" fmla="*/ 1337920 h 1953870"/>
                <a:gd name="connsiteX4" fmla="*/ 387986 w 2038986"/>
                <a:gd name="connsiteY4" fmla="*/ 1763370 h 1953870"/>
                <a:gd name="connsiteX5" fmla="*/ 502286 w 2038986"/>
                <a:gd name="connsiteY5" fmla="*/ 1147420 h 1953870"/>
                <a:gd name="connsiteX6" fmla="*/ 83186 w 2038986"/>
                <a:gd name="connsiteY6" fmla="*/ 1953870 h 1953870"/>
                <a:gd name="connsiteX7" fmla="*/ 654686 w 2038986"/>
                <a:gd name="connsiteY7" fmla="*/ 353670 h 1953870"/>
                <a:gd name="connsiteX8" fmla="*/ 267336 w 2038986"/>
                <a:gd name="connsiteY8" fmla="*/ 398120 h 1953870"/>
                <a:gd name="connsiteX0" fmla="*/ 267336 w 2038986"/>
                <a:gd name="connsiteY0" fmla="*/ 444148 h 1999898"/>
                <a:gd name="connsiteX1" fmla="*/ 1956436 w 2038986"/>
                <a:gd name="connsiteY1" fmla="*/ 482248 h 1999898"/>
                <a:gd name="connsiteX2" fmla="*/ 2038986 w 2038986"/>
                <a:gd name="connsiteY2" fmla="*/ 1041048 h 1999898"/>
                <a:gd name="connsiteX3" fmla="*/ 902336 w 2038986"/>
                <a:gd name="connsiteY3" fmla="*/ 1383948 h 1999898"/>
                <a:gd name="connsiteX4" fmla="*/ 387986 w 2038986"/>
                <a:gd name="connsiteY4" fmla="*/ 1809398 h 1999898"/>
                <a:gd name="connsiteX5" fmla="*/ 502286 w 2038986"/>
                <a:gd name="connsiteY5" fmla="*/ 1193448 h 1999898"/>
                <a:gd name="connsiteX6" fmla="*/ 83186 w 2038986"/>
                <a:gd name="connsiteY6" fmla="*/ 1999898 h 1999898"/>
                <a:gd name="connsiteX7" fmla="*/ 654686 w 2038986"/>
                <a:gd name="connsiteY7" fmla="*/ 399698 h 1999898"/>
                <a:gd name="connsiteX8" fmla="*/ 267336 w 2038986"/>
                <a:gd name="connsiteY8" fmla="*/ 444148 h 1999898"/>
                <a:gd name="connsiteX0" fmla="*/ 267336 w 2038986"/>
                <a:gd name="connsiteY0" fmla="*/ 455019 h 2010769"/>
                <a:gd name="connsiteX1" fmla="*/ 1956436 w 2038986"/>
                <a:gd name="connsiteY1" fmla="*/ 493119 h 2010769"/>
                <a:gd name="connsiteX2" fmla="*/ 2038986 w 2038986"/>
                <a:gd name="connsiteY2" fmla="*/ 1051919 h 2010769"/>
                <a:gd name="connsiteX3" fmla="*/ 902336 w 2038986"/>
                <a:gd name="connsiteY3" fmla="*/ 1394819 h 2010769"/>
                <a:gd name="connsiteX4" fmla="*/ 387986 w 2038986"/>
                <a:gd name="connsiteY4" fmla="*/ 1820269 h 2010769"/>
                <a:gd name="connsiteX5" fmla="*/ 502286 w 2038986"/>
                <a:gd name="connsiteY5" fmla="*/ 1204319 h 2010769"/>
                <a:gd name="connsiteX6" fmla="*/ 83186 w 2038986"/>
                <a:gd name="connsiteY6" fmla="*/ 2010769 h 2010769"/>
                <a:gd name="connsiteX7" fmla="*/ 654686 w 2038986"/>
                <a:gd name="connsiteY7" fmla="*/ 410569 h 2010769"/>
                <a:gd name="connsiteX8" fmla="*/ 267336 w 2038986"/>
                <a:gd name="connsiteY8" fmla="*/ 455019 h 2010769"/>
                <a:gd name="connsiteX0" fmla="*/ 267336 w 2038986"/>
                <a:gd name="connsiteY0" fmla="*/ 447394 h 2003144"/>
                <a:gd name="connsiteX1" fmla="*/ 1956436 w 2038986"/>
                <a:gd name="connsiteY1" fmla="*/ 485494 h 2003144"/>
                <a:gd name="connsiteX2" fmla="*/ 2038986 w 2038986"/>
                <a:gd name="connsiteY2" fmla="*/ 1044294 h 2003144"/>
                <a:gd name="connsiteX3" fmla="*/ 902336 w 2038986"/>
                <a:gd name="connsiteY3" fmla="*/ 1387194 h 2003144"/>
                <a:gd name="connsiteX4" fmla="*/ 387986 w 2038986"/>
                <a:gd name="connsiteY4" fmla="*/ 1812644 h 2003144"/>
                <a:gd name="connsiteX5" fmla="*/ 502286 w 2038986"/>
                <a:gd name="connsiteY5" fmla="*/ 1196694 h 2003144"/>
                <a:gd name="connsiteX6" fmla="*/ 83186 w 2038986"/>
                <a:gd name="connsiteY6" fmla="*/ 2003144 h 2003144"/>
                <a:gd name="connsiteX7" fmla="*/ 654686 w 2038986"/>
                <a:gd name="connsiteY7" fmla="*/ 402944 h 2003144"/>
                <a:gd name="connsiteX8" fmla="*/ 267336 w 2038986"/>
                <a:gd name="connsiteY8" fmla="*/ 447394 h 2003144"/>
                <a:gd name="connsiteX0" fmla="*/ 267336 w 2038986"/>
                <a:gd name="connsiteY0" fmla="*/ 441986 h 1997736"/>
                <a:gd name="connsiteX1" fmla="*/ 1956436 w 2038986"/>
                <a:gd name="connsiteY1" fmla="*/ 480086 h 1997736"/>
                <a:gd name="connsiteX2" fmla="*/ 2038986 w 2038986"/>
                <a:gd name="connsiteY2" fmla="*/ 1038886 h 1997736"/>
                <a:gd name="connsiteX3" fmla="*/ 902336 w 2038986"/>
                <a:gd name="connsiteY3" fmla="*/ 1381786 h 1997736"/>
                <a:gd name="connsiteX4" fmla="*/ 387986 w 2038986"/>
                <a:gd name="connsiteY4" fmla="*/ 1807236 h 1997736"/>
                <a:gd name="connsiteX5" fmla="*/ 502286 w 2038986"/>
                <a:gd name="connsiteY5" fmla="*/ 1191286 h 1997736"/>
                <a:gd name="connsiteX6" fmla="*/ 83186 w 2038986"/>
                <a:gd name="connsiteY6" fmla="*/ 1997736 h 1997736"/>
                <a:gd name="connsiteX7" fmla="*/ 654686 w 2038986"/>
                <a:gd name="connsiteY7" fmla="*/ 397536 h 1997736"/>
                <a:gd name="connsiteX8" fmla="*/ 267336 w 2038986"/>
                <a:gd name="connsiteY8" fmla="*/ 441986 h 1997736"/>
                <a:gd name="connsiteX0" fmla="*/ 260986 w 2038986"/>
                <a:gd name="connsiteY0" fmla="*/ 435815 h 2029665"/>
                <a:gd name="connsiteX1" fmla="*/ 1956436 w 2038986"/>
                <a:gd name="connsiteY1" fmla="*/ 512015 h 2029665"/>
                <a:gd name="connsiteX2" fmla="*/ 2038986 w 2038986"/>
                <a:gd name="connsiteY2" fmla="*/ 1070815 h 2029665"/>
                <a:gd name="connsiteX3" fmla="*/ 902336 w 2038986"/>
                <a:gd name="connsiteY3" fmla="*/ 1413715 h 2029665"/>
                <a:gd name="connsiteX4" fmla="*/ 387986 w 2038986"/>
                <a:gd name="connsiteY4" fmla="*/ 1839165 h 2029665"/>
                <a:gd name="connsiteX5" fmla="*/ 502286 w 2038986"/>
                <a:gd name="connsiteY5" fmla="*/ 1223215 h 2029665"/>
                <a:gd name="connsiteX6" fmla="*/ 83186 w 2038986"/>
                <a:gd name="connsiteY6" fmla="*/ 2029665 h 2029665"/>
                <a:gd name="connsiteX7" fmla="*/ 654686 w 2038986"/>
                <a:gd name="connsiteY7" fmla="*/ 429465 h 2029665"/>
                <a:gd name="connsiteX8" fmla="*/ 260986 w 2038986"/>
                <a:gd name="connsiteY8" fmla="*/ 435815 h 2029665"/>
                <a:gd name="connsiteX0" fmla="*/ 260986 w 2038986"/>
                <a:gd name="connsiteY0" fmla="*/ 398281 h 1992131"/>
                <a:gd name="connsiteX1" fmla="*/ 1956436 w 2038986"/>
                <a:gd name="connsiteY1" fmla="*/ 474481 h 1992131"/>
                <a:gd name="connsiteX2" fmla="*/ 2038986 w 2038986"/>
                <a:gd name="connsiteY2" fmla="*/ 1033281 h 1992131"/>
                <a:gd name="connsiteX3" fmla="*/ 902336 w 2038986"/>
                <a:gd name="connsiteY3" fmla="*/ 1376181 h 1992131"/>
                <a:gd name="connsiteX4" fmla="*/ 387986 w 2038986"/>
                <a:gd name="connsiteY4" fmla="*/ 1801631 h 1992131"/>
                <a:gd name="connsiteX5" fmla="*/ 502286 w 2038986"/>
                <a:gd name="connsiteY5" fmla="*/ 1185681 h 1992131"/>
                <a:gd name="connsiteX6" fmla="*/ 83186 w 2038986"/>
                <a:gd name="connsiteY6" fmla="*/ 1992131 h 1992131"/>
                <a:gd name="connsiteX7" fmla="*/ 654686 w 2038986"/>
                <a:gd name="connsiteY7" fmla="*/ 391931 h 1992131"/>
                <a:gd name="connsiteX8" fmla="*/ 260986 w 2038986"/>
                <a:gd name="connsiteY8" fmla="*/ 398281 h 1992131"/>
                <a:gd name="connsiteX0" fmla="*/ 260986 w 2038986"/>
                <a:gd name="connsiteY0" fmla="*/ 401837 h 1995687"/>
                <a:gd name="connsiteX1" fmla="*/ 1956436 w 2038986"/>
                <a:gd name="connsiteY1" fmla="*/ 478037 h 1995687"/>
                <a:gd name="connsiteX2" fmla="*/ 2038986 w 2038986"/>
                <a:gd name="connsiteY2" fmla="*/ 1036837 h 1995687"/>
                <a:gd name="connsiteX3" fmla="*/ 902336 w 2038986"/>
                <a:gd name="connsiteY3" fmla="*/ 1379737 h 1995687"/>
                <a:gd name="connsiteX4" fmla="*/ 387986 w 2038986"/>
                <a:gd name="connsiteY4" fmla="*/ 1805187 h 1995687"/>
                <a:gd name="connsiteX5" fmla="*/ 502286 w 2038986"/>
                <a:gd name="connsiteY5" fmla="*/ 1189237 h 1995687"/>
                <a:gd name="connsiteX6" fmla="*/ 83186 w 2038986"/>
                <a:gd name="connsiteY6" fmla="*/ 1995687 h 1995687"/>
                <a:gd name="connsiteX7" fmla="*/ 654686 w 2038986"/>
                <a:gd name="connsiteY7" fmla="*/ 395487 h 1995687"/>
                <a:gd name="connsiteX8" fmla="*/ 260986 w 2038986"/>
                <a:gd name="connsiteY8" fmla="*/ 401837 h 199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986" h="1995687">
                  <a:moveTo>
                    <a:pt x="260986" y="401837"/>
                  </a:moveTo>
                  <a:cubicBezTo>
                    <a:pt x="1763819" y="-783496"/>
                    <a:pt x="936203" y="1091870"/>
                    <a:pt x="1956436" y="478037"/>
                  </a:cubicBezTo>
                  <a:lnTo>
                    <a:pt x="2038986" y="1036837"/>
                  </a:lnTo>
                  <a:cubicBezTo>
                    <a:pt x="1772286" y="1496154"/>
                    <a:pt x="1111886" y="2076120"/>
                    <a:pt x="902336" y="1379737"/>
                  </a:cubicBezTo>
                  <a:cubicBezTo>
                    <a:pt x="1377528" y="1407254"/>
                    <a:pt x="641986" y="802945"/>
                    <a:pt x="387986" y="1805187"/>
                  </a:cubicBezTo>
                  <a:cubicBezTo>
                    <a:pt x="241936" y="1556479"/>
                    <a:pt x="611294" y="1062237"/>
                    <a:pt x="502286" y="1189237"/>
                  </a:cubicBezTo>
                  <a:cubicBezTo>
                    <a:pt x="393278" y="1316237"/>
                    <a:pt x="44028" y="1721579"/>
                    <a:pt x="83186" y="1995687"/>
                  </a:cubicBezTo>
                  <a:cubicBezTo>
                    <a:pt x="-290406" y="637845"/>
                    <a:pt x="719244" y="431470"/>
                    <a:pt x="654686" y="395487"/>
                  </a:cubicBezTo>
                  <a:lnTo>
                    <a:pt x="260986" y="401837"/>
                  </a:lnTo>
                  <a:close/>
                </a:path>
              </a:pathLst>
            </a:custGeom>
            <a:solidFill>
              <a:srgbClr val="552F2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5DDDC5B7-AD2D-90D8-7B5C-987CEB70B4C1}"/>
                </a:ext>
              </a:extLst>
            </p:cNvPr>
            <p:cNvSpPr/>
            <p:nvPr/>
          </p:nvSpPr>
          <p:spPr>
            <a:xfrm>
              <a:off x="3201670" y="-1305442"/>
              <a:ext cx="2570444" cy="3220269"/>
            </a:xfrm>
            <a:custGeom>
              <a:avLst/>
              <a:gdLst>
                <a:gd name="connsiteX0" fmla="*/ 0 w 469900"/>
                <a:gd name="connsiteY0" fmla="*/ 0 h 1162050"/>
                <a:gd name="connsiteX1" fmla="*/ 469900 w 469900"/>
                <a:gd name="connsiteY1" fmla="*/ 0 h 1162050"/>
                <a:gd name="connsiteX2" fmla="*/ 469900 w 469900"/>
                <a:gd name="connsiteY2" fmla="*/ 1162050 h 1162050"/>
                <a:gd name="connsiteX3" fmla="*/ 0 w 469900"/>
                <a:gd name="connsiteY3" fmla="*/ 1162050 h 1162050"/>
                <a:gd name="connsiteX4" fmla="*/ 0 w 469900"/>
                <a:gd name="connsiteY4" fmla="*/ 0 h 1162050"/>
                <a:gd name="connsiteX0" fmla="*/ 0 w 1016000"/>
                <a:gd name="connsiteY0" fmla="*/ 50800 h 1212850"/>
                <a:gd name="connsiteX1" fmla="*/ 1016000 w 1016000"/>
                <a:gd name="connsiteY1" fmla="*/ 0 h 1212850"/>
                <a:gd name="connsiteX2" fmla="*/ 469900 w 1016000"/>
                <a:gd name="connsiteY2" fmla="*/ 1212850 h 1212850"/>
                <a:gd name="connsiteX3" fmla="*/ 0 w 1016000"/>
                <a:gd name="connsiteY3" fmla="*/ 1212850 h 1212850"/>
                <a:gd name="connsiteX4" fmla="*/ 0 w 1016000"/>
                <a:gd name="connsiteY4" fmla="*/ 50800 h 1212850"/>
                <a:gd name="connsiteX0" fmla="*/ 0 w 1120139"/>
                <a:gd name="connsiteY0" fmla="*/ 285750 h 1447800"/>
                <a:gd name="connsiteX1" fmla="*/ 1120139 w 1120139"/>
                <a:gd name="connsiteY1" fmla="*/ 0 h 1447800"/>
                <a:gd name="connsiteX2" fmla="*/ 1016000 w 1120139"/>
                <a:gd name="connsiteY2" fmla="*/ 234950 h 1447800"/>
                <a:gd name="connsiteX3" fmla="*/ 469900 w 1120139"/>
                <a:gd name="connsiteY3" fmla="*/ 1447800 h 1447800"/>
                <a:gd name="connsiteX4" fmla="*/ 0 w 1120139"/>
                <a:gd name="connsiteY4" fmla="*/ 1447800 h 1447800"/>
                <a:gd name="connsiteX5" fmla="*/ 0 w 1120139"/>
                <a:gd name="connsiteY5" fmla="*/ 285750 h 1447800"/>
                <a:gd name="connsiteX0" fmla="*/ 0 w 1315996"/>
                <a:gd name="connsiteY0" fmla="*/ 458860 h 1620910"/>
                <a:gd name="connsiteX1" fmla="*/ 1259839 w 1315996"/>
                <a:gd name="connsiteY1" fmla="*/ 8010 h 1620910"/>
                <a:gd name="connsiteX2" fmla="*/ 1120139 w 1315996"/>
                <a:gd name="connsiteY2" fmla="*/ 173110 h 1620910"/>
                <a:gd name="connsiteX3" fmla="*/ 1016000 w 1315996"/>
                <a:gd name="connsiteY3" fmla="*/ 408060 h 1620910"/>
                <a:gd name="connsiteX4" fmla="*/ 469900 w 1315996"/>
                <a:gd name="connsiteY4" fmla="*/ 1620910 h 1620910"/>
                <a:gd name="connsiteX5" fmla="*/ 0 w 1315996"/>
                <a:gd name="connsiteY5" fmla="*/ 1620910 h 1620910"/>
                <a:gd name="connsiteX6" fmla="*/ 0 w 1315996"/>
                <a:gd name="connsiteY6" fmla="*/ 458860 h 1620910"/>
                <a:gd name="connsiteX0" fmla="*/ 0 w 1310420"/>
                <a:gd name="connsiteY0" fmla="*/ 289172 h 1451222"/>
                <a:gd name="connsiteX1" fmla="*/ 1253489 w 1310420"/>
                <a:gd name="connsiteY1" fmla="*/ 244722 h 1451222"/>
                <a:gd name="connsiteX2" fmla="*/ 1120139 w 1310420"/>
                <a:gd name="connsiteY2" fmla="*/ 3422 h 1451222"/>
                <a:gd name="connsiteX3" fmla="*/ 1016000 w 1310420"/>
                <a:gd name="connsiteY3" fmla="*/ 238372 h 1451222"/>
                <a:gd name="connsiteX4" fmla="*/ 469900 w 1310420"/>
                <a:gd name="connsiteY4" fmla="*/ 1451222 h 1451222"/>
                <a:gd name="connsiteX5" fmla="*/ 0 w 1310420"/>
                <a:gd name="connsiteY5" fmla="*/ 1451222 h 1451222"/>
                <a:gd name="connsiteX6" fmla="*/ 0 w 1310420"/>
                <a:gd name="connsiteY6" fmla="*/ 289172 h 1451222"/>
                <a:gd name="connsiteX0" fmla="*/ 0 w 1258674"/>
                <a:gd name="connsiteY0" fmla="*/ 501731 h 1663781"/>
                <a:gd name="connsiteX1" fmla="*/ 269238 w 1258674"/>
                <a:gd name="connsiteY1" fmla="*/ 81 h 1663781"/>
                <a:gd name="connsiteX2" fmla="*/ 1253489 w 1258674"/>
                <a:gd name="connsiteY2" fmla="*/ 457281 h 1663781"/>
                <a:gd name="connsiteX3" fmla="*/ 1120139 w 1258674"/>
                <a:gd name="connsiteY3" fmla="*/ 215981 h 1663781"/>
                <a:gd name="connsiteX4" fmla="*/ 1016000 w 1258674"/>
                <a:gd name="connsiteY4" fmla="*/ 450931 h 1663781"/>
                <a:gd name="connsiteX5" fmla="*/ 469900 w 1258674"/>
                <a:gd name="connsiteY5" fmla="*/ 1663781 h 1663781"/>
                <a:gd name="connsiteX6" fmla="*/ 0 w 1258674"/>
                <a:gd name="connsiteY6" fmla="*/ 1663781 h 1663781"/>
                <a:gd name="connsiteX7" fmla="*/ 0 w 1258674"/>
                <a:gd name="connsiteY7" fmla="*/ 501731 h 1663781"/>
                <a:gd name="connsiteX0" fmla="*/ 0 w 1360758"/>
                <a:gd name="connsiteY0" fmla="*/ 584993 h 1747043"/>
                <a:gd name="connsiteX1" fmla="*/ 269238 w 1360758"/>
                <a:gd name="connsiteY1" fmla="*/ 83343 h 1747043"/>
                <a:gd name="connsiteX2" fmla="*/ 1253489 w 1360758"/>
                <a:gd name="connsiteY2" fmla="*/ 540543 h 1747043"/>
                <a:gd name="connsiteX3" fmla="*/ 1120139 w 1360758"/>
                <a:gd name="connsiteY3" fmla="*/ 299243 h 1747043"/>
                <a:gd name="connsiteX4" fmla="*/ 1016000 w 1360758"/>
                <a:gd name="connsiteY4" fmla="*/ 534193 h 1747043"/>
                <a:gd name="connsiteX5" fmla="*/ 469900 w 1360758"/>
                <a:gd name="connsiteY5" fmla="*/ 1747043 h 1747043"/>
                <a:gd name="connsiteX6" fmla="*/ 0 w 1360758"/>
                <a:gd name="connsiteY6" fmla="*/ 1747043 h 1747043"/>
                <a:gd name="connsiteX7" fmla="*/ 0 w 1360758"/>
                <a:gd name="connsiteY7" fmla="*/ 584993 h 1747043"/>
                <a:gd name="connsiteX0" fmla="*/ 0 w 1353283"/>
                <a:gd name="connsiteY0" fmla="*/ 501650 h 1663700"/>
                <a:gd name="connsiteX1" fmla="*/ 269238 w 1353283"/>
                <a:gd name="connsiteY1" fmla="*/ 0 h 1663700"/>
                <a:gd name="connsiteX2" fmla="*/ 1253489 w 1353283"/>
                <a:gd name="connsiteY2" fmla="*/ 457200 h 1663700"/>
                <a:gd name="connsiteX3" fmla="*/ 1120139 w 1353283"/>
                <a:gd name="connsiteY3" fmla="*/ 215900 h 1663700"/>
                <a:gd name="connsiteX4" fmla="*/ 1016000 w 1353283"/>
                <a:gd name="connsiteY4" fmla="*/ 450850 h 1663700"/>
                <a:gd name="connsiteX5" fmla="*/ 469900 w 1353283"/>
                <a:gd name="connsiteY5" fmla="*/ 1663700 h 1663700"/>
                <a:gd name="connsiteX6" fmla="*/ 0 w 1353283"/>
                <a:gd name="connsiteY6" fmla="*/ 1663700 h 1663700"/>
                <a:gd name="connsiteX7" fmla="*/ 0 w 1353283"/>
                <a:gd name="connsiteY7" fmla="*/ 501650 h 1663700"/>
                <a:gd name="connsiteX0" fmla="*/ 0 w 1353283"/>
                <a:gd name="connsiteY0" fmla="*/ 573370 h 1735420"/>
                <a:gd name="connsiteX1" fmla="*/ 269238 w 1353283"/>
                <a:gd name="connsiteY1" fmla="*/ 71720 h 1735420"/>
                <a:gd name="connsiteX2" fmla="*/ 1253489 w 1353283"/>
                <a:gd name="connsiteY2" fmla="*/ 528920 h 1735420"/>
                <a:gd name="connsiteX3" fmla="*/ 1120139 w 1353283"/>
                <a:gd name="connsiteY3" fmla="*/ 287620 h 1735420"/>
                <a:gd name="connsiteX4" fmla="*/ 1016000 w 1353283"/>
                <a:gd name="connsiteY4" fmla="*/ 522570 h 1735420"/>
                <a:gd name="connsiteX5" fmla="*/ 469900 w 1353283"/>
                <a:gd name="connsiteY5" fmla="*/ 1735420 h 1735420"/>
                <a:gd name="connsiteX6" fmla="*/ 0 w 1353283"/>
                <a:gd name="connsiteY6" fmla="*/ 1735420 h 1735420"/>
                <a:gd name="connsiteX7" fmla="*/ 0 w 1353283"/>
                <a:gd name="connsiteY7" fmla="*/ 573370 h 1735420"/>
                <a:gd name="connsiteX0" fmla="*/ 0 w 1352934"/>
                <a:gd name="connsiteY0" fmla="*/ 559343 h 1721393"/>
                <a:gd name="connsiteX1" fmla="*/ 269238 w 1352934"/>
                <a:gd name="connsiteY1" fmla="*/ 57693 h 1721393"/>
                <a:gd name="connsiteX2" fmla="*/ 1253489 w 1352934"/>
                <a:gd name="connsiteY2" fmla="*/ 514893 h 1721393"/>
                <a:gd name="connsiteX3" fmla="*/ 1120139 w 1352934"/>
                <a:gd name="connsiteY3" fmla="*/ 273593 h 1721393"/>
                <a:gd name="connsiteX4" fmla="*/ 1016000 w 1352934"/>
                <a:gd name="connsiteY4" fmla="*/ 508543 h 1721393"/>
                <a:gd name="connsiteX5" fmla="*/ 469900 w 1352934"/>
                <a:gd name="connsiteY5" fmla="*/ 1721393 h 1721393"/>
                <a:gd name="connsiteX6" fmla="*/ 0 w 1352934"/>
                <a:gd name="connsiteY6" fmla="*/ 1721393 h 1721393"/>
                <a:gd name="connsiteX7" fmla="*/ 0 w 1352934"/>
                <a:gd name="connsiteY7" fmla="*/ 559343 h 1721393"/>
                <a:gd name="connsiteX0" fmla="*/ 0 w 1360304"/>
                <a:gd name="connsiteY0" fmla="*/ 516082 h 1678132"/>
                <a:gd name="connsiteX1" fmla="*/ 269238 w 1360304"/>
                <a:gd name="connsiteY1" fmla="*/ 14432 h 1678132"/>
                <a:gd name="connsiteX2" fmla="*/ 1253489 w 1360304"/>
                <a:gd name="connsiteY2" fmla="*/ 471632 h 1678132"/>
                <a:gd name="connsiteX3" fmla="*/ 1120139 w 1360304"/>
                <a:gd name="connsiteY3" fmla="*/ 230332 h 1678132"/>
                <a:gd name="connsiteX4" fmla="*/ 1016000 w 1360304"/>
                <a:gd name="connsiteY4" fmla="*/ 465282 h 1678132"/>
                <a:gd name="connsiteX5" fmla="*/ 469900 w 1360304"/>
                <a:gd name="connsiteY5" fmla="*/ 1678132 h 1678132"/>
                <a:gd name="connsiteX6" fmla="*/ 0 w 1360304"/>
                <a:gd name="connsiteY6" fmla="*/ 1678132 h 1678132"/>
                <a:gd name="connsiteX7" fmla="*/ 0 w 1360304"/>
                <a:gd name="connsiteY7" fmla="*/ 516082 h 1678132"/>
                <a:gd name="connsiteX0" fmla="*/ 0 w 1258674"/>
                <a:gd name="connsiteY0" fmla="*/ 572275 h 1734325"/>
                <a:gd name="connsiteX1" fmla="*/ 269238 w 1258674"/>
                <a:gd name="connsiteY1" fmla="*/ 70625 h 1734325"/>
                <a:gd name="connsiteX2" fmla="*/ 791209 w 1258674"/>
                <a:gd name="connsiteY2" fmla="*/ 46494 h 1734325"/>
                <a:gd name="connsiteX3" fmla="*/ 1253489 w 1258674"/>
                <a:gd name="connsiteY3" fmla="*/ 527825 h 1734325"/>
                <a:gd name="connsiteX4" fmla="*/ 1120139 w 1258674"/>
                <a:gd name="connsiteY4" fmla="*/ 286525 h 1734325"/>
                <a:gd name="connsiteX5" fmla="*/ 1016000 w 1258674"/>
                <a:gd name="connsiteY5" fmla="*/ 521475 h 1734325"/>
                <a:gd name="connsiteX6" fmla="*/ 469900 w 1258674"/>
                <a:gd name="connsiteY6" fmla="*/ 1734325 h 1734325"/>
                <a:gd name="connsiteX7" fmla="*/ 0 w 1258674"/>
                <a:gd name="connsiteY7" fmla="*/ 1734325 h 1734325"/>
                <a:gd name="connsiteX8" fmla="*/ 0 w 1258674"/>
                <a:gd name="connsiteY8" fmla="*/ 572275 h 1734325"/>
                <a:gd name="connsiteX0" fmla="*/ 0 w 1258674"/>
                <a:gd name="connsiteY0" fmla="*/ 575015 h 1737065"/>
                <a:gd name="connsiteX1" fmla="*/ 269238 w 1258674"/>
                <a:gd name="connsiteY1" fmla="*/ 73365 h 1737065"/>
                <a:gd name="connsiteX2" fmla="*/ 791209 w 1258674"/>
                <a:gd name="connsiteY2" fmla="*/ 49234 h 1737065"/>
                <a:gd name="connsiteX3" fmla="*/ 1253489 w 1258674"/>
                <a:gd name="connsiteY3" fmla="*/ 530565 h 1737065"/>
                <a:gd name="connsiteX4" fmla="*/ 1120139 w 1258674"/>
                <a:gd name="connsiteY4" fmla="*/ 289265 h 1737065"/>
                <a:gd name="connsiteX5" fmla="*/ 1016000 w 1258674"/>
                <a:gd name="connsiteY5" fmla="*/ 524215 h 1737065"/>
                <a:gd name="connsiteX6" fmla="*/ 469900 w 1258674"/>
                <a:gd name="connsiteY6" fmla="*/ 1737065 h 1737065"/>
                <a:gd name="connsiteX7" fmla="*/ 0 w 1258674"/>
                <a:gd name="connsiteY7" fmla="*/ 1737065 h 1737065"/>
                <a:gd name="connsiteX8" fmla="*/ 0 w 1258674"/>
                <a:gd name="connsiteY8" fmla="*/ 575015 h 1737065"/>
                <a:gd name="connsiteX0" fmla="*/ 0 w 1374104"/>
                <a:gd name="connsiteY0" fmla="*/ 581543 h 1743593"/>
                <a:gd name="connsiteX1" fmla="*/ 269238 w 1374104"/>
                <a:gd name="connsiteY1" fmla="*/ 79893 h 1743593"/>
                <a:gd name="connsiteX2" fmla="*/ 791209 w 1374104"/>
                <a:gd name="connsiteY2" fmla="*/ 55762 h 1743593"/>
                <a:gd name="connsiteX3" fmla="*/ 1253489 w 1374104"/>
                <a:gd name="connsiteY3" fmla="*/ 537093 h 1743593"/>
                <a:gd name="connsiteX4" fmla="*/ 1120139 w 1374104"/>
                <a:gd name="connsiteY4" fmla="*/ 295793 h 1743593"/>
                <a:gd name="connsiteX5" fmla="*/ 1016000 w 1374104"/>
                <a:gd name="connsiteY5" fmla="*/ 530743 h 1743593"/>
                <a:gd name="connsiteX6" fmla="*/ 469900 w 1374104"/>
                <a:gd name="connsiteY6" fmla="*/ 1743593 h 1743593"/>
                <a:gd name="connsiteX7" fmla="*/ 0 w 1374104"/>
                <a:gd name="connsiteY7" fmla="*/ 1743593 h 1743593"/>
                <a:gd name="connsiteX8" fmla="*/ 0 w 1374104"/>
                <a:gd name="connsiteY8" fmla="*/ 581543 h 1743593"/>
                <a:gd name="connsiteX0" fmla="*/ 0 w 1374104"/>
                <a:gd name="connsiteY0" fmla="*/ 581543 h 1743593"/>
                <a:gd name="connsiteX1" fmla="*/ 269238 w 1374104"/>
                <a:gd name="connsiteY1" fmla="*/ 79893 h 1743593"/>
                <a:gd name="connsiteX2" fmla="*/ 791209 w 1374104"/>
                <a:gd name="connsiteY2" fmla="*/ 55762 h 1743593"/>
                <a:gd name="connsiteX3" fmla="*/ 1253489 w 1374104"/>
                <a:gd name="connsiteY3" fmla="*/ 537093 h 1743593"/>
                <a:gd name="connsiteX4" fmla="*/ 1120139 w 1374104"/>
                <a:gd name="connsiteY4" fmla="*/ 295793 h 1743593"/>
                <a:gd name="connsiteX5" fmla="*/ 1016000 w 1374104"/>
                <a:gd name="connsiteY5" fmla="*/ 530743 h 1743593"/>
                <a:gd name="connsiteX6" fmla="*/ 469900 w 1374104"/>
                <a:gd name="connsiteY6" fmla="*/ 1743593 h 1743593"/>
                <a:gd name="connsiteX7" fmla="*/ 0 w 1374104"/>
                <a:gd name="connsiteY7" fmla="*/ 1743593 h 1743593"/>
                <a:gd name="connsiteX8" fmla="*/ 0 w 1374104"/>
                <a:gd name="connsiteY8" fmla="*/ 581543 h 1743593"/>
                <a:gd name="connsiteX0" fmla="*/ 0 w 1374104"/>
                <a:gd name="connsiteY0" fmla="*/ 581543 h 1743593"/>
                <a:gd name="connsiteX1" fmla="*/ 311149 w 1374104"/>
                <a:gd name="connsiteY1" fmla="*/ 360563 h 1743593"/>
                <a:gd name="connsiteX2" fmla="*/ 269238 w 1374104"/>
                <a:gd name="connsiteY2" fmla="*/ 79893 h 1743593"/>
                <a:gd name="connsiteX3" fmla="*/ 791209 w 1374104"/>
                <a:gd name="connsiteY3" fmla="*/ 55762 h 1743593"/>
                <a:gd name="connsiteX4" fmla="*/ 1253489 w 1374104"/>
                <a:gd name="connsiteY4" fmla="*/ 537093 h 1743593"/>
                <a:gd name="connsiteX5" fmla="*/ 1120139 w 1374104"/>
                <a:gd name="connsiteY5" fmla="*/ 295793 h 1743593"/>
                <a:gd name="connsiteX6" fmla="*/ 1016000 w 1374104"/>
                <a:gd name="connsiteY6" fmla="*/ 530743 h 1743593"/>
                <a:gd name="connsiteX7" fmla="*/ 469900 w 1374104"/>
                <a:gd name="connsiteY7" fmla="*/ 1743593 h 1743593"/>
                <a:gd name="connsiteX8" fmla="*/ 0 w 1374104"/>
                <a:gd name="connsiteY8" fmla="*/ 1743593 h 1743593"/>
                <a:gd name="connsiteX9" fmla="*/ 0 w 1374104"/>
                <a:gd name="connsiteY9" fmla="*/ 581543 h 1743593"/>
                <a:gd name="connsiteX0" fmla="*/ 0 w 1709384"/>
                <a:gd name="connsiteY0" fmla="*/ 711083 h 1743593"/>
                <a:gd name="connsiteX1" fmla="*/ 646429 w 1709384"/>
                <a:gd name="connsiteY1" fmla="*/ 360563 h 1743593"/>
                <a:gd name="connsiteX2" fmla="*/ 604518 w 1709384"/>
                <a:gd name="connsiteY2" fmla="*/ 79893 h 1743593"/>
                <a:gd name="connsiteX3" fmla="*/ 1126489 w 1709384"/>
                <a:gd name="connsiteY3" fmla="*/ 55762 h 1743593"/>
                <a:gd name="connsiteX4" fmla="*/ 1588769 w 1709384"/>
                <a:gd name="connsiteY4" fmla="*/ 537093 h 1743593"/>
                <a:gd name="connsiteX5" fmla="*/ 1455419 w 1709384"/>
                <a:gd name="connsiteY5" fmla="*/ 295793 h 1743593"/>
                <a:gd name="connsiteX6" fmla="*/ 1351280 w 1709384"/>
                <a:gd name="connsiteY6" fmla="*/ 530743 h 1743593"/>
                <a:gd name="connsiteX7" fmla="*/ 805180 w 1709384"/>
                <a:gd name="connsiteY7" fmla="*/ 1743593 h 1743593"/>
                <a:gd name="connsiteX8" fmla="*/ 335280 w 1709384"/>
                <a:gd name="connsiteY8" fmla="*/ 1743593 h 1743593"/>
                <a:gd name="connsiteX9" fmla="*/ 0 w 1709384"/>
                <a:gd name="connsiteY9" fmla="*/ 711083 h 1743593"/>
                <a:gd name="connsiteX0" fmla="*/ 0 w 1709384"/>
                <a:gd name="connsiteY0" fmla="*/ 711083 h 1743593"/>
                <a:gd name="connsiteX1" fmla="*/ 646429 w 1709384"/>
                <a:gd name="connsiteY1" fmla="*/ 360563 h 1743593"/>
                <a:gd name="connsiteX2" fmla="*/ 604518 w 1709384"/>
                <a:gd name="connsiteY2" fmla="*/ 79893 h 1743593"/>
                <a:gd name="connsiteX3" fmla="*/ 1126489 w 1709384"/>
                <a:gd name="connsiteY3" fmla="*/ 55762 h 1743593"/>
                <a:gd name="connsiteX4" fmla="*/ 1588769 w 1709384"/>
                <a:gd name="connsiteY4" fmla="*/ 537093 h 1743593"/>
                <a:gd name="connsiteX5" fmla="*/ 1455419 w 1709384"/>
                <a:gd name="connsiteY5" fmla="*/ 295793 h 1743593"/>
                <a:gd name="connsiteX6" fmla="*/ 1351280 w 1709384"/>
                <a:gd name="connsiteY6" fmla="*/ 530743 h 1743593"/>
                <a:gd name="connsiteX7" fmla="*/ 805180 w 1709384"/>
                <a:gd name="connsiteY7" fmla="*/ 1743593 h 1743593"/>
                <a:gd name="connsiteX8" fmla="*/ 335280 w 1709384"/>
                <a:gd name="connsiteY8" fmla="*/ 1743593 h 1743593"/>
                <a:gd name="connsiteX9" fmla="*/ 212089 w 1709384"/>
                <a:gd name="connsiteY9" fmla="*/ 733943 h 1743593"/>
                <a:gd name="connsiteX10" fmla="*/ 0 w 1709384"/>
                <a:gd name="connsiteY10" fmla="*/ 711083 h 1743593"/>
                <a:gd name="connsiteX0" fmla="*/ 329441 w 2038825"/>
                <a:gd name="connsiteY0" fmla="*/ 711083 h 1743593"/>
                <a:gd name="connsiteX1" fmla="*/ 975870 w 2038825"/>
                <a:gd name="connsiteY1" fmla="*/ 360563 h 1743593"/>
                <a:gd name="connsiteX2" fmla="*/ 933959 w 2038825"/>
                <a:gd name="connsiteY2" fmla="*/ 79893 h 1743593"/>
                <a:gd name="connsiteX3" fmla="*/ 1455930 w 2038825"/>
                <a:gd name="connsiteY3" fmla="*/ 55762 h 1743593"/>
                <a:gd name="connsiteX4" fmla="*/ 1918210 w 2038825"/>
                <a:gd name="connsiteY4" fmla="*/ 537093 h 1743593"/>
                <a:gd name="connsiteX5" fmla="*/ 1784860 w 2038825"/>
                <a:gd name="connsiteY5" fmla="*/ 295793 h 1743593"/>
                <a:gd name="connsiteX6" fmla="*/ 1680721 w 2038825"/>
                <a:gd name="connsiteY6" fmla="*/ 530743 h 1743593"/>
                <a:gd name="connsiteX7" fmla="*/ 1134621 w 2038825"/>
                <a:gd name="connsiteY7" fmla="*/ 1743593 h 1743593"/>
                <a:gd name="connsiteX8" fmla="*/ 664721 w 2038825"/>
                <a:gd name="connsiteY8" fmla="*/ 1743593 h 1743593"/>
                <a:gd name="connsiteX9" fmla="*/ 510 w 2038825"/>
                <a:gd name="connsiteY9" fmla="*/ 1556903 h 1743593"/>
                <a:gd name="connsiteX10" fmla="*/ 541530 w 2038825"/>
                <a:gd name="connsiteY10" fmla="*/ 733943 h 1743593"/>
                <a:gd name="connsiteX11" fmla="*/ 329441 w 2038825"/>
                <a:gd name="connsiteY11" fmla="*/ 711083 h 1743593"/>
                <a:gd name="connsiteX0" fmla="*/ 341294 w 2050678"/>
                <a:gd name="connsiteY0" fmla="*/ 711083 h 1743593"/>
                <a:gd name="connsiteX1" fmla="*/ 987723 w 2050678"/>
                <a:gd name="connsiteY1" fmla="*/ 360563 h 1743593"/>
                <a:gd name="connsiteX2" fmla="*/ 945812 w 2050678"/>
                <a:gd name="connsiteY2" fmla="*/ 79893 h 1743593"/>
                <a:gd name="connsiteX3" fmla="*/ 1467783 w 2050678"/>
                <a:gd name="connsiteY3" fmla="*/ 55762 h 1743593"/>
                <a:gd name="connsiteX4" fmla="*/ 1930063 w 2050678"/>
                <a:gd name="connsiteY4" fmla="*/ 537093 h 1743593"/>
                <a:gd name="connsiteX5" fmla="*/ 1796713 w 2050678"/>
                <a:gd name="connsiteY5" fmla="*/ 295793 h 1743593"/>
                <a:gd name="connsiteX6" fmla="*/ 1692574 w 2050678"/>
                <a:gd name="connsiteY6" fmla="*/ 530743 h 1743593"/>
                <a:gd name="connsiteX7" fmla="*/ 1146474 w 2050678"/>
                <a:gd name="connsiteY7" fmla="*/ 1743593 h 1743593"/>
                <a:gd name="connsiteX8" fmla="*/ 676574 w 2050678"/>
                <a:gd name="connsiteY8" fmla="*/ 1743593 h 1743593"/>
                <a:gd name="connsiteX9" fmla="*/ 233344 w 2050678"/>
                <a:gd name="connsiteY9" fmla="*/ 1389263 h 1743593"/>
                <a:gd name="connsiteX10" fmla="*/ 12363 w 2050678"/>
                <a:gd name="connsiteY10" fmla="*/ 1556903 h 1743593"/>
                <a:gd name="connsiteX11" fmla="*/ 553383 w 2050678"/>
                <a:gd name="connsiteY11" fmla="*/ 733943 h 1743593"/>
                <a:gd name="connsiteX12" fmla="*/ 341294 w 2050678"/>
                <a:gd name="connsiteY12" fmla="*/ 711083 h 1743593"/>
                <a:gd name="connsiteX0" fmla="*/ 877802 w 2587186"/>
                <a:gd name="connsiteY0" fmla="*/ 711083 h 2208413"/>
                <a:gd name="connsiteX1" fmla="*/ 1524231 w 2587186"/>
                <a:gd name="connsiteY1" fmla="*/ 360563 h 2208413"/>
                <a:gd name="connsiteX2" fmla="*/ 1482320 w 2587186"/>
                <a:gd name="connsiteY2" fmla="*/ 79893 h 2208413"/>
                <a:gd name="connsiteX3" fmla="*/ 2004291 w 2587186"/>
                <a:gd name="connsiteY3" fmla="*/ 55762 h 2208413"/>
                <a:gd name="connsiteX4" fmla="*/ 2466571 w 2587186"/>
                <a:gd name="connsiteY4" fmla="*/ 537093 h 2208413"/>
                <a:gd name="connsiteX5" fmla="*/ 2333221 w 2587186"/>
                <a:gd name="connsiteY5" fmla="*/ 295793 h 2208413"/>
                <a:gd name="connsiteX6" fmla="*/ 2229082 w 2587186"/>
                <a:gd name="connsiteY6" fmla="*/ 530743 h 2208413"/>
                <a:gd name="connsiteX7" fmla="*/ 1682982 w 2587186"/>
                <a:gd name="connsiteY7" fmla="*/ 1743593 h 2208413"/>
                <a:gd name="connsiteX8" fmla="*/ 16742 w 2587186"/>
                <a:gd name="connsiteY8" fmla="*/ 2208413 h 2208413"/>
                <a:gd name="connsiteX9" fmla="*/ 769852 w 2587186"/>
                <a:gd name="connsiteY9" fmla="*/ 1389263 h 2208413"/>
                <a:gd name="connsiteX10" fmla="*/ 548871 w 2587186"/>
                <a:gd name="connsiteY10" fmla="*/ 1556903 h 2208413"/>
                <a:gd name="connsiteX11" fmla="*/ 1089891 w 2587186"/>
                <a:gd name="connsiteY11" fmla="*/ 733943 h 2208413"/>
                <a:gd name="connsiteX12" fmla="*/ 877802 w 2587186"/>
                <a:gd name="connsiteY12" fmla="*/ 711083 h 2208413"/>
                <a:gd name="connsiteX0" fmla="*/ 877802 w 2587186"/>
                <a:gd name="connsiteY0" fmla="*/ 711083 h 2501783"/>
                <a:gd name="connsiteX1" fmla="*/ 1524231 w 2587186"/>
                <a:gd name="connsiteY1" fmla="*/ 360563 h 2501783"/>
                <a:gd name="connsiteX2" fmla="*/ 1482320 w 2587186"/>
                <a:gd name="connsiteY2" fmla="*/ 79893 h 2501783"/>
                <a:gd name="connsiteX3" fmla="*/ 2004291 w 2587186"/>
                <a:gd name="connsiteY3" fmla="*/ 55762 h 2501783"/>
                <a:gd name="connsiteX4" fmla="*/ 2466571 w 2587186"/>
                <a:gd name="connsiteY4" fmla="*/ 537093 h 2501783"/>
                <a:gd name="connsiteX5" fmla="*/ 2333221 w 2587186"/>
                <a:gd name="connsiteY5" fmla="*/ 295793 h 2501783"/>
                <a:gd name="connsiteX6" fmla="*/ 2229082 w 2587186"/>
                <a:gd name="connsiteY6" fmla="*/ 530743 h 2501783"/>
                <a:gd name="connsiteX7" fmla="*/ 1682982 w 2587186"/>
                <a:gd name="connsiteY7" fmla="*/ 1743593 h 2501783"/>
                <a:gd name="connsiteX8" fmla="*/ 777472 w 2587186"/>
                <a:gd name="connsiteY8" fmla="*/ 2501783 h 2501783"/>
                <a:gd name="connsiteX9" fmla="*/ 16742 w 2587186"/>
                <a:gd name="connsiteY9" fmla="*/ 2208413 h 2501783"/>
                <a:gd name="connsiteX10" fmla="*/ 769852 w 2587186"/>
                <a:gd name="connsiteY10" fmla="*/ 1389263 h 2501783"/>
                <a:gd name="connsiteX11" fmla="*/ 548871 w 2587186"/>
                <a:gd name="connsiteY11" fmla="*/ 1556903 h 2501783"/>
                <a:gd name="connsiteX12" fmla="*/ 1089891 w 2587186"/>
                <a:gd name="connsiteY12" fmla="*/ 733943 h 2501783"/>
                <a:gd name="connsiteX13" fmla="*/ 877802 w 2587186"/>
                <a:gd name="connsiteY13" fmla="*/ 711083 h 2501783"/>
                <a:gd name="connsiteX0" fmla="*/ 877802 w 2587186"/>
                <a:gd name="connsiteY0" fmla="*/ 711083 h 2874648"/>
                <a:gd name="connsiteX1" fmla="*/ 1524231 w 2587186"/>
                <a:gd name="connsiteY1" fmla="*/ 360563 h 2874648"/>
                <a:gd name="connsiteX2" fmla="*/ 1482320 w 2587186"/>
                <a:gd name="connsiteY2" fmla="*/ 79893 h 2874648"/>
                <a:gd name="connsiteX3" fmla="*/ 2004291 w 2587186"/>
                <a:gd name="connsiteY3" fmla="*/ 55762 h 2874648"/>
                <a:gd name="connsiteX4" fmla="*/ 2466571 w 2587186"/>
                <a:gd name="connsiteY4" fmla="*/ 537093 h 2874648"/>
                <a:gd name="connsiteX5" fmla="*/ 2333221 w 2587186"/>
                <a:gd name="connsiteY5" fmla="*/ 295793 h 2874648"/>
                <a:gd name="connsiteX6" fmla="*/ 2229082 w 2587186"/>
                <a:gd name="connsiteY6" fmla="*/ 530743 h 2874648"/>
                <a:gd name="connsiteX7" fmla="*/ 1682982 w 2587186"/>
                <a:gd name="connsiteY7" fmla="*/ 1743593 h 2874648"/>
                <a:gd name="connsiteX8" fmla="*/ 891772 w 2587186"/>
                <a:gd name="connsiteY8" fmla="*/ 2852303 h 2874648"/>
                <a:gd name="connsiteX9" fmla="*/ 777472 w 2587186"/>
                <a:gd name="connsiteY9" fmla="*/ 2501783 h 2874648"/>
                <a:gd name="connsiteX10" fmla="*/ 16742 w 2587186"/>
                <a:gd name="connsiteY10" fmla="*/ 2208413 h 2874648"/>
                <a:gd name="connsiteX11" fmla="*/ 769852 w 2587186"/>
                <a:gd name="connsiteY11" fmla="*/ 1389263 h 2874648"/>
                <a:gd name="connsiteX12" fmla="*/ 548871 w 2587186"/>
                <a:gd name="connsiteY12" fmla="*/ 1556903 h 2874648"/>
                <a:gd name="connsiteX13" fmla="*/ 1089891 w 2587186"/>
                <a:gd name="connsiteY13" fmla="*/ 733943 h 2874648"/>
                <a:gd name="connsiteX14" fmla="*/ 877802 w 2587186"/>
                <a:gd name="connsiteY14" fmla="*/ 711083 h 2874648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1682982 w 2587186"/>
                <a:gd name="connsiteY7" fmla="*/ 1743593 h 3213243"/>
                <a:gd name="connsiteX8" fmla="*/ 1074652 w 2587186"/>
                <a:gd name="connsiteY8" fmla="*/ 3172342 h 3213243"/>
                <a:gd name="connsiteX9" fmla="*/ 891772 w 2587186"/>
                <a:gd name="connsiteY9" fmla="*/ 2852303 h 3213243"/>
                <a:gd name="connsiteX10" fmla="*/ 777472 w 2587186"/>
                <a:gd name="connsiteY10" fmla="*/ 2501783 h 3213243"/>
                <a:gd name="connsiteX11" fmla="*/ 16742 w 2587186"/>
                <a:gd name="connsiteY11" fmla="*/ 2208413 h 3213243"/>
                <a:gd name="connsiteX12" fmla="*/ 769852 w 2587186"/>
                <a:gd name="connsiteY12" fmla="*/ 1389263 h 3213243"/>
                <a:gd name="connsiteX13" fmla="*/ 548871 w 2587186"/>
                <a:gd name="connsiteY13" fmla="*/ 1556903 h 3213243"/>
                <a:gd name="connsiteX14" fmla="*/ 1089891 w 2587186"/>
                <a:gd name="connsiteY14" fmla="*/ 733943 h 3213243"/>
                <a:gd name="connsiteX15" fmla="*/ 877802 w 2587186"/>
                <a:gd name="connsiteY15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1545822 w 2587186"/>
                <a:gd name="connsiteY7" fmla="*/ 1575953 h 3213243"/>
                <a:gd name="connsiteX8" fmla="*/ 1074652 w 2587186"/>
                <a:gd name="connsiteY8" fmla="*/ 3172342 h 3213243"/>
                <a:gd name="connsiteX9" fmla="*/ 891772 w 2587186"/>
                <a:gd name="connsiteY9" fmla="*/ 2852303 h 3213243"/>
                <a:gd name="connsiteX10" fmla="*/ 777472 w 2587186"/>
                <a:gd name="connsiteY10" fmla="*/ 2501783 h 3213243"/>
                <a:gd name="connsiteX11" fmla="*/ 16742 w 2587186"/>
                <a:gd name="connsiteY11" fmla="*/ 2208413 h 3213243"/>
                <a:gd name="connsiteX12" fmla="*/ 769852 w 2587186"/>
                <a:gd name="connsiteY12" fmla="*/ 1389263 h 3213243"/>
                <a:gd name="connsiteX13" fmla="*/ 548871 w 2587186"/>
                <a:gd name="connsiteY13" fmla="*/ 1556903 h 3213243"/>
                <a:gd name="connsiteX14" fmla="*/ 1089891 w 2587186"/>
                <a:gd name="connsiteY14" fmla="*/ 733943 h 3213243"/>
                <a:gd name="connsiteX15" fmla="*/ 877802 w 2587186"/>
                <a:gd name="connsiteY15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2065252 w 2587186"/>
                <a:gd name="connsiteY7" fmla="*/ 360562 h 3213243"/>
                <a:gd name="connsiteX8" fmla="*/ 1545822 w 2587186"/>
                <a:gd name="connsiteY8" fmla="*/ 1575953 h 3213243"/>
                <a:gd name="connsiteX9" fmla="*/ 1074652 w 2587186"/>
                <a:gd name="connsiteY9" fmla="*/ 3172342 h 3213243"/>
                <a:gd name="connsiteX10" fmla="*/ 891772 w 2587186"/>
                <a:gd name="connsiteY10" fmla="*/ 2852303 h 3213243"/>
                <a:gd name="connsiteX11" fmla="*/ 777472 w 2587186"/>
                <a:gd name="connsiteY11" fmla="*/ 2501783 h 3213243"/>
                <a:gd name="connsiteX12" fmla="*/ 16742 w 2587186"/>
                <a:gd name="connsiteY12" fmla="*/ 2208413 h 3213243"/>
                <a:gd name="connsiteX13" fmla="*/ 769852 w 2587186"/>
                <a:gd name="connsiteY13" fmla="*/ 1389263 h 3213243"/>
                <a:gd name="connsiteX14" fmla="*/ 548871 w 2587186"/>
                <a:gd name="connsiteY14" fmla="*/ 1556903 h 3213243"/>
                <a:gd name="connsiteX15" fmla="*/ 1089891 w 2587186"/>
                <a:gd name="connsiteY15" fmla="*/ 733943 h 3213243"/>
                <a:gd name="connsiteX16" fmla="*/ 877802 w 2587186"/>
                <a:gd name="connsiteY16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2065252 w 2587186"/>
                <a:gd name="connsiteY7" fmla="*/ 360562 h 3213243"/>
                <a:gd name="connsiteX8" fmla="*/ 1545822 w 2587186"/>
                <a:gd name="connsiteY8" fmla="*/ 1575953 h 3213243"/>
                <a:gd name="connsiteX9" fmla="*/ 1074652 w 2587186"/>
                <a:gd name="connsiteY9" fmla="*/ 3172342 h 3213243"/>
                <a:gd name="connsiteX10" fmla="*/ 891772 w 2587186"/>
                <a:gd name="connsiteY10" fmla="*/ 2852303 h 3213243"/>
                <a:gd name="connsiteX11" fmla="*/ 777472 w 2587186"/>
                <a:gd name="connsiteY11" fmla="*/ 2501783 h 3213243"/>
                <a:gd name="connsiteX12" fmla="*/ 16742 w 2587186"/>
                <a:gd name="connsiteY12" fmla="*/ 2208413 h 3213243"/>
                <a:gd name="connsiteX13" fmla="*/ 769852 w 2587186"/>
                <a:gd name="connsiteY13" fmla="*/ 1389263 h 3213243"/>
                <a:gd name="connsiteX14" fmla="*/ 548871 w 2587186"/>
                <a:gd name="connsiteY14" fmla="*/ 1556903 h 3213243"/>
                <a:gd name="connsiteX15" fmla="*/ 1089891 w 2587186"/>
                <a:gd name="connsiteY15" fmla="*/ 733943 h 3213243"/>
                <a:gd name="connsiteX16" fmla="*/ 877802 w 2587186"/>
                <a:gd name="connsiteY16" fmla="*/ 711083 h 3213243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0444" h="3220269">
                  <a:moveTo>
                    <a:pt x="861060" y="711083"/>
                  </a:moveTo>
                  <a:cubicBezTo>
                    <a:pt x="878628" y="469148"/>
                    <a:pt x="1416896" y="337491"/>
                    <a:pt x="1507489" y="360563"/>
                  </a:cubicBezTo>
                  <a:cubicBezTo>
                    <a:pt x="1422822" y="276955"/>
                    <a:pt x="1351278" y="119263"/>
                    <a:pt x="1465578" y="79893"/>
                  </a:cubicBezTo>
                  <a:cubicBezTo>
                    <a:pt x="1630466" y="354213"/>
                    <a:pt x="1823507" y="-20438"/>
                    <a:pt x="1987549" y="55762"/>
                  </a:cubicBezTo>
                  <a:cubicBezTo>
                    <a:pt x="2563071" y="-180458"/>
                    <a:pt x="2702347" y="401838"/>
                    <a:pt x="2449829" y="537093"/>
                  </a:cubicBezTo>
                  <a:cubicBezTo>
                    <a:pt x="2487929" y="501110"/>
                    <a:pt x="2303144" y="261926"/>
                    <a:pt x="2316479" y="295793"/>
                  </a:cubicBezTo>
                  <a:lnTo>
                    <a:pt x="2212340" y="530743"/>
                  </a:lnTo>
                  <a:cubicBezTo>
                    <a:pt x="2142490" y="644196"/>
                    <a:pt x="2263140" y="277589"/>
                    <a:pt x="2048510" y="360562"/>
                  </a:cubicBezTo>
                  <a:lnTo>
                    <a:pt x="1529080" y="1575953"/>
                  </a:lnTo>
                  <a:cubicBezTo>
                    <a:pt x="1351915" y="1908269"/>
                    <a:pt x="1189778" y="2987557"/>
                    <a:pt x="1057910" y="3172342"/>
                  </a:cubicBezTo>
                  <a:cubicBezTo>
                    <a:pt x="926042" y="3357127"/>
                    <a:pt x="772160" y="2955173"/>
                    <a:pt x="875030" y="2852303"/>
                  </a:cubicBezTo>
                  <a:cubicBezTo>
                    <a:pt x="368300" y="3237113"/>
                    <a:pt x="688128" y="2475748"/>
                    <a:pt x="760730" y="2501783"/>
                  </a:cubicBezTo>
                  <a:cubicBezTo>
                    <a:pt x="461433" y="2586873"/>
                    <a:pt x="124037" y="2527183"/>
                    <a:pt x="0" y="2208413"/>
                  </a:cubicBezTo>
                  <a:cubicBezTo>
                    <a:pt x="771102" y="2301758"/>
                    <a:pt x="863812" y="1420378"/>
                    <a:pt x="753110" y="1389263"/>
                  </a:cubicBezTo>
                  <a:cubicBezTo>
                    <a:pt x="642408" y="1358148"/>
                    <a:pt x="472439" y="1711843"/>
                    <a:pt x="532129" y="1556903"/>
                  </a:cubicBezTo>
                  <a:cubicBezTo>
                    <a:pt x="668019" y="769503"/>
                    <a:pt x="1117387" y="766963"/>
                    <a:pt x="1073149" y="733943"/>
                  </a:cubicBezTo>
                  <a:lnTo>
                    <a:pt x="861060" y="711083"/>
                  </a:lnTo>
                  <a:close/>
                </a:path>
              </a:pathLst>
            </a:custGeom>
            <a:solidFill>
              <a:srgbClr val="552F2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A722752-B62C-DF66-8DFC-619BADADA667}"/>
                </a:ext>
              </a:extLst>
            </p:cNvPr>
            <p:cNvGrpSpPr/>
            <p:nvPr/>
          </p:nvGrpSpPr>
          <p:grpSpPr>
            <a:xfrm rot="20630128">
              <a:off x="5355686" y="1245555"/>
              <a:ext cx="1843623" cy="2229425"/>
              <a:chOff x="4632961" y="1940238"/>
              <a:chExt cx="1843623" cy="2229425"/>
            </a:xfrm>
          </p:grpSpPr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C08E2028-871B-9F5D-F683-07CBE126AB6A}"/>
                  </a:ext>
                </a:extLst>
              </p:cNvPr>
              <p:cNvSpPr/>
              <p:nvPr/>
            </p:nvSpPr>
            <p:spPr>
              <a:xfrm>
                <a:off x="4632961" y="1940238"/>
                <a:ext cx="1843623" cy="2229425"/>
              </a:xfrm>
              <a:custGeom>
                <a:avLst/>
                <a:gdLst>
                  <a:gd name="connsiteX0" fmla="*/ 0 w 708660"/>
                  <a:gd name="connsiteY0" fmla="*/ 0 h 495300"/>
                  <a:gd name="connsiteX1" fmla="*/ 708660 w 708660"/>
                  <a:gd name="connsiteY1" fmla="*/ 0 h 495300"/>
                  <a:gd name="connsiteX2" fmla="*/ 708660 w 708660"/>
                  <a:gd name="connsiteY2" fmla="*/ 495300 h 495300"/>
                  <a:gd name="connsiteX3" fmla="*/ 0 w 708660"/>
                  <a:gd name="connsiteY3" fmla="*/ 495300 h 495300"/>
                  <a:gd name="connsiteX4" fmla="*/ 0 w 708660"/>
                  <a:gd name="connsiteY4" fmla="*/ 0 h 495300"/>
                  <a:gd name="connsiteX0" fmla="*/ 0 w 861060"/>
                  <a:gd name="connsiteY0" fmla="*/ 0 h 495300"/>
                  <a:gd name="connsiteX1" fmla="*/ 708660 w 861060"/>
                  <a:gd name="connsiteY1" fmla="*/ 0 h 495300"/>
                  <a:gd name="connsiteX2" fmla="*/ 861060 w 861060"/>
                  <a:gd name="connsiteY2" fmla="*/ 449580 h 495300"/>
                  <a:gd name="connsiteX3" fmla="*/ 0 w 861060"/>
                  <a:gd name="connsiteY3" fmla="*/ 495300 h 495300"/>
                  <a:gd name="connsiteX4" fmla="*/ 0 w 861060"/>
                  <a:gd name="connsiteY4" fmla="*/ 0 h 495300"/>
                  <a:gd name="connsiteX0" fmla="*/ 0 w 1005840"/>
                  <a:gd name="connsiteY0" fmla="*/ 281940 h 777240"/>
                  <a:gd name="connsiteX1" fmla="*/ 1005840 w 1005840"/>
                  <a:gd name="connsiteY1" fmla="*/ 0 h 777240"/>
                  <a:gd name="connsiteX2" fmla="*/ 861060 w 1005840"/>
                  <a:gd name="connsiteY2" fmla="*/ 731520 h 777240"/>
                  <a:gd name="connsiteX3" fmla="*/ 0 w 1005840"/>
                  <a:gd name="connsiteY3" fmla="*/ 777240 h 777240"/>
                  <a:gd name="connsiteX4" fmla="*/ 0 w 1005840"/>
                  <a:gd name="connsiteY4" fmla="*/ 281940 h 777240"/>
                  <a:gd name="connsiteX0" fmla="*/ 0 w 1014011"/>
                  <a:gd name="connsiteY0" fmla="*/ 281940 h 777240"/>
                  <a:gd name="connsiteX1" fmla="*/ 1005840 w 1014011"/>
                  <a:gd name="connsiteY1" fmla="*/ 0 h 777240"/>
                  <a:gd name="connsiteX2" fmla="*/ 861060 w 1014011"/>
                  <a:gd name="connsiteY2" fmla="*/ 731520 h 777240"/>
                  <a:gd name="connsiteX3" fmla="*/ 0 w 1014011"/>
                  <a:gd name="connsiteY3" fmla="*/ 777240 h 777240"/>
                  <a:gd name="connsiteX4" fmla="*/ 0 w 1014011"/>
                  <a:gd name="connsiteY4" fmla="*/ 281940 h 777240"/>
                  <a:gd name="connsiteX0" fmla="*/ 0 w 1023265"/>
                  <a:gd name="connsiteY0" fmla="*/ 281940 h 777240"/>
                  <a:gd name="connsiteX1" fmla="*/ 1005840 w 1023265"/>
                  <a:gd name="connsiteY1" fmla="*/ 0 h 777240"/>
                  <a:gd name="connsiteX2" fmla="*/ 861060 w 1023265"/>
                  <a:gd name="connsiteY2" fmla="*/ 731520 h 777240"/>
                  <a:gd name="connsiteX3" fmla="*/ 0 w 1023265"/>
                  <a:gd name="connsiteY3" fmla="*/ 777240 h 777240"/>
                  <a:gd name="connsiteX4" fmla="*/ 0 w 1023265"/>
                  <a:gd name="connsiteY4" fmla="*/ 281940 h 777240"/>
                  <a:gd name="connsiteX0" fmla="*/ 0 w 1036931"/>
                  <a:gd name="connsiteY0" fmla="*/ 281940 h 777240"/>
                  <a:gd name="connsiteX1" fmla="*/ 1005840 w 1036931"/>
                  <a:gd name="connsiteY1" fmla="*/ 0 h 777240"/>
                  <a:gd name="connsiteX2" fmla="*/ 914400 w 1036931"/>
                  <a:gd name="connsiteY2" fmla="*/ 731520 h 777240"/>
                  <a:gd name="connsiteX3" fmla="*/ 0 w 1036931"/>
                  <a:gd name="connsiteY3" fmla="*/ 777240 h 777240"/>
                  <a:gd name="connsiteX4" fmla="*/ 0 w 1036931"/>
                  <a:gd name="connsiteY4" fmla="*/ 281940 h 777240"/>
                  <a:gd name="connsiteX0" fmla="*/ 0 w 1023084"/>
                  <a:gd name="connsiteY0" fmla="*/ 281940 h 777240"/>
                  <a:gd name="connsiteX1" fmla="*/ 1005840 w 1023084"/>
                  <a:gd name="connsiteY1" fmla="*/ 0 h 777240"/>
                  <a:gd name="connsiteX2" fmla="*/ 914400 w 1023084"/>
                  <a:gd name="connsiteY2" fmla="*/ 731520 h 777240"/>
                  <a:gd name="connsiteX3" fmla="*/ 0 w 1023084"/>
                  <a:gd name="connsiteY3" fmla="*/ 777240 h 777240"/>
                  <a:gd name="connsiteX4" fmla="*/ 0 w 1023084"/>
                  <a:gd name="connsiteY4" fmla="*/ 281940 h 777240"/>
                  <a:gd name="connsiteX0" fmla="*/ 0 w 985333"/>
                  <a:gd name="connsiteY0" fmla="*/ 281940 h 777240"/>
                  <a:gd name="connsiteX1" fmla="*/ 952500 w 985333"/>
                  <a:gd name="connsiteY1" fmla="*/ 0 h 777240"/>
                  <a:gd name="connsiteX2" fmla="*/ 914400 w 985333"/>
                  <a:gd name="connsiteY2" fmla="*/ 731520 h 777240"/>
                  <a:gd name="connsiteX3" fmla="*/ 0 w 985333"/>
                  <a:gd name="connsiteY3" fmla="*/ 777240 h 777240"/>
                  <a:gd name="connsiteX4" fmla="*/ 0 w 985333"/>
                  <a:gd name="connsiteY4" fmla="*/ 281940 h 777240"/>
                  <a:gd name="connsiteX0" fmla="*/ 0 w 1613884"/>
                  <a:gd name="connsiteY0" fmla="*/ 281940 h 1204293"/>
                  <a:gd name="connsiteX1" fmla="*/ 952500 w 1613884"/>
                  <a:gd name="connsiteY1" fmla="*/ 0 h 1204293"/>
                  <a:gd name="connsiteX2" fmla="*/ 914400 w 1613884"/>
                  <a:gd name="connsiteY2" fmla="*/ 731520 h 1204293"/>
                  <a:gd name="connsiteX3" fmla="*/ 1607821 w 1613884"/>
                  <a:gd name="connsiteY3" fmla="*/ 1204293 h 1204293"/>
                  <a:gd name="connsiteX4" fmla="*/ 0 w 1613884"/>
                  <a:gd name="connsiteY4" fmla="*/ 777240 h 1204293"/>
                  <a:gd name="connsiteX5" fmla="*/ 0 w 1613884"/>
                  <a:gd name="connsiteY5" fmla="*/ 281940 h 1204293"/>
                  <a:gd name="connsiteX0" fmla="*/ 0 w 1659317"/>
                  <a:gd name="connsiteY0" fmla="*/ 281940 h 1768173"/>
                  <a:gd name="connsiteX1" fmla="*/ 952500 w 1659317"/>
                  <a:gd name="connsiteY1" fmla="*/ 0 h 1768173"/>
                  <a:gd name="connsiteX2" fmla="*/ 914400 w 1659317"/>
                  <a:gd name="connsiteY2" fmla="*/ 731520 h 1768173"/>
                  <a:gd name="connsiteX3" fmla="*/ 1653541 w 1659317"/>
                  <a:gd name="connsiteY3" fmla="*/ 1768173 h 1768173"/>
                  <a:gd name="connsiteX4" fmla="*/ 0 w 1659317"/>
                  <a:gd name="connsiteY4" fmla="*/ 777240 h 1768173"/>
                  <a:gd name="connsiteX5" fmla="*/ 0 w 1659317"/>
                  <a:gd name="connsiteY5" fmla="*/ 281940 h 1768173"/>
                  <a:gd name="connsiteX0" fmla="*/ 0 w 1859220"/>
                  <a:gd name="connsiteY0" fmla="*/ 281940 h 1768173"/>
                  <a:gd name="connsiteX1" fmla="*/ 952500 w 1859220"/>
                  <a:gd name="connsiteY1" fmla="*/ 0 h 1768173"/>
                  <a:gd name="connsiteX2" fmla="*/ 914400 w 1859220"/>
                  <a:gd name="connsiteY2" fmla="*/ 731520 h 1768173"/>
                  <a:gd name="connsiteX3" fmla="*/ 1653541 w 1859220"/>
                  <a:gd name="connsiteY3" fmla="*/ 1768173 h 1768173"/>
                  <a:gd name="connsiteX4" fmla="*/ 0 w 1859220"/>
                  <a:gd name="connsiteY4" fmla="*/ 777240 h 1768173"/>
                  <a:gd name="connsiteX5" fmla="*/ 0 w 1859220"/>
                  <a:gd name="connsiteY5" fmla="*/ 281940 h 1768173"/>
                  <a:gd name="connsiteX0" fmla="*/ 0 w 1872815"/>
                  <a:gd name="connsiteY0" fmla="*/ 281940 h 1768582"/>
                  <a:gd name="connsiteX1" fmla="*/ 952500 w 1872815"/>
                  <a:gd name="connsiteY1" fmla="*/ 0 h 1768582"/>
                  <a:gd name="connsiteX2" fmla="*/ 914400 w 1872815"/>
                  <a:gd name="connsiteY2" fmla="*/ 731520 h 1768582"/>
                  <a:gd name="connsiteX3" fmla="*/ 1775459 w 1872815"/>
                  <a:gd name="connsiteY3" fmla="*/ 869013 h 1768582"/>
                  <a:gd name="connsiteX4" fmla="*/ 1653541 w 1872815"/>
                  <a:gd name="connsiteY4" fmla="*/ 1768173 h 1768582"/>
                  <a:gd name="connsiteX5" fmla="*/ 0 w 1872815"/>
                  <a:gd name="connsiteY5" fmla="*/ 777240 h 1768582"/>
                  <a:gd name="connsiteX6" fmla="*/ 0 w 1872815"/>
                  <a:gd name="connsiteY6" fmla="*/ 281940 h 1768582"/>
                  <a:gd name="connsiteX0" fmla="*/ 0 w 1816832"/>
                  <a:gd name="connsiteY0" fmla="*/ 281940 h 1768173"/>
                  <a:gd name="connsiteX1" fmla="*/ 952500 w 1816832"/>
                  <a:gd name="connsiteY1" fmla="*/ 0 h 1768173"/>
                  <a:gd name="connsiteX2" fmla="*/ 914400 w 1816832"/>
                  <a:gd name="connsiteY2" fmla="*/ 731520 h 1768173"/>
                  <a:gd name="connsiteX3" fmla="*/ 1775459 w 1816832"/>
                  <a:gd name="connsiteY3" fmla="*/ 869013 h 1768173"/>
                  <a:gd name="connsiteX4" fmla="*/ 1653541 w 1816832"/>
                  <a:gd name="connsiteY4" fmla="*/ 1768173 h 1768173"/>
                  <a:gd name="connsiteX5" fmla="*/ 0 w 1816832"/>
                  <a:gd name="connsiteY5" fmla="*/ 777240 h 1768173"/>
                  <a:gd name="connsiteX6" fmla="*/ 0 w 1816832"/>
                  <a:gd name="connsiteY6" fmla="*/ 281940 h 1768173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0 w 1820407"/>
                  <a:gd name="connsiteY6" fmla="*/ 777240 h 2247070"/>
                  <a:gd name="connsiteX7" fmla="*/ 0 w 1820407"/>
                  <a:gd name="connsiteY7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0 w 1820407"/>
                  <a:gd name="connsiteY7" fmla="*/ 777240 h 2249017"/>
                  <a:gd name="connsiteX8" fmla="*/ 0 w 1820407"/>
                  <a:gd name="connsiteY8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417319 w 1820407"/>
                  <a:gd name="connsiteY7" fmla="*/ 1158572 h 2249017"/>
                  <a:gd name="connsiteX8" fmla="*/ 0 w 1820407"/>
                  <a:gd name="connsiteY8" fmla="*/ 777240 h 2249017"/>
                  <a:gd name="connsiteX9" fmla="*/ 0 w 1820407"/>
                  <a:gd name="connsiteY9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312419 w 1820407"/>
                  <a:gd name="connsiteY9" fmla="*/ 1402412 h 2249017"/>
                  <a:gd name="connsiteX10" fmla="*/ 0 w 1820407"/>
                  <a:gd name="connsiteY10" fmla="*/ 777240 h 2249017"/>
                  <a:gd name="connsiteX11" fmla="*/ 0 w 182040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944880 w 1850887"/>
                  <a:gd name="connsiteY2" fmla="*/ 711190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51304 w 1850887"/>
                  <a:gd name="connsiteY2" fmla="*/ 69474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51304 w 1850887"/>
                  <a:gd name="connsiteY2" fmla="*/ 69474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37162 w 1850887"/>
                  <a:gd name="connsiteY2" fmla="*/ 743540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04457 w 1850887"/>
                  <a:gd name="connsiteY2" fmla="*/ 62827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04457 w 1850887"/>
                  <a:gd name="connsiteY2" fmla="*/ 62827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61987"/>
                  <a:gd name="connsiteY0" fmla="*/ 261610 h 2229425"/>
                  <a:gd name="connsiteX1" fmla="*/ 368842 w 1861987"/>
                  <a:gd name="connsiteY1" fmla="*/ 0 h 2229425"/>
                  <a:gd name="connsiteX2" fmla="*/ 704457 w 1861987"/>
                  <a:gd name="connsiteY2" fmla="*/ 628279 h 2229425"/>
                  <a:gd name="connsiteX3" fmla="*/ 1805939 w 1861987"/>
                  <a:gd name="connsiteY3" fmla="*/ 848683 h 2229425"/>
                  <a:gd name="connsiteX4" fmla="*/ 1737939 w 1861987"/>
                  <a:gd name="connsiteY4" fmla="*/ 1789917 h 2229425"/>
                  <a:gd name="connsiteX5" fmla="*/ 1127759 w 1861987"/>
                  <a:gd name="connsiteY5" fmla="*/ 2220283 h 2229425"/>
                  <a:gd name="connsiteX6" fmla="*/ 1272539 w 1861987"/>
                  <a:gd name="connsiteY6" fmla="*/ 1702122 h 2229425"/>
                  <a:gd name="connsiteX7" fmla="*/ 1249679 w 1861987"/>
                  <a:gd name="connsiteY7" fmla="*/ 1580202 h 2229425"/>
                  <a:gd name="connsiteX8" fmla="*/ 1447799 w 1861987"/>
                  <a:gd name="connsiteY8" fmla="*/ 1138242 h 2229425"/>
                  <a:gd name="connsiteX9" fmla="*/ 342899 w 1861987"/>
                  <a:gd name="connsiteY9" fmla="*/ 1382082 h 2229425"/>
                  <a:gd name="connsiteX10" fmla="*/ 0 w 1861987"/>
                  <a:gd name="connsiteY10" fmla="*/ 703570 h 2229425"/>
                  <a:gd name="connsiteX11" fmla="*/ 30480 w 1861987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249679 w 1843623"/>
                  <a:gd name="connsiteY7" fmla="*/ 1580202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3623" h="2229425">
                    <a:moveTo>
                      <a:pt x="30480" y="261610"/>
                    </a:moveTo>
                    <a:lnTo>
                      <a:pt x="368842" y="0"/>
                    </a:lnTo>
                    <a:cubicBezTo>
                      <a:pt x="412022" y="396240"/>
                      <a:pt x="798437" y="506359"/>
                      <a:pt x="704457" y="628279"/>
                    </a:cubicBezTo>
                    <a:cubicBezTo>
                      <a:pt x="1003372" y="904417"/>
                      <a:pt x="1624058" y="513446"/>
                      <a:pt x="1805939" y="848683"/>
                    </a:cubicBezTo>
                    <a:cubicBezTo>
                      <a:pt x="1929129" y="1021458"/>
                      <a:pt x="1708298" y="1344084"/>
                      <a:pt x="1737939" y="1789917"/>
                    </a:cubicBezTo>
                    <a:cubicBezTo>
                      <a:pt x="1692218" y="1873737"/>
                      <a:pt x="1257300" y="2296483"/>
                      <a:pt x="1127759" y="2220283"/>
                    </a:cubicBezTo>
                    <a:cubicBezTo>
                      <a:pt x="1038859" y="2093283"/>
                      <a:pt x="896619" y="1707202"/>
                      <a:pt x="1272539" y="1702122"/>
                    </a:cubicBezTo>
                    <a:cubicBezTo>
                      <a:pt x="1439362" y="1712494"/>
                      <a:pt x="1353983" y="1658338"/>
                      <a:pt x="1383193" y="1564358"/>
                    </a:cubicBezTo>
                    <a:cubicBezTo>
                      <a:pt x="1526703" y="1516098"/>
                      <a:pt x="1475739" y="1288157"/>
                      <a:pt x="1447799" y="1138242"/>
                    </a:cubicBezTo>
                    <a:cubicBezTo>
                      <a:pt x="745485" y="1727213"/>
                      <a:pt x="698499" y="1476062"/>
                      <a:pt x="342899" y="1382082"/>
                    </a:cubicBezTo>
                    <a:cubicBezTo>
                      <a:pt x="185419" y="1305771"/>
                      <a:pt x="5080" y="924661"/>
                      <a:pt x="0" y="703570"/>
                    </a:cubicBezTo>
                    <a:lnTo>
                      <a:pt x="30480" y="261610"/>
                    </a:lnTo>
                    <a:close/>
                  </a:path>
                </a:pathLst>
              </a:custGeom>
              <a:solidFill>
                <a:srgbClr val="B1734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FFB5FA6-6F70-46E4-8B96-9E97BC19BFB4}"/>
                  </a:ext>
                </a:extLst>
              </p:cNvPr>
              <p:cNvSpPr/>
              <p:nvPr/>
            </p:nvSpPr>
            <p:spPr>
              <a:xfrm rot="20333405">
                <a:off x="5660109" y="3676696"/>
                <a:ext cx="236213" cy="483874"/>
              </a:xfrm>
              <a:custGeom>
                <a:avLst/>
                <a:gdLst>
                  <a:gd name="connsiteX0" fmla="*/ 225367 w 236213"/>
                  <a:gd name="connsiteY0" fmla="*/ 747 h 483874"/>
                  <a:gd name="connsiteX1" fmla="*/ 227374 w 236213"/>
                  <a:gd name="connsiteY1" fmla="*/ 93440 h 483874"/>
                  <a:gd name="connsiteX2" fmla="*/ 234942 w 236213"/>
                  <a:gd name="connsiteY2" fmla="*/ 442988 h 483874"/>
                  <a:gd name="connsiteX3" fmla="*/ 236213 w 236213"/>
                  <a:gd name="connsiteY3" fmla="*/ 453699 h 483874"/>
                  <a:gd name="connsiteX4" fmla="*/ 151912 w 236213"/>
                  <a:gd name="connsiteY4" fmla="*/ 477290 h 483874"/>
                  <a:gd name="connsiteX5" fmla="*/ 15080 w 236213"/>
                  <a:gd name="connsiteY5" fmla="*/ 456499 h 483874"/>
                  <a:gd name="connsiteX6" fmla="*/ 220205 w 236213"/>
                  <a:gd name="connsiteY6" fmla="*/ 101 h 483874"/>
                  <a:gd name="connsiteX7" fmla="*/ 225367 w 236213"/>
                  <a:gd name="connsiteY7" fmla="*/ 747 h 48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13" h="483874">
                    <a:moveTo>
                      <a:pt x="225367" y="747"/>
                    </a:moveTo>
                    <a:lnTo>
                      <a:pt x="227374" y="93440"/>
                    </a:lnTo>
                    <a:cubicBezTo>
                      <a:pt x="228150" y="209521"/>
                      <a:pt x="225434" y="324732"/>
                      <a:pt x="234942" y="442988"/>
                    </a:cubicBezTo>
                    <a:lnTo>
                      <a:pt x="236213" y="453699"/>
                    </a:lnTo>
                    <a:lnTo>
                      <a:pt x="151912" y="477290"/>
                    </a:lnTo>
                    <a:cubicBezTo>
                      <a:pt x="88622" y="489486"/>
                      <a:pt x="38431" y="485934"/>
                      <a:pt x="15080" y="456499"/>
                    </a:cubicBezTo>
                    <a:cubicBezTo>
                      <a:pt x="-17465" y="324816"/>
                      <a:pt x="-16666" y="-6623"/>
                      <a:pt x="220205" y="101"/>
                    </a:cubicBezTo>
                    <a:lnTo>
                      <a:pt x="225367" y="747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BFF3750-592D-8B77-05F5-2DE53BAC2E41}"/>
                </a:ext>
              </a:extLst>
            </p:cNvPr>
            <p:cNvGrpSpPr/>
            <p:nvPr/>
          </p:nvGrpSpPr>
          <p:grpSpPr>
            <a:xfrm>
              <a:off x="3631827" y="4299495"/>
              <a:ext cx="1701448" cy="3463413"/>
              <a:chOff x="4505618" y="4091071"/>
              <a:chExt cx="1701448" cy="346341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E99D193-C14D-C6FC-1F66-B7D9BCEB63F7}"/>
                  </a:ext>
                </a:extLst>
              </p:cNvPr>
              <p:cNvSpPr/>
              <p:nvPr/>
            </p:nvSpPr>
            <p:spPr>
              <a:xfrm rot="20170652">
                <a:off x="5486070" y="7211244"/>
                <a:ext cx="510042" cy="343240"/>
              </a:xfrm>
              <a:custGeom>
                <a:avLst/>
                <a:gdLst>
                  <a:gd name="connsiteX0" fmla="*/ 510042 w 510042"/>
                  <a:gd name="connsiteY0" fmla="*/ 170876 h 343240"/>
                  <a:gd name="connsiteX1" fmla="*/ 495637 w 510042"/>
                  <a:gd name="connsiteY1" fmla="*/ 249181 h 343240"/>
                  <a:gd name="connsiteX2" fmla="*/ 459686 w 510042"/>
                  <a:gd name="connsiteY2" fmla="*/ 333898 h 343240"/>
                  <a:gd name="connsiteX3" fmla="*/ 19322 w 510042"/>
                  <a:gd name="connsiteY3" fmla="*/ 142019 h 343240"/>
                  <a:gd name="connsiteX4" fmla="*/ 31651 w 510042"/>
                  <a:gd name="connsiteY4" fmla="*/ 19970 h 343240"/>
                  <a:gd name="connsiteX5" fmla="*/ 43181 w 510042"/>
                  <a:gd name="connsiteY5" fmla="*/ 0 h 343240"/>
                  <a:gd name="connsiteX6" fmla="*/ 44581 w 510042"/>
                  <a:gd name="connsiteY6" fmla="*/ 530 h 343240"/>
                  <a:gd name="connsiteX7" fmla="*/ 466873 w 510042"/>
                  <a:gd name="connsiteY7" fmla="*/ 160388 h 343240"/>
                  <a:gd name="connsiteX8" fmla="*/ 510042 w 510042"/>
                  <a:gd name="connsiteY8" fmla="*/ 170876 h 343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0042" h="343240">
                    <a:moveTo>
                      <a:pt x="510042" y="170876"/>
                    </a:moveTo>
                    <a:lnTo>
                      <a:pt x="495637" y="249181"/>
                    </a:lnTo>
                    <a:cubicBezTo>
                      <a:pt x="487332" y="276719"/>
                      <a:pt x="475514" y="304903"/>
                      <a:pt x="459686" y="333898"/>
                    </a:cubicBezTo>
                    <a:cubicBezTo>
                      <a:pt x="289082" y="386597"/>
                      <a:pt x="91499" y="201836"/>
                      <a:pt x="19322" y="142019"/>
                    </a:cubicBezTo>
                    <a:cubicBezTo>
                      <a:pt x="-16766" y="112111"/>
                      <a:pt x="3749" y="67327"/>
                      <a:pt x="31651" y="19970"/>
                    </a:cubicBezTo>
                    <a:lnTo>
                      <a:pt x="43181" y="0"/>
                    </a:lnTo>
                    <a:lnTo>
                      <a:pt x="44581" y="530"/>
                    </a:lnTo>
                    <a:cubicBezTo>
                      <a:pt x="175086" y="52670"/>
                      <a:pt x="202997" y="93347"/>
                      <a:pt x="466873" y="160388"/>
                    </a:cubicBezTo>
                    <a:lnTo>
                      <a:pt x="510042" y="170876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91C97A5-2237-FFD0-C836-E6DC4EBD29B4}"/>
                  </a:ext>
                </a:extLst>
              </p:cNvPr>
              <p:cNvSpPr/>
              <p:nvPr/>
            </p:nvSpPr>
            <p:spPr>
              <a:xfrm rot="20170652">
                <a:off x="4505618" y="4091071"/>
                <a:ext cx="1701448" cy="3306865"/>
              </a:xfrm>
              <a:custGeom>
                <a:avLst/>
                <a:gdLst>
                  <a:gd name="connsiteX0" fmla="*/ 1568755 w 1701448"/>
                  <a:gd name="connsiteY0" fmla="*/ 27442 h 3306865"/>
                  <a:gd name="connsiteX1" fmla="*/ 1683587 w 1701448"/>
                  <a:gd name="connsiteY1" fmla="*/ 138876 h 3306865"/>
                  <a:gd name="connsiteX2" fmla="*/ 464867 w 1701448"/>
                  <a:gd name="connsiteY2" fmla="*/ 2018080 h 3306865"/>
                  <a:gd name="connsiteX3" fmla="*/ 796440 w 1701448"/>
                  <a:gd name="connsiteY3" fmla="*/ 3304325 h 3306865"/>
                  <a:gd name="connsiteX4" fmla="*/ 795973 w 1701448"/>
                  <a:gd name="connsiteY4" fmla="*/ 3306865 h 3306865"/>
                  <a:gd name="connsiteX5" fmla="*/ 752804 w 1701448"/>
                  <a:gd name="connsiteY5" fmla="*/ 3296377 h 3306865"/>
                  <a:gd name="connsiteX6" fmla="*/ 330512 w 1701448"/>
                  <a:gd name="connsiteY6" fmla="*/ 3136519 h 3306865"/>
                  <a:gd name="connsiteX7" fmla="*/ 329112 w 1701448"/>
                  <a:gd name="connsiteY7" fmla="*/ 3135989 h 3306865"/>
                  <a:gd name="connsiteX8" fmla="*/ 358821 w 1701448"/>
                  <a:gd name="connsiteY8" fmla="*/ 3084531 h 3306865"/>
                  <a:gd name="connsiteX9" fmla="*/ 374226 w 1701448"/>
                  <a:gd name="connsiteY9" fmla="*/ 3018471 h 3306865"/>
                  <a:gd name="connsiteX10" fmla="*/ 165429 w 1701448"/>
                  <a:gd name="connsiteY10" fmla="*/ 2851851 h 3306865"/>
                  <a:gd name="connsiteX11" fmla="*/ 1010 w 1701448"/>
                  <a:gd name="connsiteY11" fmla="*/ 1764638 h 3306865"/>
                  <a:gd name="connsiteX12" fmla="*/ 293673 w 1701448"/>
                  <a:gd name="connsiteY12" fmla="*/ 321067 h 3306865"/>
                  <a:gd name="connsiteX13" fmla="*/ 1568755 w 1701448"/>
                  <a:gd name="connsiteY13" fmla="*/ 27442 h 3306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01448" h="3306865">
                    <a:moveTo>
                      <a:pt x="1568755" y="27442"/>
                    </a:moveTo>
                    <a:cubicBezTo>
                      <a:pt x="1635889" y="49579"/>
                      <a:pt x="1678237" y="85845"/>
                      <a:pt x="1683587" y="138876"/>
                    </a:cubicBezTo>
                    <a:cubicBezTo>
                      <a:pt x="1881139" y="1044003"/>
                      <a:pt x="372792" y="1922830"/>
                      <a:pt x="464867" y="2018080"/>
                    </a:cubicBezTo>
                    <a:cubicBezTo>
                      <a:pt x="255261" y="2658468"/>
                      <a:pt x="821314" y="2934523"/>
                      <a:pt x="796440" y="3304325"/>
                    </a:cubicBezTo>
                    <a:lnTo>
                      <a:pt x="795973" y="3306865"/>
                    </a:lnTo>
                    <a:lnTo>
                      <a:pt x="752804" y="3296377"/>
                    </a:lnTo>
                    <a:cubicBezTo>
                      <a:pt x="488928" y="3229336"/>
                      <a:pt x="461017" y="3188659"/>
                      <a:pt x="330512" y="3136519"/>
                    </a:cubicBezTo>
                    <a:lnTo>
                      <a:pt x="329112" y="3135989"/>
                    </a:lnTo>
                    <a:lnTo>
                      <a:pt x="358821" y="3084531"/>
                    </a:lnTo>
                    <a:cubicBezTo>
                      <a:pt x="370313" y="3061104"/>
                      <a:pt x="377498" y="3038572"/>
                      <a:pt x="374226" y="3018471"/>
                    </a:cubicBezTo>
                    <a:cubicBezTo>
                      <a:pt x="271096" y="2922170"/>
                      <a:pt x="209466" y="2948680"/>
                      <a:pt x="165429" y="2851851"/>
                    </a:cubicBezTo>
                    <a:cubicBezTo>
                      <a:pt x="306682" y="2394315"/>
                      <a:pt x="-20382" y="2178618"/>
                      <a:pt x="1010" y="1764638"/>
                    </a:cubicBezTo>
                    <a:cubicBezTo>
                      <a:pt x="22403" y="1350659"/>
                      <a:pt x="804152" y="1249037"/>
                      <a:pt x="293673" y="321067"/>
                    </a:cubicBezTo>
                    <a:cubicBezTo>
                      <a:pt x="521523" y="100911"/>
                      <a:pt x="1277842" y="-68482"/>
                      <a:pt x="1568755" y="27442"/>
                    </a:cubicBezTo>
                    <a:close/>
                  </a:path>
                </a:pathLst>
              </a:custGeom>
              <a:solidFill>
                <a:srgbClr val="B1734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02980D9-F25A-CCB9-A77E-EF4362DEA840}"/>
                </a:ext>
              </a:extLst>
            </p:cNvPr>
            <p:cNvGrpSpPr/>
            <p:nvPr/>
          </p:nvGrpSpPr>
          <p:grpSpPr>
            <a:xfrm>
              <a:off x="2199007" y="-1052497"/>
              <a:ext cx="3971536" cy="9125907"/>
              <a:chOff x="6242281" y="-1522960"/>
              <a:chExt cx="3971536" cy="9125907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D6F7A69-0B08-F57F-7392-4AC855D1C209}"/>
                  </a:ext>
                </a:extLst>
              </p:cNvPr>
              <p:cNvSpPr/>
              <p:nvPr/>
            </p:nvSpPr>
            <p:spPr>
              <a:xfrm>
                <a:off x="6330976" y="7331285"/>
                <a:ext cx="538619" cy="271662"/>
              </a:xfrm>
              <a:custGeom>
                <a:avLst/>
                <a:gdLst>
                  <a:gd name="connsiteX0" fmla="*/ 496410 w 538619"/>
                  <a:gd name="connsiteY0" fmla="*/ 0 h 271662"/>
                  <a:gd name="connsiteX1" fmla="*/ 513546 w 538619"/>
                  <a:gd name="connsiteY1" fmla="*/ 63835 h 271662"/>
                  <a:gd name="connsiteX2" fmla="*/ 523666 w 538619"/>
                  <a:gd name="connsiteY2" fmla="*/ 175455 h 271662"/>
                  <a:gd name="connsiteX3" fmla="*/ 21586 w 538619"/>
                  <a:gd name="connsiteY3" fmla="*/ 20131 h 271662"/>
                  <a:gd name="connsiteX4" fmla="*/ 25019 w 538619"/>
                  <a:gd name="connsiteY4" fmla="*/ 11792 h 271662"/>
                  <a:gd name="connsiteX5" fmla="*/ 115033 w 538619"/>
                  <a:gd name="connsiteY5" fmla="*/ 20997 h 271662"/>
                  <a:gd name="connsiteX6" fmla="*/ 309831 w 538619"/>
                  <a:gd name="connsiteY6" fmla="*/ 17425 h 271662"/>
                  <a:gd name="connsiteX7" fmla="*/ 496410 w 538619"/>
                  <a:gd name="connsiteY7" fmla="*/ 0 h 271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8619" h="271662">
                    <a:moveTo>
                      <a:pt x="496410" y="0"/>
                    </a:moveTo>
                    <a:lnTo>
                      <a:pt x="513546" y="63835"/>
                    </a:lnTo>
                    <a:cubicBezTo>
                      <a:pt x="534779" y="131204"/>
                      <a:pt x="552241" y="181012"/>
                      <a:pt x="523666" y="175455"/>
                    </a:cubicBezTo>
                    <a:cubicBezTo>
                      <a:pt x="527834" y="182400"/>
                      <a:pt x="-125546" y="468287"/>
                      <a:pt x="21586" y="20131"/>
                    </a:cubicBezTo>
                    <a:lnTo>
                      <a:pt x="25019" y="11792"/>
                    </a:lnTo>
                    <a:lnTo>
                      <a:pt x="115033" y="20997"/>
                    </a:lnTo>
                    <a:cubicBezTo>
                      <a:pt x="181157" y="24569"/>
                      <a:pt x="245792" y="22188"/>
                      <a:pt x="309831" y="17425"/>
                    </a:cubicBezTo>
                    <a:lnTo>
                      <a:pt x="496410" y="0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AB1E2DC-5858-0E40-CC0A-5CF1DF9C2FEC}"/>
                  </a:ext>
                </a:extLst>
              </p:cNvPr>
              <p:cNvSpPr/>
              <p:nvPr/>
            </p:nvSpPr>
            <p:spPr>
              <a:xfrm>
                <a:off x="6242281" y="-1522960"/>
                <a:ext cx="3971536" cy="8876960"/>
              </a:xfrm>
              <a:custGeom>
                <a:avLst/>
                <a:gdLst>
                  <a:gd name="connsiteX0" fmla="*/ 3187765 w 3971536"/>
                  <a:gd name="connsiteY0" fmla="*/ 0 h 8876960"/>
                  <a:gd name="connsiteX1" fmla="*/ 3340165 w 3971536"/>
                  <a:gd name="connsiteY1" fmla="*/ 2286000 h 8876960"/>
                  <a:gd name="connsiteX2" fmla="*/ 1488661 w 3971536"/>
                  <a:gd name="connsiteY2" fmla="*/ 5791200 h 8876960"/>
                  <a:gd name="connsiteX3" fmla="*/ 942561 w 3971536"/>
                  <a:gd name="connsiteY3" fmla="*/ 7467600 h 8876960"/>
                  <a:gd name="connsiteX4" fmla="*/ 707611 w 3971536"/>
                  <a:gd name="connsiteY4" fmla="*/ 8229600 h 8876960"/>
                  <a:gd name="connsiteX5" fmla="*/ 569498 w 3971536"/>
                  <a:gd name="connsiteY5" fmla="*/ 8701089 h 8876960"/>
                  <a:gd name="connsiteX6" fmla="*/ 572846 w 3971536"/>
                  <a:gd name="connsiteY6" fmla="*/ 8808580 h 8876960"/>
                  <a:gd name="connsiteX7" fmla="*/ 585104 w 3971536"/>
                  <a:gd name="connsiteY7" fmla="*/ 8854244 h 8876960"/>
                  <a:gd name="connsiteX8" fmla="*/ 398525 w 3971536"/>
                  <a:gd name="connsiteY8" fmla="*/ 8871669 h 8876960"/>
                  <a:gd name="connsiteX9" fmla="*/ 203727 w 3971536"/>
                  <a:gd name="connsiteY9" fmla="*/ 8875241 h 8876960"/>
                  <a:gd name="connsiteX10" fmla="*/ 113713 w 3971536"/>
                  <a:gd name="connsiteY10" fmla="*/ 8866036 h 8876960"/>
                  <a:gd name="connsiteX11" fmla="*/ 154592 w 3971536"/>
                  <a:gd name="connsiteY11" fmla="*/ 8766737 h 8876960"/>
                  <a:gd name="connsiteX12" fmla="*/ 226598 w 3971536"/>
                  <a:gd name="connsiteY12" fmla="*/ 8634413 h 8876960"/>
                  <a:gd name="connsiteX13" fmla="*/ 393285 w 3971536"/>
                  <a:gd name="connsiteY13" fmla="*/ 7872412 h 8876960"/>
                  <a:gd name="connsiteX14" fmla="*/ 440909 w 3971536"/>
                  <a:gd name="connsiteY14" fmla="*/ 7181850 h 8876960"/>
                  <a:gd name="connsiteX15" fmla="*/ 2098259 w 3971536"/>
                  <a:gd name="connsiteY15" fmla="*/ 2609850 h 8876960"/>
                  <a:gd name="connsiteX16" fmla="*/ 3187765 w 3971536"/>
                  <a:gd name="connsiteY16" fmla="*/ 0 h 887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71536" h="8876960">
                    <a:moveTo>
                      <a:pt x="3187765" y="0"/>
                    </a:moveTo>
                    <a:cubicBezTo>
                      <a:pt x="3029015" y="2514600"/>
                      <a:pt x="3194115" y="2114550"/>
                      <a:pt x="3340165" y="2286000"/>
                    </a:cubicBezTo>
                    <a:cubicBezTo>
                      <a:pt x="5292181" y="4171950"/>
                      <a:pt x="2156020" y="5461000"/>
                      <a:pt x="1488661" y="5791200"/>
                    </a:cubicBezTo>
                    <a:cubicBezTo>
                      <a:pt x="1548377" y="6489700"/>
                      <a:pt x="850486" y="7372350"/>
                      <a:pt x="942561" y="7467600"/>
                    </a:cubicBezTo>
                    <a:cubicBezTo>
                      <a:pt x="844136" y="7616825"/>
                      <a:pt x="732402" y="7877175"/>
                      <a:pt x="707611" y="8229600"/>
                    </a:cubicBezTo>
                    <a:cubicBezTo>
                      <a:pt x="747828" y="8382001"/>
                      <a:pt x="725258" y="8458995"/>
                      <a:pt x="569498" y="8701089"/>
                    </a:cubicBezTo>
                    <a:cubicBezTo>
                      <a:pt x="562751" y="8733434"/>
                      <a:pt x="565628" y="8770839"/>
                      <a:pt x="572846" y="8808580"/>
                    </a:cubicBezTo>
                    <a:lnTo>
                      <a:pt x="585104" y="8854244"/>
                    </a:lnTo>
                    <a:lnTo>
                      <a:pt x="398525" y="8871669"/>
                    </a:lnTo>
                    <a:cubicBezTo>
                      <a:pt x="334486" y="8876432"/>
                      <a:pt x="269851" y="8878813"/>
                      <a:pt x="203727" y="8875241"/>
                    </a:cubicBezTo>
                    <a:lnTo>
                      <a:pt x="113713" y="8866036"/>
                    </a:lnTo>
                    <a:lnTo>
                      <a:pt x="154592" y="8766737"/>
                    </a:lnTo>
                    <a:cubicBezTo>
                      <a:pt x="173802" y="8726866"/>
                      <a:pt x="197626" y="8682881"/>
                      <a:pt x="226598" y="8634413"/>
                    </a:cubicBezTo>
                    <a:cubicBezTo>
                      <a:pt x="185323" y="8262144"/>
                      <a:pt x="357567" y="8114506"/>
                      <a:pt x="393285" y="7872412"/>
                    </a:cubicBezTo>
                    <a:cubicBezTo>
                      <a:pt x="429003" y="7630318"/>
                      <a:pt x="347246" y="7469982"/>
                      <a:pt x="440909" y="7181850"/>
                    </a:cubicBezTo>
                    <a:cubicBezTo>
                      <a:pt x="-963050" y="4384675"/>
                      <a:pt x="1370575" y="4518025"/>
                      <a:pt x="2098259" y="2609850"/>
                    </a:cubicBezTo>
                    <a:cubicBezTo>
                      <a:pt x="2099478" y="2159000"/>
                      <a:pt x="1624446" y="355600"/>
                      <a:pt x="318776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CC"/>
                  </a:gs>
                  <a:gs pos="19000">
                    <a:srgbClr val="B1734A"/>
                  </a:gs>
                </a:gsLst>
                <a:lin ang="10200000" scaled="0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9D81D79E-3347-C3F8-B396-88D57B5E8DFE}"/>
                </a:ext>
              </a:extLst>
            </p:cNvPr>
            <p:cNvSpPr/>
            <p:nvPr/>
          </p:nvSpPr>
          <p:spPr>
            <a:xfrm>
              <a:off x="4829480" y="-1122845"/>
              <a:ext cx="1558620" cy="1788707"/>
            </a:xfrm>
            <a:custGeom>
              <a:avLst/>
              <a:gdLst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0 w 1143000"/>
                <a:gd name="connsiteY3" fmla="*/ 1162050 h 1162050"/>
                <a:gd name="connsiteX4" fmla="*/ 0 w 1143000"/>
                <a:gd name="connsiteY4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0 w 1143000"/>
                <a:gd name="connsiteY4" fmla="*/ 116205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4064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406400 w 1143000"/>
                <a:gd name="connsiteY4" fmla="*/ 114300 h 1162050"/>
                <a:gd name="connsiteX5" fmla="*/ 0 w 1143000"/>
                <a:gd name="connsiteY5" fmla="*/ 0 h 1162050"/>
                <a:gd name="connsiteX0" fmla="*/ 0 w 1625600"/>
                <a:gd name="connsiteY0" fmla="*/ 0 h 1357795"/>
                <a:gd name="connsiteX1" fmla="*/ 1143000 w 1625600"/>
                <a:gd name="connsiteY1" fmla="*/ 0 h 1357795"/>
                <a:gd name="connsiteX2" fmla="*/ 1625600 w 1625600"/>
                <a:gd name="connsiteY2" fmla="*/ 1357795 h 1357795"/>
                <a:gd name="connsiteX3" fmla="*/ 1143000 w 1625600"/>
                <a:gd name="connsiteY3" fmla="*/ 1162050 h 1357795"/>
                <a:gd name="connsiteX4" fmla="*/ 749300 w 1625600"/>
                <a:gd name="connsiteY4" fmla="*/ 1033945 h 1357795"/>
                <a:gd name="connsiteX5" fmla="*/ 406400 w 1625600"/>
                <a:gd name="connsiteY5" fmla="*/ 114300 h 1357795"/>
                <a:gd name="connsiteX6" fmla="*/ 0 w 1625600"/>
                <a:gd name="connsiteY6" fmla="*/ 0 h 1357795"/>
                <a:gd name="connsiteX0" fmla="*/ 0 w 1851869"/>
                <a:gd name="connsiteY0" fmla="*/ 0 h 1357795"/>
                <a:gd name="connsiteX1" fmla="*/ 1143000 w 1851869"/>
                <a:gd name="connsiteY1" fmla="*/ 0 h 1357795"/>
                <a:gd name="connsiteX2" fmla="*/ 1835150 w 1851869"/>
                <a:gd name="connsiteY2" fmla="*/ 1072045 h 1357795"/>
                <a:gd name="connsiteX3" fmla="*/ 1625600 w 1851869"/>
                <a:gd name="connsiteY3" fmla="*/ 1357795 h 1357795"/>
                <a:gd name="connsiteX4" fmla="*/ 1143000 w 1851869"/>
                <a:gd name="connsiteY4" fmla="*/ 1162050 h 1357795"/>
                <a:gd name="connsiteX5" fmla="*/ 749300 w 1851869"/>
                <a:gd name="connsiteY5" fmla="*/ 1033945 h 1357795"/>
                <a:gd name="connsiteX6" fmla="*/ 406400 w 1851869"/>
                <a:gd name="connsiteY6" fmla="*/ 114300 h 1357795"/>
                <a:gd name="connsiteX7" fmla="*/ 0 w 1851869"/>
                <a:gd name="connsiteY7" fmla="*/ 0 h 1357795"/>
                <a:gd name="connsiteX0" fmla="*/ 0 w 1920493"/>
                <a:gd name="connsiteY0" fmla="*/ 0 h 1357795"/>
                <a:gd name="connsiteX1" fmla="*/ 1143000 w 1920493"/>
                <a:gd name="connsiteY1" fmla="*/ 0 h 1357795"/>
                <a:gd name="connsiteX2" fmla="*/ 1873250 w 1920493"/>
                <a:gd name="connsiteY2" fmla="*/ 951395 h 1357795"/>
                <a:gd name="connsiteX3" fmla="*/ 1835150 w 1920493"/>
                <a:gd name="connsiteY3" fmla="*/ 1072045 h 1357795"/>
                <a:gd name="connsiteX4" fmla="*/ 1625600 w 1920493"/>
                <a:gd name="connsiteY4" fmla="*/ 1357795 h 1357795"/>
                <a:gd name="connsiteX5" fmla="*/ 1143000 w 1920493"/>
                <a:gd name="connsiteY5" fmla="*/ 1162050 h 1357795"/>
                <a:gd name="connsiteX6" fmla="*/ 749300 w 1920493"/>
                <a:gd name="connsiteY6" fmla="*/ 1033945 h 1357795"/>
                <a:gd name="connsiteX7" fmla="*/ 406400 w 1920493"/>
                <a:gd name="connsiteY7" fmla="*/ 114300 h 1357795"/>
                <a:gd name="connsiteX8" fmla="*/ 0 w 1920493"/>
                <a:gd name="connsiteY8" fmla="*/ 0 h 1357795"/>
                <a:gd name="connsiteX0" fmla="*/ 0 w 1898195"/>
                <a:gd name="connsiteY0" fmla="*/ 0 h 1357795"/>
                <a:gd name="connsiteX1" fmla="*/ 1143000 w 1898195"/>
                <a:gd name="connsiteY1" fmla="*/ 0 h 1357795"/>
                <a:gd name="connsiteX2" fmla="*/ 1466850 w 1898195"/>
                <a:gd name="connsiteY2" fmla="*/ 195745 h 1357795"/>
                <a:gd name="connsiteX3" fmla="*/ 1873250 w 1898195"/>
                <a:gd name="connsiteY3" fmla="*/ 951395 h 1357795"/>
                <a:gd name="connsiteX4" fmla="*/ 1835150 w 1898195"/>
                <a:gd name="connsiteY4" fmla="*/ 1072045 h 1357795"/>
                <a:gd name="connsiteX5" fmla="*/ 1625600 w 1898195"/>
                <a:gd name="connsiteY5" fmla="*/ 1357795 h 1357795"/>
                <a:gd name="connsiteX6" fmla="*/ 1143000 w 1898195"/>
                <a:gd name="connsiteY6" fmla="*/ 1162050 h 1357795"/>
                <a:gd name="connsiteX7" fmla="*/ 749300 w 1898195"/>
                <a:gd name="connsiteY7" fmla="*/ 1033945 h 1357795"/>
                <a:gd name="connsiteX8" fmla="*/ 406400 w 1898195"/>
                <a:gd name="connsiteY8" fmla="*/ 114300 h 1357795"/>
                <a:gd name="connsiteX9" fmla="*/ 0 w 1898195"/>
                <a:gd name="connsiteY9" fmla="*/ 0 h 1357795"/>
                <a:gd name="connsiteX0" fmla="*/ 0 w 1898195"/>
                <a:gd name="connsiteY0" fmla="*/ 368300 h 1726095"/>
                <a:gd name="connsiteX1" fmla="*/ 1009650 w 1898195"/>
                <a:gd name="connsiteY1" fmla="*/ 0 h 1726095"/>
                <a:gd name="connsiteX2" fmla="*/ 1466850 w 1898195"/>
                <a:gd name="connsiteY2" fmla="*/ 564045 h 1726095"/>
                <a:gd name="connsiteX3" fmla="*/ 1873250 w 1898195"/>
                <a:gd name="connsiteY3" fmla="*/ 1319695 h 1726095"/>
                <a:gd name="connsiteX4" fmla="*/ 1835150 w 1898195"/>
                <a:gd name="connsiteY4" fmla="*/ 1440345 h 1726095"/>
                <a:gd name="connsiteX5" fmla="*/ 1625600 w 1898195"/>
                <a:gd name="connsiteY5" fmla="*/ 1726095 h 1726095"/>
                <a:gd name="connsiteX6" fmla="*/ 1143000 w 1898195"/>
                <a:gd name="connsiteY6" fmla="*/ 1530350 h 1726095"/>
                <a:gd name="connsiteX7" fmla="*/ 749300 w 1898195"/>
                <a:gd name="connsiteY7" fmla="*/ 1402245 h 1726095"/>
                <a:gd name="connsiteX8" fmla="*/ 406400 w 1898195"/>
                <a:gd name="connsiteY8" fmla="*/ 482600 h 1726095"/>
                <a:gd name="connsiteX9" fmla="*/ 0 w 1898195"/>
                <a:gd name="connsiteY9" fmla="*/ 368300 h 1726095"/>
                <a:gd name="connsiteX0" fmla="*/ 212420 w 1583565"/>
                <a:gd name="connsiteY0" fmla="*/ 311150 h 1726095"/>
                <a:gd name="connsiteX1" fmla="*/ 695020 w 1583565"/>
                <a:gd name="connsiteY1" fmla="*/ 0 h 1726095"/>
                <a:gd name="connsiteX2" fmla="*/ 1152220 w 1583565"/>
                <a:gd name="connsiteY2" fmla="*/ 564045 h 1726095"/>
                <a:gd name="connsiteX3" fmla="*/ 1558620 w 1583565"/>
                <a:gd name="connsiteY3" fmla="*/ 1319695 h 1726095"/>
                <a:gd name="connsiteX4" fmla="*/ 1520520 w 1583565"/>
                <a:gd name="connsiteY4" fmla="*/ 1440345 h 1726095"/>
                <a:gd name="connsiteX5" fmla="*/ 1310970 w 1583565"/>
                <a:gd name="connsiteY5" fmla="*/ 1726095 h 1726095"/>
                <a:gd name="connsiteX6" fmla="*/ 828370 w 1583565"/>
                <a:gd name="connsiteY6" fmla="*/ 1530350 h 1726095"/>
                <a:gd name="connsiteX7" fmla="*/ 434670 w 1583565"/>
                <a:gd name="connsiteY7" fmla="*/ 1402245 h 1726095"/>
                <a:gd name="connsiteX8" fmla="*/ 91770 w 1583565"/>
                <a:gd name="connsiteY8" fmla="*/ 482600 h 1726095"/>
                <a:gd name="connsiteX9" fmla="*/ 212420 w 1583565"/>
                <a:gd name="connsiteY9" fmla="*/ 311150 h 1726095"/>
                <a:gd name="connsiteX0" fmla="*/ 212420 w 1583565"/>
                <a:gd name="connsiteY0" fmla="*/ 311150 h 1745609"/>
                <a:gd name="connsiteX1" fmla="*/ 695020 w 1583565"/>
                <a:gd name="connsiteY1" fmla="*/ 0 h 1745609"/>
                <a:gd name="connsiteX2" fmla="*/ 1152220 w 1583565"/>
                <a:gd name="connsiteY2" fmla="*/ 564045 h 1745609"/>
                <a:gd name="connsiteX3" fmla="*/ 1558620 w 1583565"/>
                <a:gd name="connsiteY3" fmla="*/ 1319695 h 1745609"/>
                <a:gd name="connsiteX4" fmla="*/ 1520520 w 1583565"/>
                <a:gd name="connsiteY4" fmla="*/ 1440345 h 1745609"/>
                <a:gd name="connsiteX5" fmla="*/ 1310970 w 1583565"/>
                <a:gd name="connsiteY5" fmla="*/ 1726095 h 1745609"/>
                <a:gd name="connsiteX6" fmla="*/ 828370 w 1583565"/>
                <a:gd name="connsiteY6" fmla="*/ 1530350 h 1745609"/>
                <a:gd name="connsiteX7" fmla="*/ 434670 w 1583565"/>
                <a:gd name="connsiteY7" fmla="*/ 1402245 h 1745609"/>
                <a:gd name="connsiteX8" fmla="*/ 91770 w 1583565"/>
                <a:gd name="connsiteY8" fmla="*/ 482600 h 1745609"/>
                <a:gd name="connsiteX9" fmla="*/ 212420 w 1583565"/>
                <a:gd name="connsiteY9" fmla="*/ 311150 h 1745609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58620"/>
                <a:gd name="connsiteY0" fmla="*/ 311150 h 1788707"/>
                <a:gd name="connsiteX1" fmla="*/ 695020 w 1558620"/>
                <a:gd name="connsiteY1" fmla="*/ 0 h 1788707"/>
                <a:gd name="connsiteX2" fmla="*/ 1152220 w 1558620"/>
                <a:gd name="connsiteY2" fmla="*/ 564045 h 1788707"/>
                <a:gd name="connsiteX3" fmla="*/ 1558620 w 1558620"/>
                <a:gd name="connsiteY3" fmla="*/ 1319695 h 1788707"/>
                <a:gd name="connsiteX4" fmla="*/ 1520520 w 1558620"/>
                <a:gd name="connsiteY4" fmla="*/ 1440345 h 1788707"/>
                <a:gd name="connsiteX5" fmla="*/ 1310970 w 1558620"/>
                <a:gd name="connsiteY5" fmla="*/ 1726095 h 1788707"/>
                <a:gd name="connsiteX6" fmla="*/ 828370 w 1558620"/>
                <a:gd name="connsiteY6" fmla="*/ 1530350 h 1788707"/>
                <a:gd name="connsiteX7" fmla="*/ 434670 w 1558620"/>
                <a:gd name="connsiteY7" fmla="*/ 1402245 h 1788707"/>
                <a:gd name="connsiteX8" fmla="*/ 91770 w 1558620"/>
                <a:gd name="connsiteY8" fmla="*/ 482600 h 1788707"/>
                <a:gd name="connsiteX9" fmla="*/ 212420 w 1558620"/>
                <a:gd name="connsiteY9" fmla="*/ 311150 h 1788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8620" h="1788707">
                  <a:moveTo>
                    <a:pt x="212420" y="311150"/>
                  </a:moveTo>
                  <a:lnTo>
                    <a:pt x="695020" y="0"/>
                  </a:lnTo>
                  <a:cubicBezTo>
                    <a:pt x="936320" y="45324"/>
                    <a:pt x="1030512" y="405479"/>
                    <a:pt x="1152220" y="564045"/>
                  </a:cubicBezTo>
                  <a:cubicBezTo>
                    <a:pt x="1178678" y="652761"/>
                    <a:pt x="1087662" y="722795"/>
                    <a:pt x="1558620" y="1319695"/>
                  </a:cubicBezTo>
                  <a:cubicBezTo>
                    <a:pt x="1534278" y="1332395"/>
                    <a:pt x="1544862" y="1373670"/>
                    <a:pt x="1520520" y="1440345"/>
                  </a:cubicBezTo>
                  <a:cubicBezTo>
                    <a:pt x="1527928" y="1595920"/>
                    <a:pt x="1368120" y="1679344"/>
                    <a:pt x="1310970" y="1726095"/>
                  </a:cubicBezTo>
                  <a:cubicBezTo>
                    <a:pt x="1150103" y="1775147"/>
                    <a:pt x="1001937" y="1906748"/>
                    <a:pt x="828370" y="1530350"/>
                  </a:cubicBezTo>
                  <a:cubicBezTo>
                    <a:pt x="606120" y="1529982"/>
                    <a:pt x="656920" y="1402613"/>
                    <a:pt x="434670" y="1402245"/>
                  </a:cubicBezTo>
                  <a:cubicBezTo>
                    <a:pt x="208187" y="1381447"/>
                    <a:pt x="-177047" y="1208248"/>
                    <a:pt x="91770" y="482600"/>
                  </a:cubicBezTo>
                  <a:lnTo>
                    <a:pt x="212420" y="311150"/>
                  </a:ln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D5DF9A63-52B4-EEAD-9AFD-ED0F91B06549}"/>
                </a:ext>
              </a:extLst>
            </p:cNvPr>
            <p:cNvSpPr/>
            <p:nvPr/>
          </p:nvSpPr>
          <p:spPr>
            <a:xfrm>
              <a:off x="5173980" y="-676486"/>
              <a:ext cx="320040" cy="281973"/>
            </a:xfrm>
            <a:custGeom>
              <a:avLst/>
              <a:gdLst>
                <a:gd name="connsiteX0" fmla="*/ 0 w 236220"/>
                <a:gd name="connsiteY0" fmla="*/ 0 h 152400"/>
                <a:gd name="connsiteX1" fmla="*/ 236220 w 236220"/>
                <a:gd name="connsiteY1" fmla="*/ 0 h 152400"/>
                <a:gd name="connsiteX2" fmla="*/ 236220 w 236220"/>
                <a:gd name="connsiteY2" fmla="*/ 152400 h 152400"/>
                <a:gd name="connsiteX3" fmla="*/ 0 w 236220"/>
                <a:gd name="connsiteY3" fmla="*/ 152400 h 152400"/>
                <a:gd name="connsiteX4" fmla="*/ 0 w 236220"/>
                <a:gd name="connsiteY4" fmla="*/ 0 h 152400"/>
                <a:gd name="connsiteX0" fmla="*/ 0 w 236220"/>
                <a:gd name="connsiteY0" fmla="*/ 0 h 152400"/>
                <a:gd name="connsiteX1" fmla="*/ 236220 w 236220"/>
                <a:gd name="connsiteY1" fmla="*/ 0 h 152400"/>
                <a:gd name="connsiteX2" fmla="*/ 236220 w 236220"/>
                <a:gd name="connsiteY2" fmla="*/ 152400 h 152400"/>
                <a:gd name="connsiteX3" fmla="*/ 0 w 236220"/>
                <a:gd name="connsiteY3" fmla="*/ 0 h 152400"/>
                <a:gd name="connsiteX0" fmla="*/ 0 w 342900"/>
                <a:gd name="connsiteY0" fmla="*/ 76200 h 152400"/>
                <a:gd name="connsiteX1" fmla="*/ 342900 w 342900"/>
                <a:gd name="connsiteY1" fmla="*/ 0 h 152400"/>
                <a:gd name="connsiteX2" fmla="*/ 342900 w 342900"/>
                <a:gd name="connsiteY2" fmla="*/ 152400 h 152400"/>
                <a:gd name="connsiteX3" fmla="*/ 0 w 342900"/>
                <a:gd name="connsiteY3" fmla="*/ 76200 h 152400"/>
                <a:gd name="connsiteX0" fmla="*/ 0 w 342900"/>
                <a:gd name="connsiteY0" fmla="*/ 0 h 76200"/>
                <a:gd name="connsiteX1" fmla="*/ 342900 w 342900"/>
                <a:gd name="connsiteY1" fmla="*/ 76200 h 76200"/>
                <a:gd name="connsiteX2" fmla="*/ 0 w 342900"/>
                <a:gd name="connsiteY2" fmla="*/ 0 h 76200"/>
                <a:gd name="connsiteX0" fmla="*/ 0 w 320040"/>
                <a:gd name="connsiteY0" fmla="*/ 0 h 45720"/>
                <a:gd name="connsiteX1" fmla="*/ 320040 w 320040"/>
                <a:gd name="connsiteY1" fmla="*/ 45720 h 45720"/>
                <a:gd name="connsiteX2" fmla="*/ 0 w 320040"/>
                <a:gd name="connsiteY2" fmla="*/ 0 h 45720"/>
                <a:gd name="connsiteX0" fmla="*/ 0 w 320040"/>
                <a:gd name="connsiteY0" fmla="*/ 0 h 116027"/>
                <a:gd name="connsiteX1" fmla="*/ 320040 w 320040"/>
                <a:gd name="connsiteY1" fmla="*/ 45720 h 116027"/>
                <a:gd name="connsiteX2" fmla="*/ 0 w 320040"/>
                <a:gd name="connsiteY2" fmla="*/ 0 h 116027"/>
                <a:gd name="connsiteX0" fmla="*/ 0 w 320040"/>
                <a:gd name="connsiteY0" fmla="*/ 132566 h 248593"/>
                <a:gd name="connsiteX1" fmla="*/ 320040 w 320040"/>
                <a:gd name="connsiteY1" fmla="*/ 178286 h 248593"/>
                <a:gd name="connsiteX2" fmla="*/ 0 w 320040"/>
                <a:gd name="connsiteY2" fmla="*/ 132566 h 248593"/>
                <a:gd name="connsiteX0" fmla="*/ 0 w 320040"/>
                <a:gd name="connsiteY0" fmla="*/ 165946 h 281973"/>
                <a:gd name="connsiteX1" fmla="*/ 320040 w 320040"/>
                <a:gd name="connsiteY1" fmla="*/ 211666 h 281973"/>
                <a:gd name="connsiteX2" fmla="*/ 0 w 320040"/>
                <a:gd name="connsiteY2" fmla="*/ 165946 h 281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040" h="281973">
                  <a:moveTo>
                    <a:pt x="0" y="165946"/>
                  </a:moveTo>
                  <a:cubicBezTo>
                    <a:pt x="106680" y="181186"/>
                    <a:pt x="137160" y="386926"/>
                    <a:pt x="320040" y="211666"/>
                  </a:cubicBezTo>
                  <a:cubicBezTo>
                    <a:pt x="304800" y="-169334"/>
                    <a:pt x="30480" y="59266"/>
                    <a:pt x="0" y="165946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7E19D11-5678-FDB7-C0D6-1B2996061C9A}"/>
                </a:ext>
              </a:extLst>
            </p:cNvPr>
            <p:cNvSpPr/>
            <p:nvPr/>
          </p:nvSpPr>
          <p:spPr>
            <a:xfrm>
              <a:off x="5288280" y="-676485"/>
              <a:ext cx="205740" cy="28197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0E419F-E690-1230-9967-2AD8A7EBD56F}"/>
                </a:ext>
              </a:extLst>
            </p:cNvPr>
            <p:cNvSpPr/>
            <p:nvPr/>
          </p:nvSpPr>
          <p:spPr>
            <a:xfrm>
              <a:off x="5772136" y="385747"/>
              <a:ext cx="384824" cy="199509"/>
            </a:xfrm>
            <a:custGeom>
              <a:avLst/>
              <a:gdLst>
                <a:gd name="connsiteX0" fmla="*/ 384824 w 384824"/>
                <a:gd name="connsiteY0" fmla="*/ 193373 h 199509"/>
                <a:gd name="connsiteX1" fmla="*/ 217184 w 384824"/>
                <a:gd name="connsiteY1" fmla="*/ 178133 h 199509"/>
                <a:gd name="connsiteX2" fmla="*/ 19064 w 384824"/>
                <a:gd name="connsiteY2" fmla="*/ 18113 h 199509"/>
                <a:gd name="connsiteX3" fmla="*/ 19064 w 384824"/>
                <a:gd name="connsiteY3" fmla="*/ 10493 h 19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824" h="199509">
                  <a:moveTo>
                    <a:pt x="384824" y="193373"/>
                  </a:moveTo>
                  <a:cubicBezTo>
                    <a:pt x="331484" y="200358"/>
                    <a:pt x="278144" y="207343"/>
                    <a:pt x="217184" y="178133"/>
                  </a:cubicBezTo>
                  <a:cubicBezTo>
                    <a:pt x="156224" y="148923"/>
                    <a:pt x="52084" y="46053"/>
                    <a:pt x="19064" y="18113"/>
                  </a:cubicBezTo>
                  <a:cubicBezTo>
                    <a:pt x="-13956" y="-9827"/>
                    <a:pt x="2554" y="333"/>
                    <a:pt x="19064" y="10493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4E0AAFB5-9DE4-AAA7-FC76-97E2B1A35FEF}"/>
                </a:ext>
              </a:extLst>
            </p:cNvPr>
            <p:cNvSpPr/>
            <p:nvPr/>
          </p:nvSpPr>
          <p:spPr>
            <a:xfrm rot="20568864">
              <a:off x="5936742" y="143848"/>
              <a:ext cx="73519" cy="200114"/>
            </a:xfrm>
            <a:custGeom>
              <a:avLst/>
              <a:gdLst>
                <a:gd name="connsiteX0" fmla="*/ 0 w 45719"/>
                <a:gd name="connsiteY0" fmla="*/ 99948 h 199896"/>
                <a:gd name="connsiteX1" fmla="*/ 22860 w 45719"/>
                <a:gd name="connsiteY1" fmla="*/ 0 h 199896"/>
                <a:gd name="connsiteX2" fmla="*/ 45720 w 45719"/>
                <a:gd name="connsiteY2" fmla="*/ 99948 h 199896"/>
                <a:gd name="connsiteX3" fmla="*/ 22860 w 45719"/>
                <a:gd name="connsiteY3" fmla="*/ 199896 h 199896"/>
                <a:gd name="connsiteX4" fmla="*/ 0 w 45719"/>
                <a:gd name="connsiteY4" fmla="*/ 99948 h 199896"/>
                <a:gd name="connsiteX0" fmla="*/ 0 w 73519"/>
                <a:gd name="connsiteY0" fmla="*/ 114704 h 200114"/>
                <a:gd name="connsiteX1" fmla="*/ 50659 w 73519"/>
                <a:gd name="connsiteY1" fmla="*/ 90 h 200114"/>
                <a:gd name="connsiteX2" fmla="*/ 73519 w 73519"/>
                <a:gd name="connsiteY2" fmla="*/ 100038 h 200114"/>
                <a:gd name="connsiteX3" fmla="*/ 50659 w 73519"/>
                <a:gd name="connsiteY3" fmla="*/ 199986 h 200114"/>
                <a:gd name="connsiteX4" fmla="*/ 0 w 73519"/>
                <a:gd name="connsiteY4" fmla="*/ 114704 h 20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19" h="200114">
                  <a:moveTo>
                    <a:pt x="0" y="114704"/>
                  </a:moveTo>
                  <a:cubicBezTo>
                    <a:pt x="0" y="59504"/>
                    <a:pt x="38406" y="2534"/>
                    <a:pt x="50659" y="90"/>
                  </a:cubicBezTo>
                  <a:cubicBezTo>
                    <a:pt x="62912" y="-2354"/>
                    <a:pt x="73519" y="44838"/>
                    <a:pt x="73519" y="100038"/>
                  </a:cubicBezTo>
                  <a:cubicBezTo>
                    <a:pt x="73519" y="155238"/>
                    <a:pt x="62912" y="197542"/>
                    <a:pt x="50659" y="199986"/>
                  </a:cubicBezTo>
                  <a:cubicBezTo>
                    <a:pt x="38406" y="202430"/>
                    <a:pt x="0" y="169904"/>
                    <a:pt x="0" y="1147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F3BC42C-1FC9-21D5-59B2-0C85D5F7F805}"/>
                </a:ext>
              </a:extLst>
            </p:cNvPr>
            <p:cNvSpPr/>
            <p:nvPr/>
          </p:nvSpPr>
          <p:spPr>
            <a:xfrm>
              <a:off x="5271765" y="-1320516"/>
              <a:ext cx="507527" cy="552732"/>
            </a:xfrm>
            <a:custGeom>
              <a:avLst/>
              <a:gdLst>
                <a:gd name="connsiteX0" fmla="*/ 202646 w 507527"/>
                <a:gd name="connsiteY0" fmla="*/ 874 h 552732"/>
                <a:gd name="connsiteX1" fmla="*/ 386912 w 507527"/>
                <a:gd name="connsiteY1" fmla="*/ 537093 h 552732"/>
                <a:gd name="connsiteX2" fmla="*/ 253562 w 507527"/>
                <a:gd name="connsiteY2" fmla="*/ 295793 h 552732"/>
                <a:gd name="connsiteX3" fmla="*/ 149423 w 507527"/>
                <a:gd name="connsiteY3" fmla="*/ 530743 h 552732"/>
                <a:gd name="connsiteX4" fmla="*/ 22035 w 507527"/>
                <a:gd name="connsiteY4" fmla="*/ 350046 h 552732"/>
                <a:gd name="connsiteX5" fmla="*/ 0 w 507527"/>
                <a:gd name="connsiteY5" fmla="*/ 356405 h 552732"/>
                <a:gd name="connsiteX6" fmla="*/ 0 w 507527"/>
                <a:gd name="connsiteY6" fmla="*/ 30098 h 552732"/>
                <a:gd name="connsiteX7" fmla="*/ 27441 w 507527"/>
                <a:gd name="connsiteY7" fmla="*/ 20754 h 552732"/>
                <a:gd name="connsiteX8" fmla="*/ 202646 w 507527"/>
                <a:gd name="connsiteY8" fmla="*/ 874 h 5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527" h="552732">
                  <a:moveTo>
                    <a:pt x="202646" y="874"/>
                  </a:moveTo>
                  <a:cubicBezTo>
                    <a:pt x="538608" y="22187"/>
                    <a:pt x="592083" y="427198"/>
                    <a:pt x="386912" y="537093"/>
                  </a:cubicBezTo>
                  <a:cubicBezTo>
                    <a:pt x="425012" y="501110"/>
                    <a:pt x="240227" y="261926"/>
                    <a:pt x="253562" y="295793"/>
                  </a:cubicBezTo>
                  <a:lnTo>
                    <a:pt x="149423" y="530743"/>
                  </a:lnTo>
                  <a:cubicBezTo>
                    <a:pt x="83939" y="637105"/>
                    <a:pt x="185886" y="321540"/>
                    <a:pt x="22035" y="350046"/>
                  </a:cubicBezTo>
                  <a:lnTo>
                    <a:pt x="0" y="356405"/>
                  </a:lnTo>
                  <a:lnTo>
                    <a:pt x="0" y="30098"/>
                  </a:lnTo>
                  <a:lnTo>
                    <a:pt x="27441" y="20754"/>
                  </a:lnTo>
                  <a:cubicBezTo>
                    <a:pt x="92587" y="3398"/>
                    <a:pt x="150959" y="-2405"/>
                    <a:pt x="202646" y="874"/>
                  </a:cubicBezTo>
                  <a:close/>
                </a:path>
              </a:pathLst>
            </a:custGeom>
            <a:solidFill>
              <a:srgbClr val="552F2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7EEC16-C553-2033-D0E4-28508660E80C}"/>
                </a:ext>
              </a:extLst>
            </p:cNvPr>
            <p:cNvGrpSpPr/>
            <p:nvPr/>
          </p:nvGrpSpPr>
          <p:grpSpPr>
            <a:xfrm>
              <a:off x="4632961" y="1919908"/>
              <a:ext cx="1850887" cy="2249017"/>
              <a:chOff x="4632961" y="1919908"/>
              <a:chExt cx="1850887" cy="2249017"/>
            </a:xfrm>
          </p:grpSpPr>
          <p:sp>
            <p:nvSpPr>
              <p:cNvPr id="20" name="Rectangle 7">
                <a:extLst>
                  <a:ext uri="{FF2B5EF4-FFF2-40B4-BE49-F238E27FC236}">
                    <a16:creationId xmlns:a16="http://schemas.microsoft.com/office/drawing/2014/main" id="{B78E8B0A-2B33-F5B7-BDB1-BEA745A63E15}"/>
                  </a:ext>
                </a:extLst>
              </p:cNvPr>
              <p:cNvSpPr/>
              <p:nvPr/>
            </p:nvSpPr>
            <p:spPr>
              <a:xfrm>
                <a:off x="4632961" y="1919908"/>
                <a:ext cx="1850887" cy="2249017"/>
              </a:xfrm>
              <a:custGeom>
                <a:avLst/>
                <a:gdLst>
                  <a:gd name="connsiteX0" fmla="*/ 0 w 708660"/>
                  <a:gd name="connsiteY0" fmla="*/ 0 h 495300"/>
                  <a:gd name="connsiteX1" fmla="*/ 708660 w 708660"/>
                  <a:gd name="connsiteY1" fmla="*/ 0 h 495300"/>
                  <a:gd name="connsiteX2" fmla="*/ 708660 w 708660"/>
                  <a:gd name="connsiteY2" fmla="*/ 495300 h 495300"/>
                  <a:gd name="connsiteX3" fmla="*/ 0 w 708660"/>
                  <a:gd name="connsiteY3" fmla="*/ 495300 h 495300"/>
                  <a:gd name="connsiteX4" fmla="*/ 0 w 708660"/>
                  <a:gd name="connsiteY4" fmla="*/ 0 h 495300"/>
                  <a:gd name="connsiteX0" fmla="*/ 0 w 861060"/>
                  <a:gd name="connsiteY0" fmla="*/ 0 h 495300"/>
                  <a:gd name="connsiteX1" fmla="*/ 708660 w 861060"/>
                  <a:gd name="connsiteY1" fmla="*/ 0 h 495300"/>
                  <a:gd name="connsiteX2" fmla="*/ 861060 w 861060"/>
                  <a:gd name="connsiteY2" fmla="*/ 449580 h 495300"/>
                  <a:gd name="connsiteX3" fmla="*/ 0 w 861060"/>
                  <a:gd name="connsiteY3" fmla="*/ 495300 h 495300"/>
                  <a:gd name="connsiteX4" fmla="*/ 0 w 861060"/>
                  <a:gd name="connsiteY4" fmla="*/ 0 h 495300"/>
                  <a:gd name="connsiteX0" fmla="*/ 0 w 1005840"/>
                  <a:gd name="connsiteY0" fmla="*/ 281940 h 777240"/>
                  <a:gd name="connsiteX1" fmla="*/ 1005840 w 1005840"/>
                  <a:gd name="connsiteY1" fmla="*/ 0 h 777240"/>
                  <a:gd name="connsiteX2" fmla="*/ 861060 w 1005840"/>
                  <a:gd name="connsiteY2" fmla="*/ 731520 h 777240"/>
                  <a:gd name="connsiteX3" fmla="*/ 0 w 1005840"/>
                  <a:gd name="connsiteY3" fmla="*/ 777240 h 777240"/>
                  <a:gd name="connsiteX4" fmla="*/ 0 w 1005840"/>
                  <a:gd name="connsiteY4" fmla="*/ 281940 h 777240"/>
                  <a:gd name="connsiteX0" fmla="*/ 0 w 1014011"/>
                  <a:gd name="connsiteY0" fmla="*/ 281940 h 777240"/>
                  <a:gd name="connsiteX1" fmla="*/ 1005840 w 1014011"/>
                  <a:gd name="connsiteY1" fmla="*/ 0 h 777240"/>
                  <a:gd name="connsiteX2" fmla="*/ 861060 w 1014011"/>
                  <a:gd name="connsiteY2" fmla="*/ 731520 h 777240"/>
                  <a:gd name="connsiteX3" fmla="*/ 0 w 1014011"/>
                  <a:gd name="connsiteY3" fmla="*/ 777240 h 777240"/>
                  <a:gd name="connsiteX4" fmla="*/ 0 w 1014011"/>
                  <a:gd name="connsiteY4" fmla="*/ 281940 h 777240"/>
                  <a:gd name="connsiteX0" fmla="*/ 0 w 1023265"/>
                  <a:gd name="connsiteY0" fmla="*/ 281940 h 777240"/>
                  <a:gd name="connsiteX1" fmla="*/ 1005840 w 1023265"/>
                  <a:gd name="connsiteY1" fmla="*/ 0 h 777240"/>
                  <a:gd name="connsiteX2" fmla="*/ 861060 w 1023265"/>
                  <a:gd name="connsiteY2" fmla="*/ 731520 h 777240"/>
                  <a:gd name="connsiteX3" fmla="*/ 0 w 1023265"/>
                  <a:gd name="connsiteY3" fmla="*/ 777240 h 777240"/>
                  <a:gd name="connsiteX4" fmla="*/ 0 w 1023265"/>
                  <a:gd name="connsiteY4" fmla="*/ 281940 h 777240"/>
                  <a:gd name="connsiteX0" fmla="*/ 0 w 1036931"/>
                  <a:gd name="connsiteY0" fmla="*/ 281940 h 777240"/>
                  <a:gd name="connsiteX1" fmla="*/ 1005840 w 1036931"/>
                  <a:gd name="connsiteY1" fmla="*/ 0 h 777240"/>
                  <a:gd name="connsiteX2" fmla="*/ 914400 w 1036931"/>
                  <a:gd name="connsiteY2" fmla="*/ 731520 h 777240"/>
                  <a:gd name="connsiteX3" fmla="*/ 0 w 1036931"/>
                  <a:gd name="connsiteY3" fmla="*/ 777240 h 777240"/>
                  <a:gd name="connsiteX4" fmla="*/ 0 w 1036931"/>
                  <a:gd name="connsiteY4" fmla="*/ 281940 h 777240"/>
                  <a:gd name="connsiteX0" fmla="*/ 0 w 1023084"/>
                  <a:gd name="connsiteY0" fmla="*/ 281940 h 777240"/>
                  <a:gd name="connsiteX1" fmla="*/ 1005840 w 1023084"/>
                  <a:gd name="connsiteY1" fmla="*/ 0 h 777240"/>
                  <a:gd name="connsiteX2" fmla="*/ 914400 w 1023084"/>
                  <a:gd name="connsiteY2" fmla="*/ 731520 h 777240"/>
                  <a:gd name="connsiteX3" fmla="*/ 0 w 1023084"/>
                  <a:gd name="connsiteY3" fmla="*/ 777240 h 777240"/>
                  <a:gd name="connsiteX4" fmla="*/ 0 w 1023084"/>
                  <a:gd name="connsiteY4" fmla="*/ 281940 h 777240"/>
                  <a:gd name="connsiteX0" fmla="*/ 0 w 985333"/>
                  <a:gd name="connsiteY0" fmla="*/ 281940 h 777240"/>
                  <a:gd name="connsiteX1" fmla="*/ 952500 w 985333"/>
                  <a:gd name="connsiteY1" fmla="*/ 0 h 777240"/>
                  <a:gd name="connsiteX2" fmla="*/ 914400 w 985333"/>
                  <a:gd name="connsiteY2" fmla="*/ 731520 h 777240"/>
                  <a:gd name="connsiteX3" fmla="*/ 0 w 985333"/>
                  <a:gd name="connsiteY3" fmla="*/ 777240 h 777240"/>
                  <a:gd name="connsiteX4" fmla="*/ 0 w 985333"/>
                  <a:gd name="connsiteY4" fmla="*/ 281940 h 777240"/>
                  <a:gd name="connsiteX0" fmla="*/ 0 w 1613884"/>
                  <a:gd name="connsiteY0" fmla="*/ 281940 h 1204293"/>
                  <a:gd name="connsiteX1" fmla="*/ 952500 w 1613884"/>
                  <a:gd name="connsiteY1" fmla="*/ 0 h 1204293"/>
                  <a:gd name="connsiteX2" fmla="*/ 914400 w 1613884"/>
                  <a:gd name="connsiteY2" fmla="*/ 731520 h 1204293"/>
                  <a:gd name="connsiteX3" fmla="*/ 1607821 w 1613884"/>
                  <a:gd name="connsiteY3" fmla="*/ 1204293 h 1204293"/>
                  <a:gd name="connsiteX4" fmla="*/ 0 w 1613884"/>
                  <a:gd name="connsiteY4" fmla="*/ 777240 h 1204293"/>
                  <a:gd name="connsiteX5" fmla="*/ 0 w 1613884"/>
                  <a:gd name="connsiteY5" fmla="*/ 281940 h 1204293"/>
                  <a:gd name="connsiteX0" fmla="*/ 0 w 1659317"/>
                  <a:gd name="connsiteY0" fmla="*/ 281940 h 1768173"/>
                  <a:gd name="connsiteX1" fmla="*/ 952500 w 1659317"/>
                  <a:gd name="connsiteY1" fmla="*/ 0 h 1768173"/>
                  <a:gd name="connsiteX2" fmla="*/ 914400 w 1659317"/>
                  <a:gd name="connsiteY2" fmla="*/ 731520 h 1768173"/>
                  <a:gd name="connsiteX3" fmla="*/ 1653541 w 1659317"/>
                  <a:gd name="connsiteY3" fmla="*/ 1768173 h 1768173"/>
                  <a:gd name="connsiteX4" fmla="*/ 0 w 1659317"/>
                  <a:gd name="connsiteY4" fmla="*/ 777240 h 1768173"/>
                  <a:gd name="connsiteX5" fmla="*/ 0 w 1659317"/>
                  <a:gd name="connsiteY5" fmla="*/ 281940 h 1768173"/>
                  <a:gd name="connsiteX0" fmla="*/ 0 w 1859220"/>
                  <a:gd name="connsiteY0" fmla="*/ 281940 h 1768173"/>
                  <a:gd name="connsiteX1" fmla="*/ 952500 w 1859220"/>
                  <a:gd name="connsiteY1" fmla="*/ 0 h 1768173"/>
                  <a:gd name="connsiteX2" fmla="*/ 914400 w 1859220"/>
                  <a:gd name="connsiteY2" fmla="*/ 731520 h 1768173"/>
                  <a:gd name="connsiteX3" fmla="*/ 1653541 w 1859220"/>
                  <a:gd name="connsiteY3" fmla="*/ 1768173 h 1768173"/>
                  <a:gd name="connsiteX4" fmla="*/ 0 w 1859220"/>
                  <a:gd name="connsiteY4" fmla="*/ 777240 h 1768173"/>
                  <a:gd name="connsiteX5" fmla="*/ 0 w 1859220"/>
                  <a:gd name="connsiteY5" fmla="*/ 281940 h 1768173"/>
                  <a:gd name="connsiteX0" fmla="*/ 0 w 1872815"/>
                  <a:gd name="connsiteY0" fmla="*/ 281940 h 1768582"/>
                  <a:gd name="connsiteX1" fmla="*/ 952500 w 1872815"/>
                  <a:gd name="connsiteY1" fmla="*/ 0 h 1768582"/>
                  <a:gd name="connsiteX2" fmla="*/ 914400 w 1872815"/>
                  <a:gd name="connsiteY2" fmla="*/ 731520 h 1768582"/>
                  <a:gd name="connsiteX3" fmla="*/ 1775459 w 1872815"/>
                  <a:gd name="connsiteY3" fmla="*/ 869013 h 1768582"/>
                  <a:gd name="connsiteX4" fmla="*/ 1653541 w 1872815"/>
                  <a:gd name="connsiteY4" fmla="*/ 1768173 h 1768582"/>
                  <a:gd name="connsiteX5" fmla="*/ 0 w 1872815"/>
                  <a:gd name="connsiteY5" fmla="*/ 777240 h 1768582"/>
                  <a:gd name="connsiteX6" fmla="*/ 0 w 1872815"/>
                  <a:gd name="connsiteY6" fmla="*/ 281940 h 1768582"/>
                  <a:gd name="connsiteX0" fmla="*/ 0 w 1816832"/>
                  <a:gd name="connsiteY0" fmla="*/ 281940 h 1768173"/>
                  <a:gd name="connsiteX1" fmla="*/ 952500 w 1816832"/>
                  <a:gd name="connsiteY1" fmla="*/ 0 h 1768173"/>
                  <a:gd name="connsiteX2" fmla="*/ 914400 w 1816832"/>
                  <a:gd name="connsiteY2" fmla="*/ 731520 h 1768173"/>
                  <a:gd name="connsiteX3" fmla="*/ 1775459 w 1816832"/>
                  <a:gd name="connsiteY3" fmla="*/ 869013 h 1768173"/>
                  <a:gd name="connsiteX4" fmla="*/ 1653541 w 1816832"/>
                  <a:gd name="connsiteY4" fmla="*/ 1768173 h 1768173"/>
                  <a:gd name="connsiteX5" fmla="*/ 0 w 1816832"/>
                  <a:gd name="connsiteY5" fmla="*/ 777240 h 1768173"/>
                  <a:gd name="connsiteX6" fmla="*/ 0 w 1816832"/>
                  <a:gd name="connsiteY6" fmla="*/ 281940 h 1768173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0 w 1820407"/>
                  <a:gd name="connsiteY6" fmla="*/ 777240 h 2247070"/>
                  <a:gd name="connsiteX7" fmla="*/ 0 w 1820407"/>
                  <a:gd name="connsiteY7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0 w 1820407"/>
                  <a:gd name="connsiteY7" fmla="*/ 777240 h 2249017"/>
                  <a:gd name="connsiteX8" fmla="*/ 0 w 1820407"/>
                  <a:gd name="connsiteY8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417319 w 1820407"/>
                  <a:gd name="connsiteY7" fmla="*/ 1158572 h 2249017"/>
                  <a:gd name="connsiteX8" fmla="*/ 0 w 1820407"/>
                  <a:gd name="connsiteY8" fmla="*/ 777240 h 2249017"/>
                  <a:gd name="connsiteX9" fmla="*/ 0 w 1820407"/>
                  <a:gd name="connsiteY9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312419 w 1820407"/>
                  <a:gd name="connsiteY9" fmla="*/ 1402412 h 2249017"/>
                  <a:gd name="connsiteX10" fmla="*/ 0 w 1820407"/>
                  <a:gd name="connsiteY10" fmla="*/ 777240 h 2249017"/>
                  <a:gd name="connsiteX11" fmla="*/ 0 w 182040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887" h="2249017">
                    <a:moveTo>
                      <a:pt x="30480" y="281940"/>
                    </a:moveTo>
                    <a:lnTo>
                      <a:pt x="982980" y="0"/>
                    </a:lnTo>
                    <a:cubicBezTo>
                      <a:pt x="1026160" y="396240"/>
                      <a:pt x="1038860" y="609600"/>
                      <a:pt x="944880" y="731520"/>
                    </a:cubicBezTo>
                    <a:cubicBezTo>
                      <a:pt x="1082040" y="881436"/>
                      <a:pt x="1682749" y="696238"/>
                      <a:pt x="1805939" y="869013"/>
                    </a:cubicBezTo>
                    <a:cubicBezTo>
                      <a:pt x="1929129" y="1041788"/>
                      <a:pt x="1769111" y="1656413"/>
                      <a:pt x="1684021" y="1768173"/>
                    </a:cubicBezTo>
                    <a:cubicBezTo>
                      <a:pt x="1638300" y="1851993"/>
                      <a:pt x="1257300" y="2316813"/>
                      <a:pt x="1127759" y="2240613"/>
                    </a:cubicBezTo>
                    <a:cubicBezTo>
                      <a:pt x="1038859" y="2113613"/>
                      <a:pt x="896619" y="1727532"/>
                      <a:pt x="1272539" y="1722452"/>
                    </a:cubicBezTo>
                    <a:cubicBezTo>
                      <a:pt x="1300479" y="1613232"/>
                      <a:pt x="1220469" y="1694512"/>
                      <a:pt x="1249679" y="1600532"/>
                    </a:cubicBezTo>
                    <a:cubicBezTo>
                      <a:pt x="1393189" y="1552272"/>
                      <a:pt x="1475739" y="1308487"/>
                      <a:pt x="1447799" y="1158572"/>
                    </a:cubicBezTo>
                    <a:cubicBezTo>
                      <a:pt x="1092199" y="1064592"/>
                      <a:pt x="698499" y="1496392"/>
                      <a:pt x="342899" y="1402412"/>
                    </a:cubicBezTo>
                    <a:cubicBezTo>
                      <a:pt x="185419" y="1326101"/>
                      <a:pt x="5080" y="944991"/>
                      <a:pt x="0" y="723900"/>
                    </a:cubicBezTo>
                    <a:lnTo>
                      <a:pt x="30480" y="281940"/>
                    </a:lnTo>
                    <a:close/>
                  </a:path>
                </a:pathLst>
              </a:custGeom>
              <a:solidFill>
                <a:srgbClr val="B1734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F8CE34D-943E-AEEF-D6B6-8ED9277B977A}"/>
                  </a:ext>
                </a:extLst>
              </p:cNvPr>
              <p:cNvSpPr/>
              <p:nvPr/>
            </p:nvSpPr>
            <p:spPr>
              <a:xfrm rot="20333405">
                <a:off x="5660109" y="3676696"/>
                <a:ext cx="236213" cy="483874"/>
              </a:xfrm>
              <a:custGeom>
                <a:avLst/>
                <a:gdLst>
                  <a:gd name="connsiteX0" fmla="*/ 225367 w 236213"/>
                  <a:gd name="connsiteY0" fmla="*/ 747 h 483874"/>
                  <a:gd name="connsiteX1" fmla="*/ 227374 w 236213"/>
                  <a:gd name="connsiteY1" fmla="*/ 93440 h 483874"/>
                  <a:gd name="connsiteX2" fmla="*/ 234942 w 236213"/>
                  <a:gd name="connsiteY2" fmla="*/ 442988 h 483874"/>
                  <a:gd name="connsiteX3" fmla="*/ 236213 w 236213"/>
                  <a:gd name="connsiteY3" fmla="*/ 453699 h 483874"/>
                  <a:gd name="connsiteX4" fmla="*/ 151912 w 236213"/>
                  <a:gd name="connsiteY4" fmla="*/ 477290 h 483874"/>
                  <a:gd name="connsiteX5" fmla="*/ 15080 w 236213"/>
                  <a:gd name="connsiteY5" fmla="*/ 456499 h 483874"/>
                  <a:gd name="connsiteX6" fmla="*/ 220205 w 236213"/>
                  <a:gd name="connsiteY6" fmla="*/ 101 h 483874"/>
                  <a:gd name="connsiteX7" fmla="*/ 225367 w 236213"/>
                  <a:gd name="connsiteY7" fmla="*/ 747 h 48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13" h="483874">
                    <a:moveTo>
                      <a:pt x="225367" y="747"/>
                    </a:moveTo>
                    <a:lnTo>
                      <a:pt x="227374" y="93440"/>
                    </a:lnTo>
                    <a:cubicBezTo>
                      <a:pt x="228150" y="209521"/>
                      <a:pt x="225434" y="324732"/>
                      <a:pt x="234942" y="442988"/>
                    </a:cubicBezTo>
                    <a:lnTo>
                      <a:pt x="236213" y="453699"/>
                    </a:lnTo>
                    <a:lnTo>
                      <a:pt x="151912" y="477290"/>
                    </a:lnTo>
                    <a:cubicBezTo>
                      <a:pt x="88622" y="489486"/>
                      <a:pt x="38431" y="485934"/>
                      <a:pt x="15080" y="456499"/>
                    </a:cubicBezTo>
                    <a:cubicBezTo>
                      <a:pt x="-17465" y="324816"/>
                      <a:pt x="-16666" y="-6623"/>
                      <a:pt x="220205" y="101"/>
                    </a:cubicBezTo>
                    <a:lnTo>
                      <a:pt x="225367" y="747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CD8ACC8-AAB3-1C08-CD21-778C2B2AE19B}"/>
                </a:ext>
              </a:extLst>
            </p:cNvPr>
            <p:cNvSpPr/>
            <p:nvPr/>
          </p:nvSpPr>
          <p:spPr>
            <a:xfrm rot="19681347">
              <a:off x="4544916" y="1926375"/>
              <a:ext cx="1246434" cy="695307"/>
            </a:xfrm>
            <a:custGeom>
              <a:avLst/>
              <a:gdLst>
                <a:gd name="connsiteX0" fmla="*/ 202646 w 507527"/>
                <a:gd name="connsiteY0" fmla="*/ 874 h 552732"/>
                <a:gd name="connsiteX1" fmla="*/ 386912 w 507527"/>
                <a:gd name="connsiteY1" fmla="*/ 537093 h 552732"/>
                <a:gd name="connsiteX2" fmla="*/ 253562 w 507527"/>
                <a:gd name="connsiteY2" fmla="*/ 295793 h 552732"/>
                <a:gd name="connsiteX3" fmla="*/ 149423 w 507527"/>
                <a:gd name="connsiteY3" fmla="*/ 530743 h 552732"/>
                <a:gd name="connsiteX4" fmla="*/ 22035 w 507527"/>
                <a:gd name="connsiteY4" fmla="*/ 350046 h 552732"/>
                <a:gd name="connsiteX5" fmla="*/ 0 w 507527"/>
                <a:gd name="connsiteY5" fmla="*/ 356405 h 552732"/>
                <a:gd name="connsiteX6" fmla="*/ 0 w 507527"/>
                <a:gd name="connsiteY6" fmla="*/ 30098 h 552732"/>
                <a:gd name="connsiteX7" fmla="*/ 27441 w 507527"/>
                <a:gd name="connsiteY7" fmla="*/ 20754 h 552732"/>
                <a:gd name="connsiteX8" fmla="*/ 202646 w 507527"/>
                <a:gd name="connsiteY8" fmla="*/ 874 h 5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527" h="552732">
                  <a:moveTo>
                    <a:pt x="202646" y="874"/>
                  </a:moveTo>
                  <a:cubicBezTo>
                    <a:pt x="538608" y="22187"/>
                    <a:pt x="592083" y="427198"/>
                    <a:pt x="386912" y="537093"/>
                  </a:cubicBezTo>
                  <a:cubicBezTo>
                    <a:pt x="425012" y="501110"/>
                    <a:pt x="240227" y="261926"/>
                    <a:pt x="253562" y="295793"/>
                  </a:cubicBezTo>
                  <a:lnTo>
                    <a:pt x="149423" y="530743"/>
                  </a:lnTo>
                  <a:cubicBezTo>
                    <a:pt x="83939" y="637105"/>
                    <a:pt x="185886" y="321540"/>
                    <a:pt x="22035" y="350046"/>
                  </a:cubicBezTo>
                  <a:lnTo>
                    <a:pt x="0" y="356405"/>
                  </a:lnTo>
                  <a:lnTo>
                    <a:pt x="0" y="30098"/>
                  </a:lnTo>
                  <a:lnTo>
                    <a:pt x="27441" y="20754"/>
                  </a:lnTo>
                  <a:cubicBezTo>
                    <a:pt x="92587" y="3398"/>
                    <a:pt x="150959" y="-2405"/>
                    <a:pt x="202646" y="874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75">
              <a:extLst>
                <a:ext uri="{FF2B5EF4-FFF2-40B4-BE49-F238E27FC236}">
                  <a16:creationId xmlns:a16="http://schemas.microsoft.com/office/drawing/2014/main" id="{E6536377-8CB0-7114-CFB1-44603F3B3C58}"/>
                </a:ext>
              </a:extLst>
            </p:cNvPr>
            <p:cNvSpPr/>
            <p:nvPr/>
          </p:nvSpPr>
          <p:spPr>
            <a:xfrm rot="2005286">
              <a:off x="4801211" y="-1001386"/>
              <a:ext cx="323755" cy="908262"/>
            </a:xfrm>
            <a:custGeom>
              <a:avLst/>
              <a:gdLst>
                <a:gd name="connsiteX0" fmla="*/ 0 w 222463"/>
                <a:gd name="connsiteY0" fmla="*/ 0 h 728759"/>
                <a:gd name="connsiteX1" fmla="*/ 222463 w 222463"/>
                <a:gd name="connsiteY1" fmla="*/ 0 h 728759"/>
                <a:gd name="connsiteX2" fmla="*/ 222463 w 222463"/>
                <a:gd name="connsiteY2" fmla="*/ 728759 h 728759"/>
                <a:gd name="connsiteX3" fmla="*/ 0 w 222463"/>
                <a:gd name="connsiteY3" fmla="*/ 728759 h 728759"/>
                <a:gd name="connsiteX4" fmla="*/ 0 w 222463"/>
                <a:gd name="connsiteY4" fmla="*/ 0 h 728759"/>
                <a:gd name="connsiteX0" fmla="*/ 61218 w 222463"/>
                <a:gd name="connsiteY0" fmla="*/ 0 h 826219"/>
                <a:gd name="connsiteX1" fmla="*/ 222463 w 222463"/>
                <a:gd name="connsiteY1" fmla="*/ 97460 h 826219"/>
                <a:gd name="connsiteX2" fmla="*/ 222463 w 222463"/>
                <a:gd name="connsiteY2" fmla="*/ 826219 h 826219"/>
                <a:gd name="connsiteX3" fmla="*/ 0 w 222463"/>
                <a:gd name="connsiteY3" fmla="*/ 826219 h 826219"/>
                <a:gd name="connsiteX4" fmla="*/ 61218 w 222463"/>
                <a:gd name="connsiteY4" fmla="*/ 0 h 826219"/>
                <a:gd name="connsiteX0" fmla="*/ 131193 w 292438"/>
                <a:gd name="connsiteY0" fmla="*/ 0 h 826219"/>
                <a:gd name="connsiteX1" fmla="*/ 292438 w 292438"/>
                <a:gd name="connsiteY1" fmla="*/ 97460 h 826219"/>
                <a:gd name="connsiteX2" fmla="*/ 292438 w 292438"/>
                <a:gd name="connsiteY2" fmla="*/ 826219 h 826219"/>
                <a:gd name="connsiteX3" fmla="*/ 69975 w 292438"/>
                <a:gd name="connsiteY3" fmla="*/ 826219 h 826219"/>
                <a:gd name="connsiteX4" fmla="*/ 131193 w 292438"/>
                <a:gd name="connsiteY4" fmla="*/ 0 h 826219"/>
                <a:gd name="connsiteX0" fmla="*/ 131193 w 323755"/>
                <a:gd name="connsiteY0" fmla="*/ 0 h 908262"/>
                <a:gd name="connsiteX1" fmla="*/ 292438 w 323755"/>
                <a:gd name="connsiteY1" fmla="*/ 97460 h 908262"/>
                <a:gd name="connsiteX2" fmla="*/ 323755 w 323755"/>
                <a:gd name="connsiteY2" fmla="*/ 908262 h 908262"/>
                <a:gd name="connsiteX3" fmla="*/ 69975 w 323755"/>
                <a:gd name="connsiteY3" fmla="*/ 826219 h 908262"/>
                <a:gd name="connsiteX4" fmla="*/ 131193 w 323755"/>
                <a:gd name="connsiteY4" fmla="*/ 0 h 90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755" h="908262">
                  <a:moveTo>
                    <a:pt x="131193" y="0"/>
                  </a:moveTo>
                  <a:lnTo>
                    <a:pt x="292438" y="97460"/>
                  </a:lnTo>
                  <a:lnTo>
                    <a:pt x="323755" y="908262"/>
                  </a:lnTo>
                  <a:lnTo>
                    <a:pt x="69975" y="826219"/>
                  </a:lnTo>
                  <a:cubicBezTo>
                    <a:pt x="90381" y="550813"/>
                    <a:pt x="-135501" y="403699"/>
                    <a:pt x="131193" y="0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77">
              <a:extLst>
                <a:ext uri="{FF2B5EF4-FFF2-40B4-BE49-F238E27FC236}">
                  <a16:creationId xmlns:a16="http://schemas.microsoft.com/office/drawing/2014/main" id="{9146B295-BA3C-9002-6055-495DC37C60BB}"/>
                </a:ext>
              </a:extLst>
            </p:cNvPr>
            <p:cNvSpPr/>
            <p:nvPr/>
          </p:nvSpPr>
          <p:spPr>
            <a:xfrm>
              <a:off x="4973578" y="-1604229"/>
              <a:ext cx="389110" cy="797483"/>
            </a:xfrm>
            <a:custGeom>
              <a:avLst/>
              <a:gdLst>
                <a:gd name="connsiteX0" fmla="*/ 0 w 88695"/>
                <a:gd name="connsiteY0" fmla="*/ 0 h 499033"/>
                <a:gd name="connsiteX1" fmla="*/ 88695 w 88695"/>
                <a:gd name="connsiteY1" fmla="*/ 0 h 499033"/>
                <a:gd name="connsiteX2" fmla="*/ 88695 w 88695"/>
                <a:gd name="connsiteY2" fmla="*/ 499033 h 499033"/>
                <a:gd name="connsiteX3" fmla="*/ 0 w 88695"/>
                <a:gd name="connsiteY3" fmla="*/ 499033 h 499033"/>
                <a:gd name="connsiteX4" fmla="*/ 0 w 88695"/>
                <a:gd name="connsiteY4" fmla="*/ 0 h 499033"/>
                <a:gd name="connsiteX0" fmla="*/ 0 w 88695"/>
                <a:gd name="connsiteY0" fmla="*/ 374650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4" fmla="*/ 0 w 88695"/>
                <a:gd name="connsiteY4" fmla="*/ 374650 h 873683"/>
                <a:gd name="connsiteX0" fmla="*/ 0 w 88695"/>
                <a:gd name="connsiteY0" fmla="*/ 873683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0" fmla="*/ 0 w 18845"/>
                <a:gd name="connsiteY0" fmla="*/ 873683 h 873683"/>
                <a:gd name="connsiteX1" fmla="*/ 18845 w 18845"/>
                <a:gd name="connsiteY1" fmla="*/ 0 h 873683"/>
                <a:gd name="connsiteX2" fmla="*/ 0 w 18845"/>
                <a:gd name="connsiteY2" fmla="*/ 873683 h 873683"/>
                <a:gd name="connsiteX0" fmla="*/ 19255 w 19255"/>
                <a:gd name="connsiteY0" fmla="*/ 797483 h 797483"/>
                <a:gd name="connsiteX1" fmla="*/ 0 w 19255"/>
                <a:gd name="connsiteY1" fmla="*/ 0 h 797483"/>
                <a:gd name="connsiteX2" fmla="*/ 19255 w 19255"/>
                <a:gd name="connsiteY2" fmla="*/ 797483 h 797483"/>
                <a:gd name="connsiteX0" fmla="*/ 223792 w 223792"/>
                <a:gd name="connsiteY0" fmla="*/ 797483 h 797483"/>
                <a:gd name="connsiteX1" fmla="*/ 204537 w 223792"/>
                <a:gd name="connsiteY1" fmla="*/ 0 h 797483"/>
                <a:gd name="connsiteX2" fmla="*/ 223792 w 223792"/>
                <a:gd name="connsiteY2" fmla="*/ 797483 h 797483"/>
                <a:gd name="connsiteX0" fmla="*/ 223792 w 361401"/>
                <a:gd name="connsiteY0" fmla="*/ 797483 h 797483"/>
                <a:gd name="connsiteX1" fmla="*/ 204537 w 361401"/>
                <a:gd name="connsiteY1" fmla="*/ 0 h 797483"/>
                <a:gd name="connsiteX2" fmla="*/ 223792 w 361401"/>
                <a:gd name="connsiteY2" fmla="*/ 797483 h 797483"/>
                <a:gd name="connsiteX0" fmla="*/ 223792 w 389110"/>
                <a:gd name="connsiteY0" fmla="*/ 797483 h 797483"/>
                <a:gd name="connsiteX1" fmla="*/ 204537 w 389110"/>
                <a:gd name="connsiteY1" fmla="*/ 0 h 797483"/>
                <a:gd name="connsiteX2" fmla="*/ 223792 w 389110"/>
                <a:gd name="connsiteY2" fmla="*/ 797483 h 79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9110" h="797483">
                  <a:moveTo>
                    <a:pt x="223792" y="797483"/>
                  </a:moveTo>
                  <a:cubicBezTo>
                    <a:pt x="541224" y="284005"/>
                    <a:pt x="325255" y="94378"/>
                    <a:pt x="204537" y="0"/>
                  </a:cubicBezTo>
                  <a:cubicBezTo>
                    <a:pt x="210955" y="265828"/>
                    <a:pt x="-271576" y="379255"/>
                    <a:pt x="223792" y="797483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8D220B-F6ED-7CDB-68EB-51EF001C053E}"/>
                </a:ext>
              </a:extLst>
            </p:cNvPr>
            <p:cNvSpPr/>
            <p:nvPr/>
          </p:nvSpPr>
          <p:spPr>
            <a:xfrm rot="5172298" flipH="1">
              <a:off x="5120991" y="-939339"/>
              <a:ext cx="144924" cy="200114"/>
            </a:xfrm>
            <a:custGeom>
              <a:avLst/>
              <a:gdLst>
                <a:gd name="connsiteX0" fmla="*/ 0 w 45719"/>
                <a:gd name="connsiteY0" fmla="*/ 99948 h 199896"/>
                <a:gd name="connsiteX1" fmla="*/ 22860 w 45719"/>
                <a:gd name="connsiteY1" fmla="*/ 0 h 199896"/>
                <a:gd name="connsiteX2" fmla="*/ 45720 w 45719"/>
                <a:gd name="connsiteY2" fmla="*/ 99948 h 199896"/>
                <a:gd name="connsiteX3" fmla="*/ 22860 w 45719"/>
                <a:gd name="connsiteY3" fmla="*/ 199896 h 199896"/>
                <a:gd name="connsiteX4" fmla="*/ 0 w 45719"/>
                <a:gd name="connsiteY4" fmla="*/ 99948 h 199896"/>
                <a:gd name="connsiteX0" fmla="*/ 0 w 73519"/>
                <a:gd name="connsiteY0" fmla="*/ 114704 h 200114"/>
                <a:gd name="connsiteX1" fmla="*/ 50659 w 73519"/>
                <a:gd name="connsiteY1" fmla="*/ 90 h 200114"/>
                <a:gd name="connsiteX2" fmla="*/ 73519 w 73519"/>
                <a:gd name="connsiteY2" fmla="*/ 100038 h 200114"/>
                <a:gd name="connsiteX3" fmla="*/ 50659 w 73519"/>
                <a:gd name="connsiteY3" fmla="*/ 199986 h 200114"/>
                <a:gd name="connsiteX4" fmla="*/ 0 w 73519"/>
                <a:gd name="connsiteY4" fmla="*/ 114704 h 20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19" h="200114">
                  <a:moveTo>
                    <a:pt x="0" y="114704"/>
                  </a:moveTo>
                  <a:cubicBezTo>
                    <a:pt x="0" y="59504"/>
                    <a:pt x="38406" y="2534"/>
                    <a:pt x="50659" y="90"/>
                  </a:cubicBezTo>
                  <a:cubicBezTo>
                    <a:pt x="62912" y="-2354"/>
                    <a:pt x="73519" y="44838"/>
                    <a:pt x="73519" y="100038"/>
                  </a:cubicBezTo>
                  <a:cubicBezTo>
                    <a:pt x="73519" y="155238"/>
                    <a:pt x="62912" y="197542"/>
                    <a:pt x="50659" y="199986"/>
                  </a:cubicBezTo>
                  <a:cubicBezTo>
                    <a:pt x="38406" y="202430"/>
                    <a:pt x="0" y="169904"/>
                    <a:pt x="0" y="114704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1767F13-A823-DEE9-4AA5-11DE1CD301E5}"/>
              </a:ext>
            </a:extLst>
          </p:cNvPr>
          <p:cNvGrpSpPr/>
          <p:nvPr/>
        </p:nvGrpSpPr>
        <p:grpSpPr>
          <a:xfrm>
            <a:off x="3763732" y="569481"/>
            <a:ext cx="4586924" cy="6633438"/>
            <a:chOff x="507365" y="-1604229"/>
            <a:chExt cx="6691944" cy="9677639"/>
          </a:xfrm>
          <a:solidFill>
            <a:schemeClr val="bg1"/>
          </a:solidFill>
        </p:grpSpPr>
        <p:sp>
          <p:nvSpPr>
            <p:cNvPr id="29" name="Rectangle 77">
              <a:extLst>
                <a:ext uri="{FF2B5EF4-FFF2-40B4-BE49-F238E27FC236}">
                  <a16:creationId xmlns:a16="http://schemas.microsoft.com/office/drawing/2014/main" id="{E5C99EA1-9949-BFC2-7727-FD3B42D58B69}"/>
                </a:ext>
              </a:extLst>
            </p:cNvPr>
            <p:cNvSpPr/>
            <p:nvPr/>
          </p:nvSpPr>
          <p:spPr>
            <a:xfrm>
              <a:off x="5510673" y="-1511883"/>
              <a:ext cx="222707" cy="797483"/>
            </a:xfrm>
            <a:custGeom>
              <a:avLst/>
              <a:gdLst>
                <a:gd name="connsiteX0" fmla="*/ 0 w 88695"/>
                <a:gd name="connsiteY0" fmla="*/ 0 h 499033"/>
                <a:gd name="connsiteX1" fmla="*/ 88695 w 88695"/>
                <a:gd name="connsiteY1" fmla="*/ 0 h 499033"/>
                <a:gd name="connsiteX2" fmla="*/ 88695 w 88695"/>
                <a:gd name="connsiteY2" fmla="*/ 499033 h 499033"/>
                <a:gd name="connsiteX3" fmla="*/ 0 w 88695"/>
                <a:gd name="connsiteY3" fmla="*/ 499033 h 499033"/>
                <a:gd name="connsiteX4" fmla="*/ 0 w 88695"/>
                <a:gd name="connsiteY4" fmla="*/ 0 h 499033"/>
                <a:gd name="connsiteX0" fmla="*/ 0 w 88695"/>
                <a:gd name="connsiteY0" fmla="*/ 374650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4" fmla="*/ 0 w 88695"/>
                <a:gd name="connsiteY4" fmla="*/ 374650 h 873683"/>
                <a:gd name="connsiteX0" fmla="*/ 0 w 88695"/>
                <a:gd name="connsiteY0" fmla="*/ 873683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0" fmla="*/ 0 w 18845"/>
                <a:gd name="connsiteY0" fmla="*/ 873683 h 873683"/>
                <a:gd name="connsiteX1" fmla="*/ 18845 w 18845"/>
                <a:gd name="connsiteY1" fmla="*/ 0 h 873683"/>
                <a:gd name="connsiteX2" fmla="*/ 0 w 18845"/>
                <a:gd name="connsiteY2" fmla="*/ 873683 h 873683"/>
                <a:gd name="connsiteX0" fmla="*/ 19255 w 19255"/>
                <a:gd name="connsiteY0" fmla="*/ 797483 h 797483"/>
                <a:gd name="connsiteX1" fmla="*/ 0 w 19255"/>
                <a:gd name="connsiteY1" fmla="*/ 0 h 797483"/>
                <a:gd name="connsiteX2" fmla="*/ 19255 w 19255"/>
                <a:gd name="connsiteY2" fmla="*/ 797483 h 797483"/>
                <a:gd name="connsiteX0" fmla="*/ 223792 w 223792"/>
                <a:gd name="connsiteY0" fmla="*/ 797483 h 797483"/>
                <a:gd name="connsiteX1" fmla="*/ 204537 w 223792"/>
                <a:gd name="connsiteY1" fmla="*/ 0 h 797483"/>
                <a:gd name="connsiteX2" fmla="*/ 223792 w 223792"/>
                <a:gd name="connsiteY2" fmla="*/ 797483 h 797483"/>
                <a:gd name="connsiteX0" fmla="*/ 223792 w 361401"/>
                <a:gd name="connsiteY0" fmla="*/ 797483 h 797483"/>
                <a:gd name="connsiteX1" fmla="*/ 204537 w 361401"/>
                <a:gd name="connsiteY1" fmla="*/ 0 h 797483"/>
                <a:gd name="connsiteX2" fmla="*/ 223792 w 361401"/>
                <a:gd name="connsiteY2" fmla="*/ 797483 h 797483"/>
                <a:gd name="connsiteX0" fmla="*/ 223792 w 389110"/>
                <a:gd name="connsiteY0" fmla="*/ 797483 h 797483"/>
                <a:gd name="connsiteX1" fmla="*/ 204537 w 389110"/>
                <a:gd name="connsiteY1" fmla="*/ 0 h 797483"/>
                <a:gd name="connsiteX2" fmla="*/ 223792 w 389110"/>
                <a:gd name="connsiteY2" fmla="*/ 797483 h 797483"/>
                <a:gd name="connsiteX0" fmla="*/ 37928 w 203246"/>
                <a:gd name="connsiteY0" fmla="*/ 797483 h 797483"/>
                <a:gd name="connsiteX1" fmla="*/ 18673 w 203246"/>
                <a:gd name="connsiteY1" fmla="*/ 0 h 797483"/>
                <a:gd name="connsiteX2" fmla="*/ 37928 w 203246"/>
                <a:gd name="connsiteY2" fmla="*/ 797483 h 797483"/>
                <a:gd name="connsiteX0" fmla="*/ 37928 w 222707"/>
                <a:gd name="connsiteY0" fmla="*/ 797483 h 797483"/>
                <a:gd name="connsiteX1" fmla="*/ 18673 w 222707"/>
                <a:gd name="connsiteY1" fmla="*/ 0 h 797483"/>
                <a:gd name="connsiteX2" fmla="*/ 37928 w 222707"/>
                <a:gd name="connsiteY2" fmla="*/ 797483 h 79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707" h="797483">
                  <a:moveTo>
                    <a:pt x="37928" y="797483"/>
                  </a:moveTo>
                  <a:cubicBezTo>
                    <a:pt x="399810" y="182405"/>
                    <a:pt x="139391" y="94378"/>
                    <a:pt x="18673" y="0"/>
                  </a:cubicBezTo>
                  <a:cubicBezTo>
                    <a:pt x="25091" y="265828"/>
                    <a:pt x="-38340" y="518955"/>
                    <a:pt x="37928" y="79748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2EB8C608-718F-B1C8-15D5-F678B3CC5518}"/>
                </a:ext>
              </a:extLst>
            </p:cNvPr>
            <p:cNvSpPr/>
            <p:nvPr/>
          </p:nvSpPr>
          <p:spPr>
            <a:xfrm>
              <a:off x="507365" y="3503412"/>
              <a:ext cx="2038986" cy="1995687"/>
            </a:xfrm>
            <a:custGeom>
              <a:avLst/>
              <a:gdLst>
                <a:gd name="connsiteX0" fmla="*/ 0 w 1028700"/>
                <a:gd name="connsiteY0" fmla="*/ 0 h 927100"/>
                <a:gd name="connsiteX1" fmla="*/ 1028700 w 1028700"/>
                <a:gd name="connsiteY1" fmla="*/ 0 h 927100"/>
                <a:gd name="connsiteX2" fmla="*/ 1028700 w 1028700"/>
                <a:gd name="connsiteY2" fmla="*/ 927100 h 927100"/>
                <a:gd name="connsiteX3" fmla="*/ 0 w 1028700"/>
                <a:gd name="connsiteY3" fmla="*/ 927100 h 927100"/>
                <a:gd name="connsiteX4" fmla="*/ 0 w 1028700"/>
                <a:gd name="connsiteY4" fmla="*/ 0 h 927100"/>
                <a:gd name="connsiteX0" fmla="*/ 0 w 2101850"/>
                <a:gd name="connsiteY0" fmla="*/ 0 h 1073150"/>
                <a:gd name="connsiteX1" fmla="*/ 2101850 w 2101850"/>
                <a:gd name="connsiteY1" fmla="*/ 146050 h 1073150"/>
                <a:gd name="connsiteX2" fmla="*/ 2101850 w 2101850"/>
                <a:gd name="connsiteY2" fmla="*/ 1073150 h 1073150"/>
                <a:gd name="connsiteX3" fmla="*/ 1073150 w 2101850"/>
                <a:gd name="connsiteY3" fmla="*/ 1073150 h 1073150"/>
                <a:gd name="connsiteX4" fmla="*/ 0 w 2101850"/>
                <a:gd name="connsiteY4" fmla="*/ 0 h 1073150"/>
                <a:gd name="connsiteX0" fmla="*/ 0 w 2101850"/>
                <a:gd name="connsiteY0" fmla="*/ 0 h 1073150"/>
                <a:gd name="connsiteX1" fmla="*/ 2101850 w 2101850"/>
                <a:gd name="connsiteY1" fmla="*/ 146050 h 1073150"/>
                <a:gd name="connsiteX2" fmla="*/ 2101850 w 2101850"/>
                <a:gd name="connsiteY2" fmla="*/ 1073150 h 1073150"/>
                <a:gd name="connsiteX3" fmla="*/ 1073150 w 2101850"/>
                <a:gd name="connsiteY3" fmla="*/ 1073150 h 1073150"/>
                <a:gd name="connsiteX4" fmla="*/ 241300 w 2101850"/>
                <a:gd name="connsiteY4" fmla="*/ 57150 h 1073150"/>
                <a:gd name="connsiteX5" fmla="*/ 0 w 2101850"/>
                <a:gd name="connsiteY5" fmla="*/ 0 h 1073150"/>
                <a:gd name="connsiteX0" fmla="*/ 321952 w 2423802"/>
                <a:gd name="connsiteY0" fmla="*/ 0 h 1604293"/>
                <a:gd name="connsiteX1" fmla="*/ 2423802 w 2423802"/>
                <a:gd name="connsiteY1" fmla="*/ 146050 h 1604293"/>
                <a:gd name="connsiteX2" fmla="*/ 2423802 w 2423802"/>
                <a:gd name="connsiteY2" fmla="*/ 1073150 h 1604293"/>
                <a:gd name="connsiteX3" fmla="*/ 1395102 w 2423802"/>
                <a:gd name="connsiteY3" fmla="*/ 1073150 h 1604293"/>
                <a:gd name="connsiteX4" fmla="*/ 17152 w 2423802"/>
                <a:gd name="connsiteY4" fmla="*/ 1581150 h 1604293"/>
                <a:gd name="connsiteX5" fmla="*/ 563252 w 2423802"/>
                <a:gd name="connsiteY5" fmla="*/ 57150 h 1604293"/>
                <a:gd name="connsiteX6" fmla="*/ 321952 w 2423802"/>
                <a:gd name="connsiteY6" fmla="*/ 0 h 1604293"/>
                <a:gd name="connsiteX0" fmla="*/ 313411 w 2415261"/>
                <a:gd name="connsiteY0" fmla="*/ 0 h 1622929"/>
                <a:gd name="connsiteX1" fmla="*/ 2415261 w 2415261"/>
                <a:gd name="connsiteY1" fmla="*/ 146050 h 1622929"/>
                <a:gd name="connsiteX2" fmla="*/ 2415261 w 2415261"/>
                <a:gd name="connsiteY2" fmla="*/ 1073150 h 1622929"/>
                <a:gd name="connsiteX3" fmla="*/ 1386561 w 2415261"/>
                <a:gd name="connsiteY3" fmla="*/ 1073150 h 1622929"/>
                <a:gd name="connsiteX4" fmla="*/ 427711 w 2415261"/>
                <a:gd name="connsiteY4" fmla="*/ 774700 h 1622929"/>
                <a:gd name="connsiteX5" fmla="*/ 8611 w 2415261"/>
                <a:gd name="connsiteY5" fmla="*/ 1581150 h 1622929"/>
                <a:gd name="connsiteX6" fmla="*/ 554711 w 2415261"/>
                <a:gd name="connsiteY6" fmla="*/ 57150 h 1622929"/>
                <a:gd name="connsiteX7" fmla="*/ 313411 w 2415261"/>
                <a:gd name="connsiteY7" fmla="*/ 0 h 162292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412847 w 2412847"/>
                <a:gd name="connsiteY2" fmla="*/ 1073150 h 1624449"/>
                <a:gd name="connsiteX3" fmla="*/ 1384147 w 2412847"/>
                <a:gd name="connsiteY3" fmla="*/ 107315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412847 w 2412847"/>
                <a:gd name="connsiteY2" fmla="*/ 1073150 h 1624449"/>
                <a:gd name="connsiteX3" fmla="*/ 1384147 w 2412847"/>
                <a:gd name="connsiteY3" fmla="*/ 1073150 h 1624449"/>
                <a:gd name="connsiteX4" fmla="*/ 825347 w 2412847"/>
                <a:gd name="connsiteY4" fmla="*/ 965200 h 1624449"/>
                <a:gd name="connsiteX5" fmla="*/ 310997 w 2412847"/>
                <a:gd name="connsiteY5" fmla="*/ 1390650 h 1624449"/>
                <a:gd name="connsiteX6" fmla="*/ 425297 w 2412847"/>
                <a:gd name="connsiteY6" fmla="*/ 774700 h 1624449"/>
                <a:gd name="connsiteX7" fmla="*/ 6197 w 2412847"/>
                <a:gd name="connsiteY7" fmla="*/ 1581150 h 1624449"/>
                <a:gd name="connsiteX8" fmla="*/ 552297 w 2412847"/>
                <a:gd name="connsiteY8" fmla="*/ 57150 h 1624449"/>
                <a:gd name="connsiteX9" fmla="*/ 310997 w 2412847"/>
                <a:gd name="connsiteY9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1384147 w 2412847"/>
                <a:gd name="connsiteY3" fmla="*/ 1073150 h 1624449"/>
                <a:gd name="connsiteX4" fmla="*/ 825347 w 2412847"/>
                <a:gd name="connsiteY4" fmla="*/ 965200 h 1624449"/>
                <a:gd name="connsiteX5" fmla="*/ 310997 w 2412847"/>
                <a:gd name="connsiteY5" fmla="*/ 1390650 h 1624449"/>
                <a:gd name="connsiteX6" fmla="*/ 425297 w 2412847"/>
                <a:gd name="connsiteY6" fmla="*/ 774700 h 1624449"/>
                <a:gd name="connsiteX7" fmla="*/ 6197 w 2412847"/>
                <a:gd name="connsiteY7" fmla="*/ 1581150 h 1624449"/>
                <a:gd name="connsiteX8" fmla="*/ 552297 w 2412847"/>
                <a:gd name="connsiteY8" fmla="*/ 57150 h 1624449"/>
                <a:gd name="connsiteX9" fmla="*/ 310997 w 2412847"/>
                <a:gd name="connsiteY9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07847 w 2409697"/>
                <a:gd name="connsiteY0" fmla="*/ 0 h 1581150"/>
                <a:gd name="connsiteX1" fmla="*/ 2409697 w 2409697"/>
                <a:gd name="connsiteY1" fmla="*/ 146050 h 1581150"/>
                <a:gd name="connsiteX2" fmla="*/ 1958847 w 2409697"/>
                <a:gd name="connsiteY2" fmla="*/ 622300 h 1581150"/>
                <a:gd name="connsiteX3" fmla="*/ 822197 w 2409697"/>
                <a:gd name="connsiteY3" fmla="*/ 965200 h 1581150"/>
                <a:gd name="connsiteX4" fmla="*/ 307847 w 2409697"/>
                <a:gd name="connsiteY4" fmla="*/ 1390650 h 1581150"/>
                <a:gd name="connsiteX5" fmla="*/ 422147 w 2409697"/>
                <a:gd name="connsiteY5" fmla="*/ 774700 h 1581150"/>
                <a:gd name="connsiteX6" fmla="*/ 3047 w 2409697"/>
                <a:gd name="connsiteY6" fmla="*/ 1581150 h 1581150"/>
                <a:gd name="connsiteX7" fmla="*/ 549147 w 2409697"/>
                <a:gd name="connsiteY7" fmla="*/ 57150 h 1581150"/>
                <a:gd name="connsiteX8" fmla="*/ 307847 w 2409697"/>
                <a:gd name="connsiteY8" fmla="*/ 0 h 1581150"/>
                <a:gd name="connsiteX0" fmla="*/ 389699 w 2491549"/>
                <a:gd name="connsiteY0" fmla="*/ 0 h 1581150"/>
                <a:gd name="connsiteX1" fmla="*/ 2491549 w 2491549"/>
                <a:gd name="connsiteY1" fmla="*/ 146050 h 1581150"/>
                <a:gd name="connsiteX2" fmla="*/ 2040699 w 2491549"/>
                <a:gd name="connsiteY2" fmla="*/ 622300 h 1581150"/>
                <a:gd name="connsiteX3" fmla="*/ 904049 w 2491549"/>
                <a:gd name="connsiteY3" fmla="*/ 965200 h 1581150"/>
                <a:gd name="connsiteX4" fmla="*/ 389699 w 2491549"/>
                <a:gd name="connsiteY4" fmla="*/ 1390650 h 1581150"/>
                <a:gd name="connsiteX5" fmla="*/ 503999 w 2491549"/>
                <a:gd name="connsiteY5" fmla="*/ 774700 h 1581150"/>
                <a:gd name="connsiteX6" fmla="*/ 84899 w 2491549"/>
                <a:gd name="connsiteY6" fmla="*/ 1581150 h 1581150"/>
                <a:gd name="connsiteX7" fmla="*/ 630999 w 2491549"/>
                <a:gd name="connsiteY7" fmla="*/ 57150 h 1581150"/>
                <a:gd name="connsiteX8" fmla="*/ 389699 w 2491549"/>
                <a:gd name="connsiteY8" fmla="*/ 0 h 1581150"/>
                <a:gd name="connsiteX0" fmla="*/ 387986 w 2489836"/>
                <a:gd name="connsiteY0" fmla="*/ 19050 h 1600200"/>
                <a:gd name="connsiteX1" fmla="*/ 2489836 w 2489836"/>
                <a:gd name="connsiteY1" fmla="*/ 165100 h 1600200"/>
                <a:gd name="connsiteX2" fmla="*/ 2038986 w 2489836"/>
                <a:gd name="connsiteY2" fmla="*/ 641350 h 1600200"/>
                <a:gd name="connsiteX3" fmla="*/ 902336 w 2489836"/>
                <a:gd name="connsiteY3" fmla="*/ 984250 h 1600200"/>
                <a:gd name="connsiteX4" fmla="*/ 387986 w 2489836"/>
                <a:gd name="connsiteY4" fmla="*/ 1409700 h 1600200"/>
                <a:gd name="connsiteX5" fmla="*/ 502286 w 2489836"/>
                <a:gd name="connsiteY5" fmla="*/ 793750 h 1600200"/>
                <a:gd name="connsiteX6" fmla="*/ 83186 w 2489836"/>
                <a:gd name="connsiteY6" fmla="*/ 1600200 h 1600200"/>
                <a:gd name="connsiteX7" fmla="*/ 654686 w 2489836"/>
                <a:gd name="connsiteY7" fmla="*/ 0 h 1600200"/>
                <a:gd name="connsiteX8" fmla="*/ 387986 w 2489836"/>
                <a:gd name="connsiteY8" fmla="*/ 19050 h 1600200"/>
                <a:gd name="connsiteX0" fmla="*/ 267336 w 2489836"/>
                <a:gd name="connsiteY0" fmla="*/ 44450 h 1600200"/>
                <a:gd name="connsiteX1" fmla="*/ 2489836 w 2489836"/>
                <a:gd name="connsiteY1" fmla="*/ 165100 h 1600200"/>
                <a:gd name="connsiteX2" fmla="*/ 2038986 w 2489836"/>
                <a:gd name="connsiteY2" fmla="*/ 641350 h 1600200"/>
                <a:gd name="connsiteX3" fmla="*/ 902336 w 2489836"/>
                <a:gd name="connsiteY3" fmla="*/ 984250 h 1600200"/>
                <a:gd name="connsiteX4" fmla="*/ 387986 w 2489836"/>
                <a:gd name="connsiteY4" fmla="*/ 1409700 h 1600200"/>
                <a:gd name="connsiteX5" fmla="*/ 502286 w 2489836"/>
                <a:gd name="connsiteY5" fmla="*/ 793750 h 1600200"/>
                <a:gd name="connsiteX6" fmla="*/ 83186 w 2489836"/>
                <a:gd name="connsiteY6" fmla="*/ 1600200 h 1600200"/>
                <a:gd name="connsiteX7" fmla="*/ 654686 w 2489836"/>
                <a:gd name="connsiteY7" fmla="*/ 0 h 1600200"/>
                <a:gd name="connsiteX8" fmla="*/ 267336 w 2489836"/>
                <a:gd name="connsiteY8" fmla="*/ 44450 h 1600200"/>
                <a:gd name="connsiteX0" fmla="*/ 267336 w 2489836"/>
                <a:gd name="connsiteY0" fmla="*/ 466010 h 2021760"/>
                <a:gd name="connsiteX1" fmla="*/ 2489836 w 2489836"/>
                <a:gd name="connsiteY1" fmla="*/ 586660 h 2021760"/>
                <a:gd name="connsiteX2" fmla="*/ 2038986 w 2489836"/>
                <a:gd name="connsiteY2" fmla="*/ 1062910 h 2021760"/>
                <a:gd name="connsiteX3" fmla="*/ 902336 w 2489836"/>
                <a:gd name="connsiteY3" fmla="*/ 1405810 h 2021760"/>
                <a:gd name="connsiteX4" fmla="*/ 387986 w 2489836"/>
                <a:gd name="connsiteY4" fmla="*/ 1831260 h 2021760"/>
                <a:gd name="connsiteX5" fmla="*/ 502286 w 2489836"/>
                <a:gd name="connsiteY5" fmla="*/ 1215310 h 2021760"/>
                <a:gd name="connsiteX6" fmla="*/ 83186 w 2489836"/>
                <a:gd name="connsiteY6" fmla="*/ 2021760 h 2021760"/>
                <a:gd name="connsiteX7" fmla="*/ 654686 w 2489836"/>
                <a:gd name="connsiteY7" fmla="*/ 421560 h 2021760"/>
                <a:gd name="connsiteX8" fmla="*/ 267336 w 2489836"/>
                <a:gd name="connsiteY8" fmla="*/ 466010 h 2021760"/>
                <a:gd name="connsiteX0" fmla="*/ 267336 w 2489836"/>
                <a:gd name="connsiteY0" fmla="*/ 356187 h 1911937"/>
                <a:gd name="connsiteX1" fmla="*/ 2489836 w 2489836"/>
                <a:gd name="connsiteY1" fmla="*/ 476837 h 1911937"/>
                <a:gd name="connsiteX2" fmla="*/ 2038986 w 2489836"/>
                <a:gd name="connsiteY2" fmla="*/ 953087 h 1911937"/>
                <a:gd name="connsiteX3" fmla="*/ 902336 w 2489836"/>
                <a:gd name="connsiteY3" fmla="*/ 1295987 h 1911937"/>
                <a:gd name="connsiteX4" fmla="*/ 387986 w 2489836"/>
                <a:gd name="connsiteY4" fmla="*/ 1721437 h 1911937"/>
                <a:gd name="connsiteX5" fmla="*/ 502286 w 2489836"/>
                <a:gd name="connsiteY5" fmla="*/ 1105487 h 1911937"/>
                <a:gd name="connsiteX6" fmla="*/ 83186 w 2489836"/>
                <a:gd name="connsiteY6" fmla="*/ 1911937 h 1911937"/>
                <a:gd name="connsiteX7" fmla="*/ 654686 w 2489836"/>
                <a:gd name="connsiteY7" fmla="*/ 311737 h 1911937"/>
                <a:gd name="connsiteX8" fmla="*/ 267336 w 2489836"/>
                <a:gd name="connsiteY8" fmla="*/ 356187 h 1911937"/>
                <a:gd name="connsiteX0" fmla="*/ 267336 w 2038986"/>
                <a:gd name="connsiteY0" fmla="*/ 368508 h 1924258"/>
                <a:gd name="connsiteX1" fmla="*/ 1956436 w 2038986"/>
                <a:gd name="connsiteY1" fmla="*/ 406608 h 1924258"/>
                <a:gd name="connsiteX2" fmla="*/ 2038986 w 2038986"/>
                <a:gd name="connsiteY2" fmla="*/ 965408 h 1924258"/>
                <a:gd name="connsiteX3" fmla="*/ 902336 w 2038986"/>
                <a:gd name="connsiteY3" fmla="*/ 1308308 h 1924258"/>
                <a:gd name="connsiteX4" fmla="*/ 387986 w 2038986"/>
                <a:gd name="connsiteY4" fmla="*/ 1733758 h 1924258"/>
                <a:gd name="connsiteX5" fmla="*/ 502286 w 2038986"/>
                <a:gd name="connsiteY5" fmla="*/ 1117808 h 1924258"/>
                <a:gd name="connsiteX6" fmla="*/ 83186 w 2038986"/>
                <a:gd name="connsiteY6" fmla="*/ 1924258 h 1924258"/>
                <a:gd name="connsiteX7" fmla="*/ 654686 w 2038986"/>
                <a:gd name="connsiteY7" fmla="*/ 324058 h 1924258"/>
                <a:gd name="connsiteX8" fmla="*/ 267336 w 2038986"/>
                <a:gd name="connsiteY8" fmla="*/ 368508 h 1924258"/>
                <a:gd name="connsiteX0" fmla="*/ 267336 w 2038986"/>
                <a:gd name="connsiteY0" fmla="*/ 446570 h 2002320"/>
                <a:gd name="connsiteX1" fmla="*/ 1956436 w 2038986"/>
                <a:gd name="connsiteY1" fmla="*/ 484670 h 2002320"/>
                <a:gd name="connsiteX2" fmla="*/ 2038986 w 2038986"/>
                <a:gd name="connsiteY2" fmla="*/ 1043470 h 2002320"/>
                <a:gd name="connsiteX3" fmla="*/ 902336 w 2038986"/>
                <a:gd name="connsiteY3" fmla="*/ 1386370 h 2002320"/>
                <a:gd name="connsiteX4" fmla="*/ 387986 w 2038986"/>
                <a:gd name="connsiteY4" fmla="*/ 1811820 h 2002320"/>
                <a:gd name="connsiteX5" fmla="*/ 502286 w 2038986"/>
                <a:gd name="connsiteY5" fmla="*/ 1195870 h 2002320"/>
                <a:gd name="connsiteX6" fmla="*/ 83186 w 2038986"/>
                <a:gd name="connsiteY6" fmla="*/ 2002320 h 2002320"/>
                <a:gd name="connsiteX7" fmla="*/ 654686 w 2038986"/>
                <a:gd name="connsiteY7" fmla="*/ 402120 h 2002320"/>
                <a:gd name="connsiteX8" fmla="*/ 267336 w 2038986"/>
                <a:gd name="connsiteY8" fmla="*/ 446570 h 2002320"/>
                <a:gd name="connsiteX0" fmla="*/ 267336 w 2038986"/>
                <a:gd name="connsiteY0" fmla="*/ 398001 h 1953751"/>
                <a:gd name="connsiteX1" fmla="*/ 1956436 w 2038986"/>
                <a:gd name="connsiteY1" fmla="*/ 436101 h 1953751"/>
                <a:gd name="connsiteX2" fmla="*/ 2038986 w 2038986"/>
                <a:gd name="connsiteY2" fmla="*/ 994901 h 1953751"/>
                <a:gd name="connsiteX3" fmla="*/ 902336 w 2038986"/>
                <a:gd name="connsiteY3" fmla="*/ 1337801 h 1953751"/>
                <a:gd name="connsiteX4" fmla="*/ 387986 w 2038986"/>
                <a:gd name="connsiteY4" fmla="*/ 1763251 h 1953751"/>
                <a:gd name="connsiteX5" fmla="*/ 502286 w 2038986"/>
                <a:gd name="connsiteY5" fmla="*/ 1147301 h 1953751"/>
                <a:gd name="connsiteX6" fmla="*/ 83186 w 2038986"/>
                <a:gd name="connsiteY6" fmla="*/ 1953751 h 1953751"/>
                <a:gd name="connsiteX7" fmla="*/ 654686 w 2038986"/>
                <a:gd name="connsiteY7" fmla="*/ 353551 h 1953751"/>
                <a:gd name="connsiteX8" fmla="*/ 267336 w 2038986"/>
                <a:gd name="connsiteY8" fmla="*/ 398001 h 1953751"/>
                <a:gd name="connsiteX0" fmla="*/ 267336 w 2038986"/>
                <a:gd name="connsiteY0" fmla="*/ 392627 h 1948377"/>
                <a:gd name="connsiteX1" fmla="*/ 1956436 w 2038986"/>
                <a:gd name="connsiteY1" fmla="*/ 430727 h 1948377"/>
                <a:gd name="connsiteX2" fmla="*/ 2038986 w 2038986"/>
                <a:gd name="connsiteY2" fmla="*/ 989527 h 1948377"/>
                <a:gd name="connsiteX3" fmla="*/ 902336 w 2038986"/>
                <a:gd name="connsiteY3" fmla="*/ 1332427 h 1948377"/>
                <a:gd name="connsiteX4" fmla="*/ 387986 w 2038986"/>
                <a:gd name="connsiteY4" fmla="*/ 1757877 h 1948377"/>
                <a:gd name="connsiteX5" fmla="*/ 502286 w 2038986"/>
                <a:gd name="connsiteY5" fmla="*/ 1141927 h 1948377"/>
                <a:gd name="connsiteX6" fmla="*/ 83186 w 2038986"/>
                <a:gd name="connsiteY6" fmla="*/ 1948377 h 1948377"/>
                <a:gd name="connsiteX7" fmla="*/ 654686 w 2038986"/>
                <a:gd name="connsiteY7" fmla="*/ 348177 h 1948377"/>
                <a:gd name="connsiteX8" fmla="*/ 267336 w 2038986"/>
                <a:gd name="connsiteY8" fmla="*/ 392627 h 1948377"/>
                <a:gd name="connsiteX0" fmla="*/ 267336 w 2038986"/>
                <a:gd name="connsiteY0" fmla="*/ 398120 h 1953870"/>
                <a:gd name="connsiteX1" fmla="*/ 1956436 w 2038986"/>
                <a:gd name="connsiteY1" fmla="*/ 436220 h 1953870"/>
                <a:gd name="connsiteX2" fmla="*/ 2038986 w 2038986"/>
                <a:gd name="connsiteY2" fmla="*/ 995020 h 1953870"/>
                <a:gd name="connsiteX3" fmla="*/ 902336 w 2038986"/>
                <a:gd name="connsiteY3" fmla="*/ 1337920 h 1953870"/>
                <a:gd name="connsiteX4" fmla="*/ 387986 w 2038986"/>
                <a:gd name="connsiteY4" fmla="*/ 1763370 h 1953870"/>
                <a:gd name="connsiteX5" fmla="*/ 502286 w 2038986"/>
                <a:gd name="connsiteY5" fmla="*/ 1147420 h 1953870"/>
                <a:gd name="connsiteX6" fmla="*/ 83186 w 2038986"/>
                <a:gd name="connsiteY6" fmla="*/ 1953870 h 1953870"/>
                <a:gd name="connsiteX7" fmla="*/ 654686 w 2038986"/>
                <a:gd name="connsiteY7" fmla="*/ 353670 h 1953870"/>
                <a:gd name="connsiteX8" fmla="*/ 267336 w 2038986"/>
                <a:gd name="connsiteY8" fmla="*/ 398120 h 1953870"/>
                <a:gd name="connsiteX0" fmla="*/ 267336 w 2038986"/>
                <a:gd name="connsiteY0" fmla="*/ 444148 h 1999898"/>
                <a:gd name="connsiteX1" fmla="*/ 1956436 w 2038986"/>
                <a:gd name="connsiteY1" fmla="*/ 482248 h 1999898"/>
                <a:gd name="connsiteX2" fmla="*/ 2038986 w 2038986"/>
                <a:gd name="connsiteY2" fmla="*/ 1041048 h 1999898"/>
                <a:gd name="connsiteX3" fmla="*/ 902336 w 2038986"/>
                <a:gd name="connsiteY3" fmla="*/ 1383948 h 1999898"/>
                <a:gd name="connsiteX4" fmla="*/ 387986 w 2038986"/>
                <a:gd name="connsiteY4" fmla="*/ 1809398 h 1999898"/>
                <a:gd name="connsiteX5" fmla="*/ 502286 w 2038986"/>
                <a:gd name="connsiteY5" fmla="*/ 1193448 h 1999898"/>
                <a:gd name="connsiteX6" fmla="*/ 83186 w 2038986"/>
                <a:gd name="connsiteY6" fmla="*/ 1999898 h 1999898"/>
                <a:gd name="connsiteX7" fmla="*/ 654686 w 2038986"/>
                <a:gd name="connsiteY7" fmla="*/ 399698 h 1999898"/>
                <a:gd name="connsiteX8" fmla="*/ 267336 w 2038986"/>
                <a:gd name="connsiteY8" fmla="*/ 444148 h 1999898"/>
                <a:gd name="connsiteX0" fmla="*/ 267336 w 2038986"/>
                <a:gd name="connsiteY0" fmla="*/ 455019 h 2010769"/>
                <a:gd name="connsiteX1" fmla="*/ 1956436 w 2038986"/>
                <a:gd name="connsiteY1" fmla="*/ 493119 h 2010769"/>
                <a:gd name="connsiteX2" fmla="*/ 2038986 w 2038986"/>
                <a:gd name="connsiteY2" fmla="*/ 1051919 h 2010769"/>
                <a:gd name="connsiteX3" fmla="*/ 902336 w 2038986"/>
                <a:gd name="connsiteY3" fmla="*/ 1394819 h 2010769"/>
                <a:gd name="connsiteX4" fmla="*/ 387986 w 2038986"/>
                <a:gd name="connsiteY4" fmla="*/ 1820269 h 2010769"/>
                <a:gd name="connsiteX5" fmla="*/ 502286 w 2038986"/>
                <a:gd name="connsiteY5" fmla="*/ 1204319 h 2010769"/>
                <a:gd name="connsiteX6" fmla="*/ 83186 w 2038986"/>
                <a:gd name="connsiteY6" fmla="*/ 2010769 h 2010769"/>
                <a:gd name="connsiteX7" fmla="*/ 654686 w 2038986"/>
                <a:gd name="connsiteY7" fmla="*/ 410569 h 2010769"/>
                <a:gd name="connsiteX8" fmla="*/ 267336 w 2038986"/>
                <a:gd name="connsiteY8" fmla="*/ 455019 h 2010769"/>
                <a:gd name="connsiteX0" fmla="*/ 267336 w 2038986"/>
                <a:gd name="connsiteY0" fmla="*/ 447394 h 2003144"/>
                <a:gd name="connsiteX1" fmla="*/ 1956436 w 2038986"/>
                <a:gd name="connsiteY1" fmla="*/ 485494 h 2003144"/>
                <a:gd name="connsiteX2" fmla="*/ 2038986 w 2038986"/>
                <a:gd name="connsiteY2" fmla="*/ 1044294 h 2003144"/>
                <a:gd name="connsiteX3" fmla="*/ 902336 w 2038986"/>
                <a:gd name="connsiteY3" fmla="*/ 1387194 h 2003144"/>
                <a:gd name="connsiteX4" fmla="*/ 387986 w 2038986"/>
                <a:gd name="connsiteY4" fmla="*/ 1812644 h 2003144"/>
                <a:gd name="connsiteX5" fmla="*/ 502286 w 2038986"/>
                <a:gd name="connsiteY5" fmla="*/ 1196694 h 2003144"/>
                <a:gd name="connsiteX6" fmla="*/ 83186 w 2038986"/>
                <a:gd name="connsiteY6" fmla="*/ 2003144 h 2003144"/>
                <a:gd name="connsiteX7" fmla="*/ 654686 w 2038986"/>
                <a:gd name="connsiteY7" fmla="*/ 402944 h 2003144"/>
                <a:gd name="connsiteX8" fmla="*/ 267336 w 2038986"/>
                <a:gd name="connsiteY8" fmla="*/ 447394 h 2003144"/>
                <a:gd name="connsiteX0" fmla="*/ 267336 w 2038986"/>
                <a:gd name="connsiteY0" fmla="*/ 441986 h 1997736"/>
                <a:gd name="connsiteX1" fmla="*/ 1956436 w 2038986"/>
                <a:gd name="connsiteY1" fmla="*/ 480086 h 1997736"/>
                <a:gd name="connsiteX2" fmla="*/ 2038986 w 2038986"/>
                <a:gd name="connsiteY2" fmla="*/ 1038886 h 1997736"/>
                <a:gd name="connsiteX3" fmla="*/ 902336 w 2038986"/>
                <a:gd name="connsiteY3" fmla="*/ 1381786 h 1997736"/>
                <a:gd name="connsiteX4" fmla="*/ 387986 w 2038986"/>
                <a:gd name="connsiteY4" fmla="*/ 1807236 h 1997736"/>
                <a:gd name="connsiteX5" fmla="*/ 502286 w 2038986"/>
                <a:gd name="connsiteY5" fmla="*/ 1191286 h 1997736"/>
                <a:gd name="connsiteX6" fmla="*/ 83186 w 2038986"/>
                <a:gd name="connsiteY6" fmla="*/ 1997736 h 1997736"/>
                <a:gd name="connsiteX7" fmla="*/ 654686 w 2038986"/>
                <a:gd name="connsiteY7" fmla="*/ 397536 h 1997736"/>
                <a:gd name="connsiteX8" fmla="*/ 267336 w 2038986"/>
                <a:gd name="connsiteY8" fmla="*/ 441986 h 1997736"/>
                <a:gd name="connsiteX0" fmla="*/ 260986 w 2038986"/>
                <a:gd name="connsiteY0" fmla="*/ 435815 h 2029665"/>
                <a:gd name="connsiteX1" fmla="*/ 1956436 w 2038986"/>
                <a:gd name="connsiteY1" fmla="*/ 512015 h 2029665"/>
                <a:gd name="connsiteX2" fmla="*/ 2038986 w 2038986"/>
                <a:gd name="connsiteY2" fmla="*/ 1070815 h 2029665"/>
                <a:gd name="connsiteX3" fmla="*/ 902336 w 2038986"/>
                <a:gd name="connsiteY3" fmla="*/ 1413715 h 2029665"/>
                <a:gd name="connsiteX4" fmla="*/ 387986 w 2038986"/>
                <a:gd name="connsiteY4" fmla="*/ 1839165 h 2029665"/>
                <a:gd name="connsiteX5" fmla="*/ 502286 w 2038986"/>
                <a:gd name="connsiteY5" fmla="*/ 1223215 h 2029665"/>
                <a:gd name="connsiteX6" fmla="*/ 83186 w 2038986"/>
                <a:gd name="connsiteY6" fmla="*/ 2029665 h 2029665"/>
                <a:gd name="connsiteX7" fmla="*/ 654686 w 2038986"/>
                <a:gd name="connsiteY7" fmla="*/ 429465 h 2029665"/>
                <a:gd name="connsiteX8" fmla="*/ 260986 w 2038986"/>
                <a:gd name="connsiteY8" fmla="*/ 435815 h 2029665"/>
                <a:gd name="connsiteX0" fmla="*/ 260986 w 2038986"/>
                <a:gd name="connsiteY0" fmla="*/ 398281 h 1992131"/>
                <a:gd name="connsiteX1" fmla="*/ 1956436 w 2038986"/>
                <a:gd name="connsiteY1" fmla="*/ 474481 h 1992131"/>
                <a:gd name="connsiteX2" fmla="*/ 2038986 w 2038986"/>
                <a:gd name="connsiteY2" fmla="*/ 1033281 h 1992131"/>
                <a:gd name="connsiteX3" fmla="*/ 902336 w 2038986"/>
                <a:gd name="connsiteY3" fmla="*/ 1376181 h 1992131"/>
                <a:gd name="connsiteX4" fmla="*/ 387986 w 2038986"/>
                <a:gd name="connsiteY4" fmla="*/ 1801631 h 1992131"/>
                <a:gd name="connsiteX5" fmla="*/ 502286 w 2038986"/>
                <a:gd name="connsiteY5" fmla="*/ 1185681 h 1992131"/>
                <a:gd name="connsiteX6" fmla="*/ 83186 w 2038986"/>
                <a:gd name="connsiteY6" fmla="*/ 1992131 h 1992131"/>
                <a:gd name="connsiteX7" fmla="*/ 654686 w 2038986"/>
                <a:gd name="connsiteY7" fmla="*/ 391931 h 1992131"/>
                <a:gd name="connsiteX8" fmla="*/ 260986 w 2038986"/>
                <a:gd name="connsiteY8" fmla="*/ 398281 h 1992131"/>
                <a:gd name="connsiteX0" fmla="*/ 260986 w 2038986"/>
                <a:gd name="connsiteY0" fmla="*/ 401837 h 1995687"/>
                <a:gd name="connsiteX1" fmla="*/ 1956436 w 2038986"/>
                <a:gd name="connsiteY1" fmla="*/ 478037 h 1995687"/>
                <a:gd name="connsiteX2" fmla="*/ 2038986 w 2038986"/>
                <a:gd name="connsiteY2" fmla="*/ 1036837 h 1995687"/>
                <a:gd name="connsiteX3" fmla="*/ 902336 w 2038986"/>
                <a:gd name="connsiteY3" fmla="*/ 1379737 h 1995687"/>
                <a:gd name="connsiteX4" fmla="*/ 387986 w 2038986"/>
                <a:gd name="connsiteY4" fmla="*/ 1805187 h 1995687"/>
                <a:gd name="connsiteX5" fmla="*/ 502286 w 2038986"/>
                <a:gd name="connsiteY5" fmla="*/ 1189237 h 1995687"/>
                <a:gd name="connsiteX6" fmla="*/ 83186 w 2038986"/>
                <a:gd name="connsiteY6" fmla="*/ 1995687 h 1995687"/>
                <a:gd name="connsiteX7" fmla="*/ 654686 w 2038986"/>
                <a:gd name="connsiteY7" fmla="*/ 395487 h 1995687"/>
                <a:gd name="connsiteX8" fmla="*/ 260986 w 2038986"/>
                <a:gd name="connsiteY8" fmla="*/ 401837 h 199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986" h="1995687">
                  <a:moveTo>
                    <a:pt x="260986" y="401837"/>
                  </a:moveTo>
                  <a:cubicBezTo>
                    <a:pt x="1763819" y="-783496"/>
                    <a:pt x="936203" y="1091870"/>
                    <a:pt x="1956436" y="478037"/>
                  </a:cubicBezTo>
                  <a:lnTo>
                    <a:pt x="2038986" y="1036837"/>
                  </a:lnTo>
                  <a:cubicBezTo>
                    <a:pt x="1772286" y="1496154"/>
                    <a:pt x="1111886" y="2076120"/>
                    <a:pt x="902336" y="1379737"/>
                  </a:cubicBezTo>
                  <a:cubicBezTo>
                    <a:pt x="1377528" y="1407254"/>
                    <a:pt x="641986" y="802945"/>
                    <a:pt x="387986" y="1805187"/>
                  </a:cubicBezTo>
                  <a:cubicBezTo>
                    <a:pt x="241936" y="1556479"/>
                    <a:pt x="611294" y="1062237"/>
                    <a:pt x="502286" y="1189237"/>
                  </a:cubicBezTo>
                  <a:cubicBezTo>
                    <a:pt x="393278" y="1316237"/>
                    <a:pt x="44028" y="1721579"/>
                    <a:pt x="83186" y="1995687"/>
                  </a:cubicBezTo>
                  <a:cubicBezTo>
                    <a:pt x="-290406" y="637845"/>
                    <a:pt x="719244" y="431470"/>
                    <a:pt x="654686" y="395487"/>
                  </a:cubicBezTo>
                  <a:lnTo>
                    <a:pt x="260986" y="401837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Rectangle 10">
              <a:extLst>
                <a:ext uri="{FF2B5EF4-FFF2-40B4-BE49-F238E27FC236}">
                  <a16:creationId xmlns:a16="http://schemas.microsoft.com/office/drawing/2014/main" id="{F1C5A5C4-23E3-A14F-8962-1545EB2641CB}"/>
                </a:ext>
              </a:extLst>
            </p:cNvPr>
            <p:cNvSpPr/>
            <p:nvPr/>
          </p:nvSpPr>
          <p:spPr>
            <a:xfrm>
              <a:off x="3201670" y="-1305442"/>
              <a:ext cx="2570444" cy="3220269"/>
            </a:xfrm>
            <a:custGeom>
              <a:avLst/>
              <a:gdLst>
                <a:gd name="connsiteX0" fmla="*/ 0 w 469900"/>
                <a:gd name="connsiteY0" fmla="*/ 0 h 1162050"/>
                <a:gd name="connsiteX1" fmla="*/ 469900 w 469900"/>
                <a:gd name="connsiteY1" fmla="*/ 0 h 1162050"/>
                <a:gd name="connsiteX2" fmla="*/ 469900 w 469900"/>
                <a:gd name="connsiteY2" fmla="*/ 1162050 h 1162050"/>
                <a:gd name="connsiteX3" fmla="*/ 0 w 469900"/>
                <a:gd name="connsiteY3" fmla="*/ 1162050 h 1162050"/>
                <a:gd name="connsiteX4" fmla="*/ 0 w 469900"/>
                <a:gd name="connsiteY4" fmla="*/ 0 h 1162050"/>
                <a:gd name="connsiteX0" fmla="*/ 0 w 1016000"/>
                <a:gd name="connsiteY0" fmla="*/ 50800 h 1212850"/>
                <a:gd name="connsiteX1" fmla="*/ 1016000 w 1016000"/>
                <a:gd name="connsiteY1" fmla="*/ 0 h 1212850"/>
                <a:gd name="connsiteX2" fmla="*/ 469900 w 1016000"/>
                <a:gd name="connsiteY2" fmla="*/ 1212850 h 1212850"/>
                <a:gd name="connsiteX3" fmla="*/ 0 w 1016000"/>
                <a:gd name="connsiteY3" fmla="*/ 1212850 h 1212850"/>
                <a:gd name="connsiteX4" fmla="*/ 0 w 1016000"/>
                <a:gd name="connsiteY4" fmla="*/ 50800 h 1212850"/>
                <a:gd name="connsiteX0" fmla="*/ 0 w 1120139"/>
                <a:gd name="connsiteY0" fmla="*/ 285750 h 1447800"/>
                <a:gd name="connsiteX1" fmla="*/ 1120139 w 1120139"/>
                <a:gd name="connsiteY1" fmla="*/ 0 h 1447800"/>
                <a:gd name="connsiteX2" fmla="*/ 1016000 w 1120139"/>
                <a:gd name="connsiteY2" fmla="*/ 234950 h 1447800"/>
                <a:gd name="connsiteX3" fmla="*/ 469900 w 1120139"/>
                <a:gd name="connsiteY3" fmla="*/ 1447800 h 1447800"/>
                <a:gd name="connsiteX4" fmla="*/ 0 w 1120139"/>
                <a:gd name="connsiteY4" fmla="*/ 1447800 h 1447800"/>
                <a:gd name="connsiteX5" fmla="*/ 0 w 1120139"/>
                <a:gd name="connsiteY5" fmla="*/ 285750 h 1447800"/>
                <a:gd name="connsiteX0" fmla="*/ 0 w 1315996"/>
                <a:gd name="connsiteY0" fmla="*/ 458860 h 1620910"/>
                <a:gd name="connsiteX1" fmla="*/ 1259839 w 1315996"/>
                <a:gd name="connsiteY1" fmla="*/ 8010 h 1620910"/>
                <a:gd name="connsiteX2" fmla="*/ 1120139 w 1315996"/>
                <a:gd name="connsiteY2" fmla="*/ 173110 h 1620910"/>
                <a:gd name="connsiteX3" fmla="*/ 1016000 w 1315996"/>
                <a:gd name="connsiteY3" fmla="*/ 408060 h 1620910"/>
                <a:gd name="connsiteX4" fmla="*/ 469900 w 1315996"/>
                <a:gd name="connsiteY4" fmla="*/ 1620910 h 1620910"/>
                <a:gd name="connsiteX5" fmla="*/ 0 w 1315996"/>
                <a:gd name="connsiteY5" fmla="*/ 1620910 h 1620910"/>
                <a:gd name="connsiteX6" fmla="*/ 0 w 1315996"/>
                <a:gd name="connsiteY6" fmla="*/ 458860 h 1620910"/>
                <a:gd name="connsiteX0" fmla="*/ 0 w 1310420"/>
                <a:gd name="connsiteY0" fmla="*/ 289172 h 1451222"/>
                <a:gd name="connsiteX1" fmla="*/ 1253489 w 1310420"/>
                <a:gd name="connsiteY1" fmla="*/ 244722 h 1451222"/>
                <a:gd name="connsiteX2" fmla="*/ 1120139 w 1310420"/>
                <a:gd name="connsiteY2" fmla="*/ 3422 h 1451222"/>
                <a:gd name="connsiteX3" fmla="*/ 1016000 w 1310420"/>
                <a:gd name="connsiteY3" fmla="*/ 238372 h 1451222"/>
                <a:gd name="connsiteX4" fmla="*/ 469900 w 1310420"/>
                <a:gd name="connsiteY4" fmla="*/ 1451222 h 1451222"/>
                <a:gd name="connsiteX5" fmla="*/ 0 w 1310420"/>
                <a:gd name="connsiteY5" fmla="*/ 1451222 h 1451222"/>
                <a:gd name="connsiteX6" fmla="*/ 0 w 1310420"/>
                <a:gd name="connsiteY6" fmla="*/ 289172 h 1451222"/>
                <a:gd name="connsiteX0" fmla="*/ 0 w 1258674"/>
                <a:gd name="connsiteY0" fmla="*/ 501731 h 1663781"/>
                <a:gd name="connsiteX1" fmla="*/ 269238 w 1258674"/>
                <a:gd name="connsiteY1" fmla="*/ 81 h 1663781"/>
                <a:gd name="connsiteX2" fmla="*/ 1253489 w 1258674"/>
                <a:gd name="connsiteY2" fmla="*/ 457281 h 1663781"/>
                <a:gd name="connsiteX3" fmla="*/ 1120139 w 1258674"/>
                <a:gd name="connsiteY3" fmla="*/ 215981 h 1663781"/>
                <a:gd name="connsiteX4" fmla="*/ 1016000 w 1258674"/>
                <a:gd name="connsiteY4" fmla="*/ 450931 h 1663781"/>
                <a:gd name="connsiteX5" fmla="*/ 469900 w 1258674"/>
                <a:gd name="connsiteY5" fmla="*/ 1663781 h 1663781"/>
                <a:gd name="connsiteX6" fmla="*/ 0 w 1258674"/>
                <a:gd name="connsiteY6" fmla="*/ 1663781 h 1663781"/>
                <a:gd name="connsiteX7" fmla="*/ 0 w 1258674"/>
                <a:gd name="connsiteY7" fmla="*/ 501731 h 1663781"/>
                <a:gd name="connsiteX0" fmla="*/ 0 w 1360758"/>
                <a:gd name="connsiteY0" fmla="*/ 584993 h 1747043"/>
                <a:gd name="connsiteX1" fmla="*/ 269238 w 1360758"/>
                <a:gd name="connsiteY1" fmla="*/ 83343 h 1747043"/>
                <a:gd name="connsiteX2" fmla="*/ 1253489 w 1360758"/>
                <a:gd name="connsiteY2" fmla="*/ 540543 h 1747043"/>
                <a:gd name="connsiteX3" fmla="*/ 1120139 w 1360758"/>
                <a:gd name="connsiteY3" fmla="*/ 299243 h 1747043"/>
                <a:gd name="connsiteX4" fmla="*/ 1016000 w 1360758"/>
                <a:gd name="connsiteY4" fmla="*/ 534193 h 1747043"/>
                <a:gd name="connsiteX5" fmla="*/ 469900 w 1360758"/>
                <a:gd name="connsiteY5" fmla="*/ 1747043 h 1747043"/>
                <a:gd name="connsiteX6" fmla="*/ 0 w 1360758"/>
                <a:gd name="connsiteY6" fmla="*/ 1747043 h 1747043"/>
                <a:gd name="connsiteX7" fmla="*/ 0 w 1360758"/>
                <a:gd name="connsiteY7" fmla="*/ 584993 h 1747043"/>
                <a:gd name="connsiteX0" fmla="*/ 0 w 1353283"/>
                <a:gd name="connsiteY0" fmla="*/ 501650 h 1663700"/>
                <a:gd name="connsiteX1" fmla="*/ 269238 w 1353283"/>
                <a:gd name="connsiteY1" fmla="*/ 0 h 1663700"/>
                <a:gd name="connsiteX2" fmla="*/ 1253489 w 1353283"/>
                <a:gd name="connsiteY2" fmla="*/ 457200 h 1663700"/>
                <a:gd name="connsiteX3" fmla="*/ 1120139 w 1353283"/>
                <a:gd name="connsiteY3" fmla="*/ 215900 h 1663700"/>
                <a:gd name="connsiteX4" fmla="*/ 1016000 w 1353283"/>
                <a:gd name="connsiteY4" fmla="*/ 450850 h 1663700"/>
                <a:gd name="connsiteX5" fmla="*/ 469900 w 1353283"/>
                <a:gd name="connsiteY5" fmla="*/ 1663700 h 1663700"/>
                <a:gd name="connsiteX6" fmla="*/ 0 w 1353283"/>
                <a:gd name="connsiteY6" fmla="*/ 1663700 h 1663700"/>
                <a:gd name="connsiteX7" fmla="*/ 0 w 1353283"/>
                <a:gd name="connsiteY7" fmla="*/ 501650 h 1663700"/>
                <a:gd name="connsiteX0" fmla="*/ 0 w 1353283"/>
                <a:gd name="connsiteY0" fmla="*/ 573370 h 1735420"/>
                <a:gd name="connsiteX1" fmla="*/ 269238 w 1353283"/>
                <a:gd name="connsiteY1" fmla="*/ 71720 h 1735420"/>
                <a:gd name="connsiteX2" fmla="*/ 1253489 w 1353283"/>
                <a:gd name="connsiteY2" fmla="*/ 528920 h 1735420"/>
                <a:gd name="connsiteX3" fmla="*/ 1120139 w 1353283"/>
                <a:gd name="connsiteY3" fmla="*/ 287620 h 1735420"/>
                <a:gd name="connsiteX4" fmla="*/ 1016000 w 1353283"/>
                <a:gd name="connsiteY4" fmla="*/ 522570 h 1735420"/>
                <a:gd name="connsiteX5" fmla="*/ 469900 w 1353283"/>
                <a:gd name="connsiteY5" fmla="*/ 1735420 h 1735420"/>
                <a:gd name="connsiteX6" fmla="*/ 0 w 1353283"/>
                <a:gd name="connsiteY6" fmla="*/ 1735420 h 1735420"/>
                <a:gd name="connsiteX7" fmla="*/ 0 w 1353283"/>
                <a:gd name="connsiteY7" fmla="*/ 573370 h 1735420"/>
                <a:gd name="connsiteX0" fmla="*/ 0 w 1352934"/>
                <a:gd name="connsiteY0" fmla="*/ 559343 h 1721393"/>
                <a:gd name="connsiteX1" fmla="*/ 269238 w 1352934"/>
                <a:gd name="connsiteY1" fmla="*/ 57693 h 1721393"/>
                <a:gd name="connsiteX2" fmla="*/ 1253489 w 1352934"/>
                <a:gd name="connsiteY2" fmla="*/ 514893 h 1721393"/>
                <a:gd name="connsiteX3" fmla="*/ 1120139 w 1352934"/>
                <a:gd name="connsiteY3" fmla="*/ 273593 h 1721393"/>
                <a:gd name="connsiteX4" fmla="*/ 1016000 w 1352934"/>
                <a:gd name="connsiteY4" fmla="*/ 508543 h 1721393"/>
                <a:gd name="connsiteX5" fmla="*/ 469900 w 1352934"/>
                <a:gd name="connsiteY5" fmla="*/ 1721393 h 1721393"/>
                <a:gd name="connsiteX6" fmla="*/ 0 w 1352934"/>
                <a:gd name="connsiteY6" fmla="*/ 1721393 h 1721393"/>
                <a:gd name="connsiteX7" fmla="*/ 0 w 1352934"/>
                <a:gd name="connsiteY7" fmla="*/ 559343 h 1721393"/>
                <a:gd name="connsiteX0" fmla="*/ 0 w 1360304"/>
                <a:gd name="connsiteY0" fmla="*/ 516082 h 1678132"/>
                <a:gd name="connsiteX1" fmla="*/ 269238 w 1360304"/>
                <a:gd name="connsiteY1" fmla="*/ 14432 h 1678132"/>
                <a:gd name="connsiteX2" fmla="*/ 1253489 w 1360304"/>
                <a:gd name="connsiteY2" fmla="*/ 471632 h 1678132"/>
                <a:gd name="connsiteX3" fmla="*/ 1120139 w 1360304"/>
                <a:gd name="connsiteY3" fmla="*/ 230332 h 1678132"/>
                <a:gd name="connsiteX4" fmla="*/ 1016000 w 1360304"/>
                <a:gd name="connsiteY4" fmla="*/ 465282 h 1678132"/>
                <a:gd name="connsiteX5" fmla="*/ 469900 w 1360304"/>
                <a:gd name="connsiteY5" fmla="*/ 1678132 h 1678132"/>
                <a:gd name="connsiteX6" fmla="*/ 0 w 1360304"/>
                <a:gd name="connsiteY6" fmla="*/ 1678132 h 1678132"/>
                <a:gd name="connsiteX7" fmla="*/ 0 w 1360304"/>
                <a:gd name="connsiteY7" fmla="*/ 516082 h 1678132"/>
                <a:gd name="connsiteX0" fmla="*/ 0 w 1258674"/>
                <a:gd name="connsiteY0" fmla="*/ 572275 h 1734325"/>
                <a:gd name="connsiteX1" fmla="*/ 269238 w 1258674"/>
                <a:gd name="connsiteY1" fmla="*/ 70625 h 1734325"/>
                <a:gd name="connsiteX2" fmla="*/ 791209 w 1258674"/>
                <a:gd name="connsiteY2" fmla="*/ 46494 h 1734325"/>
                <a:gd name="connsiteX3" fmla="*/ 1253489 w 1258674"/>
                <a:gd name="connsiteY3" fmla="*/ 527825 h 1734325"/>
                <a:gd name="connsiteX4" fmla="*/ 1120139 w 1258674"/>
                <a:gd name="connsiteY4" fmla="*/ 286525 h 1734325"/>
                <a:gd name="connsiteX5" fmla="*/ 1016000 w 1258674"/>
                <a:gd name="connsiteY5" fmla="*/ 521475 h 1734325"/>
                <a:gd name="connsiteX6" fmla="*/ 469900 w 1258674"/>
                <a:gd name="connsiteY6" fmla="*/ 1734325 h 1734325"/>
                <a:gd name="connsiteX7" fmla="*/ 0 w 1258674"/>
                <a:gd name="connsiteY7" fmla="*/ 1734325 h 1734325"/>
                <a:gd name="connsiteX8" fmla="*/ 0 w 1258674"/>
                <a:gd name="connsiteY8" fmla="*/ 572275 h 1734325"/>
                <a:gd name="connsiteX0" fmla="*/ 0 w 1258674"/>
                <a:gd name="connsiteY0" fmla="*/ 575015 h 1737065"/>
                <a:gd name="connsiteX1" fmla="*/ 269238 w 1258674"/>
                <a:gd name="connsiteY1" fmla="*/ 73365 h 1737065"/>
                <a:gd name="connsiteX2" fmla="*/ 791209 w 1258674"/>
                <a:gd name="connsiteY2" fmla="*/ 49234 h 1737065"/>
                <a:gd name="connsiteX3" fmla="*/ 1253489 w 1258674"/>
                <a:gd name="connsiteY3" fmla="*/ 530565 h 1737065"/>
                <a:gd name="connsiteX4" fmla="*/ 1120139 w 1258674"/>
                <a:gd name="connsiteY4" fmla="*/ 289265 h 1737065"/>
                <a:gd name="connsiteX5" fmla="*/ 1016000 w 1258674"/>
                <a:gd name="connsiteY5" fmla="*/ 524215 h 1737065"/>
                <a:gd name="connsiteX6" fmla="*/ 469900 w 1258674"/>
                <a:gd name="connsiteY6" fmla="*/ 1737065 h 1737065"/>
                <a:gd name="connsiteX7" fmla="*/ 0 w 1258674"/>
                <a:gd name="connsiteY7" fmla="*/ 1737065 h 1737065"/>
                <a:gd name="connsiteX8" fmla="*/ 0 w 1258674"/>
                <a:gd name="connsiteY8" fmla="*/ 575015 h 1737065"/>
                <a:gd name="connsiteX0" fmla="*/ 0 w 1374104"/>
                <a:gd name="connsiteY0" fmla="*/ 581543 h 1743593"/>
                <a:gd name="connsiteX1" fmla="*/ 269238 w 1374104"/>
                <a:gd name="connsiteY1" fmla="*/ 79893 h 1743593"/>
                <a:gd name="connsiteX2" fmla="*/ 791209 w 1374104"/>
                <a:gd name="connsiteY2" fmla="*/ 55762 h 1743593"/>
                <a:gd name="connsiteX3" fmla="*/ 1253489 w 1374104"/>
                <a:gd name="connsiteY3" fmla="*/ 537093 h 1743593"/>
                <a:gd name="connsiteX4" fmla="*/ 1120139 w 1374104"/>
                <a:gd name="connsiteY4" fmla="*/ 295793 h 1743593"/>
                <a:gd name="connsiteX5" fmla="*/ 1016000 w 1374104"/>
                <a:gd name="connsiteY5" fmla="*/ 530743 h 1743593"/>
                <a:gd name="connsiteX6" fmla="*/ 469900 w 1374104"/>
                <a:gd name="connsiteY6" fmla="*/ 1743593 h 1743593"/>
                <a:gd name="connsiteX7" fmla="*/ 0 w 1374104"/>
                <a:gd name="connsiteY7" fmla="*/ 1743593 h 1743593"/>
                <a:gd name="connsiteX8" fmla="*/ 0 w 1374104"/>
                <a:gd name="connsiteY8" fmla="*/ 581543 h 1743593"/>
                <a:gd name="connsiteX0" fmla="*/ 0 w 1374104"/>
                <a:gd name="connsiteY0" fmla="*/ 581543 h 1743593"/>
                <a:gd name="connsiteX1" fmla="*/ 269238 w 1374104"/>
                <a:gd name="connsiteY1" fmla="*/ 79893 h 1743593"/>
                <a:gd name="connsiteX2" fmla="*/ 791209 w 1374104"/>
                <a:gd name="connsiteY2" fmla="*/ 55762 h 1743593"/>
                <a:gd name="connsiteX3" fmla="*/ 1253489 w 1374104"/>
                <a:gd name="connsiteY3" fmla="*/ 537093 h 1743593"/>
                <a:gd name="connsiteX4" fmla="*/ 1120139 w 1374104"/>
                <a:gd name="connsiteY4" fmla="*/ 295793 h 1743593"/>
                <a:gd name="connsiteX5" fmla="*/ 1016000 w 1374104"/>
                <a:gd name="connsiteY5" fmla="*/ 530743 h 1743593"/>
                <a:gd name="connsiteX6" fmla="*/ 469900 w 1374104"/>
                <a:gd name="connsiteY6" fmla="*/ 1743593 h 1743593"/>
                <a:gd name="connsiteX7" fmla="*/ 0 w 1374104"/>
                <a:gd name="connsiteY7" fmla="*/ 1743593 h 1743593"/>
                <a:gd name="connsiteX8" fmla="*/ 0 w 1374104"/>
                <a:gd name="connsiteY8" fmla="*/ 581543 h 1743593"/>
                <a:gd name="connsiteX0" fmla="*/ 0 w 1374104"/>
                <a:gd name="connsiteY0" fmla="*/ 581543 h 1743593"/>
                <a:gd name="connsiteX1" fmla="*/ 311149 w 1374104"/>
                <a:gd name="connsiteY1" fmla="*/ 360563 h 1743593"/>
                <a:gd name="connsiteX2" fmla="*/ 269238 w 1374104"/>
                <a:gd name="connsiteY2" fmla="*/ 79893 h 1743593"/>
                <a:gd name="connsiteX3" fmla="*/ 791209 w 1374104"/>
                <a:gd name="connsiteY3" fmla="*/ 55762 h 1743593"/>
                <a:gd name="connsiteX4" fmla="*/ 1253489 w 1374104"/>
                <a:gd name="connsiteY4" fmla="*/ 537093 h 1743593"/>
                <a:gd name="connsiteX5" fmla="*/ 1120139 w 1374104"/>
                <a:gd name="connsiteY5" fmla="*/ 295793 h 1743593"/>
                <a:gd name="connsiteX6" fmla="*/ 1016000 w 1374104"/>
                <a:gd name="connsiteY6" fmla="*/ 530743 h 1743593"/>
                <a:gd name="connsiteX7" fmla="*/ 469900 w 1374104"/>
                <a:gd name="connsiteY7" fmla="*/ 1743593 h 1743593"/>
                <a:gd name="connsiteX8" fmla="*/ 0 w 1374104"/>
                <a:gd name="connsiteY8" fmla="*/ 1743593 h 1743593"/>
                <a:gd name="connsiteX9" fmla="*/ 0 w 1374104"/>
                <a:gd name="connsiteY9" fmla="*/ 581543 h 1743593"/>
                <a:gd name="connsiteX0" fmla="*/ 0 w 1709384"/>
                <a:gd name="connsiteY0" fmla="*/ 711083 h 1743593"/>
                <a:gd name="connsiteX1" fmla="*/ 646429 w 1709384"/>
                <a:gd name="connsiteY1" fmla="*/ 360563 h 1743593"/>
                <a:gd name="connsiteX2" fmla="*/ 604518 w 1709384"/>
                <a:gd name="connsiteY2" fmla="*/ 79893 h 1743593"/>
                <a:gd name="connsiteX3" fmla="*/ 1126489 w 1709384"/>
                <a:gd name="connsiteY3" fmla="*/ 55762 h 1743593"/>
                <a:gd name="connsiteX4" fmla="*/ 1588769 w 1709384"/>
                <a:gd name="connsiteY4" fmla="*/ 537093 h 1743593"/>
                <a:gd name="connsiteX5" fmla="*/ 1455419 w 1709384"/>
                <a:gd name="connsiteY5" fmla="*/ 295793 h 1743593"/>
                <a:gd name="connsiteX6" fmla="*/ 1351280 w 1709384"/>
                <a:gd name="connsiteY6" fmla="*/ 530743 h 1743593"/>
                <a:gd name="connsiteX7" fmla="*/ 805180 w 1709384"/>
                <a:gd name="connsiteY7" fmla="*/ 1743593 h 1743593"/>
                <a:gd name="connsiteX8" fmla="*/ 335280 w 1709384"/>
                <a:gd name="connsiteY8" fmla="*/ 1743593 h 1743593"/>
                <a:gd name="connsiteX9" fmla="*/ 0 w 1709384"/>
                <a:gd name="connsiteY9" fmla="*/ 711083 h 1743593"/>
                <a:gd name="connsiteX0" fmla="*/ 0 w 1709384"/>
                <a:gd name="connsiteY0" fmla="*/ 711083 h 1743593"/>
                <a:gd name="connsiteX1" fmla="*/ 646429 w 1709384"/>
                <a:gd name="connsiteY1" fmla="*/ 360563 h 1743593"/>
                <a:gd name="connsiteX2" fmla="*/ 604518 w 1709384"/>
                <a:gd name="connsiteY2" fmla="*/ 79893 h 1743593"/>
                <a:gd name="connsiteX3" fmla="*/ 1126489 w 1709384"/>
                <a:gd name="connsiteY3" fmla="*/ 55762 h 1743593"/>
                <a:gd name="connsiteX4" fmla="*/ 1588769 w 1709384"/>
                <a:gd name="connsiteY4" fmla="*/ 537093 h 1743593"/>
                <a:gd name="connsiteX5" fmla="*/ 1455419 w 1709384"/>
                <a:gd name="connsiteY5" fmla="*/ 295793 h 1743593"/>
                <a:gd name="connsiteX6" fmla="*/ 1351280 w 1709384"/>
                <a:gd name="connsiteY6" fmla="*/ 530743 h 1743593"/>
                <a:gd name="connsiteX7" fmla="*/ 805180 w 1709384"/>
                <a:gd name="connsiteY7" fmla="*/ 1743593 h 1743593"/>
                <a:gd name="connsiteX8" fmla="*/ 335280 w 1709384"/>
                <a:gd name="connsiteY8" fmla="*/ 1743593 h 1743593"/>
                <a:gd name="connsiteX9" fmla="*/ 212089 w 1709384"/>
                <a:gd name="connsiteY9" fmla="*/ 733943 h 1743593"/>
                <a:gd name="connsiteX10" fmla="*/ 0 w 1709384"/>
                <a:gd name="connsiteY10" fmla="*/ 711083 h 1743593"/>
                <a:gd name="connsiteX0" fmla="*/ 329441 w 2038825"/>
                <a:gd name="connsiteY0" fmla="*/ 711083 h 1743593"/>
                <a:gd name="connsiteX1" fmla="*/ 975870 w 2038825"/>
                <a:gd name="connsiteY1" fmla="*/ 360563 h 1743593"/>
                <a:gd name="connsiteX2" fmla="*/ 933959 w 2038825"/>
                <a:gd name="connsiteY2" fmla="*/ 79893 h 1743593"/>
                <a:gd name="connsiteX3" fmla="*/ 1455930 w 2038825"/>
                <a:gd name="connsiteY3" fmla="*/ 55762 h 1743593"/>
                <a:gd name="connsiteX4" fmla="*/ 1918210 w 2038825"/>
                <a:gd name="connsiteY4" fmla="*/ 537093 h 1743593"/>
                <a:gd name="connsiteX5" fmla="*/ 1784860 w 2038825"/>
                <a:gd name="connsiteY5" fmla="*/ 295793 h 1743593"/>
                <a:gd name="connsiteX6" fmla="*/ 1680721 w 2038825"/>
                <a:gd name="connsiteY6" fmla="*/ 530743 h 1743593"/>
                <a:gd name="connsiteX7" fmla="*/ 1134621 w 2038825"/>
                <a:gd name="connsiteY7" fmla="*/ 1743593 h 1743593"/>
                <a:gd name="connsiteX8" fmla="*/ 664721 w 2038825"/>
                <a:gd name="connsiteY8" fmla="*/ 1743593 h 1743593"/>
                <a:gd name="connsiteX9" fmla="*/ 510 w 2038825"/>
                <a:gd name="connsiteY9" fmla="*/ 1556903 h 1743593"/>
                <a:gd name="connsiteX10" fmla="*/ 541530 w 2038825"/>
                <a:gd name="connsiteY10" fmla="*/ 733943 h 1743593"/>
                <a:gd name="connsiteX11" fmla="*/ 329441 w 2038825"/>
                <a:gd name="connsiteY11" fmla="*/ 711083 h 1743593"/>
                <a:gd name="connsiteX0" fmla="*/ 341294 w 2050678"/>
                <a:gd name="connsiteY0" fmla="*/ 711083 h 1743593"/>
                <a:gd name="connsiteX1" fmla="*/ 987723 w 2050678"/>
                <a:gd name="connsiteY1" fmla="*/ 360563 h 1743593"/>
                <a:gd name="connsiteX2" fmla="*/ 945812 w 2050678"/>
                <a:gd name="connsiteY2" fmla="*/ 79893 h 1743593"/>
                <a:gd name="connsiteX3" fmla="*/ 1467783 w 2050678"/>
                <a:gd name="connsiteY3" fmla="*/ 55762 h 1743593"/>
                <a:gd name="connsiteX4" fmla="*/ 1930063 w 2050678"/>
                <a:gd name="connsiteY4" fmla="*/ 537093 h 1743593"/>
                <a:gd name="connsiteX5" fmla="*/ 1796713 w 2050678"/>
                <a:gd name="connsiteY5" fmla="*/ 295793 h 1743593"/>
                <a:gd name="connsiteX6" fmla="*/ 1692574 w 2050678"/>
                <a:gd name="connsiteY6" fmla="*/ 530743 h 1743593"/>
                <a:gd name="connsiteX7" fmla="*/ 1146474 w 2050678"/>
                <a:gd name="connsiteY7" fmla="*/ 1743593 h 1743593"/>
                <a:gd name="connsiteX8" fmla="*/ 676574 w 2050678"/>
                <a:gd name="connsiteY8" fmla="*/ 1743593 h 1743593"/>
                <a:gd name="connsiteX9" fmla="*/ 233344 w 2050678"/>
                <a:gd name="connsiteY9" fmla="*/ 1389263 h 1743593"/>
                <a:gd name="connsiteX10" fmla="*/ 12363 w 2050678"/>
                <a:gd name="connsiteY10" fmla="*/ 1556903 h 1743593"/>
                <a:gd name="connsiteX11" fmla="*/ 553383 w 2050678"/>
                <a:gd name="connsiteY11" fmla="*/ 733943 h 1743593"/>
                <a:gd name="connsiteX12" fmla="*/ 341294 w 2050678"/>
                <a:gd name="connsiteY12" fmla="*/ 711083 h 1743593"/>
                <a:gd name="connsiteX0" fmla="*/ 877802 w 2587186"/>
                <a:gd name="connsiteY0" fmla="*/ 711083 h 2208413"/>
                <a:gd name="connsiteX1" fmla="*/ 1524231 w 2587186"/>
                <a:gd name="connsiteY1" fmla="*/ 360563 h 2208413"/>
                <a:gd name="connsiteX2" fmla="*/ 1482320 w 2587186"/>
                <a:gd name="connsiteY2" fmla="*/ 79893 h 2208413"/>
                <a:gd name="connsiteX3" fmla="*/ 2004291 w 2587186"/>
                <a:gd name="connsiteY3" fmla="*/ 55762 h 2208413"/>
                <a:gd name="connsiteX4" fmla="*/ 2466571 w 2587186"/>
                <a:gd name="connsiteY4" fmla="*/ 537093 h 2208413"/>
                <a:gd name="connsiteX5" fmla="*/ 2333221 w 2587186"/>
                <a:gd name="connsiteY5" fmla="*/ 295793 h 2208413"/>
                <a:gd name="connsiteX6" fmla="*/ 2229082 w 2587186"/>
                <a:gd name="connsiteY6" fmla="*/ 530743 h 2208413"/>
                <a:gd name="connsiteX7" fmla="*/ 1682982 w 2587186"/>
                <a:gd name="connsiteY7" fmla="*/ 1743593 h 2208413"/>
                <a:gd name="connsiteX8" fmla="*/ 16742 w 2587186"/>
                <a:gd name="connsiteY8" fmla="*/ 2208413 h 2208413"/>
                <a:gd name="connsiteX9" fmla="*/ 769852 w 2587186"/>
                <a:gd name="connsiteY9" fmla="*/ 1389263 h 2208413"/>
                <a:gd name="connsiteX10" fmla="*/ 548871 w 2587186"/>
                <a:gd name="connsiteY10" fmla="*/ 1556903 h 2208413"/>
                <a:gd name="connsiteX11" fmla="*/ 1089891 w 2587186"/>
                <a:gd name="connsiteY11" fmla="*/ 733943 h 2208413"/>
                <a:gd name="connsiteX12" fmla="*/ 877802 w 2587186"/>
                <a:gd name="connsiteY12" fmla="*/ 711083 h 2208413"/>
                <a:gd name="connsiteX0" fmla="*/ 877802 w 2587186"/>
                <a:gd name="connsiteY0" fmla="*/ 711083 h 2501783"/>
                <a:gd name="connsiteX1" fmla="*/ 1524231 w 2587186"/>
                <a:gd name="connsiteY1" fmla="*/ 360563 h 2501783"/>
                <a:gd name="connsiteX2" fmla="*/ 1482320 w 2587186"/>
                <a:gd name="connsiteY2" fmla="*/ 79893 h 2501783"/>
                <a:gd name="connsiteX3" fmla="*/ 2004291 w 2587186"/>
                <a:gd name="connsiteY3" fmla="*/ 55762 h 2501783"/>
                <a:gd name="connsiteX4" fmla="*/ 2466571 w 2587186"/>
                <a:gd name="connsiteY4" fmla="*/ 537093 h 2501783"/>
                <a:gd name="connsiteX5" fmla="*/ 2333221 w 2587186"/>
                <a:gd name="connsiteY5" fmla="*/ 295793 h 2501783"/>
                <a:gd name="connsiteX6" fmla="*/ 2229082 w 2587186"/>
                <a:gd name="connsiteY6" fmla="*/ 530743 h 2501783"/>
                <a:gd name="connsiteX7" fmla="*/ 1682982 w 2587186"/>
                <a:gd name="connsiteY7" fmla="*/ 1743593 h 2501783"/>
                <a:gd name="connsiteX8" fmla="*/ 777472 w 2587186"/>
                <a:gd name="connsiteY8" fmla="*/ 2501783 h 2501783"/>
                <a:gd name="connsiteX9" fmla="*/ 16742 w 2587186"/>
                <a:gd name="connsiteY9" fmla="*/ 2208413 h 2501783"/>
                <a:gd name="connsiteX10" fmla="*/ 769852 w 2587186"/>
                <a:gd name="connsiteY10" fmla="*/ 1389263 h 2501783"/>
                <a:gd name="connsiteX11" fmla="*/ 548871 w 2587186"/>
                <a:gd name="connsiteY11" fmla="*/ 1556903 h 2501783"/>
                <a:gd name="connsiteX12" fmla="*/ 1089891 w 2587186"/>
                <a:gd name="connsiteY12" fmla="*/ 733943 h 2501783"/>
                <a:gd name="connsiteX13" fmla="*/ 877802 w 2587186"/>
                <a:gd name="connsiteY13" fmla="*/ 711083 h 2501783"/>
                <a:gd name="connsiteX0" fmla="*/ 877802 w 2587186"/>
                <a:gd name="connsiteY0" fmla="*/ 711083 h 2874648"/>
                <a:gd name="connsiteX1" fmla="*/ 1524231 w 2587186"/>
                <a:gd name="connsiteY1" fmla="*/ 360563 h 2874648"/>
                <a:gd name="connsiteX2" fmla="*/ 1482320 w 2587186"/>
                <a:gd name="connsiteY2" fmla="*/ 79893 h 2874648"/>
                <a:gd name="connsiteX3" fmla="*/ 2004291 w 2587186"/>
                <a:gd name="connsiteY3" fmla="*/ 55762 h 2874648"/>
                <a:gd name="connsiteX4" fmla="*/ 2466571 w 2587186"/>
                <a:gd name="connsiteY4" fmla="*/ 537093 h 2874648"/>
                <a:gd name="connsiteX5" fmla="*/ 2333221 w 2587186"/>
                <a:gd name="connsiteY5" fmla="*/ 295793 h 2874648"/>
                <a:gd name="connsiteX6" fmla="*/ 2229082 w 2587186"/>
                <a:gd name="connsiteY6" fmla="*/ 530743 h 2874648"/>
                <a:gd name="connsiteX7" fmla="*/ 1682982 w 2587186"/>
                <a:gd name="connsiteY7" fmla="*/ 1743593 h 2874648"/>
                <a:gd name="connsiteX8" fmla="*/ 891772 w 2587186"/>
                <a:gd name="connsiteY8" fmla="*/ 2852303 h 2874648"/>
                <a:gd name="connsiteX9" fmla="*/ 777472 w 2587186"/>
                <a:gd name="connsiteY9" fmla="*/ 2501783 h 2874648"/>
                <a:gd name="connsiteX10" fmla="*/ 16742 w 2587186"/>
                <a:gd name="connsiteY10" fmla="*/ 2208413 h 2874648"/>
                <a:gd name="connsiteX11" fmla="*/ 769852 w 2587186"/>
                <a:gd name="connsiteY11" fmla="*/ 1389263 h 2874648"/>
                <a:gd name="connsiteX12" fmla="*/ 548871 w 2587186"/>
                <a:gd name="connsiteY12" fmla="*/ 1556903 h 2874648"/>
                <a:gd name="connsiteX13" fmla="*/ 1089891 w 2587186"/>
                <a:gd name="connsiteY13" fmla="*/ 733943 h 2874648"/>
                <a:gd name="connsiteX14" fmla="*/ 877802 w 2587186"/>
                <a:gd name="connsiteY14" fmla="*/ 711083 h 2874648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1682982 w 2587186"/>
                <a:gd name="connsiteY7" fmla="*/ 1743593 h 3213243"/>
                <a:gd name="connsiteX8" fmla="*/ 1074652 w 2587186"/>
                <a:gd name="connsiteY8" fmla="*/ 3172342 h 3213243"/>
                <a:gd name="connsiteX9" fmla="*/ 891772 w 2587186"/>
                <a:gd name="connsiteY9" fmla="*/ 2852303 h 3213243"/>
                <a:gd name="connsiteX10" fmla="*/ 777472 w 2587186"/>
                <a:gd name="connsiteY10" fmla="*/ 2501783 h 3213243"/>
                <a:gd name="connsiteX11" fmla="*/ 16742 w 2587186"/>
                <a:gd name="connsiteY11" fmla="*/ 2208413 h 3213243"/>
                <a:gd name="connsiteX12" fmla="*/ 769852 w 2587186"/>
                <a:gd name="connsiteY12" fmla="*/ 1389263 h 3213243"/>
                <a:gd name="connsiteX13" fmla="*/ 548871 w 2587186"/>
                <a:gd name="connsiteY13" fmla="*/ 1556903 h 3213243"/>
                <a:gd name="connsiteX14" fmla="*/ 1089891 w 2587186"/>
                <a:gd name="connsiteY14" fmla="*/ 733943 h 3213243"/>
                <a:gd name="connsiteX15" fmla="*/ 877802 w 2587186"/>
                <a:gd name="connsiteY15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1545822 w 2587186"/>
                <a:gd name="connsiteY7" fmla="*/ 1575953 h 3213243"/>
                <a:gd name="connsiteX8" fmla="*/ 1074652 w 2587186"/>
                <a:gd name="connsiteY8" fmla="*/ 3172342 h 3213243"/>
                <a:gd name="connsiteX9" fmla="*/ 891772 w 2587186"/>
                <a:gd name="connsiteY9" fmla="*/ 2852303 h 3213243"/>
                <a:gd name="connsiteX10" fmla="*/ 777472 w 2587186"/>
                <a:gd name="connsiteY10" fmla="*/ 2501783 h 3213243"/>
                <a:gd name="connsiteX11" fmla="*/ 16742 w 2587186"/>
                <a:gd name="connsiteY11" fmla="*/ 2208413 h 3213243"/>
                <a:gd name="connsiteX12" fmla="*/ 769852 w 2587186"/>
                <a:gd name="connsiteY12" fmla="*/ 1389263 h 3213243"/>
                <a:gd name="connsiteX13" fmla="*/ 548871 w 2587186"/>
                <a:gd name="connsiteY13" fmla="*/ 1556903 h 3213243"/>
                <a:gd name="connsiteX14" fmla="*/ 1089891 w 2587186"/>
                <a:gd name="connsiteY14" fmla="*/ 733943 h 3213243"/>
                <a:gd name="connsiteX15" fmla="*/ 877802 w 2587186"/>
                <a:gd name="connsiteY15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2065252 w 2587186"/>
                <a:gd name="connsiteY7" fmla="*/ 360562 h 3213243"/>
                <a:gd name="connsiteX8" fmla="*/ 1545822 w 2587186"/>
                <a:gd name="connsiteY8" fmla="*/ 1575953 h 3213243"/>
                <a:gd name="connsiteX9" fmla="*/ 1074652 w 2587186"/>
                <a:gd name="connsiteY9" fmla="*/ 3172342 h 3213243"/>
                <a:gd name="connsiteX10" fmla="*/ 891772 w 2587186"/>
                <a:gd name="connsiteY10" fmla="*/ 2852303 h 3213243"/>
                <a:gd name="connsiteX11" fmla="*/ 777472 w 2587186"/>
                <a:gd name="connsiteY11" fmla="*/ 2501783 h 3213243"/>
                <a:gd name="connsiteX12" fmla="*/ 16742 w 2587186"/>
                <a:gd name="connsiteY12" fmla="*/ 2208413 h 3213243"/>
                <a:gd name="connsiteX13" fmla="*/ 769852 w 2587186"/>
                <a:gd name="connsiteY13" fmla="*/ 1389263 h 3213243"/>
                <a:gd name="connsiteX14" fmla="*/ 548871 w 2587186"/>
                <a:gd name="connsiteY14" fmla="*/ 1556903 h 3213243"/>
                <a:gd name="connsiteX15" fmla="*/ 1089891 w 2587186"/>
                <a:gd name="connsiteY15" fmla="*/ 733943 h 3213243"/>
                <a:gd name="connsiteX16" fmla="*/ 877802 w 2587186"/>
                <a:gd name="connsiteY16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2065252 w 2587186"/>
                <a:gd name="connsiteY7" fmla="*/ 360562 h 3213243"/>
                <a:gd name="connsiteX8" fmla="*/ 1545822 w 2587186"/>
                <a:gd name="connsiteY8" fmla="*/ 1575953 h 3213243"/>
                <a:gd name="connsiteX9" fmla="*/ 1074652 w 2587186"/>
                <a:gd name="connsiteY9" fmla="*/ 3172342 h 3213243"/>
                <a:gd name="connsiteX10" fmla="*/ 891772 w 2587186"/>
                <a:gd name="connsiteY10" fmla="*/ 2852303 h 3213243"/>
                <a:gd name="connsiteX11" fmla="*/ 777472 w 2587186"/>
                <a:gd name="connsiteY11" fmla="*/ 2501783 h 3213243"/>
                <a:gd name="connsiteX12" fmla="*/ 16742 w 2587186"/>
                <a:gd name="connsiteY12" fmla="*/ 2208413 h 3213243"/>
                <a:gd name="connsiteX13" fmla="*/ 769852 w 2587186"/>
                <a:gd name="connsiteY13" fmla="*/ 1389263 h 3213243"/>
                <a:gd name="connsiteX14" fmla="*/ 548871 w 2587186"/>
                <a:gd name="connsiteY14" fmla="*/ 1556903 h 3213243"/>
                <a:gd name="connsiteX15" fmla="*/ 1089891 w 2587186"/>
                <a:gd name="connsiteY15" fmla="*/ 733943 h 3213243"/>
                <a:gd name="connsiteX16" fmla="*/ 877802 w 2587186"/>
                <a:gd name="connsiteY16" fmla="*/ 711083 h 3213243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0444" h="3220269">
                  <a:moveTo>
                    <a:pt x="861060" y="711083"/>
                  </a:moveTo>
                  <a:cubicBezTo>
                    <a:pt x="878628" y="469148"/>
                    <a:pt x="1416896" y="337491"/>
                    <a:pt x="1507489" y="360563"/>
                  </a:cubicBezTo>
                  <a:cubicBezTo>
                    <a:pt x="1422822" y="276955"/>
                    <a:pt x="1351278" y="119263"/>
                    <a:pt x="1465578" y="79893"/>
                  </a:cubicBezTo>
                  <a:cubicBezTo>
                    <a:pt x="1630466" y="354213"/>
                    <a:pt x="1823507" y="-20438"/>
                    <a:pt x="1987549" y="55762"/>
                  </a:cubicBezTo>
                  <a:cubicBezTo>
                    <a:pt x="2563071" y="-180458"/>
                    <a:pt x="2702347" y="401838"/>
                    <a:pt x="2449829" y="537093"/>
                  </a:cubicBezTo>
                  <a:cubicBezTo>
                    <a:pt x="2487929" y="501110"/>
                    <a:pt x="2303144" y="261926"/>
                    <a:pt x="2316479" y="295793"/>
                  </a:cubicBezTo>
                  <a:lnTo>
                    <a:pt x="2212340" y="530743"/>
                  </a:lnTo>
                  <a:cubicBezTo>
                    <a:pt x="2142490" y="644196"/>
                    <a:pt x="2263140" y="277589"/>
                    <a:pt x="2048510" y="360562"/>
                  </a:cubicBezTo>
                  <a:lnTo>
                    <a:pt x="1529080" y="1575953"/>
                  </a:lnTo>
                  <a:cubicBezTo>
                    <a:pt x="1351915" y="1908269"/>
                    <a:pt x="1189778" y="2987557"/>
                    <a:pt x="1057910" y="3172342"/>
                  </a:cubicBezTo>
                  <a:cubicBezTo>
                    <a:pt x="926042" y="3357127"/>
                    <a:pt x="772160" y="2955173"/>
                    <a:pt x="875030" y="2852303"/>
                  </a:cubicBezTo>
                  <a:cubicBezTo>
                    <a:pt x="368300" y="3237113"/>
                    <a:pt x="688128" y="2475748"/>
                    <a:pt x="760730" y="2501783"/>
                  </a:cubicBezTo>
                  <a:cubicBezTo>
                    <a:pt x="461433" y="2586873"/>
                    <a:pt x="124037" y="2527183"/>
                    <a:pt x="0" y="2208413"/>
                  </a:cubicBezTo>
                  <a:cubicBezTo>
                    <a:pt x="771102" y="2301758"/>
                    <a:pt x="863812" y="1420378"/>
                    <a:pt x="753110" y="1389263"/>
                  </a:cubicBezTo>
                  <a:cubicBezTo>
                    <a:pt x="642408" y="1358148"/>
                    <a:pt x="472439" y="1711843"/>
                    <a:pt x="532129" y="1556903"/>
                  </a:cubicBezTo>
                  <a:cubicBezTo>
                    <a:pt x="668019" y="769503"/>
                    <a:pt x="1117387" y="766963"/>
                    <a:pt x="1073149" y="733943"/>
                  </a:cubicBezTo>
                  <a:lnTo>
                    <a:pt x="861060" y="711083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B5EE832-6EE2-C7C1-0115-D880536E21BD}"/>
                </a:ext>
              </a:extLst>
            </p:cNvPr>
            <p:cNvGrpSpPr/>
            <p:nvPr/>
          </p:nvGrpSpPr>
          <p:grpSpPr>
            <a:xfrm rot="20630128">
              <a:off x="5355686" y="1245555"/>
              <a:ext cx="1843623" cy="2229425"/>
              <a:chOff x="4632961" y="1940238"/>
              <a:chExt cx="1843623" cy="2229425"/>
            </a:xfrm>
            <a:grpFill/>
          </p:grpSpPr>
          <p:sp>
            <p:nvSpPr>
              <p:cNvPr id="52" name="Rectangle 7">
                <a:extLst>
                  <a:ext uri="{FF2B5EF4-FFF2-40B4-BE49-F238E27FC236}">
                    <a16:creationId xmlns:a16="http://schemas.microsoft.com/office/drawing/2014/main" id="{978E2209-151A-793D-EDB0-9661B1A9C451}"/>
                  </a:ext>
                </a:extLst>
              </p:cNvPr>
              <p:cNvSpPr/>
              <p:nvPr/>
            </p:nvSpPr>
            <p:spPr>
              <a:xfrm>
                <a:off x="4632961" y="1940238"/>
                <a:ext cx="1843623" cy="2229425"/>
              </a:xfrm>
              <a:custGeom>
                <a:avLst/>
                <a:gdLst>
                  <a:gd name="connsiteX0" fmla="*/ 0 w 708660"/>
                  <a:gd name="connsiteY0" fmla="*/ 0 h 495300"/>
                  <a:gd name="connsiteX1" fmla="*/ 708660 w 708660"/>
                  <a:gd name="connsiteY1" fmla="*/ 0 h 495300"/>
                  <a:gd name="connsiteX2" fmla="*/ 708660 w 708660"/>
                  <a:gd name="connsiteY2" fmla="*/ 495300 h 495300"/>
                  <a:gd name="connsiteX3" fmla="*/ 0 w 708660"/>
                  <a:gd name="connsiteY3" fmla="*/ 495300 h 495300"/>
                  <a:gd name="connsiteX4" fmla="*/ 0 w 708660"/>
                  <a:gd name="connsiteY4" fmla="*/ 0 h 495300"/>
                  <a:gd name="connsiteX0" fmla="*/ 0 w 861060"/>
                  <a:gd name="connsiteY0" fmla="*/ 0 h 495300"/>
                  <a:gd name="connsiteX1" fmla="*/ 708660 w 861060"/>
                  <a:gd name="connsiteY1" fmla="*/ 0 h 495300"/>
                  <a:gd name="connsiteX2" fmla="*/ 861060 w 861060"/>
                  <a:gd name="connsiteY2" fmla="*/ 449580 h 495300"/>
                  <a:gd name="connsiteX3" fmla="*/ 0 w 861060"/>
                  <a:gd name="connsiteY3" fmla="*/ 495300 h 495300"/>
                  <a:gd name="connsiteX4" fmla="*/ 0 w 861060"/>
                  <a:gd name="connsiteY4" fmla="*/ 0 h 495300"/>
                  <a:gd name="connsiteX0" fmla="*/ 0 w 1005840"/>
                  <a:gd name="connsiteY0" fmla="*/ 281940 h 777240"/>
                  <a:gd name="connsiteX1" fmla="*/ 1005840 w 1005840"/>
                  <a:gd name="connsiteY1" fmla="*/ 0 h 777240"/>
                  <a:gd name="connsiteX2" fmla="*/ 861060 w 1005840"/>
                  <a:gd name="connsiteY2" fmla="*/ 731520 h 777240"/>
                  <a:gd name="connsiteX3" fmla="*/ 0 w 1005840"/>
                  <a:gd name="connsiteY3" fmla="*/ 777240 h 777240"/>
                  <a:gd name="connsiteX4" fmla="*/ 0 w 1005840"/>
                  <a:gd name="connsiteY4" fmla="*/ 281940 h 777240"/>
                  <a:gd name="connsiteX0" fmla="*/ 0 w 1014011"/>
                  <a:gd name="connsiteY0" fmla="*/ 281940 h 777240"/>
                  <a:gd name="connsiteX1" fmla="*/ 1005840 w 1014011"/>
                  <a:gd name="connsiteY1" fmla="*/ 0 h 777240"/>
                  <a:gd name="connsiteX2" fmla="*/ 861060 w 1014011"/>
                  <a:gd name="connsiteY2" fmla="*/ 731520 h 777240"/>
                  <a:gd name="connsiteX3" fmla="*/ 0 w 1014011"/>
                  <a:gd name="connsiteY3" fmla="*/ 777240 h 777240"/>
                  <a:gd name="connsiteX4" fmla="*/ 0 w 1014011"/>
                  <a:gd name="connsiteY4" fmla="*/ 281940 h 777240"/>
                  <a:gd name="connsiteX0" fmla="*/ 0 w 1023265"/>
                  <a:gd name="connsiteY0" fmla="*/ 281940 h 777240"/>
                  <a:gd name="connsiteX1" fmla="*/ 1005840 w 1023265"/>
                  <a:gd name="connsiteY1" fmla="*/ 0 h 777240"/>
                  <a:gd name="connsiteX2" fmla="*/ 861060 w 1023265"/>
                  <a:gd name="connsiteY2" fmla="*/ 731520 h 777240"/>
                  <a:gd name="connsiteX3" fmla="*/ 0 w 1023265"/>
                  <a:gd name="connsiteY3" fmla="*/ 777240 h 777240"/>
                  <a:gd name="connsiteX4" fmla="*/ 0 w 1023265"/>
                  <a:gd name="connsiteY4" fmla="*/ 281940 h 777240"/>
                  <a:gd name="connsiteX0" fmla="*/ 0 w 1036931"/>
                  <a:gd name="connsiteY0" fmla="*/ 281940 h 777240"/>
                  <a:gd name="connsiteX1" fmla="*/ 1005840 w 1036931"/>
                  <a:gd name="connsiteY1" fmla="*/ 0 h 777240"/>
                  <a:gd name="connsiteX2" fmla="*/ 914400 w 1036931"/>
                  <a:gd name="connsiteY2" fmla="*/ 731520 h 777240"/>
                  <a:gd name="connsiteX3" fmla="*/ 0 w 1036931"/>
                  <a:gd name="connsiteY3" fmla="*/ 777240 h 777240"/>
                  <a:gd name="connsiteX4" fmla="*/ 0 w 1036931"/>
                  <a:gd name="connsiteY4" fmla="*/ 281940 h 777240"/>
                  <a:gd name="connsiteX0" fmla="*/ 0 w 1023084"/>
                  <a:gd name="connsiteY0" fmla="*/ 281940 h 777240"/>
                  <a:gd name="connsiteX1" fmla="*/ 1005840 w 1023084"/>
                  <a:gd name="connsiteY1" fmla="*/ 0 h 777240"/>
                  <a:gd name="connsiteX2" fmla="*/ 914400 w 1023084"/>
                  <a:gd name="connsiteY2" fmla="*/ 731520 h 777240"/>
                  <a:gd name="connsiteX3" fmla="*/ 0 w 1023084"/>
                  <a:gd name="connsiteY3" fmla="*/ 777240 h 777240"/>
                  <a:gd name="connsiteX4" fmla="*/ 0 w 1023084"/>
                  <a:gd name="connsiteY4" fmla="*/ 281940 h 777240"/>
                  <a:gd name="connsiteX0" fmla="*/ 0 w 985333"/>
                  <a:gd name="connsiteY0" fmla="*/ 281940 h 777240"/>
                  <a:gd name="connsiteX1" fmla="*/ 952500 w 985333"/>
                  <a:gd name="connsiteY1" fmla="*/ 0 h 777240"/>
                  <a:gd name="connsiteX2" fmla="*/ 914400 w 985333"/>
                  <a:gd name="connsiteY2" fmla="*/ 731520 h 777240"/>
                  <a:gd name="connsiteX3" fmla="*/ 0 w 985333"/>
                  <a:gd name="connsiteY3" fmla="*/ 777240 h 777240"/>
                  <a:gd name="connsiteX4" fmla="*/ 0 w 985333"/>
                  <a:gd name="connsiteY4" fmla="*/ 281940 h 777240"/>
                  <a:gd name="connsiteX0" fmla="*/ 0 w 1613884"/>
                  <a:gd name="connsiteY0" fmla="*/ 281940 h 1204293"/>
                  <a:gd name="connsiteX1" fmla="*/ 952500 w 1613884"/>
                  <a:gd name="connsiteY1" fmla="*/ 0 h 1204293"/>
                  <a:gd name="connsiteX2" fmla="*/ 914400 w 1613884"/>
                  <a:gd name="connsiteY2" fmla="*/ 731520 h 1204293"/>
                  <a:gd name="connsiteX3" fmla="*/ 1607821 w 1613884"/>
                  <a:gd name="connsiteY3" fmla="*/ 1204293 h 1204293"/>
                  <a:gd name="connsiteX4" fmla="*/ 0 w 1613884"/>
                  <a:gd name="connsiteY4" fmla="*/ 777240 h 1204293"/>
                  <a:gd name="connsiteX5" fmla="*/ 0 w 1613884"/>
                  <a:gd name="connsiteY5" fmla="*/ 281940 h 1204293"/>
                  <a:gd name="connsiteX0" fmla="*/ 0 w 1659317"/>
                  <a:gd name="connsiteY0" fmla="*/ 281940 h 1768173"/>
                  <a:gd name="connsiteX1" fmla="*/ 952500 w 1659317"/>
                  <a:gd name="connsiteY1" fmla="*/ 0 h 1768173"/>
                  <a:gd name="connsiteX2" fmla="*/ 914400 w 1659317"/>
                  <a:gd name="connsiteY2" fmla="*/ 731520 h 1768173"/>
                  <a:gd name="connsiteX3" fmla="*/ 1653541 w 1659317"/>
                  <a:gd name="connsiteY3" fmla="*/ 1768173 h 1768173"/>
                  <a:gd name="connsiteX4" fmla="*/ 0 w 1659317"/>
                  <a:gd name="connsiteY4" fmla="*/ 777240 h 1768173"/>
                  <a:gd name="connsiteX5" fmla="*/ 0 w 1659317"/>
                  <a:gd name="connsiteY5" fmla="*/ 281940 h 1768173"/>
                  <a:gd name="connsiteX0" fmla="*/ 0 w 1859220"/>
                  <a:gd name="connsiteY0" fmla="*/ 281940 h 1768173"/>
                  <a:gd name="connsiteX1" fmla="*/ 952500 w 1859220"/>
                  <a:gd name="connsiteY1" fmla="*/ 0 h 1768173"/>
                  <a:gd name="connsiteX2" fmla="*/ 914400 w 1859220"/>
                  <a:gd name="connsiteY2" fmla="*/ 731520 h 1768173"/>
                  <a:gd name="connsiteX3" fmla="*/ 1653541 w 1859220"/>
                  <a:gd name="connsiteY3" fmla="*/ 1768173 h 1768173"/>
                  <a:gd name="connsiteX4" fmla="*/ 0 w 1859220"/>
                  <a:gd name="connsiteY4" fmla="*/ 777240 h 1768173"/>
                  <a:gd name="connsiteX5" fmla="*/ 0 w 1859220"/>
                  <a:gd name="connsiteY5" fmla="*/ 281940 h 1768173"/>
                  <a:gd name="connsiteX0" fmla="*/ 0 w 1872815"/>
                  <a:gd name="connsiteY0" fmla="*/ 281940 h 1768582"/>
                  <a:gd name="connsiteX1" fmla="*/ 952500 w 1872815"/>
                  <a:gd name="connsiteY1" fmla="*/ 0 h 1768582"/>
                  <a:gd name="connsiteX2" fmla="*/ 914400 w 1872815"/>
                  <a:gd name="connsiteY2" fmla="*/ 731520 h 1768582"/>
                  <a:gd name="connsiteX3" fmla="*/ 1775459 w 1872815"/>
                  <a:gd name="connsiteY3" fmla="*/ 869013 h 1768582"/>
                  <a:gd name="connsiteX4" fmla="*/ 1653541 w 1872815"/>
                  <a:gd name="connsiteY4" fmla="*/ 1768173 h 1768582"/>
                  <a:gd name="connsiteX5" fmla="*/ 0 w 1872815"/>
                  <a:gd name="connsiteY5" fmla="*/ 777240 h 1768582"/>
                  <a:gd name="connsiteX6" fmla="*/ 0 w 1872815"/>
                  <a:gd name="connsiteY6" fmla="*/ 281940 h 1768582"/>
                  <a:gd name="connsiteX0" fmla="*/ 0 w 1816832"/>
                  <a:gd name="connsiteY0" fmla="*/ 281940 h 1768173"/>
                  <a:gd name="connsiteX1" fmla="*/ 952500 w 1816832"/>
                  <a:gd name="connsiteY1" fmla="*/ 0 h 1768173"/>
                  <a:gd name="connsiteX2" fmla="*/ 914400 w 1816832"/>
                  <a:gd name="connsiteY2" fmla="*/ 731520 h 1768173"/>
                  <a:gd name="connsiteX3" fmla="*/ 1775459 w 1816832"/>
                  <a:gd name="connsiteY3" fmla="*/ 869013 h 1768173"/>
                  <a:gd name="connsiteX4" fmla="*/ 1653541 w 1816832"/>
                  <a:gd name="connsiteY4" fmla="*/ 1768173 h 1768173"/>
                  <a:gd name="connsiteX5" fmla="*/ 0 w 1816832"/>
                  <a:gd name="connsiteY5" fmla="*/ 777240 h 1768173"/>
                  <a:gd name="connsiteX6" fmla="*/ 0 w 1816832"/>
                  <a:gd name="connsiteY6" fmla="*/ 281940 h 1768173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0 w 1820407"/>
                  <a:gd name="connsiteY6" fmla="*/ 777240 h 2247070"/>
                  <a:gd name="connsiteX7" fmla="*/ 0 w 1820407"/>
                  <a:gd name="connsiteY7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0 w 1820407"/>
                  <a:gd name="connsiteY7" fmla="*/ 777240 h 2249017"/>
                  <a:gd name="connsiteX8" fmla="*/ 0 w 1820407"/>
                  <a:gd name="connsiteY8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417319 w 1820407"/>
                  <a:gd name="connsiteY7" fmla="*/ 1158572 h 2249017"/>
                  <a:gd name="connsiteX8" fmla="*/ 0 w 1820407"/>
                  <a:gd name="connsiteY8" fmla="*/ 777240 h 2249017"/>
                  <a:gd name="connsiteX9" fmla="*/ 0 w 1820407"/>
                  <a:gd name="connsiteY9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312419 w 1820407"/>
                  <a:gd name="connsiteY9" fmla="*/ 1402412 h 2249017"/>
                  <a:gd name="connsiteX10" fmla="*/ 0 w 1820407"/>
                  <a:gd name="connsiteY10" fmla="*/ 777240 h 2249017"/>
                  <a:gd name="connsiteX11" fmla="*/ 0 w 182040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944880 w 1850887"/>
                  <a:gd name="connsiteY2" fmla="*/ 711190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51304 w 1850887"/>
                  <a:gd name="connsiteY2" fmla="*/ 69474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51304 w 1850887"/>
                  <a:gd name="connsiteY2" fmla="*/ 69474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37162 w 1850887"/>
                  <a:gd name="connsiteY2" fmla="*/ 743540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04457 w 1850887"/>
                  <a:gd name="connsiteY2" fmla="*/ 62827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04457 w 1850887"/>
                  <a:gd name="connsiteY2" fmla="*/ 62827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61987"/>
                  <a:gd name="connsiteY0" fmla="*/ 261610 h 2229425"/>
                  <a:gd name="connsiteX1" fmla="*/ 368842 w 1861987"/>
                  <a:gd name="connsiteY1" fmla="*/ 0 h 2229425"/>
                  <a:gd name="connsiteX2" fmla="*/ 704457 w 1861987"/>
                  <a:gd name="connsiteY2" fmla="*/ 628279 h 2229425"/>
                  <a:gd name="connsiteX3" fmla="*/ 1805939 w 1861987"/>
                  <a:gd name="connsiteY3" fmla="*/ 848683 h 2229425"/>
                  <a:gd name="connsiteX4" fmla="*/ 1737939 w 1861987"/>
                  <a:gd name="connsiteY4" fmla="*/ 1789917 h 2229425"/>
                  <a:gd name="connsiteX5" fmla="*/ 1127759 w 1861987"/>
                  <a:gd name="connsiteY5" fmla="*/ 2220283 h 2229425"/>
                  <a:gd name="connsiteX6" fmla="*/ 1272539 w 1861987"/>
                  <a:gd name="connsiteY6" fmla="*/ 1702122 h 2229425"/>
                  <a:gd name="connsiteX7" fmla="*/ 1249679 w 1861987"/>
                  <a:gd name="connsiteY7" fmla="*/ 1580202 h 2229425"/>
                  <a:gd name="connsiteX8" fmla="*/ 1447799 w 1861987"/>
                  <a:gd name="connsiteY8" fmla="*/ 1138242 h 2229425"/>
                  <a:gd name="connsiteX9" fmla="*/ 342899 w 1861987"/>
                  <a:gd name="connsiteY9" fmla="*/ 1382082 h 2229425"/>
                  <a:gd name="connsiteX10" fmla="*/ 0 w 1861987"/>
                  <a:gd name="connsiteY10" fmla="*/ 703570 h 2229425"/>
                  <a:gd name="connsiteX11" fmla="*/ 30480 w 1861987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249679 w 1843623"/>
                  <a:gd name="connsiteY7" fmla="*/ 1580202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3623" h="2229425">
                    <a:moveTo>
                      <a:pt x="30480" y="261610"/>
                    </a:moveTo>
                    <a:lnTo>
                      <a:pt x="368842" y="0"/>
                    </a:lnTo>
                    <a:cubicBezTo>
                      <a:pt x="412022" y="396240"/>
                      <a:pt x="798437" y="506359"/>
                      <a:pt x="704457" y="628279"/>
                    </a:cubicBezTo>
                    <a:cubicBezTo>
                      <a:pt x="1003372" y="904417"/>
                      <a:pt x="1624058" y="513446"/>
                      <a:pt x="1805939" y="848683"/>
                    </a:cubicBezTo>
                    <a:cubicBezTo>
                      <a:pt x="1929129" y="1021458"/>
                      <a:pt x="1708298" y="1344084"/>
                      <a:pt x="1737939" y="1789917"/>
                    </a:cubicBezTo>
                    <a:cubicBezTo>
                      <a:pt x="1692218" y="1873737"/>
                      <a:pt x="1257300" y="2296483"/>
                      <a:pt x="1127759" y="2220283"/>
                    </a:cubicBezTo>
                    <a:cubicBezTo>
                      <a:pt x="1038859" y="2093283"/>
                      <a:pt x="896619" y="1707202"/>
                      <a:pt x="1272539" y="1702122"/>
                    </a:cubicBezTo>
                    <a:cubicBezTo>
                      <a:pt x="1439362" y="1712494"/>
                      <a:pt x="1353983" y="1658338"/>
                      <a:pt x="1383193" y="1564358"/>
                    </a:cubicBezTo>
                    <a:cubicBezTo>
                      <a:pt x="1526703" y="1516098"/>
                      <a:pt x="1475739" y="1288157"/>
                      <a:pt x="1447799" y="1138242"/>
                    </a:cubicBezTo>
                    <a:cubicBezTo>
                      <a:pt x="745485" y="1727213"/>
                      <a:pt x="698499" y="1476062"/>
                      <a:pt x="342899" y="1382082"/>
                    </a:cubicBezTo>
                    <a:cubicBezTo>
                      <a:pt x="185419" y="1305771"/>
                      <a:pt x="5080" y="924661"/>
                      <a:pt x="0" y="703570"/>
                    </a:cubicBezTo>
                    <a:lnTo>
                      <a:pt x="30480" y="2616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236B242-5B4A-C3ED-2E17-324193920BD5}"/>
                  </a:ext>
                </a:extLst>
              </p:cNvPr>
              <p:cNvSpPr/>
              <p:nvPr/>
            </p:nvSpPr>
            <p:spPr>
              <a:xfrm rot="20333405">
                <a:off x="5660109" y="3676696"/>
                <a:ext cx="236213" cy="483874"/>
              </a:xfrm>
              <a:custGeom>
                <a:avLst/>
                <a:gdLst>
                  <a:gd name="connsiteX0" fmla="*/ 225367 w 236213"/>
                  <a:gd name="connsiteY0" fmla="*/ 747 h 483874"/>
                  <a:gd name="connsiteX1" fmla="*/ 227374 w 236213"/>
                  <a:gd name="connsiteY1" fmla="*/ 93440 h 483874"/>
                  <a:gd name="connsiteX2" fmla="*/ 234942 w 236213"/>
                  <a:gd name="connsiteY2" fmla="*/ 442988 h 483874"/>
                  <a:gd name="connsiteX3" fmla="*/ 236213 w 236213"/>
                  <a:gd name="connsiteY3" fmla="*/ 453699 h 483874"/>
                  <a:gd name="connsiteX4" fmla="*/ 151912 w 236213"/>
                  <a:gd name="connsiteY4" fmla="*/ 477290 h 483874"/>
                  <a:gd name="connsiteX5" fmla="*/ 15080 w 236213"/>
                  <a:gd name="connsiteY5" fmla="*/ 456499 h 483874"/>
                  <a:gd name="connsiteX6" fmla="*/ 220205 w 236213"/>
                  <a:gd name="connsiteY6" fmla="*/ 101 h 483874"/>
                  <a:gd name="connsiteX7" fmla="*/ 225367 w 236213"/>
                  <a:gd name="connsiteY7" fmla="*/ 747 h 48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13" h="483874">
                    <a:moveTo>
                      <a:pt x="225367" y="747"/>
                    </a:moveTo>
                    <a:lnTo>
                      <a:pt x="227374" y="93440"/>
                    </a:lnTo>
                    <a:cubicBezTo>
                      <a:pt x="228150" y="209521"/>
                      <a:pt x="225434" y="324732"/>
                      <a:pt x="234942" y="442988"/>
                    </a:cubicBezTo>
                    <a:lnTo>
                      <a:pt x="236213" y="453699"/>
                    </a:lnTo>
                    <a:lnTo>
                      <a:pt x="151912" y="477290"/>
                    </a:lnTo>
                    <a:cubicBezTo>
                      <a:pt x="88622" y="489486"/>
                      <a:pt x="38431" y="485934"/>
                      <a:pt x="15080" y="456499"/>
                    </a:cubicBezTo>
                    <a:cubicBezTo>
                      <a:pt x="-17465" y="324816"/>
                      <a:pt x="-16666" y="-6623"/>
                      <a:pt x="220205" y="101"/>
                    </a:cubicBezTo>
                    <a:lnTo>
                      <a:pt x="225367" y="74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4E26998-63A2-11FC-9294-6B6B6BCA7EC4}"/>
                </a:ext>
              </a:extLst>
            </p:cNvPr>
            <p:cNvGrpSpPr/>
            <p:nvPr/>
          </p:nvGrpSpPr>
          <p:grpSpPr>
            <a:xfrm>
              <a:off x="3631827" y="4299495"/>
              <a:ext cx="1701448" cy="3463413"/>
              <a:chOff x="4505618" y="4091071"/>
              <a:chExt cx="1701448" cy="3463413"/>
            </a:xfrm>
            <a:grpFill/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BB95B8EA-A061-B7B6-52B3-BD026A740DAE}"/>
                  </a:ext>
                </a:extLst>
              </p:cNvPr>
              <p:cNvSpPr/>
              <p:nvPr/>
            </p:nvSpPr>
            <p:spPr>
              <a:xfrm rot="20170652">
                <a:off x="5486070" y="7211244"/>
                <a:ext cx="510042" cy="343240"/>
              </a:xfrm>
              <a:custGeom>
                <a:avLst/>
                <a:gdLst>
                  <a:gd name="connsiteX0" fmla="*/ 510042 w 510042"/>
                  <a:gd name="connsiteY0" fmla="*/ 170876 h 343240"/>
                  <a:gd name="connsiteX1" fmla="*/ 495637 w 510042"/>
                  <a:gd name="connsiteY1" fmla="*/ 249181 h 343240"/>
                  <a:gd name="connsiteX2" fmla="*/ 459686 w 510042"/>
                  <a:gd name="connsiteY2" fmla="*/ 333898 h 343240"/>
                  <a:gd name="connsiteX3" fmla="*/ 19322 w 510042"/>
                  <a:gd name="connsiteY3" fmla="*/ 142019 h 343240"/>
                  <a:gd name="connsiteX4" fmla="*/ 31651 w 510042"/>
                  <a:gd name="connsiteY4" fmla="*/ 19970 h 343240"/>
                  <a:gd name="connsiteX5" fmla="*/ 43181 w 510042"/>
                  <a:gd name="connsiteY5" fmla="*/ 0 h 343240"/>
                  <a:gd name="connsiteX6" fmla="*/ 44581 w 510042"/>
                  <a:gd name="connsiteY6" fmla="*/ 530 h 343240"/>
                  <a:gd name="connsiteX7" fmla="*/ 466873 w 510042"/>
                  <a:gd name="connsiteY7" fmla="*/ 160388 h 343240"/>
                  <a:gd name="connsiteX8" fmla="*/ 510042 w 510042"/>
                  <a:gd name="connsiteY8" fmla="*/ 170876 h 343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0042" h="343240">
                    <a:moveTo>
                      <a:pt x="510042" y="170876"/>
                    </a:moveTo>
                    <a:lnTo>
                      <a:pt x="495637" y="249181"/>
                    </a:lnTo>
                    <a:cubicBezTo>
                      <a:pt x="487332" y="276719"/>
                      <a:pt x="475514" y="304903"/>
                      <a:pt x="459686" y="333898"/>
                    </a:cubicBezTo>
                    <a:cubicBezTo>
                      <a:pt x="289082" y="386597"/>
                      <a:pt x="91499" y="201836"/>
                      <a:pt x="19322" y="142019"/>
                    </a:cubicBezTo>
                    <a:cubicBezTo>
                      <a:pt x="-16766" y="112111"/>
                      <a:pt x="3749" y="67327"/>
                      <a:pt x="31651" y="19970"/>
                    </a:cubicBezTo>
                    <a:lnTo>
                      <a:pt x="43181" y="0"/>
                    </a:lnTo>
                    <a:lnTo>
                      <a:pt x="44581" y="530"/>
                    </a:lnTo>
                    <a:cubicBezTo>
                      <a:pt x="175086" y="52670"/>
                      <a:pt x="202997" y="93347"/>
                      <a:pt x="466873" y="160388"/>
                    </a:cubicBezTo>
                    <a:lnTo>
                      <a:pt x="510042" y="17087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6FA319F-5F80-D461-DE59-6D38625E93C0}"/>
                  </a:ext>
                </a:extLst>
              </p:cNvPr>
              <p:cNvSpPr/>
              <p:nvPr/>
            </p:nvSpPr>
            <p:spPr>
              <a:xfrm rot="20170652">
                <a:off x="4505618" y="4091071"/>
                <a:ext cx="1701448" cy="3306865"/>
              </a:xfrm>
              <a:custGeom>
                <a:avLst/>
                <a:gdLst>
                  <a:gd name="connsiteX0" fmla="*/ 1568755 w 1701448"/>
                  <a:gd name="connsiteY0" fmla="*/ 27442 h 3306865"/>
                  <a:gd name="connsiteX1" fmla="*/ 1683587 w 1701448"/>
                  <a:gd name="connsiteY1" fmla="*/ 138876 h 3306865"/>
                  <a:gd name="connsiteX2" fmla="*/ 464867 w 1701448"/>
                  <a:gd name="connsiteY2" fmla="*/ 2018080 h 3306865"/>
                  <a:gd name="connsiteX3" fmla="*/ 796440 w 1701448"/>
                  <a:gd name="connsiteY3" fmla="*/ 3304325 h 3306865"/>
                  <a:gd name="connsiteX4" fmla="*/ 795973 w 1701448"/>
                  <a:gd name="connsiteY4" fmla="*/ 3306865 h 3306865"/>
                  <a:gd name="connsiteX5" fmla="*/ 752804 w 1701448"/>
                  <a:gd name="connsiteY5" fmla="*/ 3296377 h 3306865"/>
                  <a:gd name="connsiteX6" fmla="*/ 330512 w 1701448"/>
                  <a:gd name="connsiteY6" fmla="*/ 3136519 h 3306865"/>
                  <a:gd name="connsiteX7" fmla="*/ 329112 w 1701448"/>
                  <a:gd name="connsiteY7" fmla="*/ 3135989 h 3306865"/>
                  <a:gd name="connsiteX8" fmla="*/ 358821 w 1701448"/>
                  <a:gd name="connsiteY8" fmla="*/ 3084531 h 3306865"/>
                  <a:gd name="connsiteX9" fmla="*/ 374226 w 1701448"/>
                  <a:gd name="connsiteY9" fmla="*/ 3018471 h 3306865"/>
                  <a:gd name="connsiteX10" fmla="*/ 165429 w 1701448"/>
                  <a:gd name="connsiteY10" fmla="*/ 2851851 h 3306865"/>
                  <a:gd name="connsiteX11" fmla="*/ 1010 w 1701448"/>
                  <a:gd name="connsiteY11" fmla="*/ 1764638 h 3306865"/>
                  <a:gd name="connsiteX12" fmla="*/ 293673 w 1701448"/>
                  <a:gd name="connsiteY12" fmla="*/ 321067 h 3306865"/>
                  <a:gd name="connsiteX13" fmla="*/ 1568755 w 1701448"/>
                  <a:gd name="connsiteY13" fmla="*/ 27442 h 3306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01448" h="3306865">
                    <a:moveTo>
                      <a:pt x="1568755" y="27442"/>
                    </a:moveTo>
                    <a:cubicBezTo>
                      <a:pt x="1635889" y="49579"/>
                      <a:pt x="1678237" y="85845"/>
                      <a:pt x="1683587" y="138876"/>
                    </a:cubicBezTo>
                    <a:cubicBezTo>
                      <a:pt x="1881139" y="1044003"/>
                      <a:pt x="372792" y="1922830"/>
                      <a:pt x="464867" y="2018080"/>
                    </a:cubicBezTo>
                    <a:cubicBezTo>
                      <a:pt x="255261" y="2658468"/>
                      <a:pt x="821314" y="2934523"/>
                      <a:pt x="796440" y="3304325"/>
                    </a:cubicBezTo>
                    <a:lnTo>
                      <a:pt x="795973" y="3306865"/>
                    </a:lnTo>
                    <a:lnTo>
                      <a:pt x="752804" y="3296377"/>
                    </a:lnTo>
                    <a:cubicBezTo>
                      <a:pt x="488928" y="3229336"/>
                      <a:pt x="461017" y="3188659"/>
                      <a:pt x="330512" y="3136519"/>
                    </a:cubicBezTo>
                    <a:lnTo>
                      <a:pt x="329112" y="3135989"/>
                    </a:lnTo>
                    <a:lnTo>
                      <a:pt x="358821" y="3084531"/>
                    </a:lnTo>
                    <a:cubicBezTo>
                      <a:pt x="370313" y="3061104"/>
                      <a:pt x="377498" y="3038572"/>
                      <a:pt x="374226" y="3018471"/>
                    </a:cubicBezTo>
                    <a:cubicBezTo>
                      <a:pt x="271096" y="2922170"/>
                      <a:pt x="209466" y="2948680"/>
                      <a:pt x="165429" y="2851851"/>
                    </a:cubicBezTo>
                    <a:cubicBezTo>
                      <a:pt x="306682" y="2394315"/>
                      <a:pt x="-20382" y="2178618"/>
                      <a:pt x="1010" y="1764638"/>
                    </a:cubicBezTo>
                    <a:cubicBezTo>
                      <a:pt x="22403" y="1350659"/>
                      <a:pt x="804152" y="1249037"/>
                      <a:pt x="293673" y="321067"/>
                    </a:cubicBezTo>
                    <a:cubicBezTo>
                      <a:pt x="521523" y="100911"/>
                      <a:pt x="1277842" y="-68482"/>
                      <a:pt x="1568755" y="27442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5E20CDF-95C1-078B-9DF7-CF33E3C9330F}"/>
                </a:ext>
              </a:extLst>
            </p:cNvPr>
            <p:cNvGrpSpPr/>
            <p:nvPr/>
          </p:nvGrpSpPr>
          <p:grpSpPr>
            <a:xfrm>
              <a:off x="2199007" y="-1052497"/>
              <a:ext cx="3971536" cy="9125907"/>
              <a:chOff x="6242281" y="-1522960"/>
              <a:chExt cx="3971536" cy="9125907"/>
            </a:xfrm>
            <a:grpFill/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03EE3B-3F9B-C7EB-ED3A-43B9EAEEB7B2}"/>
                  </a:ext>
                </a:extLst>
              </p:cNvPr>
              <p:cNvSpPr/>
              <p:nvPr/>
            </p:nvSpPr>
            <p:spPr>
              <a:xfrm>
                <a:off x="6330976" y="7331285"/>
                <a:ext cx="538619" cy="271662"/>
              </a:xfrm>
              <a:custGeom>
                <a:avLst/>
                <a:gdLst>
                  <a:gd name="connsiteX0" fmla="*/ 496410 w 538619"/>
                  <a:gd name="connsiteY0" fmla="*/ 0 h 271662"/>
                  <a:gd name="connsiteX1" fmla="*/ 513546 w 538619"/>
                  <a:gd name="connsiteY1" fmla="*/ 63835 h 271662"/>
                  <a:gd name="connsiteX2" fmla="*/ 523666 w 538619"/>
                  <a:gd name="connsiteY2" fmla="*/ 175455 h 271662"/>
                  <a:gd name="connsiteX3" fmla="*/ 21586 w 538619"/>
                  <a:gd name="connsiteY3" fmla="*/ 20131 h 271662"/>
                  <a:gd name="connsiteX4" fmla="*/ 25019 w 538619"/>
                  <a:gd name="connsiteY4" fmla="*/ 11792 h 271662"/>
                  <a:gd name="connsiteX5" fmla="*/ 115033 w 538619"/>
                  <a:gd name="connsiteY5" fmla="*/ 20997 h 271662"/>
                  <a:gd name="connsiteX6" fmla="*/ 309831 w 538619"/>
                  <a:gd name="connsiteY6" fmla="*/ 17425 h 271662"/>
                  <a:gd name="connsiteX7" fmla="*/ 496410 w 538619"/>
                  <a:gd name="connsiteY7" fmla="*/ 0 h 271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8619" h="271662">
                    <a:moveTo>
                      <a:pt x="496410" y="0"/>
                    </a:moveTo>
                    <a:lnTo>
                      <a:pt x="513546" y="63835"/>
                    </a:lnTo>
                    <a:cubicBezTo>
                      <a:pt x="534779" y="131204"/>
                      <a:pt x="552241" y="181012"/>
                      <a:pt x="523666" y="175455"/>
                    </a:cubicBezTo>
                    <a:cubicBezTo>
                      <a:pt x="527834" y="182400"/>
                      <a:pt x="-125546" y="468287"/>
                      <a:pt x="21586" y="20131"/>
                    </a:cubicBezTo>
                    <a:lnTo>
                      <a:pt x="25019" y="11792"/>
                    </a:lnTo>
                    <a:lnTo>
                      <a:pt x="115033" y="20997"/>
                    </a:lnTo>
                    <a:cubicBezTo>
                      <a:pt x="181157" y="24569"/>
                      <a:pt x="245792" y="22188"/>
                      <a:pt x="309831" y="17425"/>
                    </a:cubicBezTo>
                    <a:lnTo>
                      <a:pt x="49641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A3C75F9-3322-132D-97F0-CC6D19A60D04}"/>
                  </a:ext>
                </a:extLst>
              </p:cNvPr>
              <p:cNvSpPr/>
              <p:nvPr/>
            </p:nvSpPr>
            <p:spPr>
              <a:xfrm>
                <a:off x="6242281" y="-1522960"/>
                <a:ext cx="3971536" cy="8876960"/>
              </a:xfrm>
              <a:custGeom>
                <a:avLst/>
                <a:gdLst>
                  <a:gd name="connsiteX0" fmla="*/ 3187765 w 3971536"/>
                  <a:gd name="connsiteY0" fmla="*/ 0 h 8876960"/>
                  <a:gd name="connsiteX1" fmla="*/ 3340165 w 3971536"/>
                  <a:gd name="connsiteY1" fmla="*/ 2286000 h 8876960"/>
                  <a:gd name="connsiteX2" fmla="*/ 1488661 w 3971536"/>
                  <a:gd name="connsiteY2" fmla="*/ 5791200 h 8876960"/>
                  <a:gd name="connsiteX3" fmla="*/ 942561 w 3971536"/>
                  <a:gd name="connsiteY3" fmla="*/ 7467600 h 8876960"/>
                  <a:gd name="connsiteX4" fmla="*/ 707611 w 3971536"/>
                  <a:gd name="connsiteY4" fmla="*/ 8229600 h 8876960"/>
                  <a:gd name="connsiteX5" fmla="*/ 569498 w 3971536"/>
                  <a:gd name="connsiteY5" fmla="*/ 8701089 h 8876960"/>
                  <a:gd name="connsiteX6" fmla="*/ 572846 w 3971536"/>
                  <a:gd name="connsiteY6" fmla="*/ 8808580 h 8876960"/>
                  <a:gd name="connsiteX7" fmla="*/ 585104 w 3971536"/>
                  <a:gd name="connsiteY7" fmla="*/ 8854244 h 8876960"/>
                  <a:gd name="connsiteX8" fmla="*/ 398525 w 3971536"/>
                  <a:gd name="connsiteY8" fmla="*/ 8871669 h 8876960"/>
                  <a:gd name="connsiteX9" fmla="*/ 203727 w 3971536"/>
                  <a:gd name="connsiteY9" fmla="*/ 8875241 h 8876960"/>
                  <a:gd name="connsiteX10" fmla="*/ 113713 w 3971536"/>
                  <a:gd name="connsiteY10" fmla="*/ 8866036 h 8876960"/>
                  <a:gd name="connsiteX11" fmla="*/ 154592 w 3971536"/>
                  <a:gd name="connsiteY11" fmla="*/ 8766737 h 8876960"/>
                  <a:gd name="connsiteX12" fmla="*/ 226598 w 3971536"/>
                  <a:gd name="connsiteY12" fmla="*/ 8634413 h 8876960"/>
                  <a:gd name="connsiteX13" fmla="*/ 393285 w 3971536"/>
                  <a:gd name="connsiteY13" fmla="*/ 7872412 h 8876960"/>
                  <a:gd name="connsiteX14" fmla="*/ 440909 w 3971536"/>
                  <a:gd name="connsiteY14" fmla="*/ 7181850 h 8876960"/>
                  <a:gd name="connsiteX15" fmla="*/ 2098259 w 3971536"/>
                  <a:gd name="connsiteY15" fmla="*/ 2609850 h 8876960"/>
                  <a:gd name="connsiteX16" fmla="*/ 3187765 w 3971536"/>
                  <a:gd name="connsiteY16" fmla="*/ 0 h 887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71536" h="8876960">
                    <a:moveTo>
                      <a:pt x="3187765" y="0"/>
                    </a:moveTo>
                    <a:cubicBezTo>
                      <a:pt x="3029015" y="2514600"/>
                      <a:pt x="3194115" y="2114550"/>
                      <a:pt x="3340165" y="2286000"/>
                    </a:cubicBezTo>
                    <a:cubicBezTo>
                      <a:pt x="5292181" y="4171950"/>
                      <a:pt x="2156020" y="5461000"/>
                      <a:pt x="1488661" y="5791200"/>
                    </a:cubicBezTo>
                    <a:cubicBezTo>
                      <a:pt x="1548377" y="6489700"/>
                      <a:pt x="850486" y="7372350"/>
                      <a:pt x="942561" y="7467600"/>
                    </a:cubicBezTo>
                    <a:cubicBezTo>
                      <a:pt x="844136" y="7616825"/>
                      <a:pt x="732402" y="7877175"/>
                      <a:pt x="707611" y="8229600"/>
                    </a:cubicBezTo>
                    <a:cubicBezTo>
                      <a:pt x="747828" y="8382001"/>
                      <a:pt x="725258" y="8458995"/>
                      <a:pt x="569498" y="8701089"/>
                    </a:cubicBezTo>
                    <a:cubicBezTo>
                      <a:pt x="562751" y="8733434"/>
                      <a:pt x="565628" y="8770839"/>
                      <a:pt x="572846" y="8808580"/>
                    </a:cubicBezTo>
                    <a:lnTo>
                      <a:pt x="585104" y="8854244"/>
                    </a:lnTo>
                    <a:lnTo>
                      <a:pt x="398525" y="8871669"/>
                    </a:lnTo>
                    <a:cubicBezTo>
                      <a:pt x="334486" y="8876432"/>
                      <a:pt x="269851" y="8878813"/>
                      <a:pt x="203727" y="8875241"/>
                    </a:cubicBezTo>
                    <a:lnTo>
                      <a:pt x="113713" y="8866036"/>
                    </a:lnTo>
                    <a:lnTo>
                      <a:pt x="154592" y="8766737"/>
                    </a:lnTo>
                    <a:cubicBezTo>
                      <a:pt x="173802" y="8726866"/>
                      <a:pt x="197626" y="8682881"/>
                      <a:pt x="226598" y="8634413"/>
                    </a:cubicBezTo>
                    <a:cubicBezTo>
                      <a:pt x="185323" y="8262144"/>
                      <a:pt x="357567" y="8114506"/>
                      <a:pt x="393285" y="7872412"/>
                    </a:cubicBezTo>
                    <a:cubicBezTo>
                      <a:pt x="429003" y="7630318"/>
                      <a:pt x="347246" y="7469982"/>
                      <a:pt x="440909" y="7181850"/>
                    </a:cubicBezTo>
                    <a:cubicBezTo>
                      <a:pt x="-963050" y="4384675"/>
                      <a:pt x="1370575" y="4518025"/>
                      <a:pt x="2098259" y="2609850"/>
                    </a:cubicBezTo>
                    <a:cubicBezTo>
                      <a:pt x="2099478" y="2159000"/>
                      <a:pt x="1624446" y="355600"/>
                      <a:pt x="3187765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FD32088-AAC4-039C-17D3-3E1EE7F1C74D}"/>
                </a:ext>
              </a:extLst>
            </p:cNvPr>
            <p:cNvSpPr/>
            <p:nvPr/>
          </p:nvSpPr>
          <p:spPr>
            <a:xfrm>
              <a:off x="4829480" y="-1122845"/>
              <a:ext cx="1558620" cy="1788707"/>
            </a:xfrm>
            <a:custGeom>
              <a:avLst/>
              <a:gdLst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0 w 1143000"/>
                <a:gd name="connsiteY3" fmla="*/ 1162050 h 1162050"/>
                <a:gd name="connsiteX4" fmla="*/ 0 w 1143000"/>
                <a:gd name="connsiteY4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0 w 1143000"/>
                <a:gd name="connsiteY4" fmla="*/ 116205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4064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406400 w 1143000"/>
                <a:gd name="connsiteY4" fmla="*/ 114300 h 1162050"/>
                <a:gd name="connsiteX5" fmla="*/ 0 w 1143000"/>
                <a:gd name="connsiteY5" fmla="*/ 0 h 1162050"/>
                <a:gd name="connsiteX0" fmla="*/ 0 w 1625600"/>
                <a:gd name="connsiteY0" fmla="*/ 0 h 1357795"/>
                <a:gd name="connsiteX1" fmla="*/ 1143000 w 1625600"/>
                <a:gd name="connsiteY1" fmla="*/ 0 h 1357795"/>
                <a:gd name="connsiteX2" fmla="*/ 1625600 w 1625600"/>
                <a:gd name="connsiteY2" fmla="*/ 1357795 h 1357795"/>
                <a:gd name="connsiteX3" fmla="*/ 1143000 w 1625600"/>
                <a:gd name="connsiteY3" fmla="*/ 1162050 h 1357795"/>
                <a:gd name="connsiteX4" fmla="*/ 749300 w 1625600"/>
                <a:gd name="connsiteY4" fmla="*/ 1033945 h 1357795"/>
                <a:gd name="connsiteX5" fmla="*/ 406400 w 1625600"/>
                <a:gd name="connsiteY5" fmla="*/ 114300 h 1357795"/>
                <a:gd name="connsiteX6" fmla="*/ 0 w 1625600"/>
                <a:gd name="connsiteY6" fmla="*/ 0 h 1357795"/>
                <a:gd name="connsiteX0" fmla="*/ 0 w 1851869"/>
                <a:gd name="connsiteY0" fmla="*/ 0 h 1357795"/>
                <a:gd name="connsiteX1" fmla="*/ 1143000 w 1851869"/>
                <a:gd name="connsiteY1" fmla="*/ 0 h 1357795"/>
                <a:gd name="connsiteX2" fmla="*/ 1835150 w 1851869"/>
                <a:gd name="connsiteY2" fmla="*/ 1072045 h 1357795"/>
                <a:gd name="connsiteX3" fmla="*/ 1625600 w 1851869"/>
                <a:gd name="connsiteY3" fmla="*/ 1357795 h 1357795"/>
                <a:gd name="connsiteX4" fmla="*/ 1143000 w 1851869"/>
                <a:gd name="connsiteY4" fmla="*/ 1162050 h 1357795"/>
                <a:gd name="connsiteX5" fmla="*/ 749300 w 1851869"/>
                <a:gd name="connsiteY5" fmla="*/ 1033945 h 1357795"/>
                <a:gd name="connsiteX6" fmla="*/ 406400 w 1851869"/>
                <a:gd name="connsiteY6" fmla="*/ 114300 h 1357795"/>
                <a:gd name="connsiteX7" fmla="*/ 0 w 1851869"/>
                <a:gd name="connsiteY7" fmla="*/ 0 h 1357795"/>
                <a:gd name="connsiteX0" fmla="*/ 0 w 1920493"/>
                <a:gd name="connsiteY0" fmla="*/ 0 h 1357795"/>
                <a:gd name="connsiteX1" fmla="*/ 1143000 w 1920493"/>
                <a:gd name="connsiteY1" fmla="*/ 0 h 1357795"/>
                <a:gd name="connsiteX2" fmla="*/ 1873250 w 1920493"/>
                <a:gd name="connsiteY2" fmla="*/ 951395 h 1357795"/>
                <a:gd name="connsiteX3" fmla="*/ 1835150 w 1920493"/>
                <a:gd name="connsiteY3" fmla="*/ 1072045 h 1357795"/>
                <a:gd name="connsiteX4" fmla="*/ 1625600 w 1920493"/>
                <a:gd name="connsiteY4" fmla="*/ 1357795 h 1357795"/>
                <a:gd name="connsiteX5" fmla="*/ 1143000 w 1920493"/>
                <a:gd name="connsiteY5" fmla="*/ 1162050 h 1357795"/>
                <a:gd name="connsiteX6" fmla="*/ 749300 w 1920493"/>
                <a:gd name="connsiteY6" fmla="*/ 1033945 h 1357795"/>
                <a:gd name="connsiteX7" fmla="*/ 406400 w 1920493"/>
                <a:gd name="connsiteY7" fmla="*/ 114300 h 1357795"/>
                <a:gd name="connsiteX8" fmla="*/ 0 w 1920493"/>
                <a:gd name="connsiteY8" fmla="*/ 0 h 1357795"/>
                <a:gd name="connsiteX0" fmla="*/ 0 w 1898195"/>
                <a:gd name="connsiteY0" fmla="*/ 0 h 1357795"/>
                <a:gd name="connsiteX1" fmla="*/ 1143000 w 1898195"/>
                <a:gd name="connsiteY1" fmla="*/ 0 h 1357795"/>
                <a:gd name="connsiteX2" fmla="*/ 1466850 w 1898195"/>
                <a:gd name="connsiteY2" fmla="*/ 195745 h 1357795"/>
                <a:gd name="connsiteX3" fmla="*/ 1873250 w 1898195"/>
                <a:gd name="connsiteY3" fmla="*/ 951395 h 1357795"/>
                <a:gd name="connsiteX4" fmla="*/ 1835150 w 1898195"/>
                <a:gd name="connsiteY4" fmla="*/ 1072045 h 1357795"/>
                <a:gd name="connsiteX5" fmla="*/ 1625600 w 1898195"/>
                <a:gd name="connsiteY5" fmla="*/ 1357795 h 1357795"/>
                <a:gd name="connsiteX6" fmla="*/ 1143000 w 1898195"/>
                <a:gd name="connsiteY6" fmla="*/ 1162050 h 1357795"/>
                <a:gd name="connsiteX7" fmla="*/ 749300 w 1898195"/>
                <a:gd name="connsiteY7" fmla="*/ 1033945 h 1357795"/>
                <a:gd name="connsiteX8" fmla="*/ 406400 w 1898195"/>
                <a:gd name="connsiteY8" fmla="*/ 114300 h 1357795"/>
                <a:gd name="connsiteX9" fmla="*/ 0 w 1898195"/>
                <a:gd name="connsiteY9" fmla="*/ 0 h 1357795"/>
                <a:gd name="connsiteX0" fmla="*/ 0 w 1898195"/>
                <a:gd name="connsiteY0" fmla="*/ 368300 h 1726095"/>
                <a:gd name="connsiteX1" fmla="*/ 1009650 w 1898195"/>
                <a:gd name="connsiteY1" fmla="*/ 0 h 1726095"/>
                <a:gd name="connsiteX2" fmla="*/ 1466850 w 1898195"/>
                <a:gd name="connsiteY2" fmla="*/ 564045 h 1726095"/>
                <a:gd name="connsiteX3" fmla="*/ 1873250 w 1898195"/>
                <a:gd name="connsiteY3" fmla="*/ 1319695 h 1726095"/>
                <a:gd name="connsiteX4" fmla="*/ 1835150 w 1898195"/>
                <a:gd name="connsiteY4" fmla="*/ 1440345 h 1726095"/>
                <a:gd name="connsiteX5" fmla="*/ 1625600 w 1898195"/>
                <a:gd name="connsiteY5" fmla="*/ 1726095 h 1726095"/>
                <a:gd name="connsiteX6" fmla="*/ 1143000 w 1898195"/>
                <a:gd name="connsiteY6" fmla="*/ 1530350 h 1726095"/>
                <a:gd name="connsiteX7" fmla="*/ 749300 w 1898195"/>
                <a:gd name="connsiteY7" fmla="*/ 1402245 h 1726095"/>
                <a:gd name="connsiteX8" fmla="*/ 406400 w 1898195"/>
                <a:gd name="connsiteY8" fmla="*/ 482600 h 1726095"/>
                <a:gd name="connsiteX9" fmla="*/ 0 w 1898195"/>
                <a:gd name="connsiteY9" fmla="*/ 368300 h 1726095"/>
                <a:gd name="connsiteX0" fmla="*/ 212420 w 1583565"/>
                <a:gd name="connsiteY0" fmla="*/ 311150 h 1726095"/>
                <a:gd name="connsiteX1" fmla="*/ 695020 w 1583565"/>
                <a:gd name="connsiteY1" fmla="*/ 0 h 1726095"/>
                <a:gd name="connsiteX2" fmla="*/ 1152220 w 1583565"/>
                <a:gd name="connsiteY2" fmla="*/ 564045 h 1726095"/>
                <a:gd name="connsiteX3" fmla="*/ 1558620 w 1583565"/>
                <a:gd name="connsiteY3" fmla="*/ 1319695 h 1726095"/>
                <a:gd name="connsiteX4" fmla="*/ 1520520 w 1583565"/>
                <a:gd name="connsiteY4" fmla="*/ 1440345 h 1726095"/>
                <a:gd name="connsiteX5" fmla="*/ 1310970 w 1583565"/>
                <a:gd name="connsiteY5" fmla="*/ 1726095 h 1726095"/>
                <a:gd name="connsiteX6" fmla="*/ 828370 w 1583565"/>
                <a:gd name="connsiteY6" fmla="*/ 1530350 h 1726095"/>
                <a:gd name="connsiteX7" fmla="*/ 434670 w 1583565"/>
                <a:gd name="connsiteY7" fmla="*/ 1402245 h 1726095"/>
                <a:gd name="connsiteX8" fmla="*/ 91770 w 1583565"/>
                <a:gd name="connsiteY8" fmla="*/ 482600 h 1726095"/>
                <a:gd name="connsiteX9" fmla="*/ 212420 w 1583565"/>
                <a:gd name="connsiteY9" fmla="*/ 311150 h 1726095"/>
                <a:gd name="connsiteX0" fmla="*/ 212420 w 1583565"/>
                <a:gd name="connsiteY0" fmla="*/ 311150 h 1745609"/>
                <a:gd name="connsiteX1" fmla="*/ 695020 w 1583565"/>
                <a:gd name="connsiteY1" fmla="*/ 0 h 1745609"/>
                <a:gd name="connsiteX2" fmla="*/ 1152220 w 1583565"/>
                <a:gd name="connsiteY2" fmla="*/ 564045 h 1745609"/>
                <a:gd name="connsiteX3" fmla="*/ 1558620 w 1583565"/>
                <a:gd name="connsiteY3" fmla="*/ 1319695 h 1745609"/>
                <a:gd name="connsiteX4" fmla="*/ 1520520 w 1583565"/>
                <a:gd name="connsiteY4" fmla="*/ 1440345 h 1745609"/>
                <a:gd name="connsiteX5" fmla="*/ 1310970 w 1583565"/>
                <a:gd name="connsiteY5" fmla="*/ 1726095 h 1745609"/>
                <a:gd name="connsiteX6" fmla="*/ 828370 w 1583565"/>
                <a:gd name="connsiteY6" fmla="*/ 1530350 h 1745609"/>
                <a:gd name="connsiteX7" fmla="*/ 434670 w 1583565"/>
                <a:gd name="connsiteY7" fmla="*/ 1402245 h 1745609"/>
                <a:gd name="connsiteX8" fmla="*/ 91770 w 1583565"/>
                <a:gd name="connsiteY8" fmla="*/ 482600 h 1745609"/>
                <a:gd name="connsiteX9" fmla="*/ 212420 w 1583565"/>
                <a:gd name="connsiteY9" fmla="*/ 311150 h 1745609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58620"/>
                <a:gd name="connsiteY0" fmla="*/ 311150 h 1788707"/>
                <a:gd name="connsiteX1" fmla="*/ 695020 w 1558620"/>
                <a:gd name="connsiteY1" fmla="*/ 0 h 1788707"/>
                <a:gd name="connsiteX2" fmla="*/ 1152220 w 1558620"/>
                <a:gd name="connsiteY2" fmla="*/ 564045 h 1788707"/>
                <a:gd name="connsiteX3" fmla="*/ 1558620 w 1558620"/>
                <a:gd name="connsiteY3" fmla="*/ 1319695 h 1788707"/>
                <a:gd name="connsiteX4" fmla="*/ 1520520 w 1558620"/>
                <a:gd name="connsiteY4" fmla="*/ 1440345 h 1788707"/>
                <a:gd name="connsiteX5" fmla="*/ 1310970 w 1558620"/>
                <a:gd name="connsiteY5" fmla="*/ 1726095 h 1788707"/>
                <a:gd name="connsiteX6" fmla="*/ 828370 w 1558620"/>
                <a:gd name="connsiteY6" fmla="*/ 1530350 h 1788707"/>
                <a:gd name="connsiteX7" fmla="*/ 434670 w 1558620"/>
                <a:gd name="connsiteY7" fmla="*/ 1402245 h 1788707"/>
                <a:gd name="connsiteX8" fmla="*/ 91770 w 1558620"/>
                <a:gd name="connsiteY8" fmla="*/ 482600 h 1788707"/>
                <a:gd name="connsiteX9" fmla="*/ 212420 w 1558620"/>
                <a:gd name="connsiteY9" fmla="*/ 311150 h 1788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8620" h="1788707">
                  <a:moveTo>
                    <a:pt x="212420" y="311150"/>
                  </a:moveTo>
                  <a:lnTo>
                    <a:pt x="695020" y="0"/>
                  </a:lnTo>
                  <a:cubicBezTo>
                    <a:pt x="936320" y="45324"/>
                    <a:pt x="1030512" y="405479"/>
                    <a:pt x="1152220" y="564045"/>
                  </a:cubicBezTo>
                  <a:cubicBezTo>
                    <a:pt x="1178678" y="652761"/>
                    <a:pt x="1087662" y="722795"/>
                    <a:pt x="1558620" y="1319695"/>
                  </a:cubicBezTo>
                  <a:cubicBezTo>
                    <a:pt x="1534278" y="1332395"/>
                    <a:pt x="1544862" y="1373670"/>
                    <a:pt x="1520520" y="1440345"/>
                  </a:cubicBezTo>
                  <a:cubicBezTo>
                    <a:pt x="1527928" y="1595920"/>
                    <a:pt x="1368120" y="1679344"/>
                    <a:pt x="1310970" y="1726095"/>
                  </a:cubicBezTo>
                  <a:cubicBezTo>
                    <a:pt x="1150103" y="1775147"/>
                    <a:pt x="1001937" y="1906748"/>
                    <a:pt x="828370" y="1530350"/>
                  </a:cubicBezTo>
                  <a:cubicBezTo>
                    <a:pt x="606120" y="1529982"/>
                    <a:pt x="656920" y="1402613"/>
                    <a:pt x="434670" y="1402245"/>
                  </a:cubicBezTo>
                  <a:cubicBezTo>
                    <a:pt x="208187" y="1381447"/>
                    <a:pt x="-177047" y="1208248"/>
                    <a:pt x="91770" y="482600"/>
                  </a:cubicBezTo>
                  <a:lnTo>
                    <a:pt x="212420" y="3111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Rectangle 12">
              <a:extLst>
                <a:ext uri="{FF2B5EF4-FFF2-40B4-BE49-F238E27FC236}">
                  <a16:creationId xmlns:a16="http://schemas.microsoft.com/office/drawing/2014/main" id="{6ED5178C-0235-7274-BB90-2AF9BA4F40D2}"/>
                </a:ext>
              </a:extLst>
            </p:cNvPr>
            <p:cNvSpPr/>
            <p:nvPr/>
          </p:nvSpPr>
          <p:spPr>
            <a:xfrm>
              <a:off x="5173980" y="-676486"/>
              <a:ext cx="320040" cy="281973"/>
            </a:xfrm>
            <a:custGeom>
              <a:avLst/>
              <a:gdLst>
                <a:gd name="connsiteX0" fmla="*/ 0 w 236220"/>
                <a:gd name="connsiteY0" fmla="*/ 0 h 152400"/>
                <a:gd name="connsiteX1" fmla="*/ 236220 w 236220"/>
                <a:gd name="connsiteY1" fmla="*/ 0 h 152400"/>
                <a:gd name="connsiteX2" fmla="*/ 236220 w 236220"/>
                <a:gd name="connsiteY2" fmla="*/ 152400 h 152400"/>
                <a:gd name="connsiteX3" fmla="*/ 0 w 236220"/>
                <a:gd name="connsiteY3" fmla="*/ 152400 h 152400"/>
                <a:gd name="connsiteX4" fmla="*/ 0 w 236220"/>
                <a:gd name="connsiteY4" fmla="*/ 0 h 152400"/>
                <a:gd name="connsiteX0" fmla="*/ 0 w 236220"/>
                <a:gd name="connsiteY0" fmla="*/ 0 h 152400"/>
                <a:gd name="connsiteX1" fmla="*/ 236220 w 236220"/>
                <a:gd name="connsiteY1" fmla="*/ 0 h 152400"/>
                <a:gd name="connsiteX2" fmla="*/ 236220 w 236220"/>
                <a:gd name="connsiteY2" fmla="*/ 152400 h 152400"/>
                <a:gd name="connsiteX3" fmla="*/ 0 w 236220"/>
                <a:gd name="connsiteY3" fmla="*/ 0 h 152400"/>
                <a:gd name="connsiteX0" fmla="*/ 0 w 342900"/>
                <a:gd name="connsiteY0" fmla="*/ 76200 h 152400"/>
                <a:gd name="connsiteX1" fmla="*/ 342900 w 342900"/>
                <a:gd name="connsiteY1" fmla="*/ 0 h 152400"/>
                <a:gd name="connsiteX2" fmla="*/ 342900 w 342900"/>
                <a:gd name="connsiteY2" fmla="*/ 152400 h 152400"/>
                <a:gd name="connsiteX3" fmla="*/ 0 w 342900"/>
                <a:gd name="connsiteY3" fmla="*/ 76200 h 152400"/>
                <a:gd name="connsiteX0" fmla="*/ 0 w 342900"/>
                <a:gd name="connsiteY0" fmla="*/ 0 h 76200"/>
                <a:gd name="connsiteX1" fmla="*/ 342900 w 342900"/>
                <a:gd name="connsiteY1" fmla="*/ 76200 h 76200"/>
                <a:gd name="connsiteX2" fmla="*/ 0 w 342900"/>
                <a:gd name="connsiteY2" fmla="*/ 0 h 76200"/>
                <a:gd name="connsiteX0" fmla="*/ 0 w 320040"/>
                <a:gd name="connsiteY0" fmla="*/ 0 h 45720"/>
                <a:gd name="connsiteX1" fmla="*/ 320040 w 320040"/>
                <a:gd name="connsiteY1" fmla="*/ 45720 h 45720"/>
                <a:gd name="connsiteX2" fmla="*/ 0 w 320040"/>
                <a:gd name="connsiteY2" fmla="*/ 0 h 45720"/>
                <a:gd name="connsiteX0" fmla="*/ 0 w 320040"/>
                <a:gd name="connsiteY0" fmla="*/ 0 h 116027"/>
                <a:gd name="connsiteX1" fmla="*/ 320040 w 320040"/>
                <a:gd name="connsiteY1" fmla="*/ 45720 h 116027"/>
                <a:gd name="connsiteX2" fmla="*/ 0 w 320040"/>
                <a:gd name="connsiteY2" fmla="*/ 0 h 116027"/>
                <a:gd name="connsiteX0" fmla="*/ 0 w 320040"/>
                <a:gd name="connsiteY0" fmla="*/ 132566 h 248593"/>
                <a:gd name="connsiteX1" fmla="*/ 320040 w 320040"/>
                <a:gd name="connsiteY1" fmla="*/ 178286 h 248593"/>
                <a:gd name="connsiteX2" fmla="*/ 0 w 320040"/>
                <a:gd name="connsiteY2" fmla="*/ 132566 h 248593"/>
                <a:gd name="connsiteX0" fmla="*/ 0 w 320040"/>
                <a:gd name="connsiteY0" fmla="*/ 165946 h 281973"/>
                <a:gd name="connsiteX1" fmla="*/ 320040 w 320040"/>
                <a:gd name="connsiteY1" fmla="*/ 211666 h 281973"/>
                <a:gd name="connsiteX2" fmla="*/ 0 w 320040"/>
                <a:gd name="connsiteY2" fmla="*/ 165946 h 281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040" h="281973">
                  <a:moveTo>
                    <a:pt x="0" y="165946"/>
                  </a:moveTo>
                  <a:cubicBezTo>
                    <a:pt x="106680" y="181186"/>
                    <a:pt x="137160" y="386926"/>
                    <a:pt x="320040" y="211666"/>
                  </a:cubicBezTo>
                  <a:cubicBezTo>
                    <a:pt x="304800" y="-169334"/>
                    <a:pt x="30480" y="59266"/>
                    <a:pt x="0" y="16594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2785A9-B667-65B0-3FF6-AA79509090E7}"/>
                </a:ext>
              </a:extLst>
            </p:cNvPr>
            <p:cNvSpPr/>
            <p:nvPr/>
          </p:nvSpPr>
          <p:spPr>
            <a:xfrm>
              <a:off x="5288280" y="-676485"/>
              <a:ext cx="205740" cy="281972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BBAD55E-B1FF-FC54-1937-9505B6B945CB}"/>
                </a:ext>
              </a:extLst>
            </p:cNvPr>
            <p:cNvSpPr/>
            <p:nvPr/>
          </p:nvSpPr>
          <p:spPr>
            <a:xfrm>
              <a:off x="5772136" y="385747"/>
              <a:ext cx="384824" cy="199509"/>
            </a:xfrm>
            <a:custGeom>
              <a:avLst/>
              <a:gdLst>
                <a:gd name="connsiteX0" fmla="*/ 384824 w 384824"/>
                <a:gd name="connsiteY0" fmla="*/ 193373 h 199509"/>
                <a:gd name="connsiteX1" fmla="*/ 217184 w 384824"/>
                <a:gd name="connsiteY1" fmla="*/ 178133 h 199509"/>
                <a:gd name="connsiteX2" fmla="*/ 19064 w 384824"/>
                <a:gd name="connsiteY2" fmla="*/ 18113 h 199509"/>
                <a:gd name="connsiteX3" fmla="*/ 19064 w 384824"/>
                <a:gd name="connsiteY3" fmla="*/ 10493 h 19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824" h="199509">
                  <a:moveTo>
                    <a:pt x="384824" y="193373"/>
                  </a:moveTo>
                  <a:cubicBezTo>
                    <a:pt x="331484" y="200358"/>
                    <a:pt x="278144" y="207343"/>
                    <a:pt x="217184" y="178133"/>
                  </a:cubicBezTo>
                  <a:cubicBezTo>
                    <a:pt x="156224" y="148923"/>
                    <a:pt x="52084" y="46053"/>
                    <a:pt x="19064" y="18113"/>
                  </a:cubicBezTo>
                  <a:cubicBezTo>
                    <a:pt x="-13956" y="-9827"/>
                    <a:pt x="2554" y="333"/>
                    <a:pt x="19064" y="10493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Oval 18">
              <a:extLst>
                <a:ext uri="{FF2B5EF4-FFF2-40B4-BE49-F238E27FC236}">
                  <a16:creationId xmlns:a16="http://schemas.microsoft.com/office/drawing/2014/main" id="{DF0CDECB-E59B-4B50-63BC-2049F709CC2C}"/>
                </a:ext>
              </a:extLst>
            </p:cNvPr>
            <p:cNvSpPr/>
            <p:nvPr/>
          </p:nvSpPr>
          <p:spPr>
            <a:xfrm rot="20568864">
              <a:off x="5936742" y="143848"/>
              <a:ext cx="73519" cy="200114"/>
            </a:xfrm>
            <a:custGeom>
              <a:avLst/>
              <a:gdLst>
                <a:gd name="connsiteX0" fmla="*/ 0 w 45719"/>
                <a:gd name="connsiteY0" fmla="*/ 99948 h 199896"/>
                <a:gd name="connsiteX1" fmla="*/ 22860 w 45719"/>
                <a:gd name="connsiteY1" fmla="*/ 0 h 199896"/>
                <a:gd name="connsiteX2" fmla="*/ 45720 w 45719"/>
                <a:gd name="connsiteY2" fmla="*/ 99948 h 199896"/>
                <a:gd name="connsiteX3" fmla="*/ 22860 w 45719"/>
                <a:gd name="connsiteY3" fmla="*/ 199896 h 199896"/>
                <a:gd name="connsiteX4" fmla="*/ 0 w 45719"/>
                <a:gd name="connsiteY4" fmla="*/ 99948 h 199896"/>
                <a:gd name="connsiteX0" fmla="*/ 0 w 73519"/>
                <a:gd name="connsiteY0" fmla="*/ 114704 h 200114"/>
                <a:gd name="connsiteX1" fmla="*/ 50659 w 73519"/>
                <a:gd name="connsiteY1" fmla="*/ 90 h 200114"/>
                <a:gd name="connsiteX2" fmla="*/ 73519 w 73519"/>
                <a:gd name="connsiteY2" fmla="*/ 100038 h 200114"/>
                <a:gd name="connsiteX3" fmla="*/ 50659 w 73519"/>
                <a:gd name="connsiteY3" fmla="*/ 199986 h 200114"/>
                <a:gd name="connsiteX4" fmla="*/ 0 w 73519"/>
                <a:gd name="connsiteY4" fmla="*/ 114704 h 20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19" h="200114">
                  <a:moveTo>
                    <a:pt x="0" y="114704"/>
                  </a:moveTo>
                  <a:cubicBezTo>
                    <a:pt x="0" y="59504"/>
                    <a:pt x="38406" y="2534"/>
                    <a:pt x="50659" y="90"/>
                  </a:cubicBezTo>
                  <a:cubicBezTo>
                    <a:pt x="62912" y="-2354"/>
                    <a:pt x="73519" y="44838"/>
                    <a:pt x="73519" y="100038"/>
                  </a:cubicBezTo>
                  <a:cubicBezTo>
                    <a:pt x="73519" y="155238"/>
                    <a:pt x="62912" y="197542"/>
                    <a:pt x="50659" y="199986"/>
                  </a:cubicBezTo>
                  <a:cubicBezTo>
                    <a:pt x="38406" y="202430"/>
                    <a:pt x="0" y="169904"/>
                    <a:pt x="0" y="11470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C8A4325-B46D-F50E-5D53-AAE00D3C8C57}"/>
                </a:ext>
              </a:extLst>
            </p:cNvPr>
            <p:cNvSpPr/>
            <p:nvPr/>
          </p:nvSpPr>
          <p:spPr>
            <a:xfrm>
              <a:off x="5271765" y="-1320516"/>
              <a:ext cx="507527" cy="552732"/>
            </a:xfrm>
            <a:custGeom>
              <a:avLst/>
              <a:gdLst>
                <a:gd name="connsiteX0" fmla="*/ 202646 w 507527"/>
                <a:gd name="connsiteY0" fmla="*/ 874 h 552732"/>
                <a:gd name="connsiteX1" fmla="*/ 386912 w 507527"/>
                <a:gd name="connsiteY1" fmla="*/ 537093 h 552732"/>
                <a:gd name="connsiteX2" fmla="*/ 253562 w 507527"/>
                <a:gd name="connsiteY2" fmla="*/ 295793 h 552732"/>
                <a:gd name="connsiteX3" fmla="*/ 149423 w 507527"/>
                <a:gd name="connsiteY3" fmla="*/ 530743 h 552732"/>
                <a:gd name="connsiteX4" fmla="*/ 22035 w 507527"/>
                <a:gd name="connsiteY4" fmla="*/ 350046 h 552732"/>
                <a:gd name="connsiteX5" fmla="*/ 0 w 507527"/>
                <a:gd name="connsiteY5" fmla="*/ 356405 h 552732"/>
                <a:gd name="connsiteX6" fmla="*/ 0 w 507527"/>
                <a:gd name="connsiteY6" fmla="*/ 30098 h 552732"/>
                <a:gd name="connsiteX7" fmla="*/ 27441 w 507527"/>
                <a:gd name="connsiteY7" fmla="*/ 20754 h 552732"/>
                <a:gd name="connsiteX8" fmla="*/ 202646 w 507527"/>
                <a:gd name="connsiteY8" fmla="*/ 874 h 5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527" h="552732">
                  <a:moveTo>
                    <a:pt x="202646" y="874"/>
                  </a:moveTo>
                  <a:cubicBezTo>
                    <a:pt x="538608" y="22187"/>
                    <a:pt x="592083" y="427198"/>
                    <a:pt x="386912" y="537093"/>
                  </a:cubicBezTo>
                  <a:cubicBezTo>
                    <a:pt x="425012" y="501110"/>
                    <a:pt x="240227" y="261926"/>
                    <a:pt x="253562" y="295793"/>
                  </a:cubicBezTo>
                  <a:lnTo>
                    <a:pt x="149423" y="530743"/>
                  </a:lnTo>
                  <a:cubicBezTo>
                    <a:pt x="83939" y="637105"/>
                    <a:pt x="185886" y="321540"/>
                    <a:pt x="22035" y="350046"/>
                  </a:cubicBezTo>
                  <a:lnTo>
                    <a:pt x="0" y="356405"/>
                  </a:lnTo>
                  <a:lnTo>
                    <a:pt x="0" y="30098"/>
                  </a:lnTo>
                  <a:lnTo>
                    <a:pt x="27441" y="20754"/>
                  </a:lnTo>
                  <a:cubicBezTo>
                    <a:pt x="92587" y="3398"/>
                    <a:pt x="150959" y="-2405"/>
                    <a:pt x="202646" y="87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49D6A6C-4019-F076-D692-694BF0DD071F}"/>
                </a:ext>
              </a:extLst>
            </p:cNvPr>
            <p:cNvGrpSpPr/>
            <p:nvPr/>
          </p:nvGrpSpPr>
          <p:grpSpPr>
            <a:xfrm>
              <a:off x="4632961" y="1919908"/>
              <a:ext cx="1850887" cy="2249017"/>
              <a:chOff x="4632961" y="1919908"/>
              <a:chExt cx="1850887" cy="2249017"/>
            </a:xfrm>
            <a:grpFill/>
          </p:grpSpPr>
          <p:sp>
            <p:nvSpPr>
              <p:cNvPr id="46" name="Rectangle 7">
                <a:extLst>
                  <a:ext uri="{FF2B5EF4-FFF2-40B4-BE49-F238E27FC236}">
                    <a16:creationId xmlns:a16="http://schemas.microsoft.com/office/drawing/2014/main" id="{C6C34FA3-414C-F725-3344-9A5C98A09074}"/>
                  </a:ext>
                </a:extLst>
              </p:cNvPr>
              <p:cNvSpPr/>
              <p:nvPr/>
            </p:nvSpPr>
            <p:spPr>
              <a:xfrm>
                <a:off x="4632961" y="1919908"/>
                <a:ext cx="1850887" cy="2249017"/>
              </a:xfrm>
              <a:custGeom>
                <a:avLst/>
                <a:gdLst>
                  <a:gd name="connsiteX0" fmla="*/ 0 w 708660"/>
                  <a:gd name="connsiteY0" fmla="*/ 0 h 495300"/>
                  <a:gd name="connsiteX1" fmla="*/ 708660 w 708660"/>
                  <a:gd name="connsiteY1" fmla="*/ 0 h 495300"/>
                  <a:gd name="connsiteX2" fmla="*/ 708660 w 708660"/>
                  <a:gd name="connsiteY2" fmla="*/ 495300 h 495300"/>
                  <a:gd name="connsiteX3" fmla="*/ 0 w 708660"/>
                  <a:gd name="connsiteY3" fmla="*/ 495300 h 495300"/>
                  <a:gd name="connsiteX4" fmla="*/ 0 w 708660"/>
                  <a:gd name="connsiteY4" fmla="*/ 0 h 495300"/>
                  <a:gd name="connsiteX0" fmla="*/ 0 w 861060"/>
                  <a:gd name="connsiteY0" fmla="*/ 0 h 495300"/>
                  <a:gd name="connsiteX1" fmla="*/ 708660 w 861060"/>
                  <a:gd name="connsiteY1" fmla="*/ 0 h 495300"/>
                  <a:gd name="connsiteX2" fmla="*/ 861060 w 861060"/>
                  <a:gd name="connsiteY2" fmla="*/ 449580 h 495300"/>
                  <a:gd name="connsiteX3" fmla="*/ 0 w 861060"/>
                  <a:gd name="connsiteY3" fmla="*/ 495300 h 495300"/>
                  <a:gd name="connsiteX4" fmla="*/ 0 w 861060"/>
                  <a:gd name="connsiteY4" fmla="*/ 0 h 495300"/>
                  <a:gd name="connsiteX0" fmla="*/ 0 w 1005840"/>
                  <a:gd name="connsiteY0" fmla="*/ 281940 h 777240"/>
                  <a:gd name="connsiteX1" fmla="*/ 1005840 w 1005840"/>
                  <a:gd name="connsiteY1" fmla="*/ 0 h 777240"/>
                  <a:gd name="connsiteX2" fmla="*/ 861060 w 1005840"/>
                  <a:gd name="connsiteY2" fmla="*/ 731520 h 777240"/>
                  <a:gd name="connsiteX3" fmla="*/ 0 w 1005840"/>
                  <a:gd name="connsiteY3" fmla="*/ 777240 h 777240"/>
                  <a:gd name="connsiteX4" fmla="*/ 0 w 1005840"/>
                  <a:gd name="connsiteY4" fmla="*/ 281940 h 777240"/>
                  <a:gd name="connsiteX0" fmla="*/ 0 w 1014011"/>
                  <a:gd name="connsiteY0" fmla="*/ 281940 h 777240"/>
                  <a:gd name="connsiteX1" fmla="*/ 1005840 w 1014011"/>
                  <a:gd name="connsiteY1" fmla="*/ 0 h 777240"/>
                  <a:gd name="connsiteX2" fmla="*/ 861060 w 1014011"/>
                  <a:gd name="connsiteY2" fmla="*/ 731520 h 777240"/>
                  <a:gd name="connsiteX3" fmla="*/ 0 w 1014011"/>
                  <a:gd name="connsiteY3" fmla="*/ 777240 h 777240"/>
                  <a:gd name="connsiteX4" fmla="*/ 0 w 1014011"/>
                  <a:gd name="connsiteY4" fmla="*/ 281940 h 777240"/>
                  <a:gd name="connsiteX0" fmla="*/ 0 w 1023265"/>
                  <a:gd name="connsiteY0" fmla="*/ 281940 h 777240"/>
                  <a:gd name="connsiteX1" fmla="*/ 1005840 w 1023265"/>
                  <a:gd name="connsiteY1" fmla="*/ 0 h 777240"/>
                  <a:gd name="connsiteX2" fmla="*/ 861060 w 1023265"/>
                  <a:gd name="connsiteY2" fmla="*/ 731520 h 777240"/>
                  <a:gd name="connsiteX3" fmla="*/ 0 w 1023265"/>
                  <a:gd name="connsiteY3" fmla="*/ 777240 h 777240"/>
                  <a:gd name="connsiteX4" fmla="*/ 0 w 1023265"/>
                  <a:gd name="connsiteY4" fmla="*/ 281940 h 777240"/>
                  <a:gd name="connsiteX0" fmla="*/ 0 w 1036931"/>
                  <a:gd name="connsiteY0" fmla="*/ 281940 h 777240"/>
                  <a:gd name="connsiteX1" fmla="*/ 1005840 w 1036931"/>
                  <a:gd name="connsiteY1" fmla="*/ 0 h 777240"/>
                  <a:gd name="connsiteX2" fmla="*/ 914400 w 1036931"/>
                  <a:gd name="connsiteY2" fmla="*/ 731520 h 777240"/>
                  <a:gd name="connsiteX3" fmla="*/ 0 w 1036931"/>
                  <a:gd name="connsiteY3" fmla="*/ 777240 h 777240"/>
                  <a:gd name="connsiteX4" fmla="*/ 0 w 1036931"/>
                  <a:gd name="connsiteY4" fmla="*/ 281940 h 777240"/>
                  <a:gd name="connsiteX0" fmla="*/ 0 w 1023084"/>
                  <a:gd name="connsiteY0" fmla="*/ 281940 h 777240"/>
                  <a:gd name="connsiteX1" fmla="*/ 1005840 w 1023084"/>
                  <a:gd name="connsiteY1" fmla="*/ 0 h 777240"/>
                  <a:gd name="connsiteX2" fmla="*/ 914400 w 1023084"/>
                  <a:gd name="connsiteY2" fmla="*/ 731520 h 777240"/>
                  <a:gd name="connsiteX3" fmla="*/ 0 w 1023084"/>
                  <a:gd name="connsiteY3" fmla="*/ 777240 h 777240"/>
                  <a:gd name="connsiteX4" fmla="*/ 0 w 1023084"/>
                  <a:gd name="connsiteY4" fmla="*/ 281940 h 777240"/>
                  <a:gd name="connsiteX0" fmla="*/ 0 w 985333"/>
                  <a:gd name="connsiteY0" fmla="*/ 281940 h 777240"/>
                  <a:gd name="connsiteX1" fmla="*/ 952500 w 985333"/>
                  <a:gd name="connsiteY1" fmla="*/ 0 h 777240"/>
                  <a:gd name="connsiteX2" fmla="*/ 914400 w 985333"/>
                  <a:gd name="connsiteY2" fmla="*/ 731520 h 777240"/>
                  <a:gd name="connsiteX3" fmla="*/ 0 w 985333"/>
                  <a:gd name="connsiteY3" fmla="*/ 777240 h 777240"/>
                  <a:gd name="connsiteX4" fmla="*/ 0 w 985333"/>
                  <a:gd name="connsiteY4" fmla="*/ 281940 h 777240"/>
                  <a:gd name="connsiteX0" fmla="*/ 0 w 1613884"/>
                  <a:gd name="connsiteY0" fmla="*/ 281940 h 1204293"/>
                  <a:gd name="connsiteX1" fmla="*/ 952500 w 1613884"/>
                  <a:gd name="connsiteY1" fmla="*/ 0 h 1204293"/>
                  <a:gd name="connsiteX2" fmla="*/ 914400 w 1613884"/>
                  <a:gd name="connsiteY2" fmla="*/ 731520 h 1204293"/>
                  <a:gd name="connsiteX3" fmla="*/ 1607821 w 1613884"/>
                  <a:gd name="connsiteY3" fmla="*/ 1204293 h 1204293"/>
                  <a:gd name="connsiteX4" fmla="*/ 0 w 1613884"/>
                  <a:gd name="connsiteY4" fmla="*/ 777240 h 1204293"/>
                  <a:gd name="connsiteX5" fmla="*/ 0 w 1613884"/>
                  <a:gd name="connsiteY5" fmla="*/ 281940 h 1204293"/>
                  <a:gd name="connsiteX0" fmla="*/ 0 w 1659317"/>
                  <a:gd name="connsiteY0" fmla="*/ 281940 h 1768173"/>
                  <a:gd name="connsiteX1" fmla="*/ 952500 w 1659317"/>
                  <a:gd name="connsiteY1" fmla="*/ 0 h 1768173"/>
                  <a:gd name="connsiteX2" fmla="*/ 914400 w 1659317"/>
                  <a:gd name="connsiteY2" fmla="*/ 731520 h 1768173"/>
                  <a:gd name="connsiteX3" fmla="*/ 1653541 w 1659317"/>
                  <a:gd name="connsiteY3" fmla="*/ 1768173 h 1768173"/>
                  <a:gd name="connsiteX4" fmla="*/ 0 w 1659317"/>
                  <a:gd name="connsiteY4" fmla="*/ 777240 h 1768173"/>
                  <a:gd name="connsiteX5" fmla="*/ 0 w 1659317"/>
                  <a:gd name="connsiteY5" fmla="*/ 281940 h 1768173"/>
                  <a:gd name="connsiteX0" fmla="*/ 0 w 1859220"/>
                  <a:gd name="connsiteY0" fmla="*/ 281940 h 1768173"/>
                  <a:gd name="connsiteX1" fmla="*/ 952500 w 1859220"/>
                  <a:gd name="connsiteY1" fmla="*/ 0 h 1768173"/>
                  <a:gd name="connsiteX2" fmla="*/ 914400 w 1859220"/>
                  <a:gd name="connsiteY2" fmla="*/ 731520 h 1768173"/>
                  <a:gd name="connsiteX3" fmla="*/ 1653541 w 1859220"/>
                  <a:gd name="connsiteY3" fmla="*/ 1768173 h 1768173"/>
                  <a:gd name="connsiteX4" fmla="*/ 0 w 1859220"/>
                  <a:gd name="connsiteY4" fmla="*/ 777240 h 1768173"/>
                  <a:gd name="connsiteX5" fmla="*/ 0 w 1859220"/>
                  <a:gd name="connsiteY5" fmla="*/ 281940 h 1768173"/>
                  <a:gd name="connsiteX0" fmla="*/ 0 w 1872815"/>
                  <a:gd name="connsiteY0" fmla="*/ 281940 h 1768582"/>
                  <a:gd name="connsiteX1" fmla="*/ 952500 w 1872815"/>
                  <a:gd name="connsiteY1" fmla="*/ 0 h 1768582"/>
                  <a:gd name="connsiteX2" fmla="*/ 914400 w 1872815"/>
                  <a:gd name="connsiteY2" fmla="*/ 731520 h 1768582"/>
                  <a:gd name="connsiteX3" fmla="*/ 1775459 w 1872815"/>
                  <a:gd name="connsiteY3" fmla="*/ 869013 h 1768582"/>
                  <a:gd name="connsiteX4" fmla="*/ 1653541 w 1872815"/>
                  <a:gd name="connsiteY4" fmla="*/ 1768173 h 1768582"/>
                  <a:gd name="connsiteX5" fmla="*/ 0 w 1872815"/>
                  <a:gd name="connsiteY5" fmla="*/ 777240 h 1768582"/>
                  <a:gd name="connsiteX6" fmla="*/ 0 w 1872815"/>
                  <a:gd name="connsiteY6" fmla="*/ 281940 h 1768582"/>
                  <a:gd name="connsiteX0" fmla="*/ 0 w 1816832"/>
                  <a:gd name="connsiteY0" fmla="*/ 281940 h 1768173"/>
                  <a:gd name="connsiteX1" fmla="*/ 952500 w 1816832"/>
                  <a:gd name="connsiteY1" fmla="*/ 0 h 1768173"/>
                  <a:gd name="connsiteX2" fmla="*/ 914400 w 1816832"/>
                  <a:gd name="connsiteY2" fmla="*/ 731520 h 1768173"/>
                  <a:gd name="connsiteX3" fmla="*/ 1775459 w 1816832"/>
                  <a:gd name="connsiteY3" fmla="*/ 869013 h 1768173"/>
                  <a:gd name="connsiteX4" fmla="*/ 1653541 w 1816832"/>
                  <a:gd name="connsiteY4" fmla="*/ 1768173 h 1768173"/>
                  <a:gd name="connsiteX5" fmla="*/ 0 w 1816832"/>
                  <a:gd name="connsiteY5" fmla="*/ 777240 h 1768173"/>
                  <a:gd name="connsiteX6" fmla="*/ 0 w 1816832"/>
                  <a:gd name="connsiteY6" fmla="*/ 281940 h 1768173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0 w 1820407"/>
                  <a:gd name="connsiteY6" fmla="*/ 777240 h 2247070"/>
                  <a:gd name="connsiteX7" fmla="*/ 0 w 1820407"/>
                  <a:gd name="connsiteY7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0 w 1820407"/>
                  <a:gd name="connsiteY7" fmla="*/ 777240 h 2249017"/>
                  <a:gd name="connsiteX8" fmla="*/ 0 w 1820407"/>
                  <a:gd name="connsiteY8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417319 w 1820407"/>
                  <a:gd name="connsiteY7" fmla="*/ 1158572 h 2249017"/>
                  <a:gd name="connsiteX8" fmla="*/ 0 w 1820407"/>
                  <a:gd name="connsiteY8" fmla="*/ 777240 h 2249017"/>
                  <a:gd name="connsiteX9" fmla="*/ 0 w 1820407"/>
                  <a:gd name="connsiteY9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312419 w 1820407"/>
                  <a:gd name="connsiteY9" fmla="*/ 1402412 h 2249017"/>
                  <a:gd name="connsiteX10" fmla="*/ 0 w 1820407"/>
                  <a:gd name="connsiteY10" fmla="*/ 777240 h 2249017"/>
                  <a:gd name="connsiteX11" fmla="*/ 0 w 182040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887" h="2249017">
                    <a:moveTo>
                      <a:pt x="30480" y="281940"/>
                    </a:moveTo>
                    <a:lnTo>
                      <a:pt x="982980" y="0"/>
                    </a:lnTo>
                    <a:cubicBezTo>
                      <a:pt x="1026160" y="396240"/>
                      <a:pt x="1038860" y="609600"/>
                      <a:pt x="944880" y="731520"/>
                    </a:cubicBezTo>
                    <a:cubicBezTo>
                      <a:pt x="1082040" y="881436"/>
                      <a:pt x="1682749" y="696238"/>
                      <a:pt x="1805939" y="869013"/>
                    </a:cubicBezTo>
                    <a:cubicBezTo>
                      <a:pt x="1929129" y="1041788"/>
                      <a:pt x="1769111" y="1656413"/>
                      <a:pt x="1684021" y="1768173"/>
                    </a:cubicBezTo>
                    <a:cubicBezTo>
                      <a:pt x="1638300" y="1851993"/>
                      <a:pt x="1257300" y="2316813"/>
                      <a:pt x="1127759" y="2240613"/>
                    </a:cubicBezTo>
                    <a:cubicBezTo>
                      <a:pt x="1038859" y="2113613"/>
                      <a:pt x="896619" y="1727532"/>
                      <a:pt x="1272539" y="1722452"/>
                    </a:cubicBezTo>
                    <a:cubicBezTo>
                      <a:pt x="1300479" y="1613232"/>
                      <a:pt x="1220469" y="1694512"/>
                      <a:pt x="1249679" y="1600532"/>
                    </a:cubicBezTo>
                    <a:cubicBezTo>
                      <a:pt x="1393189" y="1552272"/>
                      <a:pt x="1475739" y="1308487"/>
                      <a:pt x="1447799" y="1158572"/>
                    </a:cubicBezTo>
                    <a:cubicBezTo>
                      <a:pt x="1092199" y="1064592"/>
                      <a:pt x="698499" y="1496392"/>
                      <a:pt x="342899" y="1402412"/>
                    </a:cubicBezTo>
                    <a:cubicBezTo>
                      <a:pt x="185419" y="1326101"/>
                      <a:pt x="5080" y="944991"/>
                      <a:pt x="0" y="723900"/>
                    </a:cubicBezTo>
                    <a:lnTo>
                      <a:pt x="30480" y="28194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AB9B3C4-8B30-6F87-303E-74BA0A45D5C9}"/>
                  </a:ext>
                </a:extLst>
              </p:cNvPr>
              <p:cNvSpPr/>
              <p:nvPr/>
            </p:nvSpPr>
            <p:spPr>
              <a:xfrm rot="20333405">
                <a:off x="5660109" y="3676696"/>
                <a:ext cx="236213" cy="483874"/>
              </a:xfrm>
              <a:custGeom>
                <a:avLst/>
                <a:gdLst>
                  <a:gd name="connsiteX0" fmla="*/ 225367 w 236213"/>
                  <a:gd name="connsiteY0" fmla="*/ 747 h 483874"/>
                  <a:gd name="connsiteX1" fmla="*/ 227374 w 236213"/>
                  <a:gd name="connsiteY1" fmla="*/ 93440 h 483874"/>
                  <a:gd name="connsiteX2" fmla="*/ 234942 w 236213"/>
                  <a:gd name="connsiteY2" fmla="*/ 442988 h 483874"/>
                  <a:gd name="connsiteX3" fmla="*/ 236213 w 236213"/>
                  <a:gd name="connsiteY3" fmla="*/ 453699 h 483874"/>
                  <a:gd name="connsiteX4" fmla="*/ 151912 w 236213"/>
                  <a:gd name="connsiteY4" fmla="*/ 477290 h 483874"/>
                  <a:gd name="connsiteX5" fmla="*/ 15080 w 236213"/>
                  <a:gd name="connsiteY5" fmla="*/ 456499 h 483874"/>
                  <a:gd name="connsiteX6" fmla="*/ 220205 w 236213"/>
                  <a:gd name="connsiteY6" fmla="*/ 101 h 483874"/>
                  <a:gd name="connsiteX7" fmla="*/ 225367 w 236213"/>
                  <a:gd name="connsiteY7" fmla="*/ 747 h 48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13" h="483874">
                    <a:moveTo>
                      <a:pt x="225367" y="747"/>
                    </a:moveTo>
                    <a:lnTo>
                      <a:pt x="227374" y="93440"/>
                    </a:lnTo>
                    <a:cubicBezTo>
                      <a:pt x="228150" y="209521"/>
                      <a:pt x="225434" y="324732"/>
                      <a:pt x="234942" y="442988"/>
                    </a:cubicBezTo>
                    <a:lnTo>
                      <a:pt x="236213" y="453699"/>
                    </a:lnTo>
                    <a:lnTo>
                      <a:pt x="151912" y="477290"/>
                    </a:lnTo>
                    <a:cubicBezTo>
                      <a:pt x="88622" y="489486"/>
                      <a:pt x="38431" y="485934"/>
                      <a:pt x="15080" y="456499"/>
                    </a:cubicBezTo>
                    <a:cubicBezTo>
                      <a:pt x="-17465" y="324816"/>
                      <a:pt x="-16666" y="-6623"/>
                      <a:pt x="220205" y="101"/>
                    </a:cubicBezTo>
                    <a:lnTo>
                      <a:pt x="225367" y="74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D865916-BBBA-402A-A8D6-17D7DED44976}"/>
                </a:ext>
              </a:extLst>
            </p:cNvPr>
            <p:cNvSpPr/>
            <p:nvPr/>
          </p:nvSpPr>
          <p:spPr>
            <a:xfrm rot="19681347">
              <a:off x="4544916" y="1926375"/>
              <a:ext cx="1246434" cy="695307"/>
            </a:xfrm>
            <a:custGeom>
              <a:avLst/>
              <a:gdLst>
                <a:gd name="connsiteX0" fmla="*/ 202646 w 507527"/>
                <a:gd name="connsiteY0" fmla="*/ 874 h 552732"/>
                <a:gd name="connsiteX1" fmla="*/ 386912 w 507527"/>
                <a:gd name="connsiteY1" fmla="*/ 537093 h 552732"/>
                <a:gd name="connsiteX2" fmla="*/ 253562 w 507527"/>
                <a:gd name="connsiteY2" fmla="*/ 295793 h 552732"/>
                <a:gd name="connsiteX3" fmla="*/ 149423 w 507527"/>
                <a:gd name="connsiteY3" fmla="*/ 530743 h 552732"/>
                <a:gd name="connsiteX4" fmla="*/ 22035 w 507527"/>
                <a:gd name="connsiteY4" fmla="*/ 350046 h 552732"/>
                <a:gd name="connsiteX5" fmla="*/ 0 w 507527"/>
                <a:gd name="connsiteY5" fmla="*/ 356405 h 552732"/>
                <a:gd name="connsiteX6" fmla="*/ 0 w 507527"/>
                <a:gd name="connsiteY6" fmla="*/ 30098 h 552732"/>
                <a:gd name="connsiteX7" fmla="*/ 27441 w 507527"/>
                <a:gd name="connsiteY7" fmla="*/ 20754 h 552732"/>
                <a:gd name="connsiteX8" fmla="*/ 202646 w 507527"/>
                <a:gd name="connsiteY8" fmla="*/ 874 h 5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527" h="552732">
                  <a:moveTo>
                    <a:pt x="202646" y="874"/>
                  </a:moveTo>
                  <a:cubicBezTo>
                    <a:pt x="538608" y="22187"/>
                    <a:pt x="592083" y="427198"/>
                    <a:pt x="386912" y="537093"/>
                  </a:cubicBezTo>
                  <a:cubicBezTo>
                    <a:pt x="425012" y="501110"/>
                    <a:pt x="240227" y="261926"/>
                    <a:pt x="253562" y="295793"/>
                  </a:cubicBezTo>
                  <a:lnTo>
                    <a:pt x="149423" y="530743"/>
                  </a:lnTo>
                  <a:cubicBezTo>
                    <a:pt x="83939" y="637105"/>
                    <a:pt x="185886" y="321540"/>
                    <a:pt x="22035" y="350046"/>
                  </a:cubicBezTo>
                  <a:lnTo>
                    <a:pt x="0" y="356405"/>
                  </a:lnTo>
                  <a:lnTo>
                    <a:pt x="0" y="30098"/>
                  </a:lnTo>
                  <a:lnTo>
                    <a:pt x="27441" y="20754"/>
                  </a:lnTo>
                  <a:cubicBezTo>
                    <a:pt x="92587" y="3398"/>
                    <a:pt x="150959" y="-2405"/>
                    <a:pt x="202646" y="874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Rectangle 75">
              <a:extLst>
                <a:ext uri="{FF2B5EF4-FFF2-40B4-BE49-F238E27FC236}">
                  <a16:creationId xmlns:a16="http://schemas.microsoft.com/office/drawing/2014/main" id="{494A3EF8-189C-BF39-B1EE-94B20DC1699E}"/>
                </a:ext>
              </a:extLst>
            </p:cNvPr>
            <p:cNvSpPr/>
            <p:nvPr/>
          </p:nvSpPr>
          <p:spPr>
            <a:xfrm rot="2005286">
              <a:off x="4801211" y="-1001386"/>
              <a:ext cx="323755" cy="908262"/>
            </a:xfrm>
            <a:custGeom>
              <a:avLst/>
              <a:gdLst>
                <a:gd name="connsiteX0" fmla="*/ 0 w 222463"/>
                <a:gd name="connsiteY0" fmla="*/ 0 h 728759"/>
                <a:gd name="connsiteX1" fmla="*/ 222463 w 222463"/>
                <a:gd name="connsiteY1" fmla="*/ 0 h 728759"/>
                <a:gd name="connsiteX2" fmla="*/ 222463 w 222463"/>
                <a:gd name="connsiteY2" fmla="*/ 728759 h 728759"/>
                <a:gd name="connsiteX3" fmla="*/ 0 w 222463"/>
                <a:gd name="connsiteY3" fmla="*/ 728759 h 728759"/>
                <a:gd name="connsiteX4" fmla="*/ 0 w 222463"/>
                <a:gd name="connsiteY4" fmla="*/ 0 h 728759"/>
                <a:gd name="connsiteX0" fmla="*/ 61218 w 222463"/>
                <a:gd name="connsiteY0" fmla="*/ 0 h 826219"/>
                <a:gd name="connsiteX1" fmla="*/ 222463 w 222463"/>
                <a:gd name="connsiteY1" fmla="*/ 97460 h 826219"/>
                <a:gd name="connsiteX2" fmla="*/ 222463 w 222463"/>
                <a:gd name="connsiteY2" fmla="*/ 826219 h 826219"/>
                <a:gd name="connsiteX3" fmla="*/ 0 w 222463"/>
                <a:gd name="connsiteY3" fmla="*/ 826219 h 826219"/>
                <a:gd name="connsiteX4" fmla="*/ 61218 w 222463"/>
                <a:gd name="connsiteY4" fmla="*/ 0 h 826219"/>
                <a:gd name="connsiteX0" fmla="*/ 131193 w 292438"/>
                <a:gd name="connsiteY0" fmla="*/ 0 h 826219"/>
                <a:gd name="connsiteX1" fmla="*/ 292438 w 292438"/>
                <a:gd name="connsiteY1" fmla="*/ 97460 h 826219"/>
                <a:gd name="connsiteX2" fmla="*/ 292438 w 292438"/>
                <a:gd name="connsiteY2" fmla="*/ 826219 h 826219"/>
                <a:gd name="connsiteX3" fmla="*/ 69975 w 292438"/>
                <a:gd name="connsiteY3" fmla="*/ 826219 h 826219"/>
                <a:gd name="connsiteX4" fmla="*/ 131193 w 292438"/>
                <a:gd name="connsiteY4" fmla="*/ 0 h 826219"/>
                <a:gd name="connsiteX0" fmla="*/ 131193 w 323755"/>
                <a:gd name="connsiteY0" fmla="*/ 0 h 908262"/>
                <a:gd name="connsiteX1" fmla="*/ 292438 w 323755"/>
                <a:gd name="connsiteY1" fmla="*/ 97460 h 908262"/>
                <a:gd name="connsiteX2" fmla="*/ 323755 w 323755"/>
                <a:gd name="connsiteY2" fmla="*/ 908262 h 908262"/>
                <a:gd name="connsiteX3" fmla="*/ 69975 w 323755"/>
                <a:gd name="connsiteY3" fmla="*/ 826219 h 908262"/>
                <a:gd name="connsiteX4" fmla="*/ 131193 w 323755"/>
                <a:gd name="connsiteY4" fmla="*/ 0 h 90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755" h="908262">
                  <a:moveTo>
                    <a:pt x="131193" y="0"/>
                  </a:moveTo>
                  <a:lnTo>
                    <a:pt x="292438" y="97460"/>
                  </a:lnTo>
                  <a:lnTo>
                    <a:pt x="323755" y="908262"/>
                  </a:lnTo>
                  <a:lnTo>
                    <a:pt x="69975" y="826219"/>
                  </a:lnTo>
                  <a:cubicBezTo>
                    <a:pt x="90381" y="550813"/>
                    <a:pt x="-135501" y="403699"/>
                    <a:pt x="131193" y="0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Rectangle 77">
              <a:extLst>
                <a:ext uri="{FF2B5EF4-FFF2-40B4-BE49-F238E27FC236}">
                  <a16:creationId xmlns:a16="http://schemas.microsoft.com/office/drawing/2014/main" id="{7EA73842-E779-A8F8-EB82-25F28BE5C2FB}"/>
                </a:ext>
              </a:extLst>
            </p:cNvPr>
            <p:cNvSpPr/>
            <p:nvPr/>
          </p:nvSpPr>
          <p:spPr>
            <a:xfrm>
              <a:off x="4973578" y="-1604229"/>
              <a:ext cx="389110" cy="797483"/>
            </a:xfrm>
            <a:custGeom>
              <a:avLst/>
              <a:gdLst>
                <a:gd name="connsiteX0" fmla="*/ 0 w 88695"/>
                <a:gd name="connsiteY0" fmla="*/ 0 h 499033"/>
                <a:gd name="connsiteX1" fmla="*/ 88695 w 88695"/>
                <a:gd name="connsiteY1" fmla="*/ 0 h 499033"/>
                <a:gd name="connsiteX2" fmla="*/ 88695 w 88695"/>
                <a:gd name="connsiteY2" fmla="*/ 499033 h 499033"/>
                <a:gd name="connsiteX3" fmla="*/ 0 w 88695"/>
                <a:gd name="connsiteY3" fmla="*/ 499033 h 499033"/>
                <a:gd name="connsiteX4" fmla="*/ 0 w 88695"/>
                <a:gd name="connsiteY4" fmla="*/ 0 h 499033"/>
                <a:gd name="connsiteX0" fmla="*/ 0 w 88695"/>
                <a:gd name="connsiteY0" fmla="*/ 374650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4" fmla="*/ 0 w 88695"/>
                <a:gd name="connsiteY4" fmla="*/ 374650 h 873683"/>
                <a:gd name="connsiteX0" fmla="*/ 0 w 88695"/>
                <a:gd name="connsiteY0" fmla="*/ 873683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0" fmla="*/ 0 w 18845"/>
                <a:gd name="connsiteY0" fmla="*/ 873683 h 873683"/>
                <a:gd name="connsiteX1" fmla="*/ 18845 w 18845"/>
                <a:gd name="connsiteY1" fmla="*/ 0 h 873683"/>
                <a:gd name="connsiteX2" fmla="*/ 0 w 18845"/>
                <a:gd name="connsiteY2" fmla="*/ 873683 h 873683"/>
                <a:gd name="connsiteX0" fmla="*/ 19255 w 19255"/>
                <a:gd name="connsiteY0" fmla="*/ 797483 h 797483"/>
                <a:gd name="connsiteX1" fmla="*/ 0 w 19255"/>
                <a:gd name="connsiteY1" fmla="*/ 0 h 797483"/>
                <a:gd name="connsiteX2" fmla="*/ 19255 w 19255"/>
                <a:gd name="connsiteY2" fmla="*/ 797483 h 797483"/>
                <a:gd name="connsiteX0" fmla="*/ 223792 w 223792"/>
                <a:gd name="connsiteY0" fmla="*/ 797483 h 797483"/>
                <a:gd name="connsiteX1" fmla="*/ 204537 w 223792"/>
                <a:gd name="connsiteY1" fmla="*/ 0 h 797483"/>
                <a:gd name="connsiteX2" fmla="*/ 223792 w 223792"/>
                <a:gd name="connsiteY2" fmla="*/ 797483 h 797483"/>
                <a:gd name="connsiteX0" fmla="*/ 223792 w 361401"/>
                <a:gd name="connsiteY0" fmla="*/ 797483 h 797483"/>
                <a:gd name="connsiteX1" fmla="*/ 204537 w 361401"/>
                <a:gd name="connsiteY1" fmla="*/ 0 h 797483"/>
                <a:gd name="connsiteX2" fmla="*/ 223792 w 361401"/>
                <a:gd name="connsiteY2" fmla="*/ 797483 h 797483"/>
                <a:gd name="connsiteX0" fmla="*/ 223792 w 389110"/>
                <a:gd name="connsiteY0" fmla="*/ 797483 h 797483"/>
                <a:gd name="connsiteX1" fmla="*/ 204537 w 389110"/>
                <a:gd name="connsiteY1" fmla="*/ 0 h 797483"/>
                <a:gd name="connsiteX2" fmla="*/ 223792 w 389110"/>
                <a:gd name="connsiteY2" fmla="*/ 797483 h 79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9110" h="797483">
                  <a:moveTo>
                    <a:pt x="223792" y="797483"/>
                  </a:moveTo>
                  <a:cubicBezTo>
                    <a:pt x="541224" y="284005"/>
                    <a:pt x="325255" y="94378"/>
                    <a:pt x="204537" y="0"/>
                  </a:cubicBezTo>
                  <a:cubicBezTo>
                    <a:pt x="210955" y="265828"/>
                    <a:pt x="-271576" y="379255"/>
                    <a:pt x="223792" y="79748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Oval 18">
              <a:extLst>
                <a:ext uri="{FF2B5EF4-FFF2-40B4-BE49-F238E27FC236}">
                  <a16:creationId xmlns:a16="http://schemas.microsoft.com/office/drawing/2014/main" id="{8EF12328-6EA8-85C4-276B-474352AE07E2}"/>
                </a:ext>
              </a:extLst>
            </p:cNvPr>
            <p:cNvSpPr/>
            <p:nvPr/>
          </p:nvSpPr>
          <p:spPr>
            <a:xfrm rot="5172298" flipH="1">
              <a:off x="5120991" y="-939339"/>
              <a:ext cx="144924" cy="200114"/>
            </a:xfrm>
            <a:custGeom>
              <a:avLst/>
              <a:gdLst>
                <a:gd name="connsiteX0" fmla="*/ 0 w 45719"/>
                <a:gd name="connsiteY0" fmla="*/ 99948 h 199896"/>
                <a:gd name="connsiteX1" fmla="*/ 22860 w 45719"/>
                <a:gd name="connsiteY1" fmla="*/ 0 h 199896"/>
                <a:gd name="connsiteX2" fmla="*/ 45720 w 45719"/>
                <a:gd name="connsiteY2" fmla="*/ 99948 h 199896"/>
                <a:gd name="connsiteX3" fmla="*/ 22860 w 45719"/>
                <a:gd name="connsiteY3" fmla="*/ 199896 h 199896"/>
                <a:gd name="connsiteX4" fmla="*/ 0 w 45719"/>
                <a:gd name="connsiteY4" fmla="*/ 99948 h 199896"/>
                <a:gd name="connsiteX0" fmla="*/ 0 w 73519"/>
                <a:gd name="connsiteY0" fmla="*/ 114704 h 200114"/>
                <a:gd name="connsiteX1" fmla="*/ 50659 w 73519"/>
                <a:gd name="connsiteY1" fmla="*/ 90 h 200114"/>
                <a:gd name="connsiteX2" fmla="*/ 73519 w 73519"/>
                <a:gd name="connsiteY2" fmla="*/ 100038 h 200114"/>
                <a:gd name="connsiteX3" fmla="*/ 50659 w 73519"/>
                <a:gd name="connsiteY3" fmla="*/ 199986 h 200114"/>
                <a:gd name="connsiteX4" fmla="*/ 0 w 73519"/>
                <a:gd name="connsiteY4" fmla="*/ 114704 h 20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19" h="200114">
                  <a:moveTo>
                    <a:pt x="0" y="114704"/>
                  </a:moveTo>
                  <a:cubicBezTo>
                    <a:pt x="0" y="59504"/>
                    <a:pt x="38406" y="2534"/>
                    <a:pt x="50659" y="90"/>
                  </a:cubicBezTo>
                  <a:cubicBezTo>
                    <a:pt x="62912" y="-2354"/>
                    <a:pt x="73519" y="44838"/>
                    <a:pt x="73519" y="100038"/>
                  </a:cubicBezTo>
                  <a:cubicBezTo>
                    <a:pt x="73519" y="155238"/>
                    <a:pt x="62912" y="197542"/>
                    <a:pt x="50659" y="199986"/>
                  </a:cubicBezTo>
                  <a:cubicBezTo>
                    <a:pt x="38406" y="202430"/>
                    <a:pt x="0" y="169904"/>
                    <a:pt x="0" y="114704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84C5383-4862-4DB6-0C1F-E5EC4E45ACA1}"/>
              </a:ext>
            </a:extLst>
          </p:cNvPr>
          <p:cNvGrpSpPr/>
          <p:nvPr/>
        </p:nvGrpSpPr>
        <p:grpSpPr>
          <a:xfrm>
            <a:off x="-2807944" y="265466"/>
            <a:ext cx="4587718" cy="6633438"/>
            <a:chOff x="507365" y="-1604229"/>
            <a:chExt cx="6693103" cy="9677639"/>
          </a:xfrm>
        </p:grpSpPr>
        <p:sp>
          <p:nvSpPr>
            <p:cNvPr id="55" name="Rectangle 77">
              <a:extLst>
                <a:ext uri="{FF2B5EF4-FFF2-40B4-BE49-F238E27FC236}">
                  <a16:creationId xmlns:a16="http://schemas.microsoft.com/office/drawing/2014/main" id="{BD13AEF3-C046-30A5-DA9E-371585E839C3}"/>
                </a:ext>
              </a:extLst>
            </p:cNvPr>
            <p:cNvSpPr/>
            <p:nvPr/>
          </p:nvSpPr>
          <p:spPr>
            <a:xfrm>
              <a:off x="5510673" y="-1511883"/>
              <a:ext cx="222707" cy="797483"/>
            </a:xfrm>
            <a:custGeom>
              <a:avLst/>
              <a:gdLst>
                <a:gd name="connsiteX0" fmla="*/ 0 w 88695"/>
                <a:gd name="connsiteY0" fmla="*/ 0 h 499033"/>
                <a:gd name="connsiteX1" fmla="*/ 88695 w 88695"/>
                <a:gd name="connsiteY1" fmla="*/ 0 h 499033"/>
                <a:gd name="connsiteX2" fmla="*/ 88695 w 88695"/>
                <a:gd name="connsiteY2" fmla="*/ 499033 h 499033"/>
                <a:gd name="connsiteX3" fmla="*/ 0 w 88695"/>
                <a:gd name="connsiteY3" fmla="*/ 499033 h 499033"/>
                <a:gd name="connsiteX4" fmla="*/ 0 w 88695"/>
                <a:gd name="connsiteY4" fmla="*/ 0 h 499033"/>
                <a:gd name="connsiteX0" fmla="*/ 0 w 88695"/>
                <a:gd name="connsiteY0" fmla="*/ 374650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4" fmla="*/ 0 w 88695"/>
                <a:gd name="connsiteY4" fmla="*/ 374650 h 873683"/>
                <a:gd name="connsiteX0" fmla="*/ 0 w 88695"/>
                <a:gd name="connsiteY0" fmla="*/ 873683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0" fmla="*/ 0 w 18845"/>
                <a:gd name="connsiteY0" fmla="*/ 873683 h 873683"/>
                <a:gd name="connsiteX1" fmla="*/ 18845 w 18845"/>
                <a:gd name="connsiteY1" fmla="*/ 0 h 873683"/>
                <a:gd name="connsiteX2" fmla="*/ 0 w 18845"/>
                <a:gd name="connsiteY2" fmla="*/ 873683 h 873683"/>
                <a:gd name="connsiteX0" fmla="*/ 19255 w 19255"/>
                <a:gd name="connsiteY0" fmla="*/ 797483 h 797483"/>
                <a:gd name="connsiteX1" fmla="*/ 0 w 19255"/>
                <a:gd name="connsiteY1" fmla="*/ 0 h 797483"/>
                <a:gd name="connsiteX2" fmla="*/ 19255 w 19255"/>
                <a:gd name="connsiteY2" fmla="*/ 797483 h 797483"/>
                <a:gd name="connsiteX0" fmla="*/ 223792 w 223792"/>
                <a:gd name="connsiteY0" fmla="*/ 797483 h 797483"/>
                <a:gd name="connsiteX1" fmla="*/ 204537 w 223792"/>
                <a:gd name="connsiteY1" fmla="*/ 0 h 797483"/>
                <a:gd name="connsiteX2" fmla="*/ 223792 w 223792"/>
                <a:gd name="connsiteY2" fmla="*/ 797483 h 797483"/>
                <a:gd name="connsiteX0" fmla="*/ 223792 w 361401"/>
                <a:gd name="connsiteY0" fmla="*/ 797483 h 797483"/>
                <a:gd name="connsiteX1" fmla="*/ 204537 w 361401"/>
                <a:gd name="connsiteY1" fmla="*/ 0 h 797483"/>
                <a:gd name="connsiteX2" fmla="*/ 223792 w 361401"/>
                <a:gd name="connsiteY2" fmla="*/ 797483 h 797483"/>
                <a:gd name="connsiteX0" fmla="*/ 223792 w 389110"/>
                <a:gd name="connsiteY0" fmla="*/ 797483 h 797483"/>
                <a:gd name="connsiteX1" fmla="*/ 204537 w 389110"/>
                <a:gd name="connsiteY1" fmla="*/ 0 h 797483"/>
                <a:gd name="connsiteX2" fmla="*/ 223792 w 389110"/>
                <a:gd name="connsiteY2" fmla="*/ 797483 h 797483"/>
                <a:gd name="connsiteX0" fmla="*/ 37928 w 203246"/>
                <a:gd name="connsiteY0" fmla="*/ 797483 h 797483"/>
                <a:gd name="connsiteX1" fmla="*/ 18673 w 203246"/>
                <a:gd name="connsiteY1" fmla="*/ 0 h 797483"/>
                <a:gd name="connsiteX2" fmla="*/ 37928 w 203246"/>
                <a:gd name="connsiteY2" fmla="*/ 797483 h 797483"/>
                <a:gd name="connsiteX0" fmla="*/ 37928 w 222707"/>
                <a:gd name="connsiteY0" fmla="*/ 797483 h 797483"/>
                <a:gd name="connsiteX1" fmla="*/ 18673 w 222707"/>
                <a:gd name="connsiteY1" fmla="*/ 0 h 797483"/>
                <a:gd name="connsiteX2" fmla="*/ 37928 w 222707"/>
                <a:gd name="connsiteY2" fmla="*/ 797483 h 79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707" h="797483">
                  <a:moveTo>
                    <a:pt x="37928" y="797483"/>
                  </a:moveTo>
                  <a:cubicBezTo>
                    <a:pt x="399810" y="182405"/>
                    <a:pt x="139391" y="94378"/>
                    <a:pt x="18673" y="0"/>
                  </a:cubicBezTo>
                  <a:cubicBezTo>
                    <a:pt x="25091" y="265828"/>
                    <a:pt x="-38340" y="518955"/>
                    <a:pt x="37928" y="797483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32AC5957-34DB-2ECE-71D1-CEAFFB03E8FD}"/>
                </a:ext>
              </a:extLst>
            </p:cNvPr>
            <p:cNvSpPr/>
            <p:nvPr/>
          </p:nvSpPr>
          <p:spPr>
            <a:xfrm>
              <a:off x="507365" y="3503412"/>
              <a:ext cx="2038986" cy="1995687"/>
            </a:xfrm>
            <a:custGeom>
              <a:avLst/>
              <a:gdLst>
                <a:gd name="connsiteX0" fmla="*/ 0 w 1028700"/>
                <a:gd name="connsiteY0" fmla="*/ 0 h 927100"/>
                <a:gd name="connsiteX1" fmla="*/ 1028700 w 1028700"/>
                <a:gd name="connsiteY1" fmla="*/ 0 h 927100"/>
                <a:gd name="connsiteX2" fmla="*/ 1028700 w 1028700"/>
                <a:gd name="connsiteY2" fmla="*/ 927100 h 927100"/>
                <a:gd name="connsiteX3" fmla="*/ 0 w 1028700"/>
                <a:gd name="connsiteY3" fmla="*/ 927100 h 927100"/>
                <a:gd name="connsiteX4" fmla="*/ 0 w 1028700"/>
                <a:gd name="connsiteY4" fmla="*/ 0 h 927100"/>
                <a:gd name="connsiteX0" fmla="*/ 0 w 2101850"/>
                <a:gd name="connsiteY0" fmla="*/ 0 h 1073150"/>
                <a:gd name="connsiteX1" fmla="*/ 2101850 w 2101850"/>
                <a:gd name="connsiteY1" fmla="*/ 146050 h 1073150"/>
                <a:gd name="connsiteX2" fmla="*/ 2101850 w 2101850"/>
                <a:gd name="connsiteY2" fmla="*/ 1073150 h 1073150"/>
                <a:gd name="connsiteX3" fmla="*/ 1073150 w 2101850"/>
                <a:gd name="connsiteY3" fmla="*/ 1073150 h 1073150"/>
                <a:gd name="connsiteX4" fmla="*/ 0 w 2101850"/>
                <a:gd name="connsiteY4" fmla="*/ 0 h 1073150"/>
                <a:gd name="connsiteX0" fmla="*/ 0 w 2101850"/>
                <a:gd name="connsiteY0" fmla="*/ 0 h 1073150"/>
                <a:gd name="connsiteX1" fmla="*/ 2101850 w 2101850"/>
                <a:gd name="connsiteY1" fmla="*/ 146050 h 1073150"/>
                <a:gd name="connsiteX2" fmla="*/ 2101850 w 2101850"/>
                <a:gd name="connsiteY2" fmla="*/ 1073150 h 1073150"/>
                <a:gd name="connsiteX3" fmla="*/ 1073150 w 2101850"/>
                <a:gd name="connsiteY3" fmla="*/ 1073150 h 1073150"/>
                <a:gd name="connsiteX4" fmla="*/ 241300 w 2101850"/>
                <a:gd name="connsiteY4" fmla="*/ 57150 h 1073150"/>
                <a:gd name="connsiteX5" fmla="*/ 0 w 2101850"/>
                <a:gd name="connsiteY5" fmla="*/ 0 h 1073150"/>
                <a:gd name="connsiteX0" fmla="*/ 321952 w 2423802"/>
                <a:gd name="connsiteY0" fmla="*/ 0 h 1604293"/>
                <a:gd name="connsiteX1" fmla="*/ 2423802 w 2423802"/>
                <a:gd name="connsiteY1" fmla="*/ 146050 h 1604293"/>
                <a:gd name="connsiteX2" fmla="*/ 2423802 w 2423802"/>
                <a:gd name="connsiteY2" fmla="*/ 1073150 h 1604293"/>
                <a:gd name="connsiteX3" fmla="*/ 1395102 w 2423802"/>
                <a:gd name="connsiteY3" fmla="*/ 1073150 h 1604293"/>
                <a:gd name="connsiteX4" fmla="*/ 17152 w 2423802"/>
                <a:gd name="connsiteY4" fmla="*/ 1581150 h 1604293"/>
                <a:gd name="connsiteX5" fmla="*/ 563252 w 2423802"/>
                <a:gd name="connsiteY5" fmla="*/ 57150 h 1604293"/>
                <a:gd name="connsiteX6" fmla="*/ 321952 w 2423802"/>
                <a:gd name="connsiteY6" fmla="*/ 0 h 1604293"/>
                <a:gd name="connsiteX0" fmla="*/ 313411 w 2415261"/>
                <a:gd name="connsiteY0" fmla="*/ 0 h 1622929"/>
                <a:gd name="connsiteX1" fmla="*/ 2415261 w 2415261"/>
                <a:gd name="connsiteY1" fmla="*/ 146050 h 1622929"/>
                <a:gd name="connsiteX2" fmla="*/ 2415261 w 2415261"/>
                <a:gd name="connsiteY2" fmla="*/ 1073150 h 1622929"/>
                <a:gd name="connsiteX3" fmla="*/ 1386561 w 2415261"/>
                <a:gd name="connsiteY3" fmla="*/ 1073150 h 1622929"/>
                <a:gd name="connsiteX4" fmla="*/ 427711 w 2415261"/>
                <a:gd name="connsiteY4" fmla="*/ 774700 h 1622929"/>
                <a:gd name="connsiteX5" fmla="*/ 8611 w 2415261"/>
                <a:gd name="connsiteY5" fmla="*/ 1581150 h 1622929"/>
                <a:gd name="connsiteX6" fmla="*/ 554711 w 2415261"/>
                <a:gd name="connsiteY6" fmla="*/ 57150 h 1622929"/>
                <a:gd name="connsiteX7" fmla="*/ 313411 w 2415261"/>
                <a:gd name="connsiteY7" fmla="*/ 0 h 162292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412847 w 2412847"/>
                <a:gd name="connsiteY2" fmla="*/ 1073150 h 1624449"/>
                <a:gd name="connsiteX3" fmla="*/ 1384147 w 2412847"/>
                <a:gd name="connsiteY3" fmla="*/ 107315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412847 w 2412847"/>
                <a:gd name="connsiteY2" fmla="*/ 1073150 h 1624449"/>
                <a:gd name="connsiteX3" fmla="*/ 1384147 w 2412847"/>
                <a:gd name="connsiteY3" fmla="*/ 1073150 h 1624449"/>
                <a:gd name="connsiteX4" fmla="*/ 825347 w 2412847"/>
                <a:gd name="connsiteY4" fmla="*/ 965200 h 1624449"/>
                <a:gd name="connsiteX5" fmla="*/ 310997 w 2412847"/>
                <a:gd name="connsiteY5" fmla="*/ 1390650 h 1624449"/>
                <a:gd name="connsiteX6" fmla="*/ 425297 w 2412847"/>
                <a:gd name="connsiteY6" fmla="*/ 774700 h 1624449"/>
                <a:gd name="connsiteX7" fmla="*/ 6197 w 2412847"/>
                <a:gd name="connsiteY7" fmla="*/ 1581150 h 1624449"/>
                <a:gd name="connsiteX8" fmla="*/ 552297 w 2412847"/>
                <a:gd name="connsiteY8" fmla="*/ 57150 h 1624449"/>
                <a:gd name="connsiteX9" fmla="*/ 310997 w 2412847"/>
                <a:gd name="connsiteY9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1384147 w 2412847"/>
                <a:gd name="connsiteY3" fmla="*/ 1073150 h 1624449"/>
                <a:gd name="connsiteX4" fmla="*/ 825347 w 2412847"/>
                <a:gd name="connsiteY4" fmla="*/ 965200 h 1624449"/>
                <a:gd name="connsiteX5" fmla="*/ 310997 w 2412847"/>
                <a:gd name="connsiteY5" fmla="*/ 1390650 h 1624449"/>
                <a:gd name="connsiteX6" fmla="*/ 425297 w 2412847"/>
                <a:gd name="connsiteY6" fmla="*/ 774700 h 1624449"/>
                <a:gd name="connsiteX7" fmla="*/ 6197 w 2412847"/>
                <a:gd name="connsiteY7" fmla="*/ 1581150 h 1624449"/>
                <a:gd name="connsiteX8" fmla="*/ 552297 w 2412847"/>
                <a:gd name="connsiteY8" fmla="*/ 57150 h 1624449"/>
                <a:gd name="connsiteX9" fmla="*/ 310997 w 2412847"/>
                <a:gd name="connsiteY9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2025497 w 2412847"/>
                <a:gd name="connsiteY2" fmla="*/ 749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10997 w 2412847"/>
                <a:gd name="connsiteY0" fmla="*/ 0 h 1624449"/>
                <a:gd name="connsiteX1" fmla="*/ 2412847 w 2412847"/>
                <a:gd name="connsiteY1" fmla="*/ 146050 h 1624449"/>
                <a:gd name="connsiteX2" fmla="*/ 1961997 w 2412847"/>
                <a:gd name="connsiteY2" fmla="*/ 622300 h 1624449"/>
                <a:gd name="connsiteX3" fmla="*/ 825347 w 2412847"/>
                <a:gd name="connsiteY3" fmla="*/ 965200 h 1624449"/>
                <a:gd name="connsiteX4" fmla="*/ 310997 w 2412847"/>
                <a:gd name="connsiteY4" fmla="*/ 1390650 h 1624449"/>
                <a:gd name="connsiteX5" fmla="*/ 425297 w 2412847"/>
                <a:gd name="connsiteY5" fmla="*/ 774700 h 1624449"/>
                <a:gd name="connsiteX6" fmla="*/ 6197 w 2412847"/>
                <a:gd name="connsiteY6" fmla="*/ 1581150 h 1624449"/>
                <a:gd name="connsiteX7" fmla="*/ 552297 w 2412847"/>
                <a:gd name="connsiteY7" fmla="*/ 57150 h 1624449"/>
                <a:gd name="connsiteX8" fmla="*/ 310997 w 2412847"/>
                <a:gd name="connsiteY8" fmla="*/ 0 h 1624449"/>
                <a:gd name="connsiteX0" fmla="*/ 307847 w 2409697"/>
                <a:gd name="connsiteY0" fmla="*/ 0 h 1581150"/>
                <a:gd name="connsiteX1" fmla="*/ 2409697 w 2409697"/>
                <a:gd name="connsiteY1" fmla="*/ 146050 h 1581150"/>
                <a:gd name="connsiteX2" fmla="*/ 1958847 w 2409697"/>
                <a:gd name="connsiteY2" fmla="*/ 622300 h 1581150"/>
                <a:gd name="connsiteX3" fmla="*/ 822197 w 2409697"/>
                <a:gd name="connsiteY3" fmla="*/ 965200 h 1581150"/>
                <a:gd name="connsiteX4" fmla="*/ 307847 w 2409697"/>
                <a:gd name="connsiteY4" fmla="*/ 1390650 h 1581150"/>
                <a:gd name="connsiteX5" fmla="*/ 422147 w 2409697"/>
                <a:gd name="connsiteY5" fmla="*/ 774700 h 1581150"/>
                <a:gd name="connsiteX6" fmla="*/ 3047 w 2409697"/>
                <a:gd name="connsiteY6" fmla="*/ 1581150 h 1581150"/>
                <a:gd name="connsiteX7" fmla="*/ 549147 w 2409697"/>
                <a:gd name="connsiteY7" fmla="*/ 57150 h 1581150"/>
                <a:gd name="connsiteX8" fmla="*/ 307847 w 2409697"/>
                <a:gd name="connsiteY8" fmla="*/ 0 h 1581150"/>
                <a:gd name="connsiteX0" fmla="*/ 389699 w 2491549"/>
                <a:gd name="connsiteY0" fmla="*/ 0 h 1581150"/>
                <a:gd name="connsiteX1" fmla="*/ 2491549 w 2491549"/>
                <a:gd name="connsiteY1" fmla="*/ 146050 h 1581150"/>
                <a:gd name="connsiteX2" fmla="*/ 2040699 w 2491549"/>
                <a:gd name="connsiteY2" fmla="*/ 622300 h 1581150"/>
                <a:gd name="connsiteX3" fmla="*/ 904049 w 2491549"/>
                <a:gd name="connsiteY3" fmla="*/ 965200 h 1581150"/>
                <a:gd name="connsiteX4" fmla="*/ 389699 w 2491549"/>
                <a:gd name="connsiteY4" fmla="*/ 1390650 h 1581150"/>
                <a:gd name="connsiteX5" fmla="*/ 503999 w 2491549"/>
                <a:gd name="connsiteY5" fmla="*/ 774700 h 1581150"/>
                <a:gd name="connsiteX6" fmla="*/ 84899 w 2491549"/>
                <a:gd name="connsiteY6" fmla="*/ 1581150 h 1581150"/>
                <a:gd name="connsiteX7" fmla="*/ 630999 w 2491549"/>
                <a:gd name="connsiteY7" fmla="*/ 57150 h 1581150"/>
                <a:gd name="connsiteX8" fmla="*/ 389699 w 2491549"/>
                <a:gd name="connsiteY8" fmla="*/ 0 h 1581150"/>
                <a:gd name="connsiteX0" fmla="*/ 387986 w 2489836"/>
                <a:gd name="connsiteY0" fmla="*/ 19050 h 1600200"/>
                <a:gd name="connsiteX1" fmla="*/ 2489836 w 2489836"/>
                <a:gd name="connsiteY1" fmla="*/ 165100 h 1600200"/>
                <a:gd name="connsiteX2" fmla="*/ 2038986 w 2489836"/>
                <a:gd name="connsiteY2" fmla="*/ 641350 h 1600200"/>
                <a:gd name="connsiteX3" fmla="*/ 902336 w 2489836"/>
                <a:gd name="connsiteY3" fmla="*/ 984250 h 1600200"/>
                <a:gd name="connsiteX4" fmla="*/ 387986 w 2489836"/>
                <a:gd name="connsiteY4" fmla="*/ 1409700 h 1600200"/>
                <a:gd name="connsiteX5" fmla="*/ 502286 w 2489836"/>
                <a:gd name="connsiteY5" fmla="*/ 793750 h 1600200"/>
                <a:gd name="connsiteX6" fmla="*/ 83186 w 2489836"/>
                <a:gd name="connsiteY6" fmla="*/ 1600200 h 1600200"/>
                <a:gd name="connsiteX7" fmla="*/ 654686 w 2489836"/>
                <a:gd name="connsiteY7" fmla="*/ 0 h 1600200"/>
                <a:gd name="connsiteX8" fmla="*/ 387986 w 2489836"/>
                <a:gd name="connsiteY8" fmla="*/ 19050 h 1600200"/>
                <a:gd name="connsiteX0" fmla="*/ 267336 w 2489836"/>
                <a:gd name="connsiteY0" fmla="*/ 44450 h 1600200"/>
                <a:gd name="connsiteX1" fmla="*/ 2489836 w 2489836"/>
                <a:gd name="connsiteY1" fmla="*/ 165100 h 1600200"/>
                <a:gd name="connsiteX2" fmla="*/ 2038986 w 2489836"/>
                <a:gd name="connsiteY2" fmla="*/ 641350 h 1600200"/>
                <a:gd name="connsiteX3" fmla="*/ 902336 w 2489836"/>
                <a:gd name="connsiteY3" fmla="*/ 984250 h 1600200"/>
                <a:gd name="connsiteX4" fmla="*/ 387986 w 2489836"/>
                <a:gd name="connsiteY4" fmla="*/ 1409700 h 1600200"/>
                <a:gd name="connsiteX5" fmla="*/ 502286 w 2489836"/>
                <a:gd name="connsiteY5" fmla="*/ 793750 h 1600200"/>
                <a:gd name="connsiteX6" fmla="*/ 83186 w 2489836"/>
                <a:gd name="connsiteY6" fmla="*/ 1600200 h 1600200"/>
                <a:gd name="connsiteX7" fmla="*/ 654686 w 2489836"/>
                <a:gd name="connsiteY7" fmla="*/ 0 h 1600200"/>
                <a:gd name="connsiteX8" fmla="*/ 267336 w 2489836"/>
                <a:gd name="connsiteY8" fmla="*/ 44450 h 1600200"/>
                <a:gd name="connsiteX0" fmla="*/ 267336 w 2489836"/>
                <a:gd name="connsiteY0" fmla="*/ 466010 h 2021760"/>
                <a:gd name="connsiteX1" fmla="*/ 2489836 w 2489836"/>
                <a:gd name="connsiteY1" fmla="*/ 586660 h 2021760"/>
                <a:gd name="connsiteX2" fmla="*/ 2038986 w 2489836"/>
                <a:gd name="connsiteY2" fmla="*/ 1062910 h 2021760"/>
                <a:gd name="connsiteX3" fmla="*/ 902336 w 2489836"/>
                <a:gd name="connsiteY3" fmla="*/ 1405810 h 2021760"/>
                <a:gd name="connsiteX4" fmla="*/ 387986 w 2489836"/>
                <a:gd name="connsiteY4" fmla="*/ 1831260 h 2021760"/>
                <a:gd name="connsiteX5" fmla="*/ 502286 w 2489836"/>
                <a:gd name="connsiteY5" fmla="*/ 1215310 h 2021760"/>
                <a:gd name="connsiteX6" fmla="*/ 83186 w 2489836"/>
                <a:gd name="connsiteY6" fmla="*/ 2021760 h 2021760"/>
                <a:gd name="connsiteX7" fmla="*/ 654686 w 2489836"/>
                <a:gd name="connsiteY7" fmla="*/ 421560 h 2021760"/>
                <a:gd name="connsiteX8" fmla="*/ 267336 w 2489836"/>
                <a:gd name="connsiteY8" fmla="*/ 466010 h 2021760"/>
                <a:gd name="connsiteX0" fmla="*/ 267336 w 2489836"/>
                <a:gd name="connsiteY0" fmla="*/ 356187 h 1911937"/>
                <a:gd name="connsiteX1" fmla="*/ 2489836 w 2489836"/>
                <a:gd name="connsiteY1" fmla="*/ 476837 h 1911937"/>
                <a:gd name="connsiteX2" fmla="*/ 2038986 w 2489836"/>
                <a:gd name="connsiteY2" fmla="*/ 953087 h 1911937"/>
                <a:gd name="connsiteX3" fmla="*/ 902336 w 2489836"/>
                <a:gd name="connsiteY3" fmla="*/ 1295987 h 1911937"/>
                <a:gd name="connsiteX4" fmla="*/ 387986 w 2489836"/>
                <a:gd name="connsiteY4" fmla="*/ 1721437 h 1911937"/>
                <a:gd name="connsiteX5" fmla="*/ 502286 w 2489836"/>
                <a:gd name="connsiteY5" fmla="*/ 1105487 h 1911937"/>
                <a:gd name="connsiteX6" fmla="*/ 83186 w 2489836"/>
                <a:gd name="connsiteY6" fmla="*/ 1911937 h 1911937"/>
                <a:gd name="connsiteX7" fmla="*/ 654686 w 2489836"/>
                <a:gd name="connsiteY7" fmla="*/ 311737 h 1911937"/>
                <a:gd name="connsiteX8" fmla="*/ 267336 w 2489836"/>
                <a:gd name="connsiteY8" fmla="*/ 356187 h 1911937"/>
                <a:gd name="connsiteX0" fmla="*/ 267336 w 2038986"/>
                <a:gd name="connsiteY0" fmla="*/ 368508 h 1924258"/>
                <a:gd name="connsiteX1" fmla="*/ 1956436 w 2038986"/>
                <a:gd name="connsiteY1" fmla="*/ 406608 h 1924258"/>
                <a:gd name="connsiteX2" fmla="*/ 2038986 w 2038986"/>
                <a:gd name="connsiteY2" fmla="*/ 965408 h 1924258"/>
                <a:gd name="connsiteX3" fmla="*/ 902336 w 2038986"/>
                <a:gd name="connsiteY3" fmla="*/ 1308308 h 1924258"/>
                <a:gd name="connsiteX4" fmla="*/ 387986 w 2038986"/>
                <a:gd name="connsiteY4" fmla="*/ 1733758 h 1924258"/>
                <a:gd name="connsiteX5" fmla="*/ 502286 w 2038986"/>
                <a:gd name="connsiteY5" fmla="*/ 1117808 h 1924258"/>
                <a:gd name="connsiteX6" fmla="*/ 83186 w 2038986"/>
                <a:gd name="connsiteY6" fmla="*/ 1924258 h 1924258"/>
                <a:gd name="connsiteX7" fmla="*/ 654686 w 2038986"/>
                <a:gd name="connsiteY7" fmla="*/ 324058 h 1924258"/>
                <a:gd name="connsiteX8" fmla="*/ 267336 w 2038986"/>
                <a:gd name="connsiteY8" fmla="*/ 368508 h 1924258"/>
                <a:gd name="connsiteX0" fmla="*/ 267336 w 2038986"/>
                <a:gd name="connsiteY0" fmla="*/ 446570 h 2002320"/>
                <a:gd name="connsiteX1" fmla="*/ 1956436 w 2038986"/>
                <a:gd name="connsiteY1" fmla="*/ 484670 h 2002320"/>
                <a:gd name="connsiteX2" fmla="*/ 2038986 w 2038986"/>
                <a:gd name="connsiteY2" fmla="*/ 1043470 h 2002320"/>
                <a:gd name="connsiteX3" fmla="*/ 902336 w 2038986"/>
                <a:gd name="connsiteY3" fmla="*/ 1386370 h 2002320"/>
                <a:gd name="connsiteX4" fmla="*/ 387986 w 2038986"/>
                <a:gd name="connsiteY4" fmla="*/ 1811820 h 2002320"/>
                <a:gd name="connsiteX5" fmla="*/ 502286 w 2038986"/>
                <a:gd name="connsiteY5" fmla="*/ 1195870 h 2002320"/>
                <a:gd name="connsiteX6" fmla="*/ 83186 w 2038986"/>
                <a:gd name="connsiteY6" fmla="*/ 2002320 h 2002320"/>
                <a:gd name="connsiteX7" fmla="*/ 654686 w 2038986"/>
                <a:gd name="connsiteY7" fmla="*/ 402120 h 2002320"/>
                <a:gd name="connsiteX8" fmla="*/ 267336 w 2038986"/>
                <a:gd name="connsiteY8" fmla="*/ 446570 h 2002320"/>
                <a:gd name="connsiteX0" fmla="*/ 267336 w 2038986"/>
                <a:gd name="connsiteY0" fmla="*/ 398001 h 1953751"/>
                <a:gd name="connsiteX1" fmla="*/ 1956436 w 2038986"/>
                <a:gd name="connsiteY1" fmla="*/ 436101 h 1953751"/>
                <a:gd name="connsiteX2" fmla="*/ 2038986 w 2038986"/>
                <a:gd name="connsiteY2" fmla="*/ 994901 h 1953751"/>
                <a:gd name="connsiteX3" fmla="*/ 902336 w 2038986"/>
                <a:gd name="connsiteY3" fmla="*/ 1337801 h 1953751"/>
                <a:gd name="connsiteX4" fmla="*/ 387986 w 2038986"/>
                <a:gd name="connsiteY4" fmla="*/ 1763251 h 1953751"/>
                <a:gd name="connsiteX5" fmla="*/ 502286 w 2038986"/>
                <a:gd name="connsiteY5" fmla="*/ 1147301 h 1953751"/>
                <a:gd name="connsiteX6" fmla="*/ 83186 w 2038986"/>
                <a:gd name="connsiteY6" fmla="*/ 1953751 h 1953751"/>
                <a:gd name="connsiteX7" fmla="*/ 654686 w 2038986"/>
                <a:gd name="connsiteY7" fmla="*/ 353551 h 1953751"/>
                <a:gd name="connsiteX8" fmla="*/ 267336 w 2038986"/>
                <a:gd name="connsiteY8" fmla="*/ 398001 h 1953751"/>
                <a:gd name="connsiteX0" fmla="*/ 267336 w 2038986"/>
                <a:gd name="connsiteY0" fmla="*/ 392627 h 1948377"/>
                <a:gd name="connsiteX1" fmla="*/ 1956436 w 2038986"/>
                <a:gd name="connsiteY1" fmla="*/ 430727 h 1948377"/>
                <a:gd name="connsiteX2" fmla="*/ 2038986 w 2038986"/>
                <a:gd name="connsiteY2" fmla="*/ 989527 h 1948377"/>
                <a:gd name="connsiteX3" fmla="*/ 902336 w 2038986"/>
                <a:gd name="connsiteY3" fmla="*/ 1332427 h 1948377"/>
                <a:gd name="connsiteX4" fmla="*/ 387986 w 2038986"/>
                <a:gd name="connsiteY4" fmla="*/ 1757877 h 1948377"/>
                <a:gd name="connsiteX5" fmla="*/ 502286 w 2038986"/>
                <a:gd name="connsiteY5" fmla="*/ 1141927 h 1948377"/>
                <a:gd name="connsiteX6" fmla="*/ 83186 w 2038986"/>
                <a:gd name="connsiteY6" fmla="*/ 1948377 h 1948377"/>
                <a:gd name="connsiteX7" fmla="*/ 654686 w 2038986"/>
                <a:gd name="connsiteY7" fmla="*/ 348177 h 1948377"/>
                <a:gd name="connsiteX8" fmla="*/ 267336 w 2038986"/>
                <a:gd name="connsiteY8" fmla="*/ 392627 h 1948377"/>
                <a:gd name="connsiteX0" fmla="*/ 267336 w 2038986"/>
                <a:gd name="connsiteY0" fmla="*/ 398120 h 1953870"/>
                <a:gd name="connsiteX1" fmla="*/ 1956436 w 2038986"/>
                <a:gd name="connsiteY1" fmla="*/ 436220 h 1953870"/>
                <a:gd name="connsiteX2" fmla="*/ 2038986 w 2038986"/>
                <a:gd name="connsiteY2" fmla="*/ 995020 h 1953870"/>
                <a:gd name="connsiteX3" fmla="*/ 902336 w 2038986"/>
                <a:gd name="connsiteY3" fmla="*/ 1337920 h 1953870"/>
                <a:gd name="connsiteX4" fmla="*/ 387986 w 2038986"/>
                <a:gd name="connsiteY4" fmla="*/ 1763370 h 1953870"/>
                <a:gd name="connsiteX5" fmla="*/ 502286 w 2038986"/>
                <a:gd name="connsiteY5" fmla="*/ 1147420 h 1953870"/>
                <a:gd name="connsiteX6" fmla="*/ 83186 w 2038986"/>
                <a:gd name="connsiteY6" fmla="*/ 1953870 h 1953870"/>
                <a:gd name="connsiteX7" fmla="*/ 654686 w 2038986"/>
                <a:gd name="connsiteY7" fmla="*/ 353670 h 1953870"/>
                <a:gd name="connsiteX8" fmla="*/ 267336 w 2038986"/>
                <a:gd name="connsiteY8" fmla="*/ 398120 h 1953870"/>
                <a:gd name="connsiteX0" fmla="*/ 267336 w 2038986"/>
                <a:gd name="connsiteY0" fmla="*/ 444148 h 1999898"/>
                <a:gd name="connsiteX1" fmla="*/ 1956436 w 2038986"/>
                <a:gd name="connsiteY1" fmla="*/ 482248 h 1999898"/>
                <a:gd name="connsiteX2" fmla="*/ 2038986 w 2038986"/>
                <a:gd name="connsiteY2" fmla="*/ 1041048 h 1999898"/>
                <a:gd name="connsiteX3" fmla="*/ 902336 w 2038986"/>
                <a:gd name="connsiteY3" fmla="*/ 1383948 h 1999898"/>
                <a:gd name="connsiteX4" fmla="*/ 387986 w 2038986"/>
                <a:gd name="connsiteY4" fmla="*/ 1809398 h 1999898"/>
                <a:gd name="connsiteX5" fmla="*/ 502286 w 2038986"/>
                <a:gd name="connsiteY5" fmla="*/ 1193448 h 1999898"/>
                <a:gd name="connsiteX6" fmla="*/ 83186 w 2038986"/>
                <a:gd name="connsiteY6" fmla="*/ 1999898 h 1999898"/>
                <a:gd name="connsiteX7" fmla="*/ 654686 w 2038986"/>
                <a:gd name="connsiteY7" fmla="*/ 399698 h 1999898"/>
                <a:gd name="connsiteX8" fmla="*/ 267336 w 2038986"/>
                <a:gd name="connsiteY8" fmla="*/ 444148 h 1999898"/>
                <a:gd name="connsiteX0" fmla="*/ 267336 w 2038986"/>
                <a:gd name="connsiteY0" fmla="*/ 455019 h 2010769"/>
                <a:gd name="connsiteX1" fmla="*/ 1956436 w 2038986"/>
                <a:gd name="connsiteY1" fmla="*/ 493119 h 2010769"/>
                <a:gd name="connsiteX2" fmla="*/ 2038986 w 2038986"/>
                <a:gd name="connsiteY2" fmla="*/ 1051919 h 2010769"/>
                <a:gd name="connsiteX3" fmla="*/ 902336 w 2038986"/>
                <a:gd name="connsiteY3" fmla="*/ 1394819 h 2010769"/>
                <a:gd name="connsiteX4" fmla="*/ 387986 w 2038986"/>
                <a:gd name="connsiteY4" fmla="*/ 1820269 h 2010769"/>
                <a:gd name="connsiteX5" fmla="*/ 502286 w 2038986"/>
                <a:gd name="connsiteY5" fmla="*/ 1204319 h 2010769"/>
                <a:gd name="connsiteX6" fmla="*/ 83186 w 2038986"/>
                <a:gd name="connsiteY6" fmla="*/ 2010769 h 2010769"/>
                <a:gd name="connsiteX7" fmla="*/ 654686 w 2038986"/>
                <a:gd name="connsiteY7" fmla="*/ 410569 h 2010769"/>
                <a:gd name="connsiteX8" fmla="*/ 267336 w 2038986"/>
                <a:gd name="connsiteY8" fmla="*/ 455019 h 2010769"/>
                <a:gd name="connsiteX0" fmla="*/ 267336 w 2038986"/>
                <a:gd name="connsiteY0" fmla="*/ 447394 h 2003144"/>
                <a:gd name="connsiteX1" fmla="*/ 1956436 w 2038986"/>
                <a:gd name="connsiteY1" fmla="*/ 485494 h 2003144"/>
                <a:gd name="connsiteX2" fmla="*/ 2038986 w 2038986"/>
                <a:gd name="connsiteY2" fmla="*/ 1044294 h 2003144"/>
                <a:gd name="connsiteX3" fmla="*/ 902336 w 2038986"/>
                <a:gd name="connsiteY3" fmla="*/ 1387194 h 2003144"/>
                <a:gd name="connsiteX4" fmla="*/ 387986 w 2038986"/>
                <a:gd name="connsiteY4" fmla="*/ 1812644 h 2003144"/>
                <a:gd name="connsiteX5" fmla="*/ 502286 w 2038986"/>
                <a:gd name="connsiteY5" fmla="*/ 1196694 h 2003144"/>
                <a:gd name="connsiteX6" fmla="*/ 83186 w 2038986"/>
                <a:gd name="connsiteY6" fmla="*/ 2003144 h 2003144"/>
                <a:gd name="connsiteX7" fmla="*/ 654686 w 2038986"/>
                <a:gd name="connsiteY7" fmla="*/ 402944 h 2003144"/>
                <a:gd name="connsiteX8" fmla="*/ 267336 w 2038986"/>
                <a:gd name="connsiteY8" fmla="*/ 447394 h 2003144"/>
                <a:gd name="connsiteX0" fmla="*/ 267336 w 2038986"/>
                <a:gd name="connsiteY0" fmla="*/ 441986 h 1997736"/>
                <a:gd name="connsiteX1" fmla="*/ 1956436 w 2038986"/>
                <a:gd name="connsiteY1" fmla="*/ 480086 h 1997736"/>
                <a:gd name="connsiteX2" fmla="*/ 2038986 w 2038986"/>
                <a:gd name="connsiteY2" fmla="*/ 1038886 h 1997736"/>
                <a:gd name="connsiteX3" fmla="*/ 902336 w 2038986"/>
                <a:gd name="connsiteY3" fmla="*/ 1381786 h 1997736"/>
                <a:gd name="connsiteX4" fmla="*/ 387986 w 2038986"/>
                <a:gd name="connsiteY4" fmla="*/ 1807236 h 1997736"/>
                <a:gd name="connsiteX5" fmla="*/ 502286 w 2038986"/>
                <a:gd name="connsiteY5" fmla="*/ 1191286 h 1997736"/>
                <a:gd name="connsiteX6" fmla="*/ 83186 w 2038986"/>
                <a:gd name="connsiteY6" fmla="*/ 1997736 h 1997736"/>
                <a:gd name="connsiteX7" fmla="*/ 654686 w 2038986"/>
                <a:gd name="connsiteY7" fmla="*/ 397536 h 1997736"/>
                <a:gd name="connsiteX8" fmla="*/ 267336 w 2038986"/>
                <a:gd name="connsiteY8" fmla="*/ 441986 h 1997736"/>
                <a:gd name="connsiteX0" fmla="*/ 260986 w 2038986"/>
                <a:gd name="connsiteY0" fmla="*/ 435815 h 2029665"/>
                <a:gd name="connsiteX1" fmla="*/ 1956436 w 2038986"/>
                <a:gd name="connsiteY1" fmla="*/ 512015 h 2029665"/>
                <a:gd name="connsiteX2" fmla="*/ 2038986 w 2038986"/>
                <a:gd name="connsiteY2" fmla="*/ 1070815 h 2029665"/>
                <a:gd name="connsiteX3" fmla="*/ 902336 w 2038986"/>
                <a:gd name="connsiteY3" fmla="*/ 1413715 h 2029665"/>
                <a:gd name="connsiteX4" fmla="*/ 387986 w 2038986"/>
                <a:gd name="connsiteY4" fmla="*/ 1839165 h 2029665"/>
                <a:gd name="connsiteX5" fmla="*/ 502286 w 2038986"/>
                <a:gd name="connsiteY5" fmla="*/ 1223215 h 2029665"/>
                <a:gd name="connsiteX6" fmla="*/ 83186 w 2038986"/>
                <a:gd name="connsiteY6" fmla="*/ 2029665 h 2029665"/>
                <a:gd name="connsiteX7" fmla="*/ 654686 w 2038986"/>
                <a:gd name="connsiteY7" fmla="*/ 429465 h 2029665"/>
                <a:gd name="connsiteX8" fmla="*/ 260986 w 2038986"/>
                <a:gd name="connsiteY8" fmla="*/ 435815 h 2029665"/>
                <a:gd name="connsiteX0" fmla="*/ 260986 w 2038986"/>
                <a:gd name="connsiteY0" fmla="*/ 398281 h 1992131"/>
                <a:gd name="connsiteX1" fmla="*/ 1956436 w 2038986"/>
                <a:gd name="connsiteY1" fmla="*/ 474481 h 1992131"/>
                <a:gd name="connsiteX2" fmla="*/ 2038986 w 2038986"/>
                <a:gd name="connsiteY2" fmla="*/ 1033281 h 1992131"/>
                <a:gd name="connsiteX3" fmla="*/ 902336 w 2038986"/>
                <a:gd name="connsiteY3" fmla="*/ 1376181 h 1992131"/>
                <a:gd name="connsiteX4" fmla="*/ 387986 w 2038986"/>
                <a:gd name="connsiteY4" fmla="*/ 1801631 h 1992131"/>
                <a:gd name="connsiteX5" fmla="*/ 502286 w 2038986"/>
                <a:gd name="connsiteY5" fmla="*/ 1185681 h 1992131"/>
                <a:gd name="connsiteX6" fmla="*/ 83186 w 2038986"/>
                <a:gd name="connsiteY6" fmla="*/ 1992131 h 1992131"/>
                <a:gd name="connsiteX7" fmla="*/ 654686 w 2038986"/>
                <a:gd name="connsiteY7" fmla="*/ 391931 h 1992131"/>
                <a:gd name="connsiteX8" fmla="*/ 260986 w 2038986"/>
                <a:gd name="connsiteY8" fmla="*/ 398281 h 1992131"/>
                <a:gd name="connsiteX0" fmla="*/ 260986 w 2038986"/>
                <a:gd name="connsiteY0" fmla="*/ 401837 h 1995687"/>
                <a:gd name="connsiteX1" fmla="*/ 1956436 w 2038986"/>
                <a:gd name="connsiteY1" fmla="*/ 478037 h 1995687"/>
                <a:gd name="connsiteX2" fmla="*/ 2038986 w 2038986"/>
                <a:gd name="connsiteY2" fmla="*/ 1036837 h 1995687"/>
                <a:gd name="connsiteX3" fmla="*/ 902336 w 2038986"/>
                <a:gd name="connsiteY3" fmla="*/ 1379737 h 1995687"/>
                <a:gd name="connsiteX4" fmla="*/ 387986 w 2038986"/>
                <a:gd name="connsiteY4" fmla="*/ 1805187 h 1995687"/>
                <a:gd name="connsiteX5" fmla="*/ 502286 w 2038986"/>
                <a:gd name="connsiteY5" fmla="*/ 1189237 h 1995687"/>
                <a:gd name="connsiteX6" fmla="*/ 83186 w 2038986"/>
                <a:gd name="connsiteY6" fmla="*/ 1995687 h 1995687"/>
                <a:gd name="connsiteX7" fmla="*/ 654686 w 2038986"/>
                <a:gd name="connsiteY7" fmla="*/ 395487 h 1995687"/>
                <a:gd name="connsiteX8" fmla="*/ 260986 w 2038986"/>
                <a:gd name="connsiteY8" fmla="*/ 401837 h 199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986" h="1995687">
                  <a:moveTo>
                    <a:pt x="260986" y="401837"/>
                  </a:moveTo>
                  <a:cubicBezTo>
                    <a:pt x="1763819" y="-783496"/>
                    <a:pt x="936203" y="1091870"/>
                    <a:pt x="1956436" y="478037"/>
                  </a:cubicBezTo>
                  <a:lnTo>
                    <a:pt x="2038986" y="1036837"/>
                  </a:lnTo>
                  <a:cubicBezTo>
                    <a:pt x="1772286" y="1496154"/>
                    <a:pt x="1111886" y="2076120"/>
                    <a:pt x="902336" y="1379737"/>
                  </a:cubicBezTo>
                  <a:cubicBezTo>
                    <a:pt x="1377528" y="1407254"/>
                    <a:pt x="641986" y="802945"/>
                    <a:pt x="387986" y="1805187"/>
                  </a:cubicBezTo>
                  <a:cubicBezTo>
                    <a:pt x="241936" y="1556479"/>
                    <a:pt x="611294" y="1062237"/>
                    <a:pt x="502286" y="1189237"/>
                  </a:cubicBezTo>
                  <a:cubicBezTo>
                    <a:pt x="393278" y="1316237"/>
                    <a:pt x="44028" y="1721579"/>
                    <a:pt x="83186" y="1995687"/>
                  </a:cubicBezTo>
                  <a:cubicBezTo>
                    <a:pt x="-290406" y="637845"/>
                    <a:pt x="719244" y="431470"/>
                    <a:pt x="654686" y="395487"/>
                  </a:cubicBezTo>
                  <a:lnTo>
                    <a:pt x="260986" y="401837"/>
                  </a:lnTo>
                  <a:close/>
                </a:path>
              </a:pathLst>
            </a:custGeom>
            <a:solidFill>
              <a:srgbClr val="552F2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C6A021D-83CB-7F57-9807-1C05A69B606E}"/>
                </a:ext>
              </a:extLst>
            </p:cNvPr>
            <p:cNvSpPr/>
            <p:nvPr/>
          </p:nvSpPr>
          <p:spPr>
            <a:xfrm>
              <a:off x="3201670" y="-1305442"/>
              <a:ext cx="2570444" cy="3220269"/>
            </a:xfrm>
            <a:custGeom>
              <a:avLst/>
              <a:gdLst>
                <a:gd name="connsiteX0" fmla="*/ 0 w 469900"/>
                <a:gd name="connsiteY0" fmla="*/ 0 h 1162050"/>
                <a:gd name="connsiteX1" fmla="*/ 469900 w 469900"/>
                <a:gd name="connsiteY1" fmla="*/ 0 h 1162050"/>
                <a:gd name="connsiteX2" fmla="*/ 469900 w 469900"/>
                <a:gd name="connsiteY2" fmla="*/ 1162050 h 1162050"/>
                <a:gd name="connsiteX3" fmla="*/ 0 w 469900"/>
                <a:gd name="connsiteY3" fmla="*/ 1162050 h 1162050"/>
                <a:gd name="connsiteX4" fmla="*/ 0 w 469900"/>
                <a:gd name="connsiteY4" fmla="*/ 0 h 1162050"/>
                <a:gd name="connsiteX0" fmla="*/ 0 w 1016000"/>
                <a:gd name="connsiteY0" fmla="*/ 50800 h 1212850"/>
                <a:gd name="connsiteX1" fmla="*/ 1016000 w 1016000"/>
                <a:gd name="connsiteY1" fmla="*/ 0 h 1212850"/>
                <a:gd name="connsiteX2" fmla="*/ 469900 w 1016000"/>
                <a:gd name="connsiteY2" fmla="*/ 1212850 h 1212850"/>
                <a:gd name="connsiteX3" fmla="*/ 0 w 1016000"/>
                <a:gd name="connsiteY3" fmla="*/ 1212850 h 1212850"/>
                <a:gd name="connsiteX4" fmla="*/ 0 w 1016000"/>
                <a:gd name="connsiteY4" fmla="*/ 50800 h 1212850"/>
                <a:gd name="connsiteX0" fmla="*/ 0 w 1120139"/>
                <a:gd name="connsiteY0" fmla="*/ 285750 h 1447800"/>
                <a:gd name="connsiteX1" fmla="*/ 1120139 w 1120139"/>
                <a:gd name="connsiteY1" fmla="*/ 0 h 1447800"/>
                <a:gd name="connsiteX2" fmla="*/ 1016000 w 1120139"/>
                <a:gd name="connsiteY2" fmla="*/ 234950 h 1447800"/>
                <a:gd name="connsiteX3" fmla="*/ 469900 w 1120139"/>
                <a:gd name="connsiteY3" fmla="*/ 1447800 h 1447800"/>
                <a:gd name="connsiteX4" fmla="*/ 0 w 1120139"/>
                <a:gd name="connsiteY4" fmla="*/ 1447800 h 1447800"/>
                <a:gd name="connsiteX5" fmla="*/ 0 w 1120139"/>
                <a:gd name="connsiteY5" fmla="*/ 285750 h 1447800"/>
                <a:gd name="connsiteX0" fmla="*/ 0 w 1315996"/>
                <a:gd name="connsiteY0" fmla="*/ 458860 h 1620910"/>
                <a:gd name="connsiteX1" fmla="*/ 1259839 w 1315996"/>
                <a:gd name="connsiteY1" fmla="*/ 8010 h 1620910"/>
                <a:gd name="connsiteX2" fmla="*/ 1120139 w 1315996"/>
                <a:gd name="connsiteY2" fmla="*/ 173110 h 1620910"/>
                <a:gd name="connsiteX3" fmla="*/ 1016000 w 1315996"/>
                <a:gd name="connsiteY3" fmla="*/ 408060 h 1620910"/>
                <a:gd name="connsiteX4" fmla="*/ 469900 w 1315996"/>
                <a:gd name="connsiteY4" fmla="*/ 1620910 h 1620910"/>
                <a:gd name="connsiteX5" fmla="*/ 0 w 1315996"/>
                <a:gd name="connsiteY5" fmla="*/ 1620910 h 1620910"/>
                <a:gd name="connsiteX6" fmla="*/ 0 w 1315996"/>
                <a:gd name="connsiteY6" fmla="*/ 458860 h 1620910"/>
                <a:gd name="connsiteX0" fmla="*/ 0 w 1310420"/>
                <a:gd name="connsiteY0" fmla="*/ 289172 h 1451222"/>
                <a:gd name="connsiteX1" fmla="*/ 1253489 w 1310420"/>
                <a:gd name="connsiteY1" fmla="*/ 244722 h 1451222"/>
                <a:gd name="connsiteX2" fmla="*/ 1120139 w 1310420"/>
                <a:gd name="connsiteY2" fmla="*/ 3422 h 1451222"/>
                <a:gd name="connsiteX3" fmla="*/ 1016000 w 1310420"/>
                <a:gd name="connsiteY3" fmla="*/ 238372 h 1451222"/>
                <a:gd name="connsiteX4" fmla="*/ 469900 w 1310420"/>
                <a:gd name="connsiteY4" fmla="*/ 1451222 h 1451222"/>
                <a:gd name="connsiteX5" fmla="*/ 0 w 1310420"/>
                <a:gd name="connsiteY5" fmla="*/ 1451222 h 1451222"/>
                <a:gd name="connsiteX6" fmla="*/ 0 w 1310420"/>
                <a:gd name="connsiteY6" fmla="*/ 289172 h 1451222"/>
                <a:gd name="connsiteX0" fmla="*/ 0 w 1258674"/>
                <a:gd name="connsiteY0" fmla="*/ 501731 h 1663781"/>
                <a:gd name="connsiteX1" fmla="*/ 269238 w 1258674"/>
                <a:gd name="connsiteY1" fmla="*/ 81 h 1663781"/>
                <a:gd name="connsiteX2" fmla="*/ 1253489 w 1258674"/>
                <a:gd name="connsiteY2" fmla="*/ 457281 h 1663781"/>
                <a:gd name="connsiteX3" fmla="*/ 1120139 w 1258674"/>
                <a:gd name="connsiteY3" fmla="*/ 215981 h 1663781"/>
                <a:gd name="connsiteX4" fmla="*/ 1016000 w 1258674"/>
                <a:gd name="connsiteY4" fmla="*/ 450931 h 1663781"/>
                <a:gd name="connsiteX5" fmla="*/ 469900 w 1258674"/>
                <a:gd name="connsiteY5" fmla="*/ 1663781 h 1663781"/>
                <a:gd name="connsiteX6" fmla="*/ 0 w 1258674"/>
                <a:gd name="connsiteY6" fmla="*/ 1663781 h 1663781"/>
                <a:gd name="connsiteX7" fmla="*/ 0 w 1258674"/>
                <a:gd name="connsiteY7" fmla="*/ 501731 h 1663781"/>
                <a:gd name="connsiteX0" fmla="*/ 0 w 1360758"/>
                <a:gd name="connsiteY0" fmla="*/ 584993 h 1747043"/>
                <a:gd name="connsiteX1" fmla="*/ 269238 w 1360758"/>
                <a:gd name="connsiteY1" fmla="*/ 83343 h 1747043"/>
                <a:gd name="connsiteX2" fmla="*/ 1253489 w 1360758"/>
                <a:gd name="connsiteY2" fmla="*/ 540543 h 1747043"/>
                <a:gd name="connsiteX3" fmla="*/ 1120139 w 1360758"/>
                <a:gd name="connsiteY3" fmla="*/ 299243 h 1747043"/>
                <a:gd name="connsiteX4" fmla="*/ 1016000 w 1360758"/>
                <a:gd name="connsiteY4" fmla="*/ 534193 h 1747043"/>
                <a:gd name="connsiteX5" fmla="*/ 469900 w 1360758"/>
                <a:gd name="connsiteY5" fmla="*/ 1747043 h 1747043"/>
                <a:gd name="connsiteX6" fmla="*/ 0 w 1360758"/>
                <a:gd name="connsiteY6" fmla="*/ 1747043 h 1747043"/>
                <a:gd name="connsiteX7" fmla="*/ 0 w 1360758"/>
                <a:gd name="connsiteY7" fmla="*/ 584993 h 1747043"/>
                <a:gd name="connsiteX0" fmla="*/ 0 w 1353283"/>
                <a:gd name="connsiteY0" fmla="*/ 501650 h 1663700"/>
                <a:gd name="connsiteX1" fmla="*/ 269238 w 1353283"/>
                <a:gd name="connsiteY1" fmla="*/ 0 h 1663700"/>
                <a:gd name="connsiteX2" fmla="*/ 1253489 w 1353283"/>
                <a:gd name="connsiteY2" fmla="*/ 457200 h 1663700"/>
                <a:gd name="connsiteX3" fmla="*/ 1120139 w 1353283"/>
                <a:gd name="connsiteY3" fmla="*/ 215900 h 1663700"/>
                <a:gd name="connsiteX4" fmla="*/ 1016000 w 1353283"/>
                <a:gd name="connsiteY4" fmla="*/ 450850 h 1663700"/>
                <a:gd name="connsiteX5" fmla="*/ 469900 w 1353283"/>
                <a:gd name="connsiteY5" fmla="*/ 1663700 h 1663700"/>
                <a:gd name="connsiteX6" fmla="*/ 0 w 1353283"/>
                <a:gd name="connsiteY6" fmla="*/ 1663700 h 1663700"/>
                <a:gd name="connsiteX7" fmla="*/ 0 w 1353283"/>
                <a:gd name="connsiteY7" fmla="*/ 501650 h 1663700"/>
                <a:gd name="connsiteX0" fmla="*/ 0 w 1353283"/>
                <a:gd name="connsiteY0" fmla="*/ 573370 h 1735420"/>
                <a:gd name="connsiteX1" fmla="*/ 269238 w 1353283"/>
                <a:gd name="connsiteY1" fmla="*/ 71720 h 1735420"/>
                <a:gd name="connsiteX2" fmla="*/ 1253489 w 1353283"/>
                <a:gd name="connsiteY2" fmla="*/ 528920 h 1735420"/>
                <a:gd name="connsiteX3" fmla="*/ 1120139 w 1353283"/>
                <a:gd name="connsiteY3" fmla="*/ 287620 h 1735420"/>
                <a:gd name="connsiteX4" fmla="*/ 1016000 w 1353283"/>
                <a:gd name="connsiteY4" fmla="*/ 522570 h 1735420"/>
                <a:gd name="connsiteX5" fmla="*/ 469900 w 1353283"/>
                <a:gd name="connsiteY5" fmla="*/ 1735420 h 1735420"/>
                <a:gd name="connsiteX6" fmla="*/ 0 w 1353283"/>
                <a:gd name="connsiteY6" fmla="*/ 1735420 h 1735420"/>
                <a:gd name="connsiteX7" fmla="*/ 0 w 1353283"/>
                <a:gd name="connsiteY7" fmla="*/ 573370 h 1735420"/>
                <a:gd name="connsiteX0" fmla="*/ 0 w 1352934"/>
                <a:gd name="connsiteY0" fmla="*/ 559343 h 1721393"/>
                <a:gd name="connsiteX1" fmla="*/ 269238 w 1352934"/>
                <a:gd name="connsiteY1" fmla="*/ 57693 h 1721393"/>
                <a:gd name="connsiteX2" fmla="*/ 1253489 w 1352934"/>
                <a:gd name="connsiteY2" fmla="*/ 514893 h 1721393"/>
                <a:gd name="connsiteX3" fmla="*/ 1120139 w 1352934"/>
                <a:gd name="connsiteY3" fmla="*/ 273593 h 1721393"/>
                <a:gd name="connsiteX4" fmla="*/ 1016000 w 1352934"/>
                <a:gd name="connsiteY4" fmla="*/ 508543 h 1721393"/>
                <a:gd name="connsiteX5" fmla="*/ 469900 w 1352934"/>
                <a:gd name="connsiteY5" fmla="*/ 1721393 h 1721393"/>
                <a:gd name="connsiteX6" fmla="*/ 0 w 1352934"/>
                <a:gd name="connsiteY6" fmla="*/ 1721393 h 1721393"/>
                <a:gd name="connsiteX7" fmla="*/ 0 w 1352934"/>
                <a:gd name="connsiteY7" fmla="*/ 559343 h 1721393"/>
                <a:gd name="connsiteX0" fmla="*/ 0 w 1360304"/>
                <a:gd name="connsiteY0" fmla="*/ 516082 h 1678132"/>
                <a:gd name="connsiteX1" fmla="*/ 269238 w 1360304"/>
                <a:gd name="connsiteY1" fmla="*/ 14432 h 1678132"/>
                <a:gd name="connsiteX2" fmla="*/ 1253489 w 1360304"/>
                <a:gd name="connsiteY2" fmla="*/ 471632 h 1678132"/>
                <a:gd name="connsiteX3" fmla="*/ 1120139 w 1360304"/>
                <a:gd name="connsiteY3" fmla="*/ 230332 h 1678132"/>
                <a:gd name="connsiteX4" fmla="*/ 1016000 w 1360304"/>
                <a:gd name="connsiteY4" fmla="*/ 465282 h 1678132"/>
                <a:gd name="connsiteX5" fmla="*/ 469900 w 1360304"/>
                <a:gd name="connsiteY5" fmla="*/ 1678132 h 1678132"/>
                <a:gd name="connsiteX6" fmla="*/ 0 w 1360304"/>
                <a:gd name="connsiteY6" fmla="*/ 1678132 h 1678132"/>
                <a:gd name="connsiteX7" fmla="*/ 0 w 1360304"/>
                <a:gd name="connsiteY7" fmla="*/ 516082 h 1678132"/>
                <a:gd name="connsiteX0" fmla="*/ 0 w 1258674"/>
                <a:gd name="connsiteY0" fmla="*/ 572275 h 1734325"/>
                <a:gd name="connsiteX1" fmla="*/ 269238 w 1258674"/>
                <a:gd name="connsiteY1" fmla="*/ 70625 h 1734325"/>
                <a:gd name="connsiteX2" fmla="*/ 791209 w 1258674"/>
                <a:gd name="connsiteY2" fmla="*/ 46494 h 1734325"/>
                <a:gd name="connsiteX3" fmla="*/ 1253489 w 1258674"/>
                <a:gd name="connsiteY3" fmla="*/ 527825 h 1734325"/>
                <a:gd name="connsiteX4" fmla="*/ 1120139 w 1258674"/>
                <a:gd name="connsiteY4" fmla="*/ 286525 h 1734325"/>
                <a:gd name="connsiteX5" fmla="*/ 1016000 w 1258674"/>
                <a:gd name="connsiteY5" fmla="*/ 521475 h 1734325"/>
                <a:gd name="connsiteX6" fmla="*/ 469900 w 1258674"/>
                <a:gd name="connsiteY6" fmla="*/ 1734325 h 1734325"/>
                <a:gd name="connsiteX7" fmla="*/ 0 w 1258674"/>
                <a:gd name="connsiteY7" fmla="*/ 1734325 h 1734325"/>
                <a:gd name="connsiteX8" fmla="*/ 0 w 1258674"/>
                <a:gd name="connsiteY8" fmla="*/ 572275 h 1734325"/>
                <a:gd name="connsiteX0" fmla="*/ 0 w 1258674"/>
                <a:gd name="connsiteY0" fmla="*/ 575015 h 1737065"/>
                <a:gd name="connsiteX1" fmla="*/ 269238 w 1258674"/>
                <a:gd name="connsiteY1" fmla="*/ 73365 h 1737065"/>
                <a:gd name="connsiteX2" fmla="*/ 791209 w 1258674"/>
                <a:gd name="connsiteY2" fmla="*/ 49234 h 1737065"/>
                <a:gd name="connsiteX3" fmla="*/ 1253489 w 1258674"/>
                <a:gd name="connsiteY3" fmla="*/ 530565 h 1737065"/>
                <a:gd name="connsiteX4" fmla="*/ 1120139 w 1258674"/>
                <a:gd name="connsiteY4" fmla="*/ 289265 h 1737065"/>
                <a:gd name="connsiteX5" fmla="*/ 1016000 w 1258674"/>
                <a:gd name="connsiteY5" fmla="*/ 524215 h 1737065"/>
                <a:gd name="connsiteX6" fmla="*/ 469900 w 1258674"/>
                <a:gd name="connsiteY6" fmla="*/ 1737065 h 1737065"/>
                <a:gd name="connsiteX7" fmla="*/ 0 w 1258674"/>
                <a:gd name="connsiteY7" fmla="*/ 1737065 h 1737065"/>
                <a:gd name="connsiteX8" fmla="*/ 0 w 1258674"/>
                <a:gd name="connsiteY8" fmla="*/ 575015 h 1737065"/>
                <a:gd name="connsiteX0" fmla="*/ 0 w 1374104"/>
                <a:gd name="connsiteY0" fmla="*/ 581543 h 1743593"/>
                <a:gd name="connsiteX1" fmla="*/ 269238 w 1374104"/>
                <a:gd name="connsiteY1" fmla="*/ 79893 h 1743593"/>
                <a:gd name="connsiteX2" fmla="*/ 791209 w 1374104"/>
                <a:gd name="connsiteY2" fmla="*/ 55762 h 1743593"/>
                <a:gd name="connsiteX3" fmla="*/ 1253489 w 1374104"/>
                <a:gd name="connsiteY3" fmla="*/ 537093 h 1743593"/>
                <a:gd name="connsiteX4" fmla="*/ 1120139 w 1374104"/>
                <a:gd name="connsiteY4" fmla="*/ 295793 h 1743593"/>
                <a:gd name="connsiteX5" fmla="*/ 1016000 w 1374104"/>
                <a:gd name="connsiteY5" fmla="*/ 530743 h 1743593"/>
                <a:gd name="connsiteX6" fmla="*/ 469900 w 1374104"/>
                <a:gd name="connsiteY6" fmla="*/ 1743593 h 1743593"/>
                <a:gd name="connsiteX7" fmla="*/ 0 w 1374104"/>
                <a:gd name="connsiteY7" fmla="*/ 1743593 h 1743593"/>
                <a:gd name="connsiteX8" fmla="*/ 0 w 1374104"/>
                <a:gd name="connsiteY8" fmla="*/ 581543 h 1743593"/>
                <a:gd name="connsiteX0" fmla="*/ 0 w 1374104"/>
                <a:gd name="connsiteY0" fmla="*/ 581543 h 1743593"/>
                <a:gd name="connsiteX1" fmla="*/ 269238 w 1374104"/>
                <a:gd name="connsiteY1" fmla="*/ 79893 h 1743593"/>
                <a:gd name="connsiteX2" fmla="*/ 791209 w 1374104"/>
                <a:gd name="connsiteY2" fmla="*/ 55762 h 1743593"/>
                <a:gd name="connsiteX3" fmla="*/ 1253489 w 1374104"/>
                <a:gd name="connsiteY3" fmla="*/ 537093 h 1743593"/>
                <a:gd name="connsiteX4" fmla="*/ 1120139 w 1374104"/>
                <a:gd name="connsiteY4" fmla="*/ 295793 h 1743593"/>
                <a:gd name="connsiteX5" fmla="*/ 1016000 w 1374104"/>
                <a:gd name="connsiteY5" fmla="*/ 530743 h 1743593"/>
                <a:gd name="connsiteX6" fmla="*/ 469900 w 1374104"/>
                <a:gd name="connsiteY6" fmla="*/ 1743593 h 1743593"/>
                <a:gd name="connsiteX7" fmla="*/ 0 w 1374104"/>
                <a:gd name="connsiteY7" fmla="*/ 1743593 h 1743593"/>
                <a:gd name="connsiteX8" fmla="*/ 0 w 1374104"/>
                <a:gd name="connsiteY8" fmla="*/ 581543 h 1743593"/>
                <a:gd name="connsiteX0" fmla="*/ 0 w 1374104"/>
                <a:gd name="connsiteY0" fmla="*/ 581543 h 1743593"/>
                <a:gd name="connsiteX1" fmla="*/ 311149 w 1374104"/>
                <a:gd name="connsiteY1" fmla="*/ 360563 h 1743593"/>
                <a:gd name="connsiteX2" fmla="*/ 269238 w 1374104"/>
                <a:gd name="connsiteY2" fmla="*/ 79893 h 1743593"/>
                <a:gd name="connsiteX3" fmla="*/ 791209 w 1374104"/>
                <a:gd name="connsiteY3" fmla="*/ 55762 h 1743593"/>
                <a:gd name="connsiteX4" fmla="*/ 1253489 w 1374104"/>
                <a:gd name="connsiteY4" fmla="*/ 537093 h 1743593"/>
                <a:gd name="connsiteX5" fmla="*/ 1120139 w 1374104"/>
                <a:gd name="connsiteY5" fmla="*/ 295793 h 1743593"/>
                <a:gd name="connsiteX6" fmla="*/ 1016000 w 1374104"/>
                <a:gd name="connsiteY6" fmla="*/ 530743 h 1743593"/>
                <a:gd name="connsiteX7" fmla="*/ 469900 w 1374104"/>
                <a:gd name="connsiteY7" fmla="*/ 1743593 h 1743593"/>
                <a:gd name="connsiteX8" fmla="*/ 0 w 1374104"/>
                <a:gd name="connsiteY8" fmla="*/ 1743593 h 1743593"/>
                <a:gd name="connsiteX9" fmla="*/ 0 w 1374104"/>
                <a:gd name="connsiteY9" fmla="*/ 581543 h 1743593"/>
                <a:gd name="connsiteX0" fmla="*/ 0 w 1709384"/>
                <a:gd name="connsiteY0" fmla="*/ 711083 h 1743593"/>
                <a:gd name="connsiteX1" fmla="*/ 646429 w 1709384"/>
                <a:gd name="connsiteY1" fmla="*/ 360563 h 1743593"/>
                <a:gd name="connsiteX2" fmla="*/ 604518 w 1709384"/>
                <a:gd name="connsiteY2" fmla="*/ 79893 h 1743593"/>
                <a:gd name="connsiteX3" fmla="*/ 1126489 w 1709384"/>
                <a:gd name="connsiteY3" fmla="*/ 55762 h 1743593"/>
                <a:gd name="connsiteX4" fmla="*/ 1588769 w 1709384"/>
                <a:gd name="connsiteY4" fmla="*/ 537093 h 1743593"/>
                <a:gd name="connsiteX5" fmla="*/ 1455419 w 1709384"/>
                <a:gd name="connsiteY5" fmla="*/ 295793 h 1743593"/>
                <a:gd name="connsiteX6" fmla="*/ 1351280 w 1709384"/>
                <a:gd name="connsiteY6" fmla="*/ 530743 h 1743593"/>
                <a:gd name="connsiteX7" fmla="*/ 805180 w 1709384"/>
                <a:gd name="connsiteY7" fmla="*/ 1743593 h 1743593"/>
                <a:gd name="connsiteX8" fmla="*/ 335280 w 1709384"/>
                <a:gd name="connsiteY8" fmla="*/ 1743593 h 1743593"/>
                <a:gd name="connsiteX9" fmla="*/ 0 w 1709384"/>
                <a:gd name="connsiteY9" fmla="*/ 711083 h 1743593"/>
                <a:gd name="connsiteX0" fmla="*/ 0 w 1709384"/>
                <a:gd name="connsiteY0" fmla="*/ 711083 h 1743593"/>
                <a:gd name="connsiteX1" fmla="*/ 646429 w 1709384"/>
                <a:gd name="connsiteY1" fmla="*/ 360563 h 1743593"/>
                <a:gd name="connsiteX2" fmla="*/ 604518 w 1709384"/>
                <a:gd name="connsiteY2" fmla="*/ 79893 h 1743593"/>
                <a:gd name="connsiteX3" fmla="*/ 1126489 w 1709384"/>
                <a:gd name="connsiteY3" fmla="*/ 55762 h 1743593"/>
                <a:gd name="connsiteX4" fmla="*/ 1588769 w 1709384"/>
                <a:gd name="connsiteY4" fmla="*/ 537093 h 1743593"/>
                <a:gd name="connsiteX5" fmla="*/ 1455419 w 1709384"/>
                <a:gd name="connsiteY5" fmla="*/ 295793 h 1743593"/>
                <a:gd name="connsiteX6" fmla="*/ 1351280 w 1709384"/>
                <a:gd name="connsiteY6" fmla="*/ 530743 h 1743593"/>
                <a:gd name="connsiteX7" fmla="*/ 805180 w 1709384"/>
                <a:gd name="connsiteY7" fmla="*/ 1743593 h 1743593"/>
                <a:gd name="connsiteX8" fmla="*/ 335280 w 1709384"/>
                <a:gd name="connsiteY8" fmla="*/ 1743593 h 1743593"/>
                <a:gd name="connsiteX9" fmla="*/ 212089 w 1709384"/>
                <a:gd name="connsiteY9" fmla="*/ 733943 h 1743593"/>
                <a:gd name="connsiteX10" fmla="*/ 0 w 1709384"/>
                <a:gd name="connsiteY10" fmla="*/ 711083 h 1743593"/>
                <a:gd name="connsiteX0" fmla="*/ 329441 w 2038825"/>
                <a:gd name="connsiteY0" fmla="*/ 711083 h 1743593"/>
                <a:gd name="connsiteX1" fmla="*/ 975870 w 2038825"/>
                <a:gd name="connsiteY1" fmla="*/ 360563 h 1743593"/>
                <a:gd name="connsiteX2" fmla="*/ 933959 w 2038825"/>
                <a:gd name="connsiteY2" fmla="*/ 79893 h 1743593"/>
                <a:gd name="connsiteX3" fmla="*/ 1455930 w 2038825"/>
                <a:gd name="connsiteY3" fmla="*/ 55762 h 1743593"/>
                <a:gd name="connsiteX4" fmla="*/ 1918210 w 2038825"/>
                <a:gd name="connsiteY4" fmla="*/ 537093 h 1743593"/>
                <a:gd name="connsiteX5" fmla="*/ 1784860 w 2038825"/>
                <a:gd name="connsiteY5" fmla="*/ 295793 h 1743593"/>
                <a:gd name="connsiteX6" fmla="*/ 1680721 w 2038825"/>
                <a:gd name="connsiteY6" fmla="*/ 530743 h 1743593"/>
                <a:gd name="connsiteX7" fmla="*/ 1134621 w 2038825"/>
                <a:gd name="connsiteY7" fmla="*/ 1743593 h 1743593"/>
                <a:gd name="connsiteX8" fmla="*/ 664721 w 2038825"/>
                <a:gd name="connsiteY8" fmla="*/ 1743593 h 1743593"/>
                <a:gd name="connsiteX9" fmla="*/ 510 w 2038825"/>
                <a:gd name="connsiteY9" fmla="*/ 1556903 h 1743593"/>
                <a:gd name="connsiteX10" fmla="*/ 541530 w 2038825"/>
                <a:gd name="connsiteY10" fmla="*/ 733943 h 1743593"/>
                <a:gd name="connsiteX11" fmla="*/ 329441 w 2038825"/>
                <a:gd name="connsiteY11" fmla="*/ 711083 h 1743593"/>
                <a:gd name="connsiteX0" fmla="*/ 341294 w 2050678"/>
                <a:gd name="connsiteY0" fmla="*/ 711083 h 1743593"/>
                <a:gd name="connsiteX1" fmla="*/ 987723 w 2050678"/>
                <a:gd name="connsiteY1" fmla="*/ 360563 h 1743593"/>
                <a:gd name="connsiteX2" fmla="*/ 945812 w 2050678"/>
                <a:gd name="connsiteY2" fmla="*/ 79893 h 1743593"/>
                <a:gd name="connsiteX3" fmla="*/ 1467783 w 2050678"/>
                <a:gd name="connsiteY3" fmla="*/ 55762 h 1743593"/>
                <a:gd name="connsiteX4" fmla="*/ 1930063 w 2050678"/>
                <a:gd name="connsiteY4" fmla="*/ 537093 h 1743593"/>
                <a:gd name="connsiteX5" fmla="*/ 1796713 w 2050678"/>
                <a:gd name="connsiteY5" fmla="*/ 295793 h 1743593"/>
                <a:gd name="connsiteX6" fmla="*/ 1692574 w 2050678"/>
                <a:gd name="connsiteY6" fmla="*/ 530743 h 1743593"/>
                <a:gd name="connsiteX7" fmla="*/ 1146474 w 2050678"/>
                <a:gd name="connsiteY7" fmla="*/ 1743593 h 1743593"/>
                <a:gd name="connsiteX8" fmla="*/ 676574 w 2050678"/>
                <a:gd name="connsiteY8" fmla="*/ 1743593 h 1743593"/>
                <a:gd name="connsiteX9" fmla="*/ 233344 w 2050678"/>
                <a:gd name="connsiteY9" fmla="*/ 1389263 h 1743593"/>
                <a:gd name="connsiteX10" fmla="*/ 12363 w 2050678"/>
                <a:gd name="connsiteY10" fmla="*/ 1556903 h 1743593"/>
                <a:gd name="connsiteX11" fmla="*/ 553383 w 2050678"/>
                <a:gd name="connsiteY11" fmla="*/ 733943 h 1743593"/>
                <a:gd name="connsiteX12" fmla="*/ 341294 w 2050678"/>
                <a:gd name="connsiteY12" fmla="*/ 711083 h 1743593"/>
                <a:gd name="connsiteX0" fmla="*/ 877802 w 2587186"/>
                <a:gd name="connsiteY0" fmla="*/ 711083 h 2208413"/>
                <a:gd name="connsiteX1" fmla="*/ 1524231 w 2587186"/>
                <a:gd name="connsiteY1" fmla="*/ 360563 h 2208413"/>
                <a:gd name="connsiteX2" fmla="*/ 1482320 w 2587186"/>
                <a:gd name="connsiteY2" fmla="*/ 79893 h 2208413"/>
                <a:gd name="connsiteX3" fmla="*/ 2004291 w 2587186"/>
                <a:gd name="connsiteY3" fmla="*/ 55762 h 2208413"/>
                <a:gd name="connsiteX4" fmla="*/ 2466571 w 2587186"/>
                <a:gd name="connsiteY4" fmla="*/ 537093 h 2208413"/>
                <a:gd name="connsiteX5" fmla="*/ 2333221 w 2587186"/>
                <a:gd name="connsiteY5" fmla="*/ 295793 h 2208413"/>
                <a:gd name="connsiteX6" fmla="*/ 2229082 w 2587186"/>
                <a:gd name="connsiteY6" fmla="*/ 530743 h 2208413"/>
                <a:gd name="connsiteX7" fmla="*/ 1682982 w 2587186"/>
                <a:gd name="connsiteY7" fmla="*/ 1743593 h 2208413"/>
                <a:gd name="connsiteX8" fmla="*/ 16742 w 2587186"/>
                <a:gd name="connsiteY8" fmla="*/ 2208413 h 2208413"/>
                <a:gd name="connsiteX9" fmla="*/ 769852 w 2587186"/>
                <a:gd name="connsiteY9" fmla="*/ 1389263 h 2208413"/>
                <a:gd name="connsiteX10" fmla="*/ 548871 w 2587186"/>
                <a:gd name="connsiteY10" fmla="*/ 1556903 h 2208413"/>
                <a:gd name="connsiteX11" fmla="*/ 1089891 w 2587186"/>
                <a:gd name="connsiteY11" fmla="*/ 733943 h 2208413"/>
                <a:gd name="connsiteX12" fmla="*/ 877802 w 2587186"/>
                <a:gd name="connsiteY12" fmla="*/ 711083 h 2208413"/>
                <a:gd name="connsiteX0" fmla="*/ 877802 w 2587186"/>
                <a:gd name="connsiteY0" fmla="*/ 711083 h 2501783"/>
                <a:gd name="connsiteX1" fmla="*/ 1524231 w 2587186"/>
                <a:gd name="connsiteY1" fmla="*/ 360563 h 2501783"/>
                <a:gd name="connsiteX2" fmla="*/ 1482320 w 2587186"/>
                <a:gd name="connsiteY2" fmla="*/ 79893 h 2501783"/>
                <a:gd name="connsiteX3" fmla="*/ 2004291 w 2587186"/>
                <a:gd name="connsiteY3" fmla="*/ 55762 h 2501783"/>
                <a:gd name="connsiteX4" fmla="*/ 2466571 w 2587186"/>
                <a:gd name="connsiteY4" fmla="*/ 537093 h 2501783"/>
                <a:gd name="connsiteX5" fmla="*/ 2333221 w 2587186"/>
                <a:gd name="connsiteY5" fmla="*/ 295793 h 2501783"/>
                <a:gd name="connsiteX6" fmla="*/ 2229082 w 2587186"/>
                <a:gd name="connsiteY6" fmla="*/ 530743 h 2501783"/>
                <a:gd name="connsiteX7" fmla="*/ 1682982 w 2587186"/>
                <a:gd name="connsiteY7" fmla="*/ 1743593 h 2501783"/>
                <a:gd name="connsiteX8" fmla="*/ 777472 w 2587186"/>
                <a:gd name="connsiteY8" fmla="*/ 2501783 h 2501783"/>
                <a:gd name="connsiteX9" fmla="*/ 16742 w 2587186"/>
                <a:gd name="connsiteY9" fmla="*/ 2208413 h 2501783"/>
                <a:gd name="connsiteX10" fmla="*/ 769852 w 2587186"/>
                <a:gd name="connsiteY10" fmla="*/ 1389263 h 2501783"/>
                <a:gd name="connsiteX11" fmla="*/ 548871 w 2587186"/>
                <a:gd name="connsiteY11" fmla="*/ 1556903 h 2501783"/>
                <a:gd name="connsiteX12" fmla="*/ 1089891 w 2587186"/>
                <a:gd name="connsiteY12" fmla="*/ 733943 h 2501783"/>
                <a:gd name="connsiteX13" fmla="*/ 877802 w 2587186"/>
                <a:gd name="connsiteY13" fmla="*/ 711083 h 2501783"/>
                <a:gd name="connsiteX0" fmla="*/ 877802 w 2587186"/>
                <a:gd name="connsiteY0" fmla="*/ 711083 h 2874648"/>
                <a:gd name="connsiteX1" fmla="*/ 1524231 w 2587186"/>
                <a:gd name="connsiteY1" fmla="*/ 360563 h 2874648"/>
                <a:gd name="connsiteX2" fmla="*/ 1482320 w 2587186"/>
                <a:gd name="connsiteY2" fmla="*/ 79893 h 2874648"/>
                <a:gd name="connsiteX3" fmla="*/ 2004291 w 2587186"/>
                <a:gd name="connsiteY3" fmla="*/ 55762 h 2874648"/>
                <a:gd name="connsiteX4" fmla="*/ 2466571 w 2587186"/>
                <a:gd name="connsiteY4" fmla="*/ 537093 h 2874648"/>
                <a:gd name="connsiteX5" fmla="*/ 2333221 w 2587186"/>
                <a:gd name="connsiteY5" fmla="*/ 295793 h 2874648"/>
                <a:gd name="connsiteX6" fmla="*/ 2229082 w 2587186"/>
                <a:gd name="connsiteY6" fmla="*/ 530743 h 2874648"/>
                <a:gd name="connsiteX7" fmla="*/ 1682982 w 2587186"/>
                <a:gd name="connsiteY7" fmla="*/ 1743593 h 2874648"/>
                <a:gd name="connsiteX8" fmla="*/ 891772 w 2587186"/>
                <a:gd name="connsiteY8" fmla="*/ 2852303 h 2874648"/>
                <a:gd name="connsiteX9" fmla="*/ 777472 w 2587186"/>
                <a:gd name="connsiteY9" fmla="*/ 2501783 h 2874648"/>
                <a:gd name="connsiteX10" fmla="*/ 16742 w 2587186"/>
                <a:gd name="connsiteY10" fmla="*/ 2208413 h 2874648"/>
                <a:gd name="connsiteX11" fmla="*/ 769852 w 2587186"/>
                <a:gd name="connsiteY11" fmla="*/ 1389263 h 2874648"/>
                <a:gd name="connsiteX12" fmla="*/ 548871 w 2587186"/>
                <a:gd name="connsiteY12" fmla="*/ 1556903 h 2874648"/>
                <a:gd name="connsiteX13" fmla="*/ 1089891 w 2587186"/>
                <a:gd name="connsiteY13" fmla="*/ 733943 h 2874648"/>
                <a:gd name="connsiteX14" fmla="*/ 877802 w 2587186"/>
                <a:gd name="connsiteY14" fmla="*/ 711083 h 2874648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1682982 w 2587186"/>
                <a:gd name="connsiteY7" fmla="*/ 1743593 h 3213243"/>
                <a:gd name="connsiteX8" fmla="*/ 1074652 w 2587186"/>
                <a:gd name="connsiteY8" fmla="*/ 3172342 h 3213243"/>
                <a:gd name="connsiteX9" fmla="*/ 891772 w 2587186"/>
                <a:gd name="connsiteY9" fmla="*/ 2852303 h 3213243"/>
                <a:gd name="connsiteX10" fmla="*/ 777472 w 2587186"/>
                <a:gd name="connsiteY10" fmla="*/ 2501783 h 3213243"/>
                <a:gd name="connsiteX11" fmla="*/ 16742 w 2587186"/>
                <a:gd name="connsiteY11" fmla="*/ 2208413 h 3213243"/>
                <a:gd name="connsiteX12" fmla="*/ 769852 w 2587186"/>
                <a:gd name="connsiteY12" fmla="*/ 1389263 h 3213243"/>
                <a:gd name="connsiteX13" fmla="*/ 548871 w 2587186"/>
                <a:gd name="connsiteY13" fmla="*/ 1556903 h 3213243"/>
                <a:gd name="connsiteX14" fmla="*/ 1089891 w 2587186"/>
                <a:gd name="connsiteY14" fmla="*/ 733943 h 3213243"/>
                <a:gd name="connsiteX15" fmla="*/ 877802 w 2587186"/>
                <a:gd name="connsiteY15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1545822 w 2587186"/>
                <a:gd name="connsiteY7" fmla="*/ 1575953 h 3213243"/>
                <a:gd name="connsiteX8" fmla="*/ 1074652 w 2587186"/>
                <a:gd name="connsiteY8" fmla="*/ 3172342 h 3213243"/>
                <a:gd name="connsiteX9" fmla="*/ 891772 w 2587186"/>
                <a:gd name="connsiteY9" fmla="*/ 2852303 h 3213243"/>
                <a:gd name="connsiteX10" fmla="*/ 777472 w 2587186"/>
                <a:gd name="connsiteY10" fmla="*/ 2501783 h 3213243"/>
                <a:gd name="connsiteX11" fmla="*/ 16742 w 2587186"/>
                <a:gd name="connsiteY11" fmla="*/ 2208413 h 3213243"/>
                <a:gd name="connsiteX12" fmla="*/ 769852 w 2587186"/>
                <a:gd name="connsiteY12" fmla="*/ 1389263 h 3213243"/>
                <a:gd name="connsiteX13" fmla="*/ 548871 w 2587186"/>
                <a:gd name="connsiteY13" fmla="*/ 1556903 h 3213243"/>
                <a:gd name="connsiteX14" fmla="*/ 1089891 w 2587186"/>
                <a:gd name="connsiteY14" fmla="*/ 733943 h 3213243"/>
                <a:gd name="connsiteX15" fmla="*/ 877802 w 2587186"/>
                <a:gd name="connsiteY15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2065252 w 2587186"/>
                <a:gd name="connsiteY7" fmla="*/ 360562 h 3213243"/>
                <a:gd name="connsiteX8" fmla="*/ 1545822 w 2587186"/>
                <a:gd name="connsiteY8" fmla="*/ 1575953 h 3213243"/>
                <a:gd name="connsiteX9" fmla="*/ 1074652 w 2587186"/>
                <a:gd name="connsiteY9" fmla="*/ 3172342 h 3213243"/>
                <a:gd name="connsiteX10" fmla="*/ 891772 w 2587186"/>
                <a:gd name="connsiteY10" fmla="*/ 2852303 h 3213243"/>
                <a:gd name="connsiteX11" fmla="*/ 777472 w 2587186"/>
                <a:gd name="connsiteY11" fmla="*/ 2501783 h 3213243"/>
                <a:gd name="connsiteX12" fmla="*/ 16742 w 2587186"/>
                <a:gd name="connsiteY12" fmla="*/ 2208413 h 3213243"/>
                <a:gd name="connsiteX13" fmla="*/ 769852 w 2587186"/>
                <a:gd name="connsiteY13" fmla="*/ 1389263 h 3213243"/>
                <a:gd name="connsiteX14" fmla="*/ 548871 w 2587186"/>
                <a:gd name="connsiteY14" fmla="*/ 1556903 h 3213243"/>
                <a:gd name="connsiteX15" fmla="*/ 1089891 w 2587186"/>
                <a:gd name="connsiteY15" fmla="*/ 733943 h 3213243"/>
                <a:gd name="connsiteX16" fmla="*/ 877802 w 2587186"/>
                <a:gd name="connsiteY16" fmla="*/ 711083 h 3213243"/>
                <a:gd name="connsiteX0" fmla="*/ 877802 w 2587186"/>
                <a:gd name="connsiteY0" fmla="*/ 711083 h 3213243"/>
                <a:gd name="connsiteX1" fmla="*/ 1524231 w 2587186"/>
                <a:gd name="connsiteY1" fmla="*/ 360563 h 3213243"/>
                <a:gd name="connsiteX2" fmla="*/ 1482320 w 2587186"/>
                <a:gd name="connsiteY2" fmla="*/ 79893 h 3213243"/>
                <a:gd name="connsiteX3" fmla="*/ 2004291 w 2587186"/>
                <a:gd name="connsiteY3" fmla="*/ 55762 h 3213243"/>
                <a:gd name="connsiteX4" fmla="*/ 2466571 w 2587186"/>
                <a:gd name="connsiteY4" fmla="*/ 537093 h 3213243"/>
                <a:gd name="connsiteX5" fmla="*/ 2333221 w 2587186"/>
                <a:gd name="connsiteY5" fmla="*/ 295793 h 3213243"/>
                <a:gd name="connsiteX6" fmla="*/ 2229082 w 2587186"/>
                <a:gd name="connsiteY6" fmla="*/ 530743 h 3213243"/>
                <a:gd name="connsiteX7" fmla="*/ 2065252 w 2587186"/>
                <a:gd name="connsiteY7" fmla="*/ 360562 h 3213243"/>
                <a:gd name="connsiteX8" fmla="*/ 1545822 w 2587186"/>
                <a:gd name="connsiteY8" fmla="*/ 1575953 h 3213243"/>
                <a:gd name="connsiteX9" fmla="*/ 1074652 w 2587186"/>
                <a:gd name="connsiteY9" fmla="*/ 3172342 h 3213243"/>
                <a:gd name="connsiteX10" fmla="*/ 891772 w 2587186"/>
                <a:gd name="connsiteY10" fmla="*/ 2852303 h 3213243"/>
                <a:gd name="connsiteX11" fmla="*/ 777472 w 2587186"/>
                <a:gd name="connsiteY11" fmla="*/ 2501783 h 3213243"/>
                <a:gd name="connsiteX12" fmla="*/ 16742 w 2587186"/>
                <a:gd name="connsiteY12" fmla="*/ 2208413 h 3213243"/>
                <a:gd name="connsiteX13" fmla="*/ 769852 w 2587186"/>
                <a:gd name="connsiteY13" fmla="*/ 1389263 h 3213243"/>
                <a:gd name="connsiteX14" fmla="*/ 548871 w 2587186"/>
                <a:gd name="connsiteY14" fmla="*/ 1556903 h 3213243"/>
                <a:gd name="connsiteX15" fmla="*/ 1089891 w 2587186"/>
                <a:gd name="connsiteY15" fmla="*/ 733943 h 3213243"/>
                <a:gd name="connsiteX16" fmla="*/ 877802 w 2587186"/>
                <a:gd name="connsiteY16" fmla="*/ 711083 h 3213243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77802 w 2587186"/>
                <a:gd name="connsiteY0" fmla="*/ 711083 h 3220269"/>
                <a:gd name="connsiteX1" fmla="*/ 1524231 w 2587186"/>
                <a:gd name="connsiteY1" fmla="*/ 360563 h 3220269"/>
                <a:gd name="connsiteX2" fmla="*/ 1482320 w 2587186"/>
                <a:gd name="connsiteY2" fmla="*/ 79893 h 3220269"/>
                <a:gd name="connsiteX3" fmla="*/ 2004291 w 2587186"/>
                <a:gd name="connsiteY3" fmla="*/ 55762 h 3220269"/>
                <a:gd name="connsiteX4" fmla="*/ 2466571 w 2587186"/>
                <a:gd name="connsiteY4" fmla="*/ 537093 h 3220269"/>
                <a:gd name="connsiteX5" fmla="*/ 2333221 w 2587186"/>
                <a:gd name="connsiteY5" fmla="*/ 295793 h 3220269"/>
                <a:gd name="connsiteX6" fmla="*/ 2229082 w 2587186"/>
                <a:gd name="connsiteY6" fmla="*/ 530743 h 3220269"/>
                <a:gd name="connsiteX7" fmla="*/ 2065252 w 2587186"/>
                <a:gd name="connsiteY7" fmla="*/ 360562 h 3220269"/>
                <a:gd name="connsiteX8" fmla="*/ 1545822 w 2587186"/>
                <a:gd name="connsiteY8" fmla="*/ 1575953 h 3220269"/>
                <a:gd name="connsiteX9" fmla="*/ 1074652 w 2587186"/>
                <a:gd name="connsiteY9" fmla="*/ 3172342 h 3220269"/>
                <a:gd name="connsiteX10" fmla="*/ 891772 w 2587186"/>
                <a:gd name="connsiteY10" fmla="*/ 2852303 h 3220269"/>
                <a:gd name="connsiteX11" fmla="*/ 777472 w 2587186"/>
                <a:gd name="connsiteY11" fmla="*/ 2501783 h 3220269"/>
                <a:gd name="connsiteX12" fmla="*/ 16742 w 2587186"/>
                <a:gd name="connsiteY12" fmla="*/ 2208413 h 3220269"/>
                <a:gd name="connsiteX13" fmla="*/ 769852 w 2587186"/>
                <a:gd name="connsiteY13" fmla="*/ 1389263 h 3220269"/>
                <a:gd name="connsiteX14" fmla="*/ 548871 w 2587186"/>
                <a:gd name="connsiteY14" fmla="*/ 1556903 h 3220269"/>
                <a:gd name="connsiteX15" fmla="*/ 1089891 w 2587186"/>
                <a:gd name="connsiteY15" fmla="*/ 733943 h 3220269"/>
                <a:gd name="connsiteX16" fmla="*/ 877802 w 2587186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  <a:gd name="connsiteX0" fmla="*/ 861060 w 2570444"/>
                <a:gd name="connsiteY0" fmla="*/ 711083 h 3220269"/>
                <a:gd name="connsiteX1" fmla="*/ 1507489 w 2570444"/>
                <a:gd name="connsiteY1" fmla="*/ 360563 h 3220269"/>
                <a:gd name="connsiteX2" fmla="*/ 1465578 w 2570444"/>
                <a:gd name="connsiteY2" fmla="*/ 79893 h 3220269"/>
                <a:gd name="connsiteX3" fmla="*/ 1987549 w 2570444"/>
                <a:gd name="connsiteY3" fmla="*/ 55762 h 3220269"/>
                <a:gd name="connsiteX4" fmla="*/ 2449829 w 2570444"/>
                <a:gd name="connsiteY4" fmla="*/ 537093 h 3220269"/>
                <a:gd name="connsiteX5" fmla="*/ 2316479 w 2570444"/>
                <a:gd name="connsiteY5" fmla="*/ 295793 h 3220269"/>
                <a:gd name="connsiteX6" fmla="*/ 2212340 w 2570444"/>
                <a:gd name="connsiteY6" fmla="*/ 530743 h 3220269"/>
                <a:gd name="connsiteX7" fmla="*/ 2048510 w 2570444"/>
                <a:gd name="connsiteY7" fmla="*/ 360562 h 3220269"/>
                <a:gd name="connsiteX8" fmla="*/ 1529080 w 2570444"/>
                <a:gd name="connsiteY8" fmla="*/ 1575953 h 3220269"/>
                <a:gd name="connsiteX9" fmla="*/ 1057910 w 2570444"/>
                <a:gd name="connsiteY9" fmla="*/ 3172342 h 3220269"/>
                <a:gd name="connsiteX10" fmla="*/ 875030 w 2570444"/>
                <a:gd name="connsiteY10" fmla="*/ 2852303 h 3220269"/>
                <a:gd name="connsiteX11" fmla="*/ 760730 w 2570444"/>
                <a:gd name="connsiteY11" fmla="*/ 2501783 h 3220269"/>
                <a:gd name="connsiteX12" fmla="*/ 0 w 2570444"/>
                <a:gd name="connsiteY12" fmla="*/ 2208413 h 3220269"/>
                <a:gd name="connsiteX13" fmla="*/ 753110 w 2570444"/>
                <a:gd name="connsiteY13" fmla="*/ 1389263 h 3220269"/>
                <a:gd name="connsiteX14" fmla="*/ 532129 w 2570444"/>
                <a:gd name="connsiteY14" fmla="*/ 1556903 h 3220269"/>
                <a:gd name="connsiteX15" fmla="*/ 1073149 w 2570444"/>
                <a:gd name="connsiteY15" fmla="*/ 733943 h 3220269"/>
                <a:gd name="connsiteX16" fmla="*/ 861060 w 2570444"/>
                <a:gd name="connsiteY16" fmla="*/ 711083 h 322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0444" h="3220269">
                  <a:moveTo>
                    <a:pt x="861060" y="711083"/>
                  </a:moveTo>
                  <a:cubicBezTo>
                    <a:pt x="878628" y="469148"/>
                    <a:pt x="1416896" y="337491"/>
                    <a:pt x="1507489" y="360563"/>
                  </a:cubicBezTo>
                  <a:cubicBezTo>
                    <a:pt x="1422822" y="276955"/>
                    <a:pt x="1351278" y="119263"/>
                    <a:pt x="1465578" y="79893"/>
                  </a:cubicBezTo>
                  <a:cubicBezTo>
                    <a:pt x="1630466" y="354213"/>
                    <a:pt x="1823507" y="-20438"/>
                    <a:pt x="1987549" y="55762"/>
                  </a:cubicBezTo>
                  <a:cubicBezTo>
                    <a:pt x="2563071" y="-180458"/>
                    <a:pt x="2702347" y="401838"/>
                    <a:pt x="2449829" y="537093"/>
                  </a:cubicBezTo>
                  <a:cubicBezTo>
                    <a:pt x="2487929" y="501110"/>
                    <a:pt x="2303144" y="261926"/>
                    <a:pt x="2316479" y="295793"/>
                  </a:cubicBezTo>
                  <a:lnTo>
                    <a:pt x="2212340" y="530743"/>
                  </a:lnTo>
                  <a:cubicBezTo>
                    <a:pt x="2142490" y="644196"/>
                    <a:pt x="2263140" y="277589"/>
                    <a:pt x="2048510" y="360562"/>
                  </a:cubicBezTo>
                  <a:lnTo>
                    <a:pt x="1529080" y="1575953"/>
                  </a:lnTo>
                  <a:cubicBezTo>
                    <a:pt x="1351915" y="1908269"/>
                    <a:pt x="1189778" y="2987557"/>
                    <a:pt x="1057910" y="3172342"/>
                  </a:cubicBezTo>
                  <a:cubicBezTo>
                    <a:pt x="926042" y="3357127"/>
                    <a:pt x="772160" y="2955173"/>
                    <a:pt x="875030" y="2852303"/>
                  </a:cubicBezTo>
                  <a:cubicBezTo>
                    <a:pt x="368300" y="3237113"/>
                    <a:pt x="688128" y="2475748"/>
                    <a:pt x="760730" y="2501783"/>
                  </a:cubicBezTo>
                  <a:cubicBezTo>
                    <a:pt x="461433" y="2586873"/>
                    <a:pt x="124037" y="2527183"/>
                    <a:pt x="0" y="2208413"/>
                  </a:cubicBezTo>
                  <a:cubicBezTo>
                    <a:pt x="771102" y="2301758"/>
                    <a:pt x="863812" y="1420378"/>
                    <a:pt x="753110" y="1389263"/>
                  </a:cubicBezTo>
                  <a:cubicBezTo>
                    <a:pt x="642408" y="1358148"/>
                    <a:pt x="472439" y="1711843"/>
                    <a:pt x="532129" y="1556903"/>
                  </a:cubicBezTo>
                  <a:cubicBezTo>
                    <a:pt x="668019" y="769503"/>
                    <a:pt x="1117387" y="766963"/>
                    <a:pt x="1073149" y="733943"/>
                  </a:cubicBezTo>
                  <a:lnTo>
                    <a:pt x="861060" y="711083"/>
                  </a:lnTo>
                  <a:close/>
                </a:path>
              </a:pathLst>
            </a:custGeom>
            <a:solidFill>
              <a:srgbClr val="552F2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0E9771E-B165-B23F-A958-3FAA5EED2E53}"/>
                </a:ext>
              </a:extLst>
            </p:cNvPr>
            <p:cNvGrpSpPr/>
            <p:nvPr/>
          </p:nvGrpSpPr>
          <p:grpSpPr>
            <a:xfrm rot="20630128">
              <a:off x="5356845" y="1245390"/>
              <a:ext cx="1843623" cy="2237754"/>
              <a:chOff x="4632961" y="1940238"/>
              <a:chExt cx="1843623" cy="2237754"/>
            </a:xfrm>
          </p:grpSpPr>
          <p:sp>
            <p:nvSpPr>
              <p:cNvPr id="78" name="Rectangle 7">
                <a:extLst>
                  <a:ext uri="{FF2B5EF4-FFF2-40B4-BE49-F238E27FC236}">
                    <a16:creationId xmlns:a16="http://schemas.microsoft.com/office/drawing/2014/main" id="{3953D682-3A99-5B83-28E7-F7BECA119EE5}"/>
                  </a:ext>
                </a:extLst>
              </p:cNvPr>
              <p:cNvSpPr/>
              <p:nvPr/>
            </p:nvSpPr>
            <p:spPr>
              <a:xfrm>
                <a:off x="4632961" y="1940238"/>
                <a:ext cx="1843623" cy="2229425"/>
              </a:xfrm>
              <a:custGeom>
                <a:avLst/>
                <a:gdLst>
                  <a:gd name="connsiteX0" fmla="*/ 0 w 708660"/>
                  <a:gd name="connsiteY0" fmla="*/ 0 h 495300"/>
                  <a:gd name="connsiteX1" fmla="*/ 708660 w 708660"/>
                  <a:gd name="connsiteY1" fmla="*/ 0 h 495300"/>
                  <a:gd name="connsiteX2" fmla="*/ 708660 w 708660"/>
                  <a:gd name="connsiteY2" fmla="*/ 495300 h 495300"/>
                  <a:gd name="connsiteX3" fmla="*/ 0 w 708660"/>
                  <a:gd name="connsiteY3" fmla="*/ 495300 h 495300"/>
                  <a:gd name="connsiteX4" fmla="*/ 0 w 708660"/>
                  <a:gd name="connsiteY4" fmla="*/ 0 h 495300"/>
                  <a:gd name="connsiteX0" fmla="*/ 0 w 861060"/>
                  <a:gd name="connsiteY0" fmla="*/ 0 h 495300"/>
                  <a:gd name="connsiteX1" fmla="*/ 708660 w 861060"/>
                  <a:gd name="connsiteY1" fmla="*/ 0 h 495300"/>
                  <a:gd name="connsiteX2" fmla="*/ 861060 w 861060"/>
                  <a:gd name="connsiteY2" fmla="*/ 449580 h 495300"/>
                  <a:gd name="connsiteX3" fmla="*/ 0 w 861060"/>
                  <a:gd name="connsiteY3" fmla="*/ 495300 h 495300"/>
                  <a:gd name="connsiteX4" fmla="*/ 0 w 861060"/>
                  <a:gd name="connsiteY4" fmla="*/ 0 h 495300"/>
                  <a:gd name="connsiteX0" fmla="*/ 0 w 1005840"/>
                  <a:gd name="connsiteY0" fmla="*/ 281940 h 777240"/>
                  <a:gd name="connsiteX1" fmla="*/ 1005840 w 1005840"/>
                  <a:gd name="connsiteY1" fmla="*/ 0 h 777240"/>
                  <a:gd name="connsiteX2" fmla="*/ 861060 w 1005840"/>
                  <a:gd name="connsiteY2" fmla="*/ 731520 h 777240"/>
                  <a:gd name="connsiteX3" fmla="*/ 0 w 1005840"/>
                  <a:gd name="connsiteY3" fmla="*/ 777240 h 777240"/>
                  <a:gd name="connsiteX4" fmla="*/ 0 w 1005840"/>
                  <a:gd name="connsiteY4" fmla="*/ 281940 h 777240"/>
                  <a:gd name="connsiteX0" fmla="*/ 0 w 1014011"/>
                  <a:gd name="connsiteY0" fmla="*/ 281940 h 777240"/>
                  <a:gd name="connsiteX1" fmla="*/ 1005840 w 1014011"/>
                  <a:gd name="connsiteY1" fmla="*/ 0 h 777240"/>
                  <a:gd name="connsiteX2" fmla="*/ 861060 w 1014011"/>
                  <a:gd name="connsiteY2" fmla="*/ 731520 h 777240"/>
                  <a:gd name="connsiteX3" fmla="*/ 0 w 1014011"/>
                  <a:gd name="connsiteY3" fmla="*/ 777240 h 777240"/>
                  <a:gd name="connsiteX4" fmla="*/ 0 w 1014011"/>
                  <a:gd name="connsiteY4" fmla="*/ 281940 h 777240"/>
                  <a:gd name="connsiteX0" fmla="*/ 0 w 1023265"/>
                  <a:gd name="connsiteY0" fmla="*/ 281940 h 777240"/>
                  <a:gd name="connsiteX1" fmla="*/ 1005840 w 1023265"/>
                  <a:gd name="connsiteY1" fmla="*/ 0 h 777240"/>
                  <a:gd name="connsiteX2" fmla="*/ 861060 w 1023265"/>
                  <a:gd name="connsiteY2" fmla="*/ 731520 h 777240"/>
                  <a:gd name="connsiteX3" fmla="*/ 0 w 1023265"/>
                  <a:gd name="connsiteY3" fmla="*/ 777240 h 777240"/>
                  <a:gd name="connsiteX4" fmla="*/ 0 w 1023265"/>
                  <a:gd name="connsiteY4" fmla="*/ 281940 h 777240"/>
                  <a:gd name="connsiteX0" fmla="*/ 0 w 1036931"/>
                  <a:gd name="connsiteY0" fmla="*/ 281940 h 777240"/>
                  <a:gd name="connsiteX1" fmla="*/ 1005840 w 1036931"/>
                  <a:gd name="connsiteY1" fmla="*/ 0 h 777240"/>
                  <a:gd name="connsiteX2" fmla="*/ 914400 w 1036931"/>
                  <a:gd name="connsiteY2" fmla="*/ 731520 h 777240"/>
                  <a:gd name="connsiteX3" fmla="*/ 0 w 1036931"/>
                  <a:gd name="connsiteY3" fmla="*/ 777240 h 777240"/>
                  <a:gd name="connsiteX4" fmla="*/ 0 w 1036931"/>
                  <a:gd name="connsiteY4" fmla="*/ 281940 h 777240"/>
                  <a:gd name="connsiteX0" fmla="*/ 0 w 1023084"/>
                  <a:gd name="connsiteY0" fmla="*/ 281940 h 777240"/>
                  <a:gd name="connsiteX1" fmla="*/ 1005840 w 1023084"/>
                  <a:gd name="connsiteY1" fmla="*/ 0 h 777240"/>
                  <a:gd name="connsiteX2" fmla="*/ 914400 w 1023084"/>
                  <a:gd name="connsiteY2" fmla="*/ 731520 h 777240"/>
                  <a:gd name="connsiteX3" fmla="*/ 0 w 1023084"/>
                  <a:gd name="connsiteY3" fmla="*/ 777240 h 777240"/>
                  <a:gd name="connsiteX4" fmla="*/ 0 w 1023084"/>
                  <a:gd name="connsiteY4" fmla="*/ 281940 h 777240"/>
                  <a:gd name="connsiteX0" fmla="*/ 0 w 985333"/>
                  <a:gd name="connsiteY0" fmla="*/ 281940 h 777240"/>
                  <a:gd name="connsiteX1" fmla="*/ 952500 w 985333"/>
                  <a:gd name="connsiteY1" fmla="*/ 0 h 777240"/>
                  <a:gd name="connsiteX2" fmla="*/ 914400 w 985333"/>
                  <a:gd name="connsiteY2" fmla="*/ 731520 h 777240"/>
                  <a:gd name="connsiteX3" fmla="*/ 0 w 985333"/>
                  <a:gd name="connsiteY3" fmla="*/ 777240 h 777240"/>
                  <a:gd name="connsiteX4" fmla="*/ 0 w 985333"/>
                  <a:gd name="connsiteY4" fmla="*/ 281940 h 777240"/>
                  <a:gd name="connsiteX0" fmla="*/ 0 w 1613884"/>
                  <a:gd name="connsiteY0" fmla="*/ 281940 h 1204293"/>
                  <a:gd name="connsiteX1" fmla="*/ 952500 w 1613884"/>
                  <a:gd name="connsiteY1" fmla="*/ 0 h 1204293"/>
                  <a:gd name="connsiteX2" fmla="*/ 914400 w 1613884"/>
                  <a:gd name="connsiteY2" fmla="*/ 731520 h 1204293"/>
                  <a:gd name="connsiteX3" fmla="*/ 1607821 w 1613884"/>
                  <a:gd name="connsiteY3" fmla="*/ 1204293 h 1204293"/>
                  <a:gd name="connsiteX4" fmla="*/ 0 w 1613884"/>
                  <a:gd name="connsiteY4" fmla="*/ 777240 h 1204293"/>
                  <a:gd name="connsiteX5" fmla="*/ 0 w 1613884"/>
                  <a:gd name="connsiteY5" fmla="*/ 281940 h 1204293"/>
                  <a:gd name="connsiteX0" fmla="*/ 0 w 1659317"/>
                  <a:gd name="connsiteY0" fmla="*/ 281940 h 1768173"/>
                  <a:gd name="connsiteX1" fmla="*/ 952500 w 1659317"/>
                  <a:gd name="connsiteY1" fmla="*/ 0 h 1768173"/>
                  <a:gd name="connsiteX2" fmla="*/ 914400 w 1659317"/>
                  <a:gd name="connsiteY2" fmla="*/ 731520 h 1768173"/>
                  <a:gd name="connsiteX3" fmla="*/ 1653541 w 1659317"/>
                  <a:gd name="connsiteY3" fmla="*/ 1768173 h 1768173"/>
                  <a:gd name="connsiteX4" fmla="*/ 0 w 1659317"/>
                  <a:gd name="connsiteY4" fmla="*/ 777240 h 1768173"/>
                  <a:gd name="connsiteX5" fmla="*/ 0 w 1659317"/>
                  <a:gd name="connsiteY5" fmla="*/ 281940 h 1768173"/>
                  <a:gd name="connsiteX0" fmla="*/ 0 w 1859220"/>
                  <a:gd name="connsiteY0" fmla="*/ 281940 h 1768173"/>
                  <a:gd name="connsiteX1" fmla="*/ 952500 w 1859220"/>
                  <a:gd name="connsiteY1" fmla="*/ 0 h 1768173"/>
                  <a:gd name="connsiteX2" fmla="*/ 914400 w 1859220"/>
                  <a:gd name="connsiteY2" fmla="*/ 731520 h 1768173"/>
                  <a:gd name="connsiteX3" fmla="*/ 1653541 w 1859220"/>
                  <a:gd name="connsiteY3" fmla="*/ 1768173 h 1768173"/>
                  <a:gd name="connsiteX4" fmla="*/ 0 w 1859220"/>
                  <a:gd name="connsiteY4" fmla="*/ 777240 h 1768173"/>
                  <a:gd name="connsiteX5" fmla="*/ 0 w 1859220"/>
                  <a:gd name="connsiteY5" fmla="*/ 281940 h 1768173"/>
                  <a:gd name="connsiteX0" fmla="*/ 0 w 1872815"/>
                  <a:gd name="connsiteY0" fmla="*/ 281940 h 1768582"/>
                  <a:gd name="connsiteX1" fmla="*/ 952500 w 1872815"/>
                  <a:gd name="connsiteY1" fmla="*/ 0 h 1768582"/>
                  <a:gd name="connsiteX2" fmla="*/ 914400 w 1872815"/>
                  <a:gd name="connsiteY2" fmla="*/ 731520 h 1768582"/>
                  <a:gd name="connsiteX3" fmla="*/ 1775459 w 1872815"/>
                  <a:gd name="connsiteY3" fmla="*/ 869013 h 1768582"/>
                  <a:gd name="connsiteX4" fmla="*/ 1653541 w 1872815"/>
                  <a:gd name="connsiteY4" fmla="*/ 1768173 h 1768582"/>
                  <a:gd name="connsiteX5" fmla="*/ 0 w 1872815"/>
                  <a:gd name="connsiteY5" fmla="*/ 777240 h 1768582"/>
                  <a:gd name="connsiteX6" fmla="*/ 0 w 1872815"/>
                  <a:gd name="connsiteY6" fmla="*/ 281940 h 1768582"/>
                  <a:gd name="connsiteX0" fmla="*/ 0 w 1816832"/>
                  <a:gd name="connsiteY0" fmla="*/ 281940 h 1768173"/>
                  <a:gd name="connsiteX1" fmla="*/ 952500 w 1816832"/>
                  <a:gd name="connsiteY1" fmla="*/ 0 h 1768173"/>
                  <a:gd name="connsiteX2" fmla="*/ 914400 w 1816832"/>
                  <a:gd name="connsiteY2" fmla="*/ 731520 h 1768173"/>
                  <a:gd name="connsiteX3" fmla="*/ 1775459 w 1816832"/>
                  <a:gd name="connsiteY3" fmla="*/ 869013 h 1768173"/>
                  <a:gd name="connsiteX4" fmla="*/ 1653541 w 1816832"/>
                  <a:gd name="connsiteY4" fmla="*/ 1768173 h 1768173"/>
                  <a:gd name="connsiteX5" fmla="*/ 0 w 1816832"/>
                  <a:gd name="connsiteY5" fmla="*/ 777240 h 1768173"/>
                  <a:gd name="connsiteX6" fmla="*/ 0 w 1816832"/>
                  <a:gd name="connsiteY6" fmla="*/ 281940 h 1768173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0 w 1820407"/>
                  <a:gd name="connsiteY6" fmla="*/ 777240 h 2247070"/>
                  <a:gd name="connsiteX7" fmla="*/ 0 w 1820407"/>
                  <a:gd name="connsiteY7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0 w 1820407"/>
                  <a:gd name="connsiteY7" fmla="*/ 777240 h 2249017"/>
                  <a:gd name="connsiteX8" fmla="*/ 0 w 1820407"/>
                  <a:gd name="connsiteY8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417319 w 1820407"/>
                  <a:gd name="connsiteY7" fmla="*/ 1158572 h 2249017"/>
                  <a:gd name="connsiteX8" fmla="*/ 0 w 1820407"/>
                  <a:gd name="connsiteY8" fmla="*/ 777240 h 2249017"/>
                  <a:gd name="connsiteX9" fmla="*/ 0 w 1820407"/>
                  <a:gd name="connsiteY9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312419 w 1820407"/>
                  <a:gd name="connsiteY9" fmla="*/ 1402412 h 2249017"/>
                  <a:gd name="connsiteX10" fmla="*/ 0 w 1820407"/>
                  <a:gd name="connsiteY10" fmla="*/ 777240 h 2249017"/>
                  <a:gd name="connsiteX11" fmla="*/ 0 w 182040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944880 w 1850887"/>
                  <a:gd name="connsiteY2" fmla="*/ 711190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51304 w 1850887"/>
                  <a:gd name="connsiteY2" fmla="*/ 69474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51304 w 1850887"/>
                  <a:gd name="connsiteY2" fmla="*/ 69474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37162 w 1850887"/>
                  <a:gd name="connsiteY2" fmla="*/ 743540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04457 w 1850887"/>
                  <a:gd name="connsiteY2" fmla="*/ 62827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50887"/>
                  <a:gd name="connsiteY0" fmla="*/ 261610 h 2228687"/>
                  <a:gd name="connsiteX1" fmla="*/ 368842 w 1850887"/>
                  <a:gd name="connsiteY1" fmla="*/ 0 h 2228687"/>
                  <a:gd name="connsiteX2" fmla="*/ 704457 w 1850887"/>
                  <a:gd name="connsiteY2" fmla="*/ 628279 h 2228687"/>
                  <a:gd name="connsiteX3" fmla="*/ 1805939 w 1850887"/>
                  <a:gd name="connsiteY3" fmla="*/ 848683 h 2228687"/>
                  <a:gd name="connsiteX4" fmla="*/ 1684021 w 1850887"/>
                  <a:gd name="connsiteY4" fmla="*/ 1747843 h 2228687"/>
                  <a:gd name="connsiteX5" fmla="*/ 1127759 w 1850887"/>
                  <a:gd name="connsiteY5" fmla="*/ 2220283 h 2228687"/>
                  <a:gd name="connsiteX6" fmla="*/ 1272539 w 1850887"/>
                  <a:gd name="connsiteY6" fmla="*/ 1702122 h 2228687"/>
                  <a:gd name="connsiteX7" fmla="*/ 1249679 w 1850887"/>
                  <a:gd name="connsiteY7" fmla="*/ 1580202 h 2228687"/>
                  <a:gd name="connsiteX8" fmla="*/ 1447799 w 1850887"/>
                  <a:gd name="connsiteY8" fmla="*/ 1138242 h 2228687"/>
                  <a:gd name="connsiteX9" fmla="*/ 342899 w 1850887"/>
                  <a:gd name="connsiteY9" fmla="*/ 1382082 h 2228687"/>
                  <a:gd name="connsiteX10" fmla="*/ 0 w 1850887"/>
                  <a:gd name="connsiteY10" fmla="*/ 703570 h 2228687"/>
                  <a:gd name="connsiteX11" fmla="*/ 30480 w 1850887"/>
                  <a:gd name="connsiteY11" fmla="*/ 261610 h 2228687"/>
                  <a:gd name="connsiteX0" fmla="*/ 30480 w 1861987"/>
                  <a:gd name="connsiteY0" fmla="*/ 261610 h 2229425"/>
                  <a:gd name="connsiteX1" fmla="*/ 368842 w 1861987"/>
                  <a:gd name="connsiteY1" fmla="*/ 0 h 2229425"/>
                  <a:gd name="connsiteX2" fmla="*/ 704457 w 1861987"/>
                  <a:gd name="connsiteY2" fmla="*/ 628279 h 2229425"/>
                  <a:gd name="connsiteX3" fmla="*/ 1805939 w 1861987"/>
                  <a:gd name="connsiteY3" fmla="*/ 848683 h 2229425"/>
                  <a:gd name="connsiteX4" fmla="*/ 1737939 w 1861987"/>
                  <a:gd name="connsiteY4" fmla="*/ 1789917 h 2229425"/>
                  <a:gd name="connsiteX5" fmla="*/ 1127759 w 1861987"/>
                  <a:gd name="connsiteY5" fmla="*/ 2220283 h 2229425"/>
                  <a:gd name="connsiteX6" fmla="*/ 1272539 w 1861987"/>
                  <a:gd name="connsiteY6" fmla="*/ 1702122 h 2229425"/>
                  <a:gd name="connsiteX7" fmla="*/ 1249679 w 1861987"/>
                  <a:gd name="connsiteY7" fmla="*/ 1580202 h 2229425"/>
                  <a:gd name="connsiteX8" fmla="*/ 1447799 w 1861987"/>
                  <a:gd name="connsiteY8" fmla="*/ 1138242 h 2229425"/>
                  <a:gd name="connsiteX9" fmla="*/ 342899 w 1861987"/>
                  <a:gd name="connsiteY9" fmla="*/ 1382082 h 2229425"/>
                  <a:gd name="connsiteX10" fmla="*/ 0 w 1861987"/>
                  <a:gd name="connsiteY10" fmla="*/ 703570 h 2229425"/>
                  <a:gd name="connsiteX11" fmla="*/ 30480 w 1861987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249679 w 1843623"/>
                  <a:gd name="connsiteY7" fmla="*/ 1580202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  <a:gd name="connsiteX0" fmla="*/ 30480 w 1843623"/>
                  <a:gd name="connsiteY0" fmla="*/ 261610 h 2229425"/>
                  <a:gd name="connsiteX1" fmla="*/ 368842 w 1843623"/>
                  <a:gd name="connsiteY1" fmla="*/ 0 h 2229425"/>
                  <a:gd name="connsiteX2" fmla="*/ 704457 w 1843623"/>
                  <a:gd name="connsiteY2" fmla="*/ 628279 h 2229425"/>
                  <a:gd name="connsiteX3" fmla="*/ 1805939 w 1843623"/>
                  <a:gd name="connsiteY3" fmla="*/ 848683 h 2229425"/>
                  <a:gd name="connsiteX4" fmla="*/ 1737939 w 1843623"/>
                  <a:gd name="connsiteY4" fmla="*/ 1789917 h 2229425"/>
                  <a:gd name="connsiteX5" fmla="*/ 1127759 w 1843623"/>
                  <a:gd name="connsiteY5" fmla="*/ 2220283 h 2229425"/>
                  <a:gd name="connsiteX6" fmla="*/ 1272539 w 1843623"/>
                  <a:gd name="connsiteY6" fmla="*/ 1702122 h 2229425"/>
                  <a:gd name="connsiteX7" fmla="*/ 1383193 w 1843623"/>
                  <a:gd name="connsiteY7" fmla="*/ 1564358 h 2229425"/>
                  <a:gd name="connsiteX8" fmla="*/ 1447799 w 1843623"/>
                  <a:gd name="connsiteY8" fmla="*/ 1138242 h 2229425"/>
                  <a:gd name="connsiteX9" fmla="*/ 342899 w 1843623"/>
                  <a:gd name="connsiteY9" fmla="*/ 1382082 h 2229425"/>
                  <a:gd name="connsiteX10" fmla="*/ 0 w 1843623"/>
                  <a:gd name="connsiteY10" fmla="*/ 703570 h 2229425"/>
                  <a:gd name="connsiteX11" fmla="*/ 30480 w 1843623"/>
                  <a:gd name="connsiteY11" fmla="*/ 261610 h 222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3623" h="2229425">
                    <a:moveTo>
                      <a:pt x="30480" y="261610"/>
                    </a:moveTo>
                    <a:lnTo>
                      <a:pt x="368842" y="0"/>
                    </a:lnTo>
                    <a:cubicBezTo>
                      <a:pt x="412022" y="396240"/>
                      <a:pt x="798437" y="506359"/>
                      <a:pt x="704457" y="628279"/>
                    </a:cubicBezTo>
                    <a:cubicBezTo>
                      <a:pt x="1003372" y="904417"/>
                      <a:pt x="1624058" y="513446"/>
                      <a:pt x="1805939" y="848683"/>
                    </a:cubicBezTo>
                    <a:cubicBezTo>
                      <a:pt x="1929129" y="1021458"/>
                      <a:pt x="1708298" y="1344084"/>
                      <a:pt x="1737939" y="1789917"/>
                    </a:cubicBezTo>
                    <a:cubicBezTo>
                      <a:pt x="1692218" y="1873737"/>
                      <a:pt x="1257300" y="2296483"/>
                      <a:pt x="1127759" y="2220283"/>
                    </a:cubicBezTo>
                    <a:cubicBezTo>
                      <a:pt x="1038859" y="2093283"/>
                      <a:pt x="896619" y="1707202"/>
                      <a:pt x="1272539" y="1702122"/>
                    </a:cubicBezTo>
                    <a:cubicBezTo>
                      <a:pt x="1439362" y="1712494"/>
                      <a:pt x="1353983" y="1658338"/>
                      <a:pt x="1383193" y="1564358"/>
                    </a:cubicBezTo>
                    <a:cubicBezTo>
                      <a:pt x="1526703" y="1516098"/>
                      <a:pt x="1475739" y="1288157"/>
                      <a:pt x="1447799" y="1138242"/>
                    </a:cubicBezTo>
                    <a:cubicBezTo>
                      <a:pt x="745485" y="1727213"/>
                      <a:pt x="698499" y="1476062"/>
                      <a:pt x="342899" y="1382082"/>
                    </a:cubicBezTo>
                    <a:cubicBezTo>
                      <a:pt x="185419" y="1305771"/>
                      <a:pt x="5080" y="924661"/>
                      <a:pt x="0" y="703570"/>
                    </a:cubicBezTo>
                    <a:lnTo>
                      <a:pt x="30480" y="261610"/>
                    </a:lnTo>
                    <a:close/>
                  </a:path>
                </a:pathLst>
              </a:custGeom>
              <a:solidFill>
                <a:srgbClr val="B1734A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2C6CD75-E38F-A8AA-1FC1-6559112B7149}"/>
                  </a:ext>
                </a:extLst>
              </p:cNvPr>
              <p:cNvSpPr/>
              <p:nvPr/>
            </p:nvSpPr>
            <p:spPr>
              <a:xfrm rot="20333405">
                <a:off x="5663355" y="3676092"/>
                <a:ext cx="236213" cy="501900"/>
              </a:xfrm>
              <a:custGeom>
                <a:avLst/>
                <a:gdLst>
                  <a:gd name="connsiteX0" fmla="*/ 225367 w 236213"/>
                  <a:gd name="connsiteY0" fmla="*/ 747 h 483874"/>
                  <a:gd name="connsiteX1" fmla="*/ 227374 w 236213"/>
                  <a:gd name="connsiteY1" fmla="*/ 93440 h 483874"/>
                  <a:gd name="connsiteX2" fmla="*/ 234942 w 236213"/>
                  <a:gd name="connsiteY2" fmla="*/ 442988 h 483874"/>
                  <a:gd name="connsiteX3" fmla="*/ 236213 w 236213"/>
                  <a:gd name="connsiteY3" fmla="*/ 453699 h 483874"/>
                  <a:gd name="connsiteX4" fmla="*/ 151912 w 236213"/>
                  <a:gd name="connsiteY4" fmla="*/ 477290 h 483874"/>
                  <a:gd name="connsiteX5" fmla="*/ 15080 w 236213"/>
                  <a:gd name="connsiteY5" fmla="*/ 456499 h 483874"/>
                  <a:gd name="connsiteX6" fmla="*/ 220205 w 236213"/>
                  <a:gd name="connsiteY6" fmla="*/ 101 h 483874"/>
                  <a:gd name="connsiteX7" fmla="*/ 225367 w 236213"/>
                  <a:gd name="connsiteY7" fmla="*/ 747 h 48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13" h="483874">
                    <a:moveTo>
                      <a:pt x="225367" y="747"/>
                    </a:moveTo>
                    <a:lnTo>
                      <a:pt x="227374" y="93440"/>
                    </a:lnTo>
                    <a:cubicBezTo>
                      <a:pt x="228150" y="209521"/>
                      <a:pt x="225434" y="324732"/>
                      <a:pt x="234942" y="442988"/>
                    </a:cubicBezTo>
                    <a:lnTo>
                      <a:pt x="236213" y="453699"/>
                    </a:lnTo>
                    <a:lnTo>
                      <a:pt x="151912" y="477290"/>
                    </a:lnTo>
                    <a:cubicBezTo>
                      <a:pt x="88622" y="489486"/>
                      <a:pt x="38431" y="485934"/>
                      <a:pt x="15080" y="456499"/>
                    </a:cubicBezTo>
                    <a:cubicBezTo>
                      <a:pt x="-17465" y="324816"/>
                      <a:pt x="-16666" y="-6623"/>
                      <a:pt x="220205" y="101"/>
                    </a:cubicBezTo>
                    <a:lnTo>
                      <a:pt x="225367" y="747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E9C63BA-9157-477E-05EF-3CFB894A759F}"/>
                </a:ext>
              </a:extLst>
            </p:cNvPr>
            <p:cNvGrpSpPr/>
            <p:nvPr/>
          </p:nvGrpSpPr>
          <p:grpSpPr>
            <a:xfrm>
              <a:off x="3631827" y="4299495"/>
              <a:ext cx="1701448" cy="3463413"/>
              <a:chOff x="4505618" y="4091071"/>
              <a:chExt cx="1701448" cy="3463413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0244307-5041-94B3-2AF5-96E927675BDF}"/>
                  </a:ext>
                </a:extLst>
              </p:cNvPr>
              <p:cNvSpPr/>
              <p:nvPr/>
            </p:nvSpPr>
            <p:spPr>
              <a:xfrm rot="20170652">
                <a:off x="5486070" y="7211244"/>
                <a:ext cx="510042" cy="343240"/>
              </a:xfrm>
              <a:custGeom>
                <a:avLst/>
                <a:gdLst>
                  <a:gd name="connsiteX0" fmla="*/ 510042 w 510042"/>
                  <a:gd name="connsiteY0" fmla="*/ 170876 h 343240"/>
                  <a:gd name="connsiteX1" fmla="*/ 495637 w 510042"/>
                  <a:gd name="connsiteY1" fmla="*/ 249181 h 343240"/>
                  <a:gd name="connsiteX2" fmla="*/ 459686 w 510042"/>
                  <a:gd name="connsiteY2" fmla="*/ 333898 h 343240"/>
                  <a:gd name="connsiteX3" fmla="*/ 19322 w 510042"/>
                  <a:gd name="connsiteY3" fmla="*/ 142019 h 343240"/>
                  <a:gd name="connsiteX4" fmla="*/ 31651 w 510042"/>
                  <a:gd name="connsiteY4" fmla="*/ 19970 h 343240"/>
                  <a:gd name="connsiteX5" fmla="*/ 43181 w 510042"/>
                  <a:gd name="connsiteY5" fmla="*/ 0 h 343240"/>
                  <a:gd name="connsiteX6" fmla="*/ 44581 w 510042"/>
                  <a:gd name="connsiteY6" fmla="*/ 530 h 343240"/>
                  <a:gd name="connsiteX7" fmla="*/ 466873 w 510042"/>
                  <a:gd name="connsiteY7" fmla="*/ 160388 h 343240"/>
                  <a:gd name="connsiteX8" fmla="*/ 510042 w 510042"/>
                  <a:gd name="connsiteY8" fmla="*/ 170876 h 343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0042" h="343240">
                    <a:moveTo>
                      <a:pt x="510042" y="170876"/>
                    </a:moveTo>
                    <a:lnTo>
                      <a:pt x="495637" y="249181"/>
                    </a:lnTo>
                    <a:cubicBezTo>
                      <a:pt x="487332" y="276719"/>
                      <a:pt x="475514" y="304903"/>
                      <a:pt x="459686" y="333898"/>
                    </a:cubicBezTo>
                    <a:cubicBezTo>
                      <a:pt x="289082" y="386597"/>
                      <a:pt x="91499" y="201836"/>
                      <a:pt x="19322" y="142019"/>
                    </a:cubicBezTo>
                    <a:cubicBezTo>
                      <a:pt x="-16766" y="112111"/>
                      <a:pt x="3749" y="67327"/>
                      <a:pt x="31651" y="19970"/>
                    </a:cubicBezTo>
                    <a:lnTo>
                      <a:pt x="43181" y="0"/>
                    </a:lnTo>
                    <a:lnTo>
                      <a:pt x="44581" y="530"/>
                    </a:lnTo>
                    <a:cubicBezTo>
                      <a:pt x="175086" y="52670"/>
                      <a:pt x="202997" y="93347"/>
                      <a:pt x="466873" y="160388"/>
                    </a:cubicBezTo>
                    <a:lnTo>
                      <a:pt x="510042" y="170876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0F78830-8B34-0FE1-AC8B-3CA04BCAE692}"/>
                  </a:ext>
                </a:extLst>
              </p:cNvPr>
              <p:cNvSpPr/>
              <p:nvPr/>
            </p:nvSpPr>
            <p:spPr>
              <a:xfrm rot="20170652">
                <a:off x="4505618" y="4091071"/>
                <a:ext cx="1701448" cy="3306865"/>
              </a:xfrm>
              <a:custGeom>
                <a:avLst/>
                <a:gdLst>
                  <a:gd name="connsiteX0" fmla="*/ 1568755 w 1701448"/>
                  <a:gd name="connsiteY0" fmla="*/ 27442 h 3306865"/>
                  <a:gd name="connsiteX1" fmla="*/ 1683587 w 1701448"/>
                  <a:gd name="connsiteY1" fmla="*/ 138876 h 3306865"/>
                  <a:gd name="connsiteX2" fmla="*/ 464867 w 1701448"/>
                  <a:gd name="connsiteY2" fmla="*/ 2018080 h 3306865"/>
                  <a:gd name="connsiteX3" fmla="*/ 796440 w 1701448"/>
                  <a:gd name="connsiteY3" fmla="*/ 3304325 h 3306865"/>
                  <a:gd name="connsiteX4" fmla="*/ 795973 w 1701448"/>
                  <a:gd name="connsiteY4" fmla="*/ 3306865 h 3306865"/>
                  <a:gd name="connsiteX5" fmla="*/ 752804 w 1701448"/>
                  <a:gd name="connsiteY5" fmla="*/ 3296377 h 3306865"/>
                  <a:gd name="connsiteX6" fmla="*/ 330512 w 1701448"/>
                  <a:gd name="connsiteY6" fmla="*/ 3136519 h 3306865"/>
                  <a:gd name="connsiteX7" fmla="*/ 329112 w 1701448"/>
                  <a:gd name="connsiteY7" fmla="*/ 3135989 h 3306865"/>
                  <a:gd name="connsiteX8" fmla="*/ 358821 w 1701448"/>
                  <a:gd name="connsiteY8" fmla="*/ 3084531 h 3306865"/>
                  <a:gd name="connsiteX9" fmla="*/ 374226 w 1701448"/>
                  <a:gd name="connsiteY9" fmla="*/ 3018471 h 3306865"/>
                  <a:gd name="connsiteX10" fmla="*/ 165429 w 1701448"/>
                  <a:gd name="connsiteY10" fmla="*/ 2851851 h 3306865"/>
                  <a:gd name="connsiteX11" fmla="*/ 1010 w 1701448"/>
                  <a:gd name="connsiteY11" fmla="*/ 1764638 h 3306865"/>
                  <a:gd name="connsiteX12" fmla="*/ 293673 w 1701448"/>
                  <a:gd name="connsiteY12" fmla="*/ 321067 h 3306865"/>
                  <a:gd name="connsiteX13" fmla="*/ 1568755 w 1701448"/>
                  <a:gd name="connsiteY13" fmla="*/ 27442 h 3306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01448" h="3306865">
                    <a:moveTo>
                      <a:pt x="1568755" y="27442"/>
                    </a:moveTo>
                    <a:cubicBezTo>
                      <a:pt x="1635889" y="49579"/>
                      <a:pt x="1678237" y="85845"/>
                      <a:pt x="1683587" y="138876"/>
                    </a:cubicBezTo>
                    <a:cubicBezTo>
                      <a:pt x="1881139" y="1044003"/>
                      <a:pt x="372792" y="1922830"/>
                      <a:pt x="464867" y="2018080"/>
                    </a:cubicBezTo>
                    <a:cubicBezTo>
                      <a:pt x="255261" y="2658468"/>
                      <a:pt x="821314" y="2934523"/>
                      <a:pt x="796440" y="3304325"/>
                    </a:cubicBezTo>
                    <a:lnTo>
                      <a:pt x="795973" y="3306865"/>
                    </a:lnTo>
                    <a:lnTo>
                      <a:pt x="752804" y="3296377"/>
                    </a:lnTo>
                    <a:cubicBezTo>
                      <a:pt x="488928" y="3229336"/>
                      <a:pt x="461017" y="3188659"/>
                      <a:pt x="330512" y="3136519"/>
                    </a:cubicBezTo>
                    <a:lnTo>
                      <a:pt x="329112" y="3135989"/>
                    </a:lnTo>
                    <a:lnTo>
                      <a:pt x="358821" y="3084531"/>
                    </a:lnTo>
                    <a:cubicBezTo>
                      <a:pt x="370313" y="3061104"/>
                      <a:pt x="377498" y="3038572"/>
                      <a:pt x="374226" y="3018471"/>
                    </a:cubicBezTo>
                    <a:cubicBezTo>
                      <a:pt x="271096" y="2922170"/>
                      <a:pt x="209466" y="2948680"/>
                      <a:pt x="165429" y="2851851"/>
                    </a:cubicBezTo>
                    <a:cubicBezTo>
                      <a:pt x="306682" y="2394315"/>
                      <a:pt x="-20382" y="2178618"/>
                      <a:pt x="1010" y="1764638"/>
                    </a:cubicBezTo>
                    <a:cubicBezTo>
                      <a:pt x="22403" y="1350659"/>
                      <a:pt x="804152" y="1249037"/>
                      <a:pt x="293673" y="321067"/>
                    </a:cubicBezTo>
                    <a:cubicBezTo>
                      <a:pt x="521523" y="100911"/>
                      <a:pt x="1277842" y="-68482"/>
                      <a:pt x="1568755" y="27442"/>
                    </a:cubicBezTo>
                    <a:close/>
                  </a:path>
                </a:pathLst>
              </a:custGeom>
              <a:solidFill>
                <a:srgbClr val="B1734A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7F8DAD3-DD3D-1F4B-4EF4-24F202AB148C}"/>
                </a:ext>
              </a:extLst>
            </p:cNvPr>
            <p:cNvGrpSpPr/>
            <p:nvPr/>
          </p:nvGrpSpPr>
          <p:grpSpPr>
            <a:xfrm>
              <a:off x="2199007" y="-1052497"/>
              <a:ext cx="3971536" cy="9125907"/>
              <a:chOff x="6242281" y="-1522960"/>
              <a:chExt cx="3971536" cy="912590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854716F-0331-6C86-89FC-CCB22AF0A29B}"/>
                  </a:ext>
                </a:extLst>
              </p:cNvPr>
              <p:cNvSpPr/>
              <p:nvPr/>
            </p:nvSpPr>
            <p:spPr>
              <a:xfrm>
                <a:off x="6330976" y="7331285"/>
                <a:ext cx="538619" cy="271662"/>
              </a:xfrm>
              <a:custGeom>
                <a:avLst/>
                <a:gdLst>
                  <a:gd name="connsiteX0" fmla="*/ 496410 w 538619"/>
                  <a:gd name="connsiteY0" fmla="*/ 0 h 271662"/>
                  <a:gd name="connsiteX1" fmla="*/ 513546 w 538619"/>
                  <a:gd name="connsiteY1" fmla="*/ 63835 h 271662"/>
                  <a:gd name="connsiteX2" fmla="*/ 523666 w 538619"/>
                  <a:gd name="connsiteY2" fmla="*/ 175455 h 271662"/>
                  <a:gd name="connsiteX3" fmla="*/ 21586 w 538619"/>
                  <a:gd name="connsiteY3" fmla="*/ 20131 h 271662"/>
                  <a:gd name="connsiteX4" fmla="*/ 25019 w 538619"/>
                  <a:gd name="connsiteY4" fmla="*/ 11792 h 271662"/>
                  <a:gd name="connsiteX5" fmla="*/ 115033 w 538619"/>
                  <a:gd name="connsiteY5" fmla="*/ 20997 h 271662"/>
                  <a:gd name="connsiteX6" fmla="*/ 309831 w 538619"/>
                  <a:gd name="connsiteY6" fmla="*/ 17425 h 271662"/>
                  <a:gd name="connsiteX7" fmla="*/ 496410 w 538619"/>
                  <a:gd name="connsiteY7" fmla="*/ 0 h 271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8619" h="271662">
                    <a:moveTo>
                      <a:pt x="496410" y="0"/>
                    </a:moveTo>
                    <a:lnTo>
                      <a:pt x="513546" y="63835"/>
                    </a:lnTo>
                    <a:cubicBezTo>
                      <a:pt x="534779" y="131204"/>
                      <a:pt x="552241" y="181012"/>
                      <a:pt x="523666" y="175455"/>
                    </a:cubicBezTo>
                    <a:cubicBezTo>
                      <a:pt x="527834" y="182400"/>
                      <a:pt x="-125546" y="468287"/>
                      <a:pt x="21586" y="20131"/>
                    </a:cubicBezTo>
                    <a:lnTo>
                      <a:pt x="25019" y="11792"/>
                    </a:lnTo>
                    <a:lnTo>
                      <a:pt x="115033" y="20997"/>
                    </a:lnTo>
                    <a:cubicBezTo>
                      <a:pt x="181157" y="24569"/>
                      <a:pt x="245792" y="22188"/>
                      <a:pt x="309831" y="17425"/>
                    </a:cubicBezTo>
                    <a:lnTo>
                      <a:pt x="496410" y="0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B142986-11F9-4792-6E97-AE2E3C3747B8}"/>
                  </a:ext>
                </a:extLst>
              </p:cNvPr>
              <p:cNvSpPr/>
              <p:nvPr/>
            </p:nvSpPr>
            <p:spPr>
              <a:xfrm>
                <a:off x="6242281" y="-1522960"/>
                <a:ext cx="3971536" cy="8876960"/>
              </a:xfrm>
              <a:custGeom>
                <a:avLst/>
                <a:gdLst>
                  <a:gd name="connsiteX0" fmla="*/ 3187765 w 3971536"/>
                  <a:gd name="connsiteY0" fmla="*/ 0 h 8876960"/>
                  <a:gd name="connsiteX1" fmla="*/ 3340165 w 3971536"/>
                  <a:gd name="connsiteY1" fmla="*/ 2286000 h 8876960"/>
                  <a:gd name="connsiteX2" fmla="*/ 1488661 w 3971536"/>
                  <a:gd name="connsiteY2" fmla="*/ 5791200 h 8876960"/>
                  <a:gd name="connsiteX3" fmla="*/ 942561 w 3971536"/>
                  <a:gd name="connsiteY3" fmla="*/ 7467600 h 8876960"/>
                  <a:gd name="connsiteX4" fmla="*/ 707611 w 3971536"/>
                  <a:gd name="connsiteY4" fmla="*/ 8229600 h 8876960"/>
                  <a:gd name="connsiteX5" fmla="*/ 569498 w 3971536"/>
                  <a:gd name="connsiteY5" fmla="*/ 8701089 h 8876960"/>
                  <a:gd name="connsiteX6" fmla="*/ 572846 w 3971536"/>
                  <a:gd name="connsiteY6" fmla="*/ 8808580 h 8876960"/>
                  <a:gd name="connsiteX7" fmla="*/ 585104 w 3971536"/>
                  <a:gd name="connsiteY7" fmla="*/ 8854244 h 8876960"/>
                  <a:gd name="connsiteX8" fmla="*/ 398525 w 3971536"/>
                  <a:gd name="connsiteY8" fmla="*/ 8871669 h 8876960"/>
                  <a:gd name="connsiteX9" fmla="*/ 203727 w 3971536"/>
                  <a:gd name="connsiteY9" fmla="*/ 8875241 h 8876960"/>
                  <a:gd name="connsiteX10" fmla="*/ 113713 w 3971536"/>
                  <a:gd name="connsiteY10" fmla="*/ 8866036 h 8876960"/>
                  <a:gd name="connsiteX11" fmla="*/ 154592 w 3971536"/>
                  <a:gd name="connsiteY11" fmla="*/ 8766737 h 8876960"/>
                  <a:gd name="connsiteX12" fmla="*/ 226598 w 3971536"/>
                  <a:gd name="connsiteY12" fmla="*/ 8634413 h 8876960"/>
                  <a:gd name="connsiteX13" fmla="*/ 393285 w 3971536"/>
                  <a:gd name="connsiteY13" fmla="*/ 7872412 h 8876960"/>
                  <a:gd name="connsiteX14" fmla="*/ 440909 w 3971536"/>
                  <a:gd name="connsiteY14" fmla="*/ 7181850 h 8876960"/>
                  <a:gd name="connsiteX15" fmla="*/ 2098259 w 3971536"/>
                  <a:gd name="connsiteY15" fmla="*/ 2609850 h 8876960"/>
                  <a:gd name="connsiteX16" fmla="*/ 3187765 w 3971536"/>
                  <a:gd name="connsiteY16" fmla="*/ 0 h 887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71536" h="8876960">
                    <a:moveTo>
                      <a:pt x="3187765" y="0"/>
                    </a:moveTo>
                    <a:cubicBezTo>
                      <a:pt x="3029015" y="2514600"/>
                      <a:pt x="3194115" y="2114550"/>
                      <a:pt x="3340165" y="2286000"/>
                    </a:cubicBezTo>
                    <a:cubicBezTo>
                      <a:pt x="5292181" y="4171950"/>
                      <a:pt x="2156020" y="5461000"/>
                      <a:pt x="1488661" y="5791200"/>
                    </a:cubicBezTo>
                    <a:cubicBezTo>
                      <a:pt x="1548377" y="6489700"/>
                      <a:pt x="850486" y="7372350"/>
                      <a:pt x="942561" y="7467600"/>
                    </a:cubicBezTo>
                    <a:cubicBezTo>
                      <a:pt x="844136" y="7616825"/>
                      <a:pt x="732402" y="7877175"/>
                      <a:pt x="707611" y="8229600"/>
                    </a:cubicBezTo>
                    <a:cubicBezTo>
                      <a:pt x="747828" y="8382001"/>
                      <a:pt x="725258" y="8458995"/>
                      <a:pt x="569498" y="8701089"/>
                    </a:cubicBezTo>
                    <a:cubicBezTo>
                      <a:pt x="562751" y="8733434"/>
                      <a:pt x="565628" y="8770839"/>
                      <a:pt x="572846" y="8808580"/>
                    </a:cubicBezTo>
                    <a:lnTo>
                      <a:pt x="585104" y="8854244"/>
                    </a:lnTo>
                    <a:lnTo>
                      <a:pt x="398525" y="8871669"/>
                    </a:lnTo>
                    <a:cubicBezTo>
                      <a:pt x="334486" y="8876432"/>
                      <a:pt x="269851" y="8878813"/>
                      <a:pt x="203727" y="8875241"/>
                    </a:cubicBezTo>
                    <a:lnTo>
                      <a:pt x="113713" y="8866036"/>
                    </a:lnTo>
                    <a:lnTo>
                      <a:pt x="154592" y="8766737"/>
                    </a:lnTo>
                    <a:cubicBezTo>
                      <a:pt x="173802" y="8726866"/>
                      <a:pt x="197626" y="8682881"/>
                      <a:pt x="226598" y="8634413"/>
                    </a:cubicBezTo>
                    <a:cubicBezTo>
                      <a:pt x="185323" y="8262144"/>
                      <a:pt x="357567" y="8114506"/>
                      <a:pt x="393285" y="7872412"/>
                    </a:cubicBezTo>
                    <a:cubicBezTo>
                      <a:pt x="429003" y="7630318"/>
                      <a:pt x="347246" y="7469982"/>
                      <a:pt x="440909" y="7181850"/>
                    </a:cubicBezTo>
                    <a:cubicBezTo>
                      <a:pt x="-963050" y="4384675"/>
                      <a:pt x="1370575" y="4518025"/>
                      <a:pt x="2098259" y="2609850"/>
                    </a:cubicBezTo>
                    <a:cubicBezTo>
                      <a:pt x="2099478" y="2159000"/>
                      <a:pt x="1624446" y="355600"/>
                      <a:pt x="318776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CC"/>
                  </a:gs>
                  <a:gs pos="19000">
                    <a:srgbClr val="B1734A"/>
                  </a:gs>
                </a:gsLst>
                <a:lin ang="1020000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Rectangle 9">
              <a:extLst>
                <a:ext uri="{FF2B5EF4-FFF2-40B4-BE49-F238E27FC236}">
                  <a16:creationId xmlns:a16="http://schemas.microsoft.com/office/drawing/2014/main" id="{E86AF37B-70AD-6D2E-78CF-7D8759CA8E07}"/>
                </a:ext>
              </a:extLst>
            </p:cNvPr>
            <p:cNvSpPr/>
            <p:nvPr/>
          </p:nvSpPr>
          <p:spPr>
            <a:xfrm>
              <a:off x="4829480" y="-1122845"/>
              <a:ext cx="1558620" cy="1788707"/>
            </a:xfrm>
            <a:custGeom>
              <a:avLst/>
              <a:gdLst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0 w 1143000"/>
                <a:gd name="connsiteY3" fmla="*/ 1162050 h 1162050"/>
                <a:gd name="connsiteX4" fmla="*/ 0 w 1143000"/>
                <a:gd name="connsiteY4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0 w 1143000"/>
                <a:gd name="connsiteY4" fmla="*/ 116205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3175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406400 w 1143000"/>
                <a:gd name="connsiteY4" fmla="*/ 114300 h 1162050"/>
                <a:gd name="connsiteX5" fmla="*/ 0 w 1143000"/>
                <a:gd name="connsiteY5" fmla="*/ 0 h 1162050"/>
                <a:gd name="connsiteX0" fmla="*/ 0 w 1143000"/>
                <a:gd name="connsiteY0" fmla="*/ 0 h 1162050"/>
                <a:gd name="connsiteX1" fmla="*/ 1143000 w 1143000"/>
                <a:gd name="connsiteY1" fmla="*/ 0 h 1162050"/>
                <a:gd name="connsiteX2" fmla="*/ 1143000 w 1143000"/>
                <a:gd name="connsiteY2" fmla="*/ 1162050 h 1162050"/>
                <a:gd name="connsiteX3" fmla="*/ 749300 w 1143000"/>
                <a:gd name="connsiteY3" fmla="*/ 1033945 h 1162050"/>
                <a:gd name="connsiteX4" fmla="*/ 406400 w 1143000"/>
                <a:gd name="connsiteY4" fmla="*/ 114300 h 1162050"/>
                <a:gd name="connsiteX5" fmla="*/ 0 w 1143000"/>
                <a:gd name="connsiteY5" fmla="*/ 0 h 1162050"/>
                <a:gd name="connsiteX0" fmla="*/ 0 w 1625600"/>
                <a:gd name="connsiteY0" fmla="*/ 0 h 1357795"/>
                <a:gd name="connsiteX1" fmla="*/ 1143000 w 1625600"/>
                <a:gd name="connsiteY1" fmla="*/ 0 h 1357795"/>
                <a:gd name="connsiteX2" fmla="*/ 1625600 w 1625600"/>
                <a:gd name="connsiteY2" fmla="*/ 1357795 h 1357795"/>
                <a:gd name="connsiteX3" fmla="*/ 1143000 w 1625600"/>
                <a:gd name="connsiteY3" fmla="*/ 1162050 h 1357795"/>
                <a:gd name="connsiteX4" fmla="*/ 749300 w 1625600"/>
                <a:gd name="connsiteY4" fmla="*/ 1033945 h 1357795"/>
                <a:gd name="connsiteX5" fmla="*/ 406400 w 1625600"/>
                <a:gd name="connsiteY5" fmla="*/ 114300 h 1357795"/>
                <a:gd name="connsiteX6" fmla="*/ 0 w 1625600"/>
                <a:gd name="connsiteY6" fmla="*/ 0 h 1357795"/>
                <a:gd name="connsiteX0" fmla="*/ 0 w 1851869"/>
                <a:gd name="connsiteY0" fmla="*/ 0 h 1357795"/>
                <a:gd name="connsiteX1" fmla="*/ 1143000 w 1851869"/>
                <a:gd name="connsiteY1" fmla="*/ 0 h 1357795"/>
                <a:gd name="connsiteX2" fmla="*/ 1835150 w 1851869"/>
                <a:gd name="connsiteY2" fmla="*/ 1072045 h 1357795"/>
                <a:gd name="connsiteX3" fmla="*/ 1625600 w 1851869"/>
                <a:gd name="connsiteY3" fmla="*/ 1357795 h 1357795"/>
                <a:gd name="connsiteX4" fmla="*/ 1143000 w 1851869"/>
                <a:gd name="connsiteY4" fmla="*/ 1162050 h 1357795"/>
                <a:gd name="connsiteX5" fmla="*/ 749300 w 1851869"/>
                <a:gd name="connsiteY5" fmla="*/ 1033945 h 1357795"/>
                <a:gd name="connsiteX6" fmla="*/ 406400 w 1851869"/>
                <a:gd name="connsiteY6" fmla="*/ 114300 h 1357795"/>
                <a:gd name="connsiteX7" fmla="*/ 0 w 1851869"/>
                <a:gd name="connsiteY7" fmla="*/ 0 h 1357795"/>
                <a:gd name="connsiteX0" fmla="*/ 0 w 1920493"/>
                <a:gd name="connsiteY0" fmla="*/ 0 h 1357795"/>
                <a:gd name="connsiteX1" fmla="*/ 1143000 w 1920493"/>
                <a:gd name="connsiteY1" fmla="*/ 0 h 1357795"/>
                <a:gd name="connsiteX2" fmla="*/ 1873250 w 1920493"/>
                <a:gd name="connsiteY2" fmla="*/ 951395 h 1357795"/>
                <a:gd name="connsiteX3" fmla="*/ 1835150 w 1920493"/>
                <a:gd name="connsiteY3" fmla="*/ 1072045 h 1357795"/>
                <a:gd name="connsiteX4" fmla="*/ 1625600 w 1920493"/>
                <a:gd name="connsiteY4" fmla="*/ 1357795 h 1357795"/>
                <a:gd name="connsiteX5" fmla="*/ 1143000 w 1920493"/>
                <a:gd name="connsiteY5" fmla="*/ 1162050 h 1357795"/>
                <a:gd name="connsiteX6" fmla="*/ 749300 w 1920493"/>
                <a:gd name="connsiteY6" fmla="*/ 1033945 h 1357795"/>
                <a:gd name="connsiteX7" fmla="*/ 406400 w 1920493"/>
                <a:gd name="connsiteY7" fmla="*/ 114300 h 1357795"/>
                <a:gd name="connsiteX8" fmla="*/ 0 w 1920493"/>
                <a:gd name="connsiteY8" fmla="*/ 0 h 1357795"/>
                <a:gd name="connsiteX0" fmla="*/ 0 w 1898195"/>
                <a:gd name="connsiteY0" fmla="*/ 0 h 1357795"/>
                <a:gd name="connsiteX1" fmla="*/ 1143000 w 1898195"/>
                <a:gd name="connsiteY1" fmla="*/ 0 h 1357795"/>
                <a:gd name="connsiteX2" fmla="*/ 1466850 w 1898195"/>
                <a:gd name="connsiteY2" fmla="*/ 195745 h 1357795"/>
                <a:gd name="connsiteX3" fmla="*/ 1873250 w 1898195"/>
                <a:gd name="connsiteY3" fmla="*/ 951395 h 1357795"/>
                <a:gd name="connsiteX4" fmla="*/ 1835150 w 1898195"/>
                <a:gd name="connsiteY4" fmla="*/ 1072045 h 1357795"/>
                <a:gd name="connsiteX5" fmla="*/ 1625600 w 1898195"/>
                <a:gd name="connsiteY5" fmla="*/ 1357795 h 1357795"/>
                <a:gd name="connsiteX6" fmla="*/ 1143000 w 1898195"/>
                <a:gd name="connsiteY6" fmla="*/ 1162050 h 1357795"/>
                <a:gd name="connsiteX7" fmla="*/ 749300 w 1898195"/>
                <a:gd name="connsiteY7" fmla="*/ 1033945 h 1357795"/>
                <a:gd name="connsiteX8" fmla="*/ 406400 w 1898195"/>
                <a:gd name="connsiteY8" fmla="*/ 114300 h 1357795"/>
                <a:gd name="connsiteX9" fmla="*/ 0 w 1898195"/>
                <a:gd name="connsiteY9" fmla="*/ 0 h 1357795"/>
                <a:gd name="connsiteX0" fmla="*/ 0 w 1898195"/>
                <a:gd name="connsiteY0" fmla="*/ 368300 h 1726095"/>
                <a:gd name="connsiteX1" fmla="*/ 1009650 w 1898195"/>
                <a:gd name="connsiteY1" fmla="*/ 0 h 1726095"/>
                <a:gd name="connsiteX2" fmla="*/ 1466850 w 1898195"/>
                <a:gd name="connsiteY2" fmla="*/ 564045 h 1726095"/>
                <a:gd name="connsiteX3" fmla="*/ 1873250 w 1898195"/>
                <a:gd name="connsiteY3" fmla="*/ 1319695 h 1726095"/>
                <a:gd name="connsiteX4" fmla="*/ 1835150 w 1898195"/>
                <a:gd name="connsiteY4" fmla="*/ 1440345 h 1726095"/>
                <a:gd name="connsiteX5" fmla="*/ 1625600 w 1898195"/>
                <a:gd name="connsiteY5" fmla="*/ 1726095 h 1726095"/>
                <a:gd name="connsiteX6" fmla="*/ 1143000 w 1898195"/>
                <a:gd name="connsiteY6" fmla="*/ 1530350 h 1726095"/>
                <a:gd name="connsiteX7" fmla="*/ 749300 w 1898195"/>
                <a:gd name="connsiteY7" fmla="*/ 1402245 h 1726095"/>
                <a:gd name="connsiteX8" fmla="*/ 406400 w 1898195"/>
                <a:gd name="connsiteY8" fmla="*/ 482600 h 1726095"/>
                <a:gd name="connsiteX9" fmla="*/ 0 w 1898195"/>
                <a:gd name="connsiteY9" fmla="*/ 368300 h 1726095"/>
                <a:gd name="connsiteX0" fmla="*/ 212420 w 1583565"/>
                <a:gd name="connsiteY0" fmla="*/ 311150 h 1726095"/>
                <a:gd name="connsiteX1" fmla="*/ 695020 w 1583565"/>
                <a:gd name="connsiteY1" fmla="*/ 0 h 1726095"/>
                <a:gd name="connsiteX2" fmla="*/ 1152220 w 1583565"/>
                <a:gd name="connsiteY2" fmla="*/ 564045 h 1726095"/>
                <a:gd name="connsiteX3" fmla="*/ 1558620 w 1583565"/>
                <a:gd name="connsiteY3" fmla="*/ 1319695 h 1726095"/>
                <a:gd name="connsiteX4" fmla="*/ 1520520 w 1583565"/>
                <a:gd name="connsiteY4" fmla="*/ 1440345 h 1726095"/>
                <a:gd name="connsiteX5" fmla="*/ 1310970 w 1583565"/>
                <a:gd name="connsiteY5" fmla="*/ 1726095 h 1726095"/>
                <a:gd name="connsiteX6" fmla="*/ 828370 w 1583565"/>
                <a:gd name="connsiteY6" fmla="*/ 1530350 h 1726095"/>
                <a:gd name="connsiteX7" fmla="*/ 434670 w 1583565"/>
                <a:gd name="connsiteY7" fmla="*/ 1402245 h 1726095"/>
                <a:gd name="connsiteX8" fmla="*/ 91770 w 1583565"/>
                <a:gd name="connsiteY8" fmla="*/ 482600 h 1726095"/>
                <a:gd name="connsiteX9" fmla="*/ 212420 w 1583565"/>
                <a:gd name="connsiteY9" fmla="*/ 311150 h 1726095"/>
                <a:gd name="connsiteX0" fmla="*/ 212420 w 1583565"/>
                <a:gd name="connsiteY0" fmla="*/ 311150 h 1745609"/>
                <a:gd name="connsiteX1" fmla="*/ 695020 w 1583565"/>
                <a:gd name="connsiteY1" fmla="*/ 0 h 1745609"/>
                <a:gd name="connsiteX2" fmla="*/ 1152220 w 1583565"/>
                <a:gd name="connsiteY2" fmla="*/ 564045 h 1745609"/>
                <a:gd name="connsiteX3" fmla="*/ 1558620 w 1583565"/>
                <a:gd name="connsiteY3" fmla="*/ 1319695 h 1745609"/>
                <a:gd name="connsiteX4" fmla="*/ 1520520 w 1583565"/>
                <a:gd name="connsiteY4" fmla="*/ 1440345 h 1745609"/>
                <a:gd name="connsiteX5" fmla="*/ 1310970 w 1583565"/>
                <a:gd name="connsiteY5" fmla="*/ 1726095 h 1745609"/>
                <a:gd name="connsiteX6" fmla="*/ 828370 w 1583565"/>
                <a:gd name="connsiteY6" fmla="*/ 1530350 h 1745609"/>
                <a:gd name="connsiteX7" fmla="*/ 434670 w 1583565"/>
                <a:gd name="connsiteY7" fmla="*/ 1402245 h 1745609"/>
                <a:gd name="connsiteX8" fmla="*/ 91770 w 1583565"/>
                <a:gd name="connsiteY8" fmla="*/ 482600 h 1745609"/>
                <a:gd name="connsiteX9" fmla="*/ 212420 w 1583565"/>
                <a:gd name="connsiteY9" fmla="*/ 311150 h 1745609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83565"/>
                <a:gd name="connsiteY0" fmla="*/ 311150 h 1788707"/>
                <a:gd name="connsiteX1" fmla="*/ 695020 w 1583565"/>
                <a:gd name="connsiteY1" fmla="*/ 0 h 1788707"/>
                <a:gd name="connsiteX2" fmla="*/ 1152220 w 1583565"/>
                <a:gd name="connsiteY2" fmla="*/ 564045 h 1788707"/>
                <a:gd name="connsiteX3" fmla="*/ 1558620 w 1583565"/>
                <a:gd name="connsiteY3" fmla="*/ 1319695 h 1788707"/>
                <a:gd name="connsiteX4" fmla="*/ 1520520 w 1583565"/>
                <a:gd name="connsiteY4" fmla="*/ 1440345 h 1788707"/>
                <a:gd name="connsiteX5" fmla="*/ 1310970 w 1583565"/>
                <a:gd name="connsiteY5" fmla="*/ 1726095 h 1788707"/>
                <a:gd name="connsiteX6" fmla="*/ 828370 w 1583565"/>
                <a:gd name="connsiteY6" fmla="*/ 1530350 h 1788707"/>
                <a:gd name="connsiteX7" fmla="*/ 434670 w 1583565"/>
                <a:gd name="connsiteY7" fmla="*/ 1402245 h 1788707"/>
                <a:gd name="connsiteX8" fmla="*/ 91770 w 1583565"/>
                <a:gd name="connsiteY8" fmla="*/ 482600 h 1788707"/>
                <a:gd name="connsiteX9" fmla="*/ 212420 w 1583565"/>
                <a:gd name="connsiteY9" fmla="*/ 311150 h 1788707"/>
                <a:gd name="connsiteX0" fmla="*/ 212420 w 1558620"/>
                <a:gd name="connsiteY0" fmla="*/ 311150 h 1788707"/>
                <a:gd name="connsiteX1" fmla="*/ 695020 w 1558620"/>
                <a:gd name="connsiteY1" fmla="*/ 0 h 1788707"/>
                <a:gd name="connsiteX2" fmla="*/ 1152220 w 1558620"/>
                <a:gd name="connsiteY2" fmla="*/ 564045 h 1788707"/>
                <a:gd name="connsiteX3" fmla="*/ 1558620 w 1558620"/>
                <a:gd name="connsiteY3" fmla="*/ 1319695 h 1788707"/>
                <a:gd name="connsiteX4" fmla="*/ 1520520 w 1558620"/>
                <a:gd name="connsiteY4" fmla="*/ 1440345 h 1788707"/>
                <a:gd name="connsiteX5" fmla="*/ 1310970 w 1558620"/>
                <a:gd name="connsiteY5" fmla="*/ 1726095 h 1788707"/>
                <a:gd name="connsiteX6" fmla="*/ 828370 w 1558620"/>
                <a:gd name="connsiteY6" fmla="*/ 1530350 h 1788707"/>
                <a:gd name="connsiteX7" fmla="*/ 434670 w 1558620"/>
                <a:gd name="connsiteY7" fmla="*/ 1402245 h 1788707"/>
                <a:gd name="connsiteX8" fmla="*/ 91770 w 1558620"/>
                <a:gd name="connsiteY8" fmla="*/ 482600 h 1788707"/>
                <a:gd name="connsiteX9" fmla="*/ 212420 w 1558620"/>
                <a:gd name="connsiteY9" fmla="*/ 311150 h 1788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8620" h="1788707">
                  <a:moveTo>
                    <a:pt x="212420" y="311150"/>
                  </a:moveTo>
                  <a:lnTo>
                    <a:pt x="695020" y="0"/>
                  </a:lnTo>
                  <a:cubicBezTo>
                    <a:pt x="936320" y="45324"/>
                    <a:pt x="1030512" y="405479"/>
                    <a:pt x="1152220" y="564045"/>
                  </a:cubicBezTo>
                  <a:cubicBezTo>
                    <a:pt x="1178678" y="652761"/>
                    <a:pt x="1087662" y="722795"/>
                    <a:pt x="1558620" y="1319695"/>
                  </a:cubicBezTo>
                  <a:cubicBezTo>
                    <a:pt x="1534278" y="1332395"/>
                    <a:pt x="1544862" y="1373670"/>
                    <a:pt x="1520520" y="1440345"/>
                  </a:cubicBezTo>
                  <a:cubicBezTo>
                    <a:pt x="1527928" y="1595920"/>
                    <a:pt x="1368120" y="1679344"/>
                    <a:pt x="1310970" y="1726095"/>
                  </a:cubicBezTo>
                  <a:cubicBezTo>
                    <a:pt x="1150103" y="1775147"/>
                    <a:pt x="1001937" y="1906748"/>
                    <a:pt x="828370" y="1530350"/>
                  </a:cubicBezTo>
                  <a:cubicBezTo>
                    <a:pt x="606120" y="1529982"/>
                    <a:pt x="656920" y="1402613"/>
                    <a:pt x="434670" y="1402245"/>
                  </a:cubicBezTo>
                  <a:cubicBezTo>
                    <a:pt x="208187" y="1381447"/>
                    <a:pt x="-177047" y="1208248"/>
                    <a:pt x="91770" y="482600"/>
                  </a:cubicBezTo>
                  <a:lnTo>
                    <a:pt x="212420" y="311150"/>
                  </a:ln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Rectangle 12">
              <a:extLst>
                <a:ext uri="{FF2B5EF4-FFF2-40B4-BE49-F238E27FC236}">
                  <a16:creationId xmlns:a16="http://schemas.microsoft.com/office/drawing/2014/main" id="{C68547A8-75DA-6558-000C-D49DF9DAA40B}"/>
                </a:ext>
              </a:extLst>
            </p:cNvPr>
            <p:cNvSpPr/>
            <p:nvPr/>
          </p:nvSpPr>
          <p:spPr>
            <a:xfrm>
              <a:off x="5173980" y="-676486"/>
              <a:ext cx="320040" cy="281973"/>
            </a:xfrm>
            <a:custGeom>
              <a:avLst/>
              <a:gdLst>
                <a:gd name="connsiteX0" fmla="*/ 0 w 236220"/>
                <a:gd name="connsiteY0" fmla="*/ 0 h 152400"/>
                <a:gd name="connsiteX1" fmla="*/ 236220 w 236220"/>
                <a:gd name="connsiteY1" fmla="*/ 0 h 152400"/>
                <a:gd name="connsiteX2" fmla="*/ 236220 w 236220"/>
                <a:gd name="connsiteY2" fmla="*/ 152400 h 152400"/>
                <a:gd name="connsiteX3" fmla="*/ 0 w 236220"/>
                <a:gd name="connsiteY3" fmla="*/ 152400 h 152400"/>
                <a:gd name="connsiteX4" fmla="*/ 0 w 236220"/>
                <a:gd name="connsiteY4" fmla="*/ 0 h 152400"/>
                <a:gd name="connsiteX0" fmla="*/ 0 w 236220"/>
                <a:gd name="connsiteY0" fmla="*/ 0 h 152400"/>
                <a:gd name="connsiteX1" fmla="*/ 236220 w 236220"/>
                <a:gd name="connsiteY1" fmla="*/ 0 h 152400"/>
                <a:gd name="connsiteX2" fmla="*/ 236220 w 236220"/>
                <a:gd name="connsiteY2" fmla="*/ 152400 h 152400"/>
                <a:gd name="connsiteX3" fmla="*/ 0 w 236220"/>
                <a:gd name="connsiteY3" fmla="*/ 0 h 152400"/>
                <a:gd name="connsiteX0" fmla="*/ 0 w 342900"/>
                <a:gd name="connsiteY0" fmla="*/ 76200 h 152400"/>
                <a:gd name="connsiteX1" fmla="*/ 342900 w 342900"/>
                <a:gd name="connsiteY1" fmla="*/ 0 h 152400"/>
                <a:gd name="connsiteX2" fmla="*/ 342900 w 342900"/>
                <a:gd name="connsiteY2" fmla="*/ 152400 h 152400"/>
                <a:gd name="connsiteX3" fmla="*/ 0 w 342900"/>
                <a:gd name="connsiteY3" fmla="*/ 76200 h 152400"/>
                <a:gd name="connsiteX0" fmla="*/ 0 w 342900"/>
                <a:gd name="connsiteY0" fmla="*/ 0 h 76200"/>
                <a:gd name="connsiteX1" fmla="*/ 342900 w 342900"/>
                <a:gd name="connsiteY1" fmla="*/ 76200 h 76200"/>
                <a:gd name="connsiteX2" fmla="*/ 0 w 342900"/>
                <a:gd name="connsiteY2" fmla="*/ 0 h 76200"/>
                <a:gd name="connsiteX0" fmla="*/ 0 w 320040"/>
                <a:gd name="connsiteY0" fmla="*/ 0 h 45720"/>
                <a:gd name="connsiteX1" fmla="*/ 320040 w 320040"/>
                <a:gd name="connsiteY1" fmla="*/ 45720 h 45720"/>
                <a:gd name="connsiteX2" fmla="*/ 0 w 320040"/>
                <a:gd name="connsiteY2" fmla="*/ 0 h 45720"/>
                <a:gd name="connsiteX0" fmla="*/ 0 w 320040"/>
                <a:gd name="connsiteY0" fmla="*/ 0 h 116027"/>
                <a:gd name="connsiteX1" fmla="*/ 320040 w 320040"/>
                <a:gd name="connsiteY1" fmla="*/ 45720 h 116027"/>
                <a:gd name="connsiteX2" fmla="*/ 0 w 320040"/>
                <a:gd name="connsiteY2" fmla="*/ 0 h 116027"/>
                <a:gd name="connsiteX0" fmla="*/ 0 w 320040"/>
                <a:gd name="connsiteY0" fmla="*/ 132566 h 248593"/>
                <a:gd name="connsiteX1" fmla="*/ 320040 w 320040"/>
                <a:gd name="connsiteY1" fmla="*/ 178286 h 248593"/>
                <a:gd name="connsiteX2" fmla="*/ 0 w 320040"/>
                <a:gd name="connsiteY2" fmla="*/ 132566 h 248593"/>
                <a:gd name="connsiteX0" fmla="*/ 0 w 320040"/>
                <a:gd name="connsiteY0" fmla="*/ 165946 h 281973"/>
                <a:gd name="connsiteX1" fmla="*/ 320040 w 320040"/>
                <a:gd name="connsiteY1" fmla="*/ 211666 h 281973"/>
                <a:gd name="connsiteX2" fmla="*/ 0 w 320040"/>
                <a:gd name="connsiteY2" fmla="*/ 165946 h 281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040" h="281973">
                  <a:moveTo>
                    <a:pt x="0" y="165946"/>
                  </a:moveTo>
                  <a:cubicBezTo>
                    <a:pt x="106680" y="181186"/>
                    <a:pt x="137160" y="386926"/>
                    <a:pt x="320040" y="211666"/>
                  </a:cubicBezTo>
                  <a:cubicBezTo>
                    <a:pt x="304800" y="-169334"/>
                    <a:pt x="30480" y="59266"/>
                    <a:pt x="0" y="165946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FD1EEC9-7974-D899-0C96-F476F9888BC8}"/>
                </a:ext>
              </a:extLst>
            </p:cNvPr>
            <p:cNvSpPr/>
            <p:nvPr/>
          </p:nvSpPr>
          <p:spPr>
            <a:xfrm>
              <a:off x="5288280" y="-676485"/>
              <a:ext cx="205740" cy="28197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AD2EBE8-B69E-5FF9-556D-1B021EF0DE44}"/>
                </a:ext>
              </a:extLst>
            </p:cNvPr>
            <p:cNvSpPr/>
            <p:nvPr/>
          </p:nvSpPr>
          <p:spPr>
            <a:xfrm>
              <a:off x="5772136" y="385747"/>
              <a:ext cx="384824" cy="199509"/>
            </a:xfrm>
            <a:custGeom>
              <a:avLst/>
              <a:gdLst>
                <a:gd name="connsiteX0" fmla="*/ 384824 w 384824"/>
                <a:gd name="connsiteY0" fmla="*/ 193373 h 199509"/>
                <a:gd name="connsiteX1" fmla="*/ 217184 w 384824"/>
                <a:gd name="connsiteY1" fmla="*/ 178133 h 199509"/>
                <a:gd name="connsiteX2" fmla="*/ 19064 w 384824"/>
                <a:gd name="connsiteY2" fmla="*/ 18113 h 199509"/>
                <a:gd name="connsiteX3" fmla="*/ 19064 w 384824"/>
                <a:gd name="connsiteY3" fmla="*/ 10493 h 19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824" h="199509">
                  <a:moveTo>
                    <a:pt x="384824" y="193373"/>
                  </a:moveTo>
                  <a:cubicBezTo>
                    <a:pt x="331484" y="200358"/>
                    <a:pt x="278144" y="207343"/>
                    <a:pt x="217184" y="178133"/>
                  </a:cubicBezTo>
                  <a:cubicBezTo>
                    <a:pt x="156224" y="148923"/>
                    <a:pt x="52084" y="46053"/>
                    <a:pt x="19064" y="18113"/>
                  </a:cubicBezTo>
                  <a:cubicBezTo>
                    <a:pt x="-13956" y="-9827"/>
                    <a:pt x="2554" y="333"/>
                    <a:pt x="19064" y="10493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Oval 18">
              <a:extLst>
                <a:ext uri="{FF2B5EF4-FFF2-40B4-BE49-F238E27FC236}">
                  <a16:creationId xmlns:a16="http://schemas.microsoft.com/office/drawing/2014/main" id="{9F619198-9109-BABC-E5C7-ABF49A1FD507}"/>
                </a:ext>
              </a:extLst>
            </p:cNvPr>
            <p:cNvSpPr/>
            <p:nvPr/>
          </p:nvSpPr>
          <p:spPr>
            <a:xfrm rot="20568864">
              <a:off x="5936742" y="143848"/>
              <a:ext cx="73519" cy="200114"/>
            </a:xfrm>
            <a:custGeom>
              <a:avLst/>
              <a:gdLst>
                <a:gd name="connsiteX0" fmla="*/ 0 w 45719"/>
                <a:gd name="connsiteY0" fmla="*/ 99948 h 199896"/>
                <a:gd name="connsiteX1" fmla="*/ 22860 w 45719"/>
                <a:gd name="connsiteY1" fmla="*/ 0 h 199896"/>
                <a:gd name="connsiteX2" fmla="*/ 45720 w 45719"/>
                <a:gd name="connsiteY2" fmla="*/ 99948 h 199896"/>
                <a:gd name="connsiteX3" fmla="*/ 22860 w 45719"/>
                <a:gd name="connsiteY3" fmla="*/ 199896 h 199896"/>
                <a:gd name="connsiteX4" fmla="*/ 0 w 45719"/>
                <a:gd name="connsiteY4" fmla="*/ 99948 h 199896"/>
                <a:gd name="connsiteX0" fmla="*/ 0 w 73519"/>
                <a:gd name="connsiteY0" fmla="*/ 114704 h 200114"/>
                <a:gd name="connsiteX1" fmla="*/ 50659 w 73519"/>
                <a:gd name="connsiteY1" fmla="*/ 90 h 200114"/>
                <a:gd name="connsiteX2" fmla="*/ 73519 w 73519"/>
                <a:gd name="connsiteY2" fmla="*/ 100038 h 200114"/>
                <a:gd name="connsiteX3" fmla="*/ 50659 w 73519"/>
                <a:gd name="connsiteY3" fmla="*/ 199986 h 200114"/>
                <a:gd name="connsiteX4" fmla="*/ 0 w 73519"/>
                <a:gd name="connsiteY4" fmla="*/ 114704 h 20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19" h="200114">
                  <a:moveTo>
                    <a:pt x="0" y="114704"/>
                  </a:moveTo>
                  <a:cubicBezTo>
                    <a:pt x="0" y="59504"/>
                    <a:pt x="38406" y="2534"/>
                    <a:pt x="50659" y="90"/>
                  </a:cubicBezTo>
                  <a:cubicBezTo>
                    <a:pt x="62912" y="-2354"/>
                    <a:pt x="73519" y="44838"/>
                    <a:pt x="73519" y="100038"/>
                  </a:cubicBezTo>
                  <a:cubicBezTo>
                    <a:pt x="73519" y="155238"/>
                    <a:pt x="62912" y="197542"/>
                    <a:pt x="50659" y="199986"/>
                  </a:cubicBezTo>
                  <a:cubicBezTo>
                    <a:pt x="38406" y="202430"/>
                    <a:pt x="0" y="169904"/>
                    <a:pt x="0" y="1147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0A44957-82B2-2CE3-42AB-926A0705F71A}"/>
                </a:ext>
              </a:extLst>
            </p:cNvPr>
            <p:cNvSpPr/>
            <p:nvPr/>
          </p:nvSpPr>
          <p:spPr>
            <a:xfrm>
              <a:off x="5271765" y="-1320516"/>
              <a:ext cx="507527" cy="552732"/>
            </a:xfrm>
            <a:custGeom>
              <a:avLst/>
              <a:gdLst>
                <a:gd name="connsiteX0" fmla="*/ 202646 w 507527"/>
                <a:gd name="connsiteY0" fmla="*/ 874 h 552732"/>
                <a:gd name="connsiteX1" fmla="*/ 386912 w 507527"/>
                <a:gd name="connsiteY1" fmla="*/ 537093 h 552732"/>
                <a:gd name="connsiteX2" fmla="*/ 253562 w 507527"/>
                <a:gd name="connsiteY2" fmla="*/ 295793 h 552732"/>
                <a:gd name="connsiteX3" fmla="*/ 149423 w 507527"/>
                <a:gd name="connsiteY3" fmla="*/ 530743 h 552732"/>
                <a:gd name="connsiteX4" fmla="*/ 22035 w 507527"/>
                <a:gd name="connsiteY4" fmla="*/ 350046 h 552732"/>
                <a:gd name="connsiteX5" fmla="*/ 0 w 507527"/>
                <a:gd name="connsiteY5" fmla="*/ 356405 h 552732"/>
                <a:gd name="connsiteX6" fmla="*/ 0 w 507527"/>
                <a:gd name="connsiteY6" fmla="*/ 30098 h 552732"/>
                <a:gd name="connsiteX7" fmla="*/ 27441 w 507527"/>
                <a:gd name="connsiteY7" fmla="*/ 20754 h 552732"/>
                <a:gd name="connsiteX8" fmla="*/ 202646 w 507527"/>
                <a:gd name="connsiteY8" fmla="*/ 874 h 5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527" h="552732">
                  <a:moveTo>
                    <a:pt x="202646" y="874"/>
                  </a:moveTo>
                  <a:cubicBezTo>
                    <a:pt x="538608" y="22187"/>
                    <a:pt x="592083" y="427198"/>
                    <a:pt x="386912" y="537093"/>
                  </a:cubicBezTo>
                  <a:cubicBezTo>
                    <a:pt x="425012" y="501110"/>
                    <a:pt x="240227" y="261926"/>
                    <a:pt x="253562" y="295793"/>
                  </a:cubicBezTo>
                  <a:lnTo>
                    <a:pt x="149423" y="530743"/>
                  </a:lnTo>
                  <a:cubicBezTo>
                    <a:pt x="83939" y="637105"/>
                    <a:pt x="185886" y="321540"/>
                    <a:pt x="22035" y="350046"/>
                  </a:cubicBezTo>
                  <a:lnTo>
                    <a:pt x="0" y="356405"/>
                  </a:lnTo>
                  <a:lnTo>
                    <a:pt x="0" y="30098"/>
                  </a:lnTo>
                  <a:lnTo>
                    <a:pt x="27441" y="20754"/>
                  </a:lnTo>
                  <a:cubicBezTo>
                    <a:pt x="92587" y="3398"/>
                    <a:pt x="150959" y="-2405"/>
                    <a:pt x="202646" y="874"/>
                  </a:cubicBezTo>
                  <a:close/>
                </a:path>
              </a:pathLst>
            </a:custGeom>
            <a:solidFill>
              <a:srgbClr val="552F2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B963496-1F82-4390-955C-1BFF688C193F}"/>
                </a:ext>
              </a:extLst>
            </p:cNvPr>
            <p:cNvGrpSpPr/>
            <p:nvPr/>
          </p:nvGrpSpPr>
          <p:grpSpPr>
            <a:xfrm>
              <a:off x="4632961" y="1919908"/>
              <a:ext cx="1850887" cy="2249017"/>
              <a:chOff x="4632961" y="1919908"/>
              <a:chExt cx="1850887" cy="2249017"/>
            </a:xfrm>
          </p:grpSpPr>
          <p:sp>
            <p:nvSpPr>
              <p:cNvPr id="72" name="Rectangle 7">
                <a:extLst>
                  <a:ext uri="{FF2B5EF4-FFF2-40B4-BE49-F238E27FC236}">
                    <a16:creationId xmlns:a16="http://schemas.microsoft.com/office/drawing/2014/main" id="{A162155A-F594-F208-38AD-DEE74330D2EE}"/>
                  </a:ext>
                </a:extLst>
              </p:cNvPr>
              <p:cNvSpPr/>
              <p:nvPr/>
            </p:nvSpPr>
            <p:spPr>
              <a:xfrm>
                <a:off x="4632961" y="1919908"/>
                <a:ext cx="1850887" cy="2249017"/>
              </a:xfrm>
              <a:custGeom>
                <a:avLst/>
                <a:gdLst>
                  <a:gd name="connsiteX0" fmla="*/ 0 w 708660"/>
                  <a:gd name="connsiteY0" fmla="*/ 0 h 495300"/>
                  <a:gd name="connsiteX1" fmla="*/ 708660 w 708660"/>
                  <a:gd name="connsiteY1" fmla="*/ 0 h 495300"/>
                  <a:gd name="connsiteX2" fmla="*/ 708660 w 708660"/>
                  <a:gd name="connsiteY2" fmla="*/ 495300 h 495300"/>
                  <a:gd name="connsiteX3" fmla="*/ 0 w 708660"/>
                  <a:gd name="connsiteY3" fmla="*/ 495300 h 495300"/>
                  <a:gd name="connsiteX4" fmla="*/ 0 w 708660"/>
                  <a:gd name="connsiteY4" fmla="*/ 0 h 495300"/>
                  <a:gd name="connsiteX0" fmla="*/ 0 w 861060"/>
                  <a:gd name="connsiteY0" fmla="*/ 0 h 495300"/>
                  <a:gd name="connsiteX1" fmla="*/ 708660 w 861060"/>
                  <a:gd name="connsiteY1" fmla="*/ 0 h 495300"/>
                  <a:gd name="connsiteX2" fmla="*/ 861060 w 861060"/>
                  <a:gd name="connsiteY2" fmla="*/ 449580 h 495300"/>
                  <a:gd name="connsiteX3" fmla="*/ 0 w 861060"/>
                  <a:gd name="connsiteY3" fmla="*/ 495300 h 495300"/>
                  <a:gd name="connsiteX4" fmla="*/ 0 w 861060"/>
                  <a:gd name="connsiteY4" fmla="*/ 0 h 495300"/>
                  <a:gd name="connsiteX0" fmla="*/ 0 w 1005840"/>
                  <a:gd name="connsiteY0" fmla="*/ 281940 h 777240"/>
                  <a:gd name="connsiteX1" fmla="*/ 1005840 w 1005840"/>
                  <a:gd name="connsiteY1" fmla="*/ 0 h 777240"/>
                  <a:gd name="connsiteX2" fmla="*/ 861060 w 1005840"/>
                  <a:gd name="connsiteY2" fmla="*/ 731520 h 777240"/>
                  <a:gd name="connsiteX3" fmla="*/ 0 w 1005840"/>
                  <a:gd name="connsiteY3" fmla="*/ 777240 h 777240"/>
                  <a:gd name="connsiteX4" fmla="*/ 0 w 1005840"/>
                  <a:gd name="connsiteY4" fmla="*/ 281940 h 777240"/>
                  <a:gd name="connsiteX0" fmla="*/ 0 w 1014011"/>
                  <a:gd name="connsiteY0" fmla="*/ 281940 h 777240"/>
                  <a:gd name="connsiteX1" fmla="*/ 1005840 w 1014011"/>
                  <a:gd name="connsiteY1" fmla="*/ 0 h 777240"/>
                  <a:gd name="connsiteX2" fmla="*/ 861060 w 1014011"/>
                  <a:gd name="connsiteY2" fmla="*/ 731520 h 777240"/>
                  <a:gd name="connsiteX3" fmla="*/ 0 w 1014011"/>
                  <a:gd name="connsiteY3" fmla="*/ 777240 h 777240"/>
                  <a:gd name="connsiteX4" fmla="*/ 0 w 1014011"/>
                  <a:gd name="connsiteY4" fmla="*/ 281940 h 777240"/>
                  <a:gd name="connsiteX0" fmla="*/ 0 w 1023265"/>
                  <a:gd name="connsiteY0" fmla="*/ 281940 h 777240"/>
                  <a:gd name="connsiteX1" fmla="*/ 1005840 w 1023265"/>
                  <a:gd name="connsiteY1" fmla="*/ 0 h 777240"/>
                  <a:gd name="connsiteX2" fmla="*/ 861060 w 1023265"/>
                  <a:gd name="connsiteY2" fmla="*/ 731520 h 777240"/>
                  <a:gd name="connsiteX3" fmla="*/ 0 w 1023265"/>
                  <a:gd name="connsiteY3" fmla="*/ 777240 h 777240"/>
                  <a:gd name="connsiteX4" fmla="*/ 0 w 1023265"/>
                  <a:gd name="connsiteY4" fmla="*/ 281940 h 777240"/>
                  <a:gd name="connsiteX0" fmla="*/ 0 w 1036931"/>
                  <a:gd name="connsiteY0" fmla="*/ 281940 h 777240"/>
                  <a:gd name="connsiteX1" fmla="*/ 1005840 w 1036931"/>
                  <a:gd name="connsiteY1" fmla="*/ 0 h 777240"/>
                  <a:gd name="connsiteX2" fmla="*/ 914400 w 1036931"/>
                  <a:gd name="connsiteY2" fmla="*/ 731520 h 777240"/>
                  <a:gd name="connsiteX3" fmla="*/ 0 w 1036931"/>
                  <a:gd name="connsiteY3" fmla="*/ 777240 h 777240"/>
                  <a:gd name="connsiteX4" fmla="*/ 0 w 1036931"/>
                  <a:gd name="connsiteY4" fmla="*/ 281940 h 777240"/>
                  <a:gd name="connsiteX0" fmla="*/ 0 w 1023084"/>
                  <a:gd name="connsiteY0" fmla="*/ 281940 h 777240"/>
                  <a:gd name="connsiteX1" fmla="*/ 1005840 w 1023084"/>
                  <a:gd name="connsiteY1" fmla="*/ 0 h 777240"/>
                  <a:gd name="connsiteX2" fmla="*/ 914400 w 1023084"/>
                  <a:gd name="connsiteY2" fmla="*/ 731520 h 777240"/>
                  <a:gd name="connsiteX3" fmla="*/ 0 w 1023084"/>
                  <a:gd name="connsiteY3" fmla="*/ 777240 h 777240"/>
                  <a:gd name="connsiteX4" fmla="*/ 0 w 1023084"/>
                  <a:gd name="connsiteY4" fmla="*/ 281940 h 777240"/>
                  <a:gd name="connsiteX0" fmla="*/ 0 w 985333"/>
                  <a:gd name="connsiteY0" fmla="*/ 281940 h 777240"/>
                  <a:gd name="connsiteX1" fmla="*/ 952500 w 985333"/>
                  <a:gd name="connsiteY1" fmla="*/ 0 h 777240"/>
                  <a:gd name="connsiteX2" fmla="*/ 914400 w 985333"/>
                  <a:gd name="connsiteY2" fmla="*/ 731520 h 777240"/>
                  <a:gd name="connsiteX3" fmla="*/ 0 w 985333"/>
                  <a:gd name="connsiteY3" fmla="*/ 777240 h 777240"/>
                  <a:gd name="connsiteX4" fmla="*/ 0 w 985333"/>
                  <a:gd name="connsiteY4" fmla="*/ 281940 h 777240"/>
                  <a:gd name="connsiteX0" fmla="*/ 0 w 1613884"/>
                  <a:gd name="connsiteY0" fmla="*/ 281940 h 1204293"/>
                  <a:gd name="connsiteX1" fmla="*/ 952500 w 1613884"/>
                  <a:gd name="connsiteY1" fmla="*/ 0 h 1204293"/>
                  <a:gd name="connsiteX2" fmla="*/ 914400 w 1613884"/>
                  <a:gd name="connsiteY2" fmla="*/ 731520 h 1204293"/>
                  <a:gd name="connsiteX3" fmla="*/ 1607821 w 1613884"/>
                  <a:gd name="connsiteY3" fmla="*/ 1204293 h 1204293"/>
                  <a:gd name="connsiteX4" fmla="*/ 0 w 1613884"/>
                  <a:gd name="connsiteY4" fmla="*/ 777240 h 1204293"/>
                  <a:gd name="connsiteX5" fmla="*/ 0 w 1613884"/>
                  <a:gd name="connsiteY5" fmla="*/ 281940 h 1204293"/>
                  <a:gd name="connsiteX0" fmla="*/ 0 w 1659317"/>
                  <a:gd name="connsiteY0" fmla="*/ 281940 h 1768173"/>
                  <a:gd name="connsiteX1" fmla="*/ 952500 w 1659317"/>
                  <a:gd name="connsiteY1" fmla="*/ 0 h 1768173"/>
                  <a:gd name="connsiteX2" fmla="*/ 914400 w 1659317"/>
                  <a:gd name="connsiteY2" fmla="*/ 731520 h 1768173"/>
                  <a:gd name="connsiteX3" fmla="*/ 1653541 w 1659317"/>
                  <a:gd name="connsiteY3" fmla="*/ 1768173 h 1768173"/>
                  <a:gd name="connsiteX4" fmla="*/ 0 w 1659317"/>
                  <a:gd name="connsiteY4" fmla="*/ 777240 h 1768173"/>
                  <a:gd name="connsiteX5" fmla="*/ 0 w 1659317"/>
                  <a:gd name="connsiteY5" fmla="*/ 281940 h 1768173"/>
                  <a:gd name="connsiteX0" fmla="*/ 0 w 1859220"/>
                  <a:gd name="connsiteY0" fmla="*/ 281940 h 1768173"/>
                  <a:gd name="connsiteX1" fmla="*/ 952500 w 1859220"/>
                  <a:gd name="connsiteY1" fmla="*/ 0 h 1768173"/>
                  <a:gd name="connsiteX2" fmla="*/ 914400 w 1859220"/>
                  <a:gd name="connsiteY2" fmla="*/ 731520 h 1768173"/>
                  <a:gd name="connsiteX3" fmla="*/ 1653541 w 1859220"/>
                  <a:gd name="connsiteY3" fmla="*/ 1768173 h 1768173"/>
                  <a:gd name="connsiteX4" fmla="*/ 0 w 1859220"/>
                  <a:gd name="connsiteY4" fmla="*/ 777240 h 1768173"/>
                  <a:gd name="connsiteX5" fmla="*/ 0 w 1859220"/>
                  <a:gd name="connsiteY5" fmla="*/ 281940 h 1768173"/>
                  <a:gd name="connsiteX0" fmla="*/ 0 w 1872815"/>
                  <a:gd name="connsiteY0" fmla="*/ 281940 h 1768582"/>
                  <a:gd name="connsiteX1" fmla="*/ 952500 w 1872815"/>
                  <a:gd name="connsiteY1" fmla="*/ 0 h 1768582"/>
                  <a:gd name="connsiteX2" fmla="*/ 914400 w 1872815"/>
                  <a:gd name="connsiteY2" fmla="*/ 731520 h 1768582"/>
                  <a:gd name="connsiteX3" fmla="*/ 1775459 w 1872815"/>
                  <a:gd name="connsiteY3" fmla="*/ 869013 h 1768582"/>
                  <a:gd name="connsiteX4" fmla="*/ 1653541 w 1872815"/>
                  <a:gd name="connsiteY4" fmla="*/ 1768173 h 1768582"/>
                  <a:gd name="connsiteX5" fmla="*/ 0 w 1872815"/>
                  <a:gd name="connsiteY5" fmla="*/ 777240 h 1768582"/>
                  <a:gd name="connsiteX6" fmla="*/ 0 w 1872815"/>
                  <a:gd name="connsiteY6" fmla="*/ 281940 h 1768582"/>
                  <a:gd name="connsiteX0" fmla="*/ 0 w 1816832"/>
                  <a:gd name="connsiteY0" fmla="*/ 281940 h 1768173"/>
                  <a:gd name="connsiteX1" fmla="*/ 952500 w 1816832"/>
                  <a:gd name="connsiteY1" fmla="*/ 0 h 1768173"/>
                  <a:gd name="connsiteX2" fmla="*/ 914400 w 1816832"/>
                  <a:gd name="connsiteY2" fmla="*/ 731520 h 1768173"/>
                  <a:gd name="connsiteX3" fmla="*/ 1775459 w 1816832"/>
                  <a:gd name="connsiteY3" fmla="*/ 869013 h 1768173"/>
                  <a:gd name="connsiteX4" fmla="*/ 1653541 w 1816832"/>
                  <a:gd name="connsiteY4" fmla="*/ 1768173 h 1768173"/>
                  <a:gd name="connsiteX5" fmla="*/ 0 w 1816832"/>
                  <a:gd name="connsiteY5" fmla="*/ 777240 h 1768173"/>
                  <a:gd name="connsiteX6" fmla="*/ 0 w 1816832"/>
                  <a:gd name="connsiteY6" fmla="*/ 281940 h 1768173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0 w 1820407"/>
                  <a:gd name="connsiteY6" fmla="*/ 777240 h 2247070"/>
                  <a:gd name="connsiteX7" fmla="*/ 0 w 1820407"/>
                  <a:gd name="connsiteY7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7070"/>
                  <a:gd name="connsiteX1" fmla="*/ 952500 w 1820407"/>
                  <a:gd name="connsiteY1" fmla="*/ 0 h 2247070"/>
                  <a:gd name="connsiteX2" fmla="*/ 914400 w 1820407"/>
                  <a:gd name="connsiteY2" fmla="*/ 731520 h 2247070"/>
                  <a:gd name="connsiteX3" fmla="*/ 1775459 w 1820407"/>
                  <a:gd name="connsiteY3" fmla="*/ 869013 h 2247070"/>
                  <a:gd name="connsiteX4" fmla="*/ 1653541 w 1820407"/>
                  <a:gd name="connsiteY4" fmla="*/ 1768173 h 2247070"/>
                  <a:gd name="connsiteX5" fmla="*/ 1097279 w 1820407"/>
                  <a:gd name="connsiteY5" fmla="*/ 2240613 h 2247070"/>
                  <a:gd name="connsiteX6" fmla="*/ 1242059 w 1820407"/>
                  <a:gd name="connsiteY6" fmla="*/ 1722452 h 2247070"/>
                  <a:gd name="connsiteX7" fmla="*/ 0 w 1820407"/>
                  <a:gd name="connsiteY7" fmla="*/ 777240 h 2247070"/>
                  <a:gd name="connsiteX8" fmla="*/ 0 w 1820407"/>
                  <a:gd name="connsiteY8" fmla="*/ 281940 h 2247070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0 w 1820407"/>
                  <a:gd name="connsiteY7" fmla="*/ 777240 h 2249017"/>
                  <a:gd name="connsiteX8" fmla="*/ 0 w 1820407"/>
                  <a:gd name="connsiteY8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417319 w 1820407"/>
                  <a:gd name="connsiteY7" fmla="*/ 1158572 h 2249017"/>
                  <a:gd name="connsiteX8" fmla="*/ 0 w 1820407"/>
                  <a:gd name="connsiteY8" fmla="*/ 777240 h 2249017"/>
                  <a:gd name="connsiteX9" fmla="*/ 0 w 1820407"/>
                  <a:gd name="connsiteY9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0 w 1820407"/>
                  <a:gd name="connsiteY9" fmla="*/ 777240 h 2249017"/>
                  <a:gd name="connsiteX10" fmla="*/ 0 w 1820407"/>
                  <a:gd name="connsiteY10" fmla="*/ 281940 h 2249017"/>
                  <a:gd name="connsiteX0" fmla="*/ 0 w 1820407"/>
                  <a:gd name="connsiteY0" fmla="*/ 281940 h 2249017"/>
                  <a:gd name="connsiteX1" fmla="*/ 952500 w 1820407"/>
                  <a:gd name="connsiteY1" fmla="*/ 0 h 2249017"/>
                  <a:gd name="connsiteX2" fmla="*/ 914400 w 1820407"/>
                  <a:gd name="connsiteY2" fmla="*/ 731520 h 2249017"/>
                  <a:gd name="connsiteX3" fmla="*/ 1775459 w 1820407"/>
                  <a:gd name="connsiteY3" fmla="*/ 869013 h 2249017"/>
                  <a:gd name="connsiteX4" fmla="*/ 1653541 w 1820407"/>
                  <a:gd name="connsiteY4" fmla="*/ 1768173 h 2249017"/>
                  <a:gd name="connsiteX5" fmla="*/ 1097279 w 1820407"/>
                  <a:gd name="connsiteY5" fmla="*/ 2240613 h 2249017"/>
                  <a:gd name="connsiteX6" fmla="*/ 1242059 w 1820407"/>
                  <a:gd name="connsiteY6" fmla="*/ 1722452 h 2249017"/>
                  <a:gd name="connsiteX7" fmla="*/ 1219199 w 1820407"/>
                  <a:gd name="connsiteY7" fmla="*/ 1600532 h 2249017"/>
                  <a:gd name="connsiteX8" fmla="*/ 1417319 w 1820407"/>
                  <a:gd name="connsiteY8" fmla="*/ 1158572 h 2249017"/>
                  <a:gd name="connsiteX9" fmla="*/ 312419 w 1820407"/>
                  <a:gd name="connsiteY9" fmla="*/ 1402412 h 2249017"/>
                  <a:gd name="connsiteX10" fmla="*/ 0 w 1820407"/>
                  <a:gd name="connsiteY10" fmla="*/ 777240 h 2249017"/>
                  <a:gd name="connsiteX11" fmla="*/ 0 w 182040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91440 w 1911847"/>
                  <a:gd name="connsiteY0" fmla="*/ 281940 h 2249017"/>
                  <a:gd name="connsiteX1" fmla="*/ 1043940 w 1911847"/>
                  <a:gd name="connsiteY1" fmla="*/ 0 h 2249017"/>
                  <a:gd name="connsiteX2" fmla="*/ 1005840 w 1911847"/>
                  <a:gd name="connsiteY2" fmla="*/ 731520 h 2249017"/>
                  <a:gd name="connsiteX3" fmla="*/ 1866899 w 1911847"/>
                  <a:gd name="connsiteY3" fmla="*/ 869013 h 2249017"/>
                  <a:gd name="connsiteX4" fmla="*/ 1744981 w 1911847"/>
                  <a:gd name="connsiteY4" fmla="*/ 1768173 h 2249017"/>
                  <a:gd name="connsiteX5" fmla="*/ 1188719 w 1911847"/>
                  <a:gd name="connsiteY5" fmla="*/ 2240613 h 2249017"/>
                  <a:gd name="connsiteX6" fmla="*/ 1333499 w 1911847"/>
                  <a:gd name="connsiteY6" fmla="*/ 1722452 h 2249017"/>
                  <a:gd name="connsiteX7" fmla="*/ 1310639 w 1911847"/>
                  <a:gd name="connsiteY7" fmla="*/ 1600532 h 2249017"/>
                  <a:gd name="connsiteX8" fmla="*/ 1508759 w 1911847"/>
                  <a:gd name="connsiteY8" fmla="*/ 1158572 h 2249017"/>
                  <a:gd name="connsiteX9" fmla="*/ 403859 w 1911847"/>
                  <a:gd name="connsiteY9" fmla="*/ 1402412 h 2249017"/>
                  <a:gd name="connsiteX10" fmla="*/ 0 w 1911847"/>
                  <a:gd name="connsiteY10" fmla="*/ 807720 h 2249017"/>
                  <a:gd name="connsiteX11" fmla="*/ 91440 w 191184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  <a:gd name="connsiteX0" fmla="*/ 30480 w 1850887"/>
                  <a:gd name="connsiteY0" fmla="*/ 281940 h 2249017"/>
                  <a:gd name="connsiteX1" fmla="*/ 982980 w 1850887"/>
                  <a:gd name="connsiteY1" fmla="*/ 0 h 2249017"/>
                  <a:gd name="connsiteX2" fmla="*/ 944880 w 1850887"/>
                  <a:gd name="connsiteY2" fmla="*/ 731520 h 2249017"/>
                  <a:gd name="connsiteX3" fmla="*/ 1805939 w 1850887"/>
                  <a:gd name="connsiteY3" fmla="*/ 869013 h 2249017"/>
                  <a:gd name="connsiteX4" fmla="*/ 1684021 w 1850887"/>
                  <a:gd name="connsiteY4" fmla="*/ 1768173 h 2249017"/>
                  <a:gd name="connsiteX5" fmla="*/ 1127759 w 1850887"/>
                  <a:gd name="connsiteY5" fmla="*/ 2240613 h 2249017"/>
                  <a:gd name="connsiteX6" fmla="*/ 1272539 w 1850887"/>
                  <a:gd name="connsiteY6" fmla="*/ 1722452 h 2249017"/>
                  <a:gd name="connsiteX7" fmla="*/ 1249679 w 1850887"/>
                  <a:gd name="connsiteY7" fmla="*/ 1600532 h 2249017"/>
                  <a:gd name="connsiteX8" fmla="*/ 1447799 w 1850887"/>
                  <a:gd name="connsiteY8" fmla="*/ 1158572 h 2249017"/>
                  <a:gd name="connsiteX9" fmla="*/ 342899 w 1850887"/>
                  <a:gd name="connsiteY9" fmla="*/ 1402412 h 2249017"/>
                  <a:gd name="connsiteX10" fmla="*/ 0 w 1850887"/>
                  <a:gd name="connsiteY10" fmla="*/ 723900 h 2249017"/>
                  <a:gd name="connsiteX11" fmla="*/ 30480 w 1850887"/>
                  <a:gd name="connsiteY11" fmla="*/ 281940 h 2249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0887" h="2249017">
                    <a:moveTo>
                      <a:pt x="30480" y="281940"/>
                    </a:moveTo>
                    <a:lnTo>
                      <a:pt x="982980" y="0"/>
                    </a:lnTo>
                    <a:cubicBezTo>
                      <a:pt x="1026160" y="396240"/>
                      <a:pt x="1038860" y="609600"/>
                      <a:pt x="944880" y="731520"/>
                    </a:cubicBezTo>
                    <a:cubicBezTo>
                      <a:pt x="1082040" y="881436"/>
                      <a:pt x="1682749" y="696238"/>
                      <a:pt x="1805939" y="869013"/>
                    </a:cubicBezTo>
                    <a:cubicBezTo>
                      <a:pt x="1929129" y="1041788"/>
                      <a:pt x="1769111" y="1656413"/>
                      <a:pt x="1684021" y="1768173"/>
                    </a:cubicBezTo>
                    <a:cubicBezTo>
                      <a:pt x="1638300" y="1851993"/>
                      <a:pt x="1257300" y="2316813"/>
                      <a:pt x="1127759" y="2240613"/>
                    </a:cubicBezTo>
                    <a:cubicBezTo>
                      <a:pt x="1038859" y="2113613"/>
                      <a:pt x="896619" y="1727532"/>
                      <a:pt x="1272539" y="1722452"/>
                    </a:cubicBezTo>
                    <a:cubicBezTo>
                      <a:pt x="1300479" y="1613232"/>
                      <a:pt x="1220469" y="1694512"/>
                      <a:pt x="1249679" y="1600532"/>
                    </a:cubicBezTo>
                    <a:cubicBezTo>
                      <a:pt x="1393189" y="1552272"/>
                      <a:pt x="1475739" y="1308487"/>
                      <a:pt x="1447799" y="1158572"/>
                    </a:cubicBezTo>
                    <a:cubicBezTo>
                      <a:pt x="1092199" y="1064592"/>
                      <a:pt x="698499" y="1496392"/>
                      <a:pt x="342899" y="1402412"/>
                    </a:cubicBezTo>
                    <a:cubicBezTo>
                      <a:pt x="185419" y="1326101"/>
                      <a:pt x="5080" y="944991"/>
                      <a:pt x="0" y="723900"/>
                    </a:cubicBezTo>
                    <a:lnTo>
                      <a:pt x="30480" y="281940"/>
                    </a:lnTo>
                    <a:close/>
                  </a:path>
                </a:pathLst>
              </a:custGeom>
              <a:solidFill>
                <a:srgbClr val="B1734A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785A4FA-FE94-CFA0-0204-B0DB9EE6269E}"/>
                  </a:ext>
                </a:extLst>
              </p:cNvPr>
              <p:cNvSpPr/>
              <p:nvPr/>
            </p:nvSpPr>
            <p:spPr>
              <a:xfrm rot="20333405">
                <a:off x="5653172" y="3679838"/>
                <a:ext cx="263212" cy="477512"/>
              </a:xfrm>
              <a:custGeom>
                <a:avLst/>
                <a:gdLst>
                  <a:gd name="connsiteX0" fmla="*/ 225367 w 236213"/>
                  <a:gd name="connsiteY0" fmla="*/ 747 h 483874"/>
                  <a:gd name="connsiteX1" fmla="*/ 227374 w 236213"/>
                  <a:gd name="connsiteY1" fmla="*/ 93440 h 483874"/>
                  <a:gd name="connsiteX2" fmla="*/ 234942 w 236213"/>
                  <a:gd name="connsiteY2" fmla="*/ 442988 h 483874"/>
                  <a:gd name="connsiteX3" fmla="*/ 236213 w 236213"/>
                  <a:gd name="connsiteY3" fmla="*/ 453699 h 483874"/>
                  <a:gd name="connsiteX4" fmla="*/ 151912 w 236213"/>
                  <a:gd name="connsiteY4" fmla="*/ 477290 h 483874"/>
                  <a:gd name="connsiteX5" fmla="*/ 15080 w 236213"/>
                  <a:gd name="connsiteY5" fmla="*/ 456499 h 483874"/>
                  <a:gd name="connsiteX6" fmla="*/ 220205 w 236213"/>
                  <a:gd name="connsiteY6" fmla="*/ 101 h 483874"/>
                  <a:gd name="connsiteX7" fmla="*/ 225367 w 236213"/>
                  <a:gd name="connsiteY7" fmla="*/ 747 h 48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13" h="483874">
                    <a:moveTo>
                      <a:pt x="225367" y="747"/>
                    </a:moveTo>
                    <a:lnTo>
                      <a:pt x="227374" y="93440"/>
                    </a:lnTo>
                    <a:cubicBezTo>
                      <a:pt x="228150" y="209521"/>
                      <a:pt x="225434" y="324732"/>
                      <a:pt x="234942" y="442988"/>
                    </a:cubicBezTo>
                    <a:lnTo>
                      <a:pt x="236213" y="453699"/>
                    </a:lnTo>
                    <a:lnTo>
                      <a:pt x="151912" y="477290"/>
                    </a:lnTo>
                    <a:cubicBezTo>
                      <a:pt x="88622" y="489486"/>
                      <a:pt x="38431" y="485934"/>
                      <a:pt x="15080" y="456499"/>
                    </a:cubicBezTo>
                    <a:cubicBezTo>
                      <a:pt x="-17465" y="324816"/>
                      <a:pt x="-16666" y="-6623"/>
                      <a:pt x="220205" y="101"/>
                    </a:cubicBezTo>
                    <a:lnTo>
                      <a:pt x="225367" y="747"/>
                    </a:lnTo>
                    <a:close/>
                  </a:path>
                </a:pathLst>
              </a:custGeom>
              <a:solidFill>
                <a:srgbClr val="29292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00CABE3-94E5-FD14-6356-3ADB2868F84F}"/>
                </a:ext>
              </a:extLst>
            </p:cNvPr>
            <p:cNvSpPr/>
            <p:nvPr/>
          </p:nvSpPr>
          <p:spPr>
            <a:xfrm rot="19681347">
              <a:off x="4544916" y="1926375"/>
              <a:ext cx="1246434" cy="695307"/>
            </a:xfrm>
            <a:custGeom>
              <a:avLst/>
              <a:gdLst>
                <a:gd name="connsiteX0" fmla="*/ 202646 w 507527"/>
                <a:gd name="connsiteY0" fmla="*/ 874 h 552732"/>
                <a:gd name="connsiteX1" fmla="*/ 386912 w 507527"/>
                <a:gd name="connsiteY1" fmla="*/ 537093 h 552732"/>
                <a:gd name="connsiteX2" fmla="*/ 253562 w 507527"/>
                <a:gd name="connsiteY2" fmla="*/ 295793 h 552732"/>
                <a:gd name="connsiteX3" fmla="*/ 149423 w 507527"/>
                <a:gd name="connsiteY3" fmla="*/ 530743 h 552732"/>
                <a:gd name="connsiteX4" fmla="*/ 22035 w 507527"/>
                <a:gd name="connsiteY4" fmla="*/ 350046 h 552732"/>
                <a:gd name="connsiteX5" fmla="*/ 0 w 507527"/>
                <a:gd name="connsiteY5" fmla="*/ 356405 h 552732"/>
                <a:gd name="connsiteX6" fmla="*/ 0 w 507527"/>
                <a:gd name="connsiteY6" fmla="*/ 30098 h 552732"/>
                <a:gd name="connsiteX7" fmla="*/ 27441 w 507527"/>
                <a:gd name="connsiteY7" fmla="*/ 20754 h 552732"/>
                <a:gd name="connsiteX8" fmla="*/ 202646 w 507527"/>
                <a:gd name="connsiteY8" fmla="*/ 874 h 5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527" h="552732">
                  <a:moveTo>
                    <a:pt x="202646" y="874"/>
                  </a:moveTo>
                  <a:cubicBezTo>
                    <a:pt x="538608" y="22187"/>
                    <a:pt x="592083" y="427198"/>
                    <a:pt x="386912" y="537093"/>
                  </a:cubicBezTo>
                  <a:cubicBezTo>
                    <a:pt x="425012" y="501110"/>
                    <a:pt x="240227" y="261926"/>
                    <a:pt x="253562" y="295793"/>
                  </a:cubicBezTo>
                  <a:lnTo>
                    <a:pt x="149423" y="530743"/>
                  </a:lnTo>
                  <a:cubicBezTo>
                    <a:pt x="83939" y="637105"/>
                    <a:pt x="185886" y="321540"/>
                    <a:pt x="22035" y="350046"/>
                  </a:cubicBezTo>
                  <a:lnTo>
                    <a:pt x="0" y="356405"/>
                  </a:lnTo>
                  <a:lnTo>
                    <a:pt x="0" y="30098"/>
                  </a:lnTo>
                  <a:lnTo>
                    <a:pt x="27441" y="20754"/>
                  </a:lnTo>
                  <a:cubicBezTo>
                    <a:pt x="92587" y="3398"/>
                    <a:pt x="150959" y="-2405"/>
                    <a:pt x="202646" y="874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Rectangle 75">
              <a:extLst>
                <a:ext uri="{FF2B5EF4-FFF2-40B4-BE49-F238E27FC236}">
                  <a16:creationId xmlns:a16="http://schemas.microsoft.com/office/drawing/2014/main" id="{BA3B56BA-5720-F96F-51C3-346F01700231}"/>
                </a:ext>
              </a:extLst>
            </p:cNvPr>
            <p:cNvSpPr/>
            <p:nvPr/>
          </p:nvSpPr>
          <p:spPr>
            <a:xfrm rot="2005286">
              <a:off x="4801211" y="-1001386"/>
              <a:ext cx="323755" cy="908262"/>
            </a:xfrm>
            <a:custGeom>
              <a:avLst/>
              <a:gdLst>
                <a:gd name="connsiteX0" fmla="*/ 0 w 222463"/>
                <a:gd name="connsiteY0" fmla="*/ 0 h 728759"/>
                <a:gd name="connsiteX1" fmla="*/ 222463 w 222463"/>
                <a:gd name="connsiteY1" fmla="*/ 0 h 728759"/>
                <a:gd name="connsiteX2" fmla="*/ 222463 w 222463"/>
                <a:gd name="connsiteY2" fmla="*/ 728759 h 728759"/>
                <a:gd name="connsiteX3" fmla="*/ 0 w 222463"/>
                <a:gd name="connsiteY3" fmla="*/ 728759 h 728759"/>
                <a:gd name="connsiteX4" fmla="*/ 0 w 222463"/>
                <a:gd name="connsiteY4" fmla="*/ 0 h 728759"/>
                <a:gd name="connsiteX0" fmla="*/ 61218 w 222463"/>
                <a:gd name="connsiteY0" fmla="*/ 0 h 826219"/>
                <a:gd name="connsiteX1" fmla="*/ 222463 w 222463"/>
                <a:gd name="connsiteY1" fmla="*/ 97460 h 826219"/>
                <a:gd name="connsiteX2" fmla="*/ 222463 w 222463"/>
                <a:gd name="connsiteY2" fmla="*/ 826219 h 826219"/>
                <a:gd name="connsiteX3" fmla="*/ 0 w 222463"/>
                <a:gd name="connsiteY3" fmla="*/ 826219 h 826219"/>
                <a:gd name="connsiteX4" fmla="*/ 61218 w 222463"/>
                <a:gd name="connsiteY4" fmla="*/ 0 h 826219"/>
                <a:gd name="connsiteX0" fmla="*/ 131193 w 292438"/>
                <a:gd name="connsiteY0" fmla="*/ 0 h 826219"/>
                <a:gd name="connsiteX1" fmla="*/ 292438 w 292438"/>
                <a:gd name="connsiteY1" fmla="*/ 97460 h 826219"/>
                <a:gd name="connsiteX2" fmla="*/ 292438 w 292438"/>
                <a:gd name="connsiteY2" fmla="*/ 826219 h 826219"/>
                <a:gd name="connsiteX3" fmla="*/ 69975 w 292438"/>
                <a:gd name="connsiteY3" fmla="*/ 826219 h 826219"/>
                <a:gd name="connsiteX4" fmla="*/ 131193 w 292438"/>
                <a:gd name="connsiteY4" fmla="*/ 0 h 826219"/>
                <a:gd name="connsiteX0" fmla="*/ 131193 w 323755"/>
                <a:gd name="connsiteY0" fmla="*/ 0 h 908262"/>
                <a:gd name="connsiteX1" fmla="*/ 292438 w 323755"/>
                <a:gd name="connsiteY1" fmla="*/ 97460 h 908262"/>
                <a:gd name="connsiteX2" fmla="*/ 323755 w 323755"/>
                <a:gd name="connsiteY2" fmla="*/ 908262 h 908262"/>
                <a:gd name="connsiteX3" fmla="*/ 69975 w 323755"/>
                <a:gd name="connsiteY3" fmla="*/ 826219 h 908262"/>
                <a:gd name="connsiteX4" fmla="*/ 131193 w 323755"/>
                <a:gd name="connsiteY4" fmla="*/ 0 h 90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755" h="908262">
                  <a:moveTo>
                    <a:pt x="131193" y="0"/>
                  </a:moveTo>
                  <a:lnTo>
                    <a:pt x="292438" y="97460"/>
                  </a:lnTo>
                  <a:lnTo>
                    <a:pt x="323755" y="908262"/>
                  </a:lnTo>
                  <a:lnTo>
                    <a:pt x="69975" y="826219"/>
                  </a:lnTo>
                  <a:cubicBezTo>
                    <a:pt x="90381" y="550813"/>
                    <a:pt x="-135501" y="403699"/>
                    <a:pt x="131193" y="0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Rectangle 77">
              <a:extLst>
                <a:ext uri="{FF2B5EF4-FFF2-40B4-BE49-F238E27FC236}">
                  <a16:creationId xmlns:a16="http://schemas.microsoft.com/office/drawing/2014/main" id="{5E7884F8-7122-27C0-8DF0-45A8583BBE03}"/>
                </a:ext>
              </a:extLst>
            </p:cNvPr>
            <p:cNvSpPr/>
            <p:nvPr/>
          </p:nvSpPr>
          <p:spPr>
            <a:xfrm>
              <a:off x="4973578" y="-1604229"/>
              <a:ext cx="389110" cy="797483"/>
            </a:xfrm>
            <a:custGeom>
              <a:avLst/>
              <a:gdLst>
                <a:gd name="connsiteX0" fmla="*/ 0 w 88695"/>
                <a:gd name="connsiteY0" fmla="*/ 0 h 499033"/>
                <a:gd name="connsiteX1" fmla="*/ 88695 w 88695"/>
                <a:gd name="connsiteY1" fmla="*/ 0 h 499033"/>
                <a:gd name="connsiteX2" fmla="*/ 88695 w 88695"/>
                <a:gd name="connsiteY2" fmla="*/ 499033 h 499033"/>
                <a:gd name="connsiteX3" fmla="*/ 0 w 88695"/>
                <a:gd name="connsiteY3" fmla="*/ 499033 h 499033"/>
                <a:gd name="connsiteX4" fmla="*/ 0 w 88695"/>
                <a:gd name="connsiteY4" fmla="*/ 0 h 499033"/>
                <a:gd name="connsiteX0" fmla="*/ 0 w 88695"/>
                <a:gd name="connsiteY0" fmla="*/ 374650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4" fmla="*/ 0 w 88695"/>
                <a:gd name="connsiteY4" fmla="*/ 374650 h 873683"/>
                <a:gd name="connsiteX0" fmla="*/ 0 w 88695"/>
                <a:gd name="connsiteY0" fmla="*/ 873683 h 873683"/>
                <a:gd name="connsiteX1" fmla="*/ 18845 w 88695"/>
                <a:gd name="connsiteY1" fmla="*/ 0 h 873683"/>
                <a:gd name="connsiteX2" fmla="*/ 88695 w 88695"/>
                <a:gd name="connsiteY2" fmla="*/ 873683 h 873683"/>
                <a:gd name="connsiteX3" fmla="*/ 0 w 88695"/>
                <a:gd name="connsiteY3" fmla="*/ 873683 h 873683"/>
                <a:gd name="connsiteX0" fmla="*/ 0 w 18845"/>
                <a:gd name="connsiteY0" fmla="*/ 873683 h 873683"/>
                <a:gd name="connsiteX1" fmla="*/ 18845 w 18845"/>
                <a:gd name="connsiteY1" fmla="*/ 0 h 873683"/>
                <a:gd name="connsiteX2" fmla="*/ 0 w 18845"/>
                <a:gd name="connsiteY2" fmla="*/ 873683 h 873683"/>
                <a:gd name="connsiteX0" fmla="*/ 19255 w 19255"/>
                <a:gd name="connsiteY0" fmla="*/ 797483 h 797483"/>
                <a:gd name="connsiteX1" fmla="*/ 0 w 19255"/>
                <a:gd name="connsiteY1" fmla="*/ 0 h 797483"/>
                <a:gd name="connsiteX2" fmla="*/ 19255 w 19255"/>
                <a:gd name="connsiteY2" fmla="*/ 797483 h 797483"/>
                <a:gd name="connsiteX0" fmla="*/ 223792 w 223792"/>
                <a:gd name="connsiteY0" fmla="*/ 797483 h 797483"/>
                <a:gd name="connsiteX1" fmla="*/ 204537 w 223792"/>
                <a:gd name="connsiteY1" fmla="*/ 0 h 797483"/>
                <a:gd name="connsiteX2" fmla="*/ 223792 w 223792"/>
                <a:gd name="connsiteY2" fmla="*/ 797483 h 797483"/>
                <a:gd name="connsiteX0" fmla="*/ 223792 w 361401"/>
                <a:gd name="connsiteY0" fmla="*/ 797483 h 797483"/>
                <a:gd name="connsiteX1" fmla="*/ 204537 w 361401"/>
                <a:gd name="connsiteY1" fmla="*/ 0 h 797483"/>
                <a:gd name="connsiteX2" fmla="*/ 223792 w 361401"/>
                <a:gd name="connsiteY2" fmla="*/ 797483 h 797483"/>
                <a:gd name="connsiteX0" fmla="*/ 223792 w 389110"/>
                <a:gd name="connsiteY0" fmla="*/ 797483 h 797483"/>
                <a:gd name="connsiteX1" fmla="*/ 204537 w 389110"/>
                <a:gd name="connsiteY1" fmla="*/ 0 h 797483"/>
                <a:gd name="connsiteX2" fmla="*/ 223792 w 389110"/>
                <a:gd name="connsiteY2" fmla="*/ 797483 h 79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9110" h="797483">
                  <a:moveTo>
                    <a:pt x="223792" y="797483"/>
                  </a:moveTo>
                  <a:cubicBezTo>
                    <a:pt x="541224" y="284005"/>
                    <a:pt x="325255" y="94378"/>
                    <a:pt x="204537" y="0"/>
                  </a:cubicBezTo>
                  <a:cubicBezTo>
                    <a:pt x="210955" y="265828"/>
                    <a:pt x="-271576" y="379255"/>
                    <a:pt x="223792" y="797483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Oval 18">
              <a:extLst>
                <a:ext uri="{FF2B5EF4-FFF2-40B4-BE49-F238E27FC236}">
                  <a16:creationId xmlns:a16="http://schemas.microsoft.com/office/drawing/2014/main" id="{0DCA1FDA-5D6C-051E-D0CC-B522BF484CEE}"/>
                </a:ext>
              </a:extLst>
            </p:cNvPr>
            <p:cNvSpPr/>
            <p:nvPr/>
          </p:nvSpPr>
          <p:spPr>
            <a:xfrm rot="5172298" flipH="1">
              <a:off x="5120991" y="-939339"/>
              <a:ext cx="144924" cy="200114"/>
            </a:xfrm>
            <a:custGeom>
              <a:avLst/>
              <a:gdLst>
                <a:gd name="connsiteX0" fmla="*/ 0 w 45719"/>
                <a:gd name="connsiteY0" fmla="*/ 99948 h 199896"/>
                <a:gd name="connsiteX1" fmla="*/ 22860 w 45719"/>
                <a:gd name="connsiteY1" fmla="*/ 0 h 199896"/>
                <a:gd name="connsiteX2" fmla="*/ 45720 w 45719"/>
                <a:gd name="connsiteY2" fmla="*/ 99948 h 199896"/>
                <a:gd name="connsiteX3" fmla="*/ 22860 w 45719"/>
                <a:gd name="connsiteY3" fmla="*/ 199896 h 199896"/>
                <a:gd name="connsiteX4" fmla="*/ 0 w 45719"/>
                <a:gd name="connsiteY4" fmla="*/ 99948 h 199896"/>
                <a:gd name="connsiteX0" fmla="*/ 0 w 73519"/>
                <a:gd name="connsiteY0" fmla="*/ 114704 h 200114"/>
                <a:gd name="connsiteX1" fmla="*/ 50659 w 73519"/>
                <a:gd name="connsiteY1" fmla="*/ 90 h 200114"/>
                <a:gd name="connsiteX2" fmla="*/ 73519 w 73519"/>
                <a:gd name="connsiteY2" fmla="*/ 100038 h 200114"/>
                <a:gd name="connsiteX3" fmla="*/ 50659 w 73519"/>
                <a:gd name="connsiteY3" fmla="*/ 199986 h 200114"/>
                <a:gd name="connsiteX4" fmla="*/ 0 w 73519"/>
                <a:gd name="connsiteY4" fmla="*/ 114704 h 20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19" h="200114">
                  <a:moveTo>
                    <a:pt x="0" y="114704"/>
                  </a:moveTo>
                  <a:cubicBezTo>
                    <a:pt x="0" y="59504"/>
                    <a:pt x="38406" y="2534"/>
                    <a:pt x="50659" y="90"/>
                  </a:cubicBezTo>
                  <a:cubicBezTo>
                    <a:pt x="62912" y="-2354"/>
                    <a:pt x="73519" y="44838"/>
                    <a:pt x="73519" y="100038"/>
                  </a:cubicBezTo>
                  <a:cubicBezTo>
                    <a:pt x="73519" y="155238"/>
                    <a:pt x="62912" y="197542"/>
                    <a:pt x="50659" y="199986"/>
                  </a:cubicBezTo>
                  <a:cubicBezTo>
                    <a:pt x="38406" y="202430"/>
                    <a:pt x="0" y="169904"/>
                    <a:pt x="0" y="114704"/>
                  </a:cubicBezTo>
                  <a:close/>
                </a:path>
              </a:pathLst>
            </a:custGeom>
            <a:solidFill>
              <a:srgbClr val="B1734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30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6743B78-03C2-6732-4AFB-964D16E0E422}"/>
              </a:ext>
            </a:extLst>
          </p:cNvPr>
          <p:cNvGrpSpPr/>
          <p:nvPr/>
        </p:nvGrpSpPr>
        <p:grpSpPr>
          <a:xfrm>
            <a:off x="247344" y="192958"/>
            <a:ext cx="4783042" cy="4777743"/>
            <a:chOff x="-4770497" y="-2378650"/>
            <a:chExt cx="7919742" cy="79109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A80E637-5C49-822D-DA39-2BC5BEE52B9D}"/>
                </a:ext>
              </a:extLst>
            </p:cNvPr>
            <p:cNvGrpSpPr/>
            <p:nvPr/>
          </p:nvGrpSpPr>
          <p:grpSpPr>
            <a:xfrm>
              <a:off x="-4770497" y="-2378650"/>
              <a:ext cx="7919742" cy="7910967"/>
              <a:chOff x="-4770497" y="-2378650"/>
              <a:chExt cx="7919742" cy="791096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C297A97-C97A-36CC-0A2A-9BA78E50AB69}"/>
                  </a:ext>
                </a:extLst>
              </p:cNvPr>
              <p:cNvSpPr/>
              <p:nvPr/>
            </p:nvSpPr>
            <p:spPr>
              <a:xfrm>
                <a:off x="-276147" y="2729627"/>
                <a:ext cx="842932" cy="2633540"/>
              </a:xfrm>
              <a:custGeom>
                <a:avLst/>
                <a:gdLst>
                  <a:gd name="connsiteX0" fmla="*/ 0 w 609599"/>
                  <a:gd name="connsiteY0" fmla="*/ 0 h 808383"/>
                  <a:gd name="connsiteX1" fmla="*/ 609599 w 609599"/>
                  <a:gd name="connsiteY1" fmla="*/ 0 h 808383"/>
                  <a:gd name="connsiteX2" fmla="*/ 609599 w 609599"/>
                  <a:gd name="connsiteY2" fmla="*/ 808383 h 808383"/>
                  <a:gd name="connsiteX3" fmla="*/ 0 w 609599"/>
                  <a:gd name="connsiteY3" fmla="*/ 808383 h 808383"/>
                  <a:gd name="connsiteX4" fmla="*/ 0 w 609599"/>
                  <a:gd name="connsiteY4" fmla="*/ 0 h 808383"/>
                  <a:gd name="connsiteX0" fmla="*/ 0 w 609599"/>
                  <a:gd name="connsiteY0" fmla="*/ 0 h 887896"/>
                  <a:gd name="connsiteX1" fmla="*/ 609599 w 609599"/>
                  <a:gd name="connsiteY1" fmla="*/ 0 h 887896"/>
                  <a:gd name="connsiteX2" fmla="*/ 450573 w 609599"/>
                  <a:gd name="connsiteY2" fmla="*/ 887896 h 887896"/>
                  <a:gd name="connsiteX3" fmla="*/ 0 w 609599"/>
                  <a:gd name="connsiteY3" fmla="*/ 808383 h 887896"/>
                  <a:gd name="connsiteX4" fmla="*/ 0 w 609599"/>
                  <a:gd name="connsiteY4" fmla="*/ 0 h 887896"/>
                  <a:gd name="connsiteX0" fmla="*/ 0 w 609599"/>
                  <a:gd name="connsiteY0" fmla="*/ 0 h 1327187"/>
                  <a:gd name="connsiteX1" fmla="*/ 609599 w 609599"/>
                  <a:gd name="connsiteY1" fmla="*/ 0 h 1327187"/>
                  <a:gd name="connsiteX2" fmla="*/ 450573 w 609599"/>
                  <a:gd name="connsiteY2" fmla="*/ 887896 h 1327187"/>
                  <a:gd name="connsiteX3" fmla="*/ 0 w 609599"/>
                  <a:gd name="connsiteY3" fmla="*/ 808383 h 1327187"/>
                  <a:gd name="connsiteX4" fmla="*/ 0 w 609599"/>
                  <a:gd name="connsiteY4" fmla="*/ 0 h 1327187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10816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297"/>
                  <a:gd name="connsiteX1" fmla="*/ 609599 w 609599"/>
                  <a:gd name="connsiteY1" fmla="*/ 0 h 1944297"/>
                  <a:gd name="connsiteX2" fmla="*/ 410816 w 609599"/>
                  <a:gd name="connsiteY2" fmla="*/ 887896 h 1944297"/>
                  <a:gd name="connsiteX3" fmla="*/ 304801 w 609599"/>
                  <a:gd name="connsiteY3" fmla="*/ 1944158 h 1944297"/>
                  <a:gd name="connsiteX4" fmla="*/ 0 w 609599"/>
                  <a:gd name="connsiteY4" fmla="*/ 808383 h 1944297"/>
                  <a:gd name="connsiteX5" fmla="*/ 0 w 609599"/>
                  <a:gd name="connsiteY5" fmla="*/ 0 h 194429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949"/>
                  <a:gd name="connsiteX1" fmla="*/ 609599 w 609599"/>
                  <a:gd name="connsiteY1" fmla="*/ 0 h 1904949"/>
                  <a:gd name="connsiteX2" fmla="*/ 410816 w 609599"/>
                  <a:gd name="connsiteY2" fmla="*/ 887896 h 1904949"/>
                  <a:gd name="connsiteX3" fmla="*/ 304801 w 609599"/>
                  <a:gd name="connsiteY3" fmla="*/ 1904402 h 1904949"/>
                  <a:gd name="connsiteX4" fmla="*/ 0 w 609599"/>
                  <a:gd name="connsiteY4" fmla="*/ 808383 h 1904949"/>
                  <a:gd name="connsiteX5" fmla="*/ 0 w 609599"/>
                  <a:gd name="connsiteY5" fmla="*/ 0 h 1904949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599" h="1904547">
                    <a:moveTo>
                      <a:pt x="0" y="0"/>
                    </a:moveTo>
                    <a:lnTo>
                      <a:pt x="609599" y="0"/>
                    </a:lnTo>
                    <a:lnTo>
                      <a:pt x="410816" y="887896"/>
                    </a:lnTo>
                    <a:cubicBezTo>
                      <a:pt x="360016" y="1101487"/>
                      <a:pt x="411371" y="1903850"/>
                      <a:pt x="304801" y="1904402"/>
                    </a:cubicBezTo>
                    <a:cubicBezTo>
                      <a:pt x="113197" y="1917654"/>
                      <a:pt x="50800" y="1021974"/>
                      <a:pt x="0" y="80838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" name="Rectangle: Rounded Corners 15">
                <a:extLst>
                  <a:ext uri="{FF2B5EF4-FFF2-40B4-BE49-F238E27FC236}">
                    <a16:creationId xmlns:a16="http://schemas.microsoft.com/office/drawing/2014/main" id="{A4E7F33A-165C-8364-118E-3D8EB9398C15}"/>
                  </a:ext>
                </a:extLst>
              </p:cNvPr>
              <p:cNvSpPr/>
              <p:nvPr/>
            </p:nvSpPr>
            <p:spPr>
              <a:xfrm>
                <a:off x="-324264" y="5105770"/>
                <a:ext cx="556521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" name="Rectangle 8">
                <a:extLst>
                  <a:ext uri="{FF2B5EF4-FFF2-40B4-BE49-F238E27FC236}">
                    <a16:creationId xmlns:a16="http://schemas.microsoft.com/office/drawing/2014/main" id="{A3CE237C-A6D9-545B-9FE6-6138EFA60ABF}"/>
                  </a:ext>
                </a:extLst>
              </p:cNvPr>
              <p:cNvSpPr/>
              <p:nvPr/>
            </p:nvSpPr>
            <p:spPr>
              <a:xfrm>
                <a:off x="2289304" y="-993096"/>
                <a:ext cx="621720" cy="379526"/>
              </a:xfrm>
              <a:custGeom>
                <a:avLst/>
                <a:gdLst>
                  <a:gd name="connsiteX0" fmla="*/ 0 w 502630"/>
                  <a:gd name="connsiteY0" fmla="*/ 0 h 274469"/>
                  <a:gd name="connsiteX1" fmla="*/ 502630 w 502630"/>
                  <a:gd name="connsiteY1" fmla="*/ 0 h 274469"/>
                  <a:gd name="connsiteX2" fmla="*/ 502630 w 502630"/>
                  <a:gd name="connsiteY2" fmla="*/ 274469 h 274469"/>
                  <a:gd name="connsiteX3" fmla="*/ 0 w 502630"/>
                  <a:gd name="connsiteY3" fmla="*/ 274469 h 274469"/>
                  <a:gd name="connsiteX4" fmla="*/ 0 w 502630"/>
                  <a:gd name="connsiteY4" fmla="*/ 0 h 274469"/>
                  <a:gd name="connsiteX0" fmla="*/ 0 w 502630"/>
                  <a:gd name="connsiteY0" fmla="*/ 0 h 274469"/>
                  <a:gd name="connsiteX1" fmla="*/ 449621 w 502630"/>
                  <a:gd name="connsiteY1" fmla="*/ 106017 h 274469"/>
                  <a:gd name="connsiteX2" fmla="*/ 502630 w 502630"/>
                  <a:gd name="connsiteY2" fmla="*/ 274469 h 274469"/>
                  <a:gd name="connsiteX3" fmla="*/ 0 w 502630"/>
                  <a:gd name="connsiteY3" fmla="*/ 274469 h 274469"/>
                  <a:gd name="connsiteX4" fmla="*/ 0 w 502630"/>
                  <a:gd name="connsiteY4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621" h="274469">
                    <a:moveTo>
                      <a:pt x="0" y="0"/>
                    </a:moveTo>
                    <a:lnTo>
                      <a:pt x="449621" y="106017"/>
                    </a:lnTo>
                    <a:cubicBezTo>
                      <a:pt x="352755" y="307942"/>
                      <a:pt x="149874" y="218318"/>
                      <a:pt x="0" y="27446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F3B1B1FF-EE23-3246-7CE7-F5F08A9834CD}"/>
                  </a:ext>
                </a:extLst>
              </p:cNvPr>
              <p:cNvSpPr/>
              <p:nvPr/>
            </p:nvSpPr>
            <p:spPr>
              <a:xfrm>
                <a:off x="-3006517" y="3438880"/>
                <a:ext cx="842932" cy="1754471"/>
              </a:xfrm>
              <a:custGeom>
                <a:avLst/>
                <a:gdLst>
                  <a:gd name="connsiteX0" fmla="*/ 0 w 543339"/>
                  <a:gd name="connsiteY0" fmla="*/ 0 h 371061"/>
                  <a:gd name="connsiteX1" fmla="*/ 543339 w 543339"/>
                  <a:gd name="connsiteY1" fmla="*/ 0 h 371061"/>
                  <a:gd name="connsiteX2" fmla="*/ 543339 w 543339"/>
                  <a:gd name="connsiteY2" fmla="*/ 371061 h 371061"/>
                  <a:gd name="connsiteX3" fmla="*/ 0 w 543339"/>
                  <a:gd name="connsiteY3" fmla="*/ 371061 h 371061"/>
                  <a:gd name="connsiteX4" fmla="*/ 0 w 543339"/>
                  <a:gd name="connsiteY4" fmla="*/ 0 h 371061"/>
                  <a:gd name="connsiteX0" fmla="*/ 0 w 543339"/>
                  <a:gd name="connsiteY0" fmla="*/ 0 h 1166192"/>
                  <a:gd name="connsiteX1" fmla="*/ 543339 w 543339"/>
                  <a:gd name="connsiteY1" fmla="*/ 0 h 1166192"/>
                  <a:gd name="connsiteX2" fmla="*/ 530087 w 543339"/>
                  <a:gd name="connsiteY2" fmla="*/ 1166192 h 1166192"/>
                  <a:gd name="connsiteX3" fmla="*/ 0 w 543339"/>
                  <a:gd name="connsiteY3" fmla="*/ 371061 h 1166192"/>
                  <a:gd name="connsiteX4" fmla="*/ 0 w 543339"/>
                  <a:gd name="connsiteY4" fmla="*/ 0 h 1166192"/>
                  <a:gd name="connsiteX0" fmla="*/ 0 w 543339"/>
                  <a:gd name="connsiteY0" fmla="*/ 0 h 1268548"/>
                  <a:gd name="connsiteX1" fmla="*/ 543339 w 543339"/>
                  <a:gd name="connsiteY1" fmla="*/ 0 h 1268548"/>
                  <a:gd name="connsiteX2" fmla="*/ 530087 w 543339"/>
                  <a:gd name="connsiteY2" fmla="*/ 1166192 h 1268548"/>
                  <a:gd name="connsiteX3" fmla="*/ 0 w 543339"/>
                  <a:gd name="connsiteY3" fmla="*/ 371061 h 1268548"/>
                  <a:gd name="connsiteX4" fmla="*/ 0 w 543339"/>
                  <a:gd name="connsiteY4" fmla="*/ 0 h 1268548"/>
                  <a:gd name="connsiteX0" fmla="*/ 0 w 543339"/>
                  <a:gd name="connsiteY0" fmla="*/ 0 h 1276027"/>
                  <a:gd name="connsiteX1" fmla="*/ 543339 w 543339"/>
                  <a:gd name="connsiteY1" fmla="*/ 0 h 1276027"/>
                  <a:gd name="connsiteX2" fmla="*/ 530087 w 543339"/>
                  <a:gd name="connsiteY2" fmla="*/ 1166192 h 1276027"/>
                  <a:gd name="connsiteX3" fmla="*/ 0 w 543339"/>
                  <a:gd name="connsiteY3" fmla="*/ 371061 h 1276027"/>
                  <a:gd name="connsiteX4" fmla="*/ 0 w 543339"/>
                  <a:gd name="connsiteY4" fmla="*/ 0 h 1276027"/>
                  <a:gd name="connsiteX0" fmla="*/ 0 w 556591"/>
                  <a:gd name="connsiteY0" fmla="*/ 0 h 1288067"/>
                  <a:gd name="connsiteX1" fmla="*/ 543339 w 556591"/>
                  <a:gd name="connsiteY1" fmla="*/ 0 h 1288067"/>
                  <a:gd name="connsiteX2" fmla="*/ 556591 w 556591"/>
                  <a:gd name="connsiteY2" fmla="*/ 1179444 h 1288067"/>
                  <a:gd name="connsiteX3" fmla="*/ 0 w 556591"/>
                  <a:gd name="connsiteY3" fmla="*/ 371061 h 1288067"/>
                  <a:gd name="connsiteX4" fmla="*/ 0 w 556591"/>
                  <a:gd name="connsiteY4" fmla="*/ 0 h 1288067"/>
                  <a:gd name="connsiteX0" fmla="*/ 0 w 556591"/>
                  <a:gd name="connsiteY0" fmla="*/ 0 h 1288067"/>
                  <a:gd name="connsiteX1" fmla="*/ 543339 w 556591"/>
                  <a:gd name="connsiteY1" fmla="*/ 0 h 1288067"/>
                  <a:gd name="connsiteX2" fmla="*/ 556591 w 556591"/>
                  <a:gd name="connsiteY2" fmla="*/ 1179444 h 1288067"/>
                  <a:gd name="connsiteX3" fmla="*/ 0 w 556591"/>
                  <a:gd name="connsiteY3" fmla="*/ 371061 h 1288067"/>
                  <a:gd name="connsiteX4" fmla="*/ 0 w 556591"/>
                  <a:gd name="connsiteY4" fmla="*/ 0 h 1288067"/>
                  <a:gd name="connsiteX0" fmla="*/ 0 w 609599"/>
                  <a:gd name="connsiteY0" fmla="*/ 0 h 1288067"/>
                  <a:gd name="connsiteX1" fmla="*/ 609599 w 609599"/>
                  <a:gd name="connsiteY1" fmla="*/ 0 h 1288067"/>
                  <a:gd name="connsiteX2" fmla="*/ 556591 w 609599"/>
                  <a:gd name="connsiteY2" fmla="*/ 1179444 h 1288067"/>
                  <a:gd name="connsiteX3" fmla="*/ 0 w 609599"/>
                  <a:gd name="connsiteY3" fmla="*/ 371061 h 1288067"/>
                  <a:gd name="connsiteX4" fmla="*/ 0 w 609599"/>
                  <a:gd name="connsiteY4" fmla="*/ 0 h 1288067"/>
                  <a:gd name="connsiteX0" fmla="*/ 0 w 609599"/>
                  <a:gd name="connsiteY0" fmla="*/ 0 h 1288067"/>
                  <a:gd name="connsiteX1" fmla="*/ 609599 w 609599"/>
                  <a:gd name="connsiteY1" fmla="*/ 0 h 1288067"/>
                  <a:gd name="connsiteX2" fmla="*/ 556591 w 609599"/>
                  <a:gd name="connsiteY2" fmla="*/ 1179444 h 1288067"/>
                  <a:gd name="connsiteX3" fmla="*/ 0 w 609599"/>
                  <a:gd name="connsiteY3" fmla="*/ 371061 h 1288067"/>
                  <a:gd name="connsiteX4" fmla="*/ 0 w 609599"/>
                  <a:gd name="connsiteY4" fmla="*/ 0 h 1288067"/>
                  <a:gd name="connsiteX0" fmla="*/ 0 w 609599"/>
                  <a:gd name="connsiteY0" fmla="*/ 0 h 1268814"/>
                  <a:gd name="connsiteX1" fmla="*/ 609599 w 609599"/>
                  <a:gd name="connsiteY1" fmla="*/ 0 h 1268814"/>
                  <a:gd name="connsiteX2" fmla="*/ 556591 w 609599"/>
                  <a:gd name="connsiteY2" fmla="*/ 1179444 h 1268814"/>
                  <a:gd name="connsiteX3" fmla="*/ 0 w 609599"/>
                  <a:gd name="connsiteY3" fmla="*/ 371061 h 1268814"/>
                  <a:gd name="connsiteX4" fmla="*/ 0 w 609599"/>
                  <a:gd name="connsiteY4" fmla="*/ 0 h 1268814"/>
                  <a:gd name="connsiteX0" fmla="*/ 0 w 609599"/>
                  <a:gd name="connsiteY0" fmla="*/ 0 h 1268814"/>
                  <a:gd name="connsiteX1" fmla="*/ 609599 w 609599"/>
                  <a:gd name="connsiteY1" fmla="*/ 0 h 1268814"/>
                  <a:gd name="connsiteX2" fmla="*/ 556591 w 609599"/>
                  <a:gd name="connsiteY2" fmla="*/ 1179444 h 1268814"/>
                  <a:gd name="connsiteX3" fmla="*/ 0 w 609599"/>
                  <a:gd name="connsiteY3" fmla="*/ 371061 h 1268814"/>
                  <a:gd name="connsiteX4" fmla="*/ 0 w 609599"/>
                  <a:gd name="connsiteY4" fmla="*/ 0 h 1268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599" h="1268814">
                    <a:moveTo>
                      <a:pt x="0" y="0"/>
                    </a:moveTo>
                    <a:lnTo>
                      <a:pt x="609599" y="0"/>
                    </a:lnTo>
                    <a:cubicBezTo>
                      <a:pt x="441738" y="605182"/>
                      <a:pt x="552174" y="786296"/>
                      <a:pt x="556591" y="1179444"/>
                    </a:cubicBezTo>
                    <a:cubicBezTo>
                      <a:pt x="-123687" y="1537252"/>
                      <a:pt x="57427" y="728870"/>
                      <a:pt x="0" y="3710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51377547-0120-4F62-3F9D-E0069360CFEE}"/>
                  </a:ext>
                </a:extLst>
              </p:cNvPr>
              <p:cNvSpPr/>
              <p:nvPr/>
            </p:nvSpPr>
            <p:spPr>
              <a:xfrm>
                <a:off x="-2401802" y="-2170973"/>
                <a:ext cx="3701573" cy="1120315"/>
              </a:xfrm>
              <a:custGeom>
                <a:avLst/>
                <a:gdLst>
                  <a:gd name="connsiteX0" fmla="*/ 0 w 1577007"/>
                  <a:gd name="connsiteY0" fmla="*/ 0 h 265043"/>
                  <a:gd name="connsiteX1" fmla="*/ 1577007 w 1577007"/>
                  <a:gd name="connsiteY1" fmla="*/ 0 h 265043"/>
                  <a:gd name="connsiteX2" fmla="*/ 1577007 w 1577007"/>
                  <a:gd name="connsiteY2" fmla="*/ 265043 h 265043"/>
                  <a:gd name="connsiteX3" fmla="*/ 0 w 1577007"/>
                  <a:gd name="connsiteY3" fmla="*/ 265043 h 265043"/>
                  <a:gd name="connsiteX4" fmla="*/ 0 w 1577007"/>
                  <a:gd name="connsiteY4" fmla="*/ 0 h 265043"/>
                  <a:gd name="connsiteX0" fmla="*/ 0 w 1974572"/>
                  <a:gd name="connsiteY0" fmla="*/ 0 h 265043"/>
                  <a:gd name="connsiteX1" fmla="*/ 1974572 w 1974572"/>
                  <a:gd name="connsiteY1" fmla="*/ 92766 h 265043"/>
                  <a:gd name="connsiteX2" fmla="*/ 1577007 w 1974572"/>
                  <a:gd name="connsiteY2" fmla="*/ 265043 h 265043"/>
                  <a:gd name="connsiteX3" fmla="*/ 0 w 1974572"/>
                  <a:gd name="connsiteY3" fmla="*/ 265043 h 265043"/>
                  <a:gd name="connsiteX4" fmla="*/ 0 w 1974572"/>
                  <a:gd name="connsiteY4" fmla="*/ 0 h 265043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649357 w 2623929"/>
                  <a:gd name="connsiteY4" fmla="*/ 490403 h 782023"/>
                  <a:gd name="connsiteX5" fmla="*/ 0 w 2623929"/>
                  <a:gd name="connsiteY5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649357 w 2623929"/>
                  <a:gd name="connsiteY4" fmla="*/ 490403 h 782023"/>
                  <a:gd name="connsiteX5" fmla="*/ 0 w 2623929"/>
                  <a:gd name="connsiteY5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0 w 2623929"/>
                  <a:gd name="connsiteY4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0 w 2623929"/>
                  <a:gd name="connsiteY4" fmla="*/ 781951 h 782023"/>
                  <a:gd name="connsiteX0" fmla="*/ 0 w 2623929"/>
                  <a:gd name="connsiteY0" fmla="*/ 782399 h 782399"/>
                  <a:gd name="connsiteX1" fmla="*/ 1749287 w 2623929"/>
                  <a:gd name="connsiteY1" fmla="*/ 521 h 782399"/>
                  <a:gd name="connsiteX2" fmla="*/ 2623929 w 2623929"/>
                  <a:gd name="connsiteY2" fmla="*/ 318574 h 782399"/>
                  <a:gd name="connsiteX3" fmla="*/ 2226364 w 2623929"/>
                  <a:gd name="connsiteY3" fmla="*/ 490851 h 782399"/>
                  <a:gd name="connsiteX4" fmla="*/ 0 w 2623929"/>
                  <a:gd name="connsiteY4" fmla="*/ 782399 h 782399"/>
                  <a:gd name="connsiteX0" fmla="*/ 0 w 2544415"/>
                  <a:gd name="connsiteY0" fmla="*/ 808809 h 808809"/>
                  <a:gd name="connsiteX1" fmla="*/ 1669773 w 2544415"/>
                  <a:gd name="connsiteY1" fmla="*/ 427 h 808809"/>
                  <a:gd name="connsiteX2" fmla="*/ 2544415 w 2544415"/>
                  <a:gd name="connsiteY2" fmla="*/ 318480 h 808809"/>
                  <a:gd name="connsiteX3" fmla="*/ 2146850 w 2544415"/>
                  <a:gd name="connsiteY3" fmla="*/ 490757 h 808809"/>
                  <a:gd name="connsiteX4" fmla="*/ 0 w 2544415"/>
                  <a:gd name="connsiteY4" fmla="*/ 808809 h 808809"/>
                  <a:gd name="connsiteX0" fmla="*/ 0 w 2544415"/>
                  <a:gd name="connsiteY0" fmla="*/ 809407 h 809407"/>
                  <a:gd name="connsiteX1" fmla="*/ 1669773 w 2544415"/>
                  <a:gd name="connsiteY1" fmla="*/ 1025 h 809407"/>
                  <a:gd name="connsiteX2" fmla="*/ 2544415 w 2544415"/>
                  <a:gd name="connsiteY2" fmla="*/ 319078 h 809407"/>
                  <a:gd name="connsiteX3" fmla="*/ 2146850 w 2544415"/>
                  <a:gd name="connsiteY3" fmla="*/ 491355 h 809407"/>
                  <a:gd name="connsiteX4" fmla="*/ 0 w 2544415"/>
                  <a:gd name="connsiteY4" fmla="*/ 809407 h 809407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2146850 w 2544415"/>
                  <a:gd name="connsiteY3" fmla="*/ 492147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2146850 w 2544415"/>
                  <a:gd name="connsiteY3" fmla="*/ 492147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49285 w 2676936"/>
                  <a:gd name="connsiteY3" fmla="*/ 664426 h 810199"/>
                  <a:gd name="connsiteX4" fmla="*/ 0 w 2676936"/>
                  <a:gd name="connsiteY4" fmla="*/ 810199 h 81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6936" h="810199">
                    <a:moveTo>
                      <a:pt x="0" y="810199"/>
                    </a:moveTo>
                    <a:cubicBezTo>
                      <a:pt x="384312" y="-15854"/>
                      <a:pt x="1338469" y="-7018"/>
                      <a:pt x="1669773" y="1817"/>
                    </a:cubicBezTo>
                    <a:cubicBezTo>
                      <a:pt x="1961320" y="107835"/>
                      <a:pt x="2451651" y="107834"/>
                      <a:pt x="2676936" y="492148"/>
                    </a:cubicBezTo>
                    <a:lnTo>
                      <a:pt x="1749285" y="664426"/>
                    </a:lnTo>
                    <a:cubicBezTo>
                      <a:pt x="1298711" y="443556"/>
                      <a:pt x="768626" y="461225"/>
                      <a:pt x="0" y="810199"/>
                    </a:cubicBezTo>
                    <a:close/>
                  </a:path>
                </a:pathLst>
              </a:custGeom>
              <a:solidFill>
                <a:srgbClr val="F1CB5C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Rectangle 6">
                <a:extLst>
                  <a:ext uri="{FF2B5EF4-FFF2-40B4-BE49-F238E27FC236}">
                    <a16:creationId xmlns:a16="http://schemas.microsoft.com/office/drawing/2014/main" id="{78FFDDE8-C45C-E0A6-1404-43819A4D896D}"/>
                  </a:ext>
                </a:extLst>
              </p:cNvPr>
              <p:cNvSpPr/>
              <p:nvPr/>
            </p:nvSpPr>
            <p:spPr>
              <a:xfrm>
                <a:off x="108671" y="-2378650"/>
                <a:ext cx="1887438" cy="1231953"/>
              </a:xfrm>
              <a:custGeom>
                <a:avLst/>
                <a:gdLst>
                  <a:gd name="connsiteX0" fmla="*/ 0 w 768626"/>
                  <a:gd name="connsiteY0" fmla="*/ 0 h 396114"/>
                  <a:gd name="connsiteX1" fmla="*/ 768626 w 768626"/>
                  <a:gd name="connsiteY1" fmla="*/ 0 h 396114"/>
                  <a:gd name="connsiteX2" fmla="*/ 768626 w 768626"/>
                  <a:gd name="connsiteY2" fmla="*/ 396114 h 396114"/>
                  <a:gd name="connsiteX3" fmla="*/ 0 w 768626"/>
                  <a:gd name="connsiteY3" fmla="*/ 396114 h 396114"/>
                  <a:gd name="connsiteX4" fmla="*/ 0 w 768626"/>
                  <a:gd name="connsiteY4" fmla="*/ 0 h 396114"/>
                  <a:gd name="connsiteX0" fmla="*/ 0 w 1126435"/>
                  <a:gd name="connsiteY0" fmla="*/ 0 h 503582"/>
                  <a:gd name="connsiteX1" fmla="*/ 1126435 w 1126435"/>
                  <a:gd name="connsiteY1" fmla="*/ 503582 h 503582"/>
                  <a:gd name="connsiteX2" fmla="*/ 768626 w 1126435"/>
                  <a:gd name="connsiteY2" fmla="*/ 396114 h 503582"/>
                  <a:gd name="connsiteX3" fmla="*/ 0 w 1126435"/>
                  <a:gd name="connsiteY3" fmla="*/ 396114 h 503582"/>
                  <a:gd name="connsiteX4" fmla="*/ 0 w 1126435"/>
                  <a:gd name="connsiteY4" fmla="*/ 0 h 503582"/>
                  <a:gd name="connsiteX0" fmla="*/ 0 w 1126435"/>
                  <a:gd name="connsiteY0" fmla="*/ 27108 h 530690"/>
                  <a:gd name="connsiteX1" fmla="*/ 1126435 w 1126435"/>
                  <a:gd name="connsiteY1" fmla="*/ 530690 h 530690"/>
                  <a:gd name="connsiteX2" fmla="*/ 768626 w 1126435"/>
                  <a:gd name="connsiteY2" fmla="*/ 423222 h 530690"/>
                  <a:gd name="connsiteX3" fmla="*/ 0 w 1126435"/>
                  <a:gd name="connsiteY3" fmla="*/ 423222 h 530690"/>
                  <a:gd name="connsiteX4" fmla="*/ 0 w 1126435"/>
                  <a:gd name="connsiteY4" fmla="*/ 27108 h 530690"/>
                  <a:gd name="connsiteX0" fmla="*/ 0 w 1219200"/>
                  <a:gd name="connsiteY0" fmla="*/ 64270 h 501591"/>
                  <a:gd name="connsiteX1" fmla="*/ 1219200 w 1219200"/>
                  <a:gd name="connsiteY1" fmla="*/ 501591 h 501591"/>
                  <a:gd name="connsiteX2" fmla="*/ 861391 w 1219200"/>
                  <a:gd name="connsiteY2" fmla="*/ 394123 h 501591"/>
                  <a:gd name="connsiteX3" fmla="*/ 92765 w 1219200"/>
                  <a:gd name="connsiteY3" fmla="*/ 394123 h 501591"/>
                  <a:gd name="connsiteX4" fmla="*/ 0 w 1219200"/>
                  <a:gd name="connsiteY4" fmla="*/ 64270 h 501591"/>
                  <a:gd name="connsiteX0" fmla="*/ 0 w 1219200"/>
                  <a:gd name="connsiteY0" fmla="*/ 139156 h 576477"/>
                  <a:gd name="connsiteX1" fmla="*/ 1219200 w 1219200"/>
                  <a:gd name="connsiteY1" fmla="*/ 576477 h 576477"/>
                  <a:gd name="connsiteX2" fmla="*/ 861391 w 1219200"/>
                  <a:gd name="connsiteY2" fmla="*/ 469009 h 576477"/>
                  <a:gd name="connsiteX3" fmla="*/ 92765 w 1219200"/>
                  <a:gd name="connsiteY3" fmla="*/ 469009 h 576477"/>
                  <a:gd name="connsiteX4" fmla="*/ 0 w 1219200"/>
                  <a:gd name="connsiteY4" fmla="*/ 139156 h 576477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92765 w 1219200"/>
                  <a:gd name="connsiteY3" fmla="*/ 469009 h 681044"/>
                  <a:gd name="connsiteX4" fmla="*/ 0 w 1219200"/>
                  <a:gd name="connsiteY4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72209"/>
                  <a:gd name="connsiteY0" fmla="*/ 139156 h 681044"/>
                  <a:gd name="connsiteX1" fmla="*/ 1272209 w 1272209"/>
                  <a:gd name="connsiteY1" fmla="*/ 576477 h 681044"/>
                  <a:gd name="connsiteX2" fmla="*/ 874643 w 1272209"/>
                  <a:gd name="connsiteY2" fmla="*/ 681044 h 681044"/>
                  <a:gd name="connsiteX3" fmla="*/ 0 w 1272209"/>
                  <a:gd name="connsiteY3" fmla="*/ 139156 h 681044"/>
                  <a:gd name="connsiteX0" fmla="*/ 0 w 1364974"/>
                  <a:gd name="connsiteY0" fmla="*/ 75989 h 659084"/>
                  <a:gd name="connsiteX1" fmla="*/ 1364974 w 1364974"/>
                  <a:gd name="connsiteY1" fmla="*/ 659084 h 659084"/>
                  <a:gd name="connsiteX2" fmla="*/ 874643 w 1364974"/>
                  <a:gd name="connsiteY2" fmla="*/ 617877 h 659084"/>
                  <a:gd name="connsiteX3" fmla="*/ 0 w 1364974"/>
                  <a:gd name="connsiteY3" fmla="*/ 75989 h 659084"/>
                  <a:gd name="connsiteX0" fmla="*/ 0 w 1364974"/>
                  <a:gd name="connsiteY0" fmla="*/ 127645 h 710740"/>
                  <a:gd name="connsiteX1" fmla="*/ 1364974 w 1364974"/>
                  <a:gd name="connsiteY1" fmla="*/ 710740 h 710740"/>
                  <a:gd name="connsiteX2" fmla="*/ 874643 w 1364974"/>
                  <a:gd name="connsiteY2" fmla="*/ 669533 h 710740"/>
                  <a:gd name="connsiteX3" fmla="*/ 0 w 1364974"/>
                  <a:gd name="connsiteY3" fmla="*/ 127645 h 710740"/>
                  <a:gd name="connsiteX0" fmla="*/ 0 w 1364974"/>
                  <a:gd name="connsiteY0" fmla="*/ 54670 h 836547"/>
                  <a:gd name="connsiteX1" fmla="*/ 1364974 w 1364974"/>
                  <a:gd name="connsiteY1" fmla="*/ 836547 h 836547"/>
                  <a:gd name="connsiteX2" fmla="*/ 874643 w 1364974"/>
                  <a:gd name="connsiteY2" fmla="*/ 596558 h 836547"/>
                  <a:gd name="connsiteX3" fmla="*/ 0 w 1364974"/>
                  <a:gd name="connsiteY3" fmla="*/ 54670 h 836547"/>
                  <a:gd name="connsiteX0" fmla="*/ 0 w 1364974"/>
                  <a:gd name="connsiteY0" fmla="*/ 86086 h 867963"/>
                  <a:gd name="connsiteX1" fmla="*/ 1364974 w 1364974"/>
                  <a:gd name="connsiteY1" fmla="*/ 867963 h 867963"/>
                  <a:gd name="connsiteX2" fmla="*/ 874643 w 1364974"/>
                  <a:gd name="connsiteY2" fmla="*/ 627974 h 867963"/>
                  <a:gd name="connsiteX3" fmla="*/ 0 w 1364974"/>
                  <a:gd name="connsiteY3" fmla="*/ 86086 h 867963"/>
                  <a:gd name="connsiteX0" fmla="*/ 0 w 1364974"/>
                  <a:gd name="connsiteY0" fmla="*/ 109058 h 890935"/>
                  <a:gd name="connsiteX1" fmla="*/ 1364974 w 1364974"/>
                  <a:gd name="connsiteY1" fmla="*/ 890935 h 890935"/>
                  <a:gd name="connsiteX2" fmla="*/ 874643 w 1364974"/>
                  <a:gd name="connsiteY2" fmla="*/ 650946 h 890935"/>
                  <a:gd name="connsiteX3" fmla="*/ 0 w 1364974"/>
                  <a:gd name="connsiteY3" fmla="*/ 109058 h 89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4974" h="890935">
                    <a:moveTo>
                      <a:pt x="0" y="109058"/>
                    </a:moveTo>
                    <a:cubicBezTo>
                      <a:pt x="375478" y="11875"/>
                      <a:pt x="1082262" y="-297343"/>
                      <a:pt x="1364974" y="890935"/>
                    </a:cubicBezTo>
                    <a:lnTo>
                      <a:pt x="874643" y="650946"/>
                    </a:lnTo>
                    <a:cubicBezTo>
                      <a:pt x="746539" y="351047"/>
                      <a:pt x="273878" y="289687"/>
                      <a:pt x="0" y="109058"/>
                    </a:cubicBezTo>
                    <a:close/>
                  </a:path>
                </a:pathLst>
              </a:custGeom>
              <a:solidFill>
                <a:srgbClr val="F1CB5C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Rectangle 2">
                <a:extLst>
                  <a:ext uri="{FF2B5EF4-FFF2-40B4-BE49-F238E27FC236}">
                    <a16:creationId xmlns:a16="http://schemas.microsoft.com/office/drawing/2014/main" id="{754A68F5-4A5A-459B-A043-D2A1CA1F4288}"/>
                  </a:ext>
                </a:extLst>
              </p:cNvPr>
              <p:cNvSpPr/>
              <p:nvPr/>
            </p:nvSpPr>
            <p:spPr>
              <a:xfrm>
                <a:off x="-4770497" y="-1685066"/>
                <a:ext cx="7919742" cy="7217383"/>
              </a:xfrm>
              <a:custGeom>
                <a:avLst/>
                <a:gdLst>
                  <a:gd name="connsiteX0" fmla="*/ 0 w 3286539"/>
                  <a:gd name="connsiteY0" fmla="*/ 0 h 755374"/>
                  <a:gd name="connsiteX1" fmla="*/ 3286539 w 3286539"/>
                  <a:gd name="connsiteY1" fmla="*/ 0 h 755374"/>
                  <a:gd name="connsiteX2" fmla="*/ 3286539 w 3286539"/>
                  <a:gd name="connsiteY2" fmla="*/ 755374 h 755374"/>
                  <a:gd name="connsiteX3" fmla="*/ 0 w 3286539"/>
                  <a:gd name="connsiteY3" fmla="*/ 755374 h 755374"/>
                  <a:gd name="connsiteX4" fmla="*/ 0 w 3286539"/>
                  <a:gd name="connsiteY4" fmla="*/ 0 h 755374"/>
                  <a:gd name="connsiteX0" fmla="*/ 0 w 3299791"/>
                  <a:gd name="connsiteY0" fmla="*/ 0 h 821635"/>
                  <a:gd name="connsiteX1" fmla="*/ 3299791 w 3299791"/>
                  <a:gd name="connsiteY1" fmla="*/ 66261 h 821635"/>
                  <a:gd name="connsiteX2" fmla="*/ 3299791 w 3299791"/>
                  <a:gd name="connsiteY2" fmla="*/ 821635 h 821635"/>
                  <a:gd name="connsiteX3" fmla="*/ 13252 w 3299791"/>
                  <a:gd name="connsiteY3" fmla="*/ 821635 h 821635"/>
                  <a:gd name="connsiteX4" fmla="*/ 0 w 3299791"/>
                  <a:gd name="connsiteY4" fmla="*/ 0 h 821635"/>
                  <a:gd name="connsiteX0" fmla="*/ 0 w 3299791"/>
                  <a:gd name="connsiteY0" fmla="*/ 80661 h 902296"/>
                  <a:gd name="connsiteX1" fmla="*/ 543339 w 3299791"/>
                  <a:gd name="connsiteY1" fmla="*/ 1149 h 902296"/>
                  <a:gd name="connsiteX2" fmla="*/ 3299791 w 3299791"/>
                  <a:gd name="connsiteY2" fmla="*/ 146922 h 902296"/>
                  <a:gd name="connsiteX3" fmla="*/ 3299791 w 3299791"/>
                  <a:gd name="connsiteY3" fmla="*/ 902296 h 902296"/>
                  <a:gd name="connsiteX4" fmla="*/ 13252 w 3299791"/>
                  <a:gd name="connsiteY4" fmla="*/ 902296 h 902296"/>
                  <a:gd name="connsiteX5" fmla="*/ 0 w 3299791"/>
                  <a:gd name="connsiteY5" fmla="*/ 80661 h 902296"/>
                  <a:gd name="connsiteX0" fmla="*/ 0 w 3299791"/>
                  <a:gd name="connsiteY0" fmla="*/ 80661 h 902296"/>
                  <a:gd name="connsiteX1" fmla="*/ 410817 w 3299791"/>
                  <a:gd name="connsiteY1" fmla="*/ 1149 h 902296"/>
                  <a:gd name="connsiteX2" fmla="*/ 3299791 w 3299791"/>
                  <a:gd name="connsiteY2" fmla="*/ 146922 h 902296"/>
                  <a:gd name="connsiteX3" fmla="*/ 3299791 w 3299791"/>
                  <a:gd name="connsiteY3" fmla="*/ 902296 h 902296"/>
                  <a:gd name="connsiteX4" fmla="*/ 13252 w 3299791"/>
                  <a:gd name="connsiteY4" fmla="*/ 902296 h 902296"/>
                  <a:gd name="connsiteX5" fmla="*/ 0 w 3299791"/>
                  <a:gd name="connsiteY5" fmla="*/ 80661 h 902296"/>
                  <a:gd name="connsiteX0" fmla="*/ 0 w 3591339"/>
                  <a:gd name="connsiteY0" fmla="*/ 318424 h 901520"/>
                  <a:gd name="connsiteX1" fmla="*/ 702365 w 3591339"/>
                  <a:gd name="connsiteY1" fmla="*/ 373 h 901520"/>
                  <a:gd name="connsiteX2" fmla="*/ 3591339 w 3591339"/>
                  <a:gd name="connsiteY2" fmla="*/ 146146 h 901520"/>
                  <a:gd name="connsiteX3" fmla="*/ 3591339 w 3591339"/>
                  <a:gd name="connsiteY3" fmla="*/ 901520 h 901520"/>
                  <a:gd name="connsiteX4" fmla="*/ 304800 w 3591339"/>
                  <a:gd name="connsiteY4" fmla="*/ 901520 h 901520"/>
                  <a:gd name="connsiteX5" fmla="*/ 0 w 3591339"/>
                  <a:gd name="connsiteY5" fmla="*/ 318424 h 901520"/>
                  <a:gd name="connsiteX0" fmla="*/ 0 w 3591339"/>
                  <a:gd name="connsiteY0" fmla="*/ 318770 h 901866"/>
                  <a:gd name="connsiteX1" fmla="*/ 702365 w 3591339"/>
                  <a:gd name="connsiteY1" fmla="*/ 719 h 901866"/>
                  <a:gd name="connsiteX2" fmla="*/ 3591339 w 3591339"/>
                  <a:gd name="connsiteY2" fmla="*/ 146492 h 901866"/>
                  <a:gd name="connsiteX3" fmla="*/ 3591339 w 3591339"/>
                  <a:gd name="connsiteY3" fmla="*/ 901866 h 901866"/>
                  <a:gd name="connsiteX4" fmla="*/ 304800 w 3591339"/>
                  <a:gd name="connsiteY4" fmla="*/ 901866 h 901866"/>
                  <a:gd name="connsiteX5" fmla="*/ 0 w 3591339"/>
                  <a:gd name="connsiteY5" fmla="*/ 318770 h 901866"/>
                  <a:gd name="connsiteX0" fmla="*/ 0 w 3591339"/>
                  <a:gd name="connsiteY0" fmla="*/ 318962 h 902058"/>
                  <a:gd name="connsiteX1" fmla="*/ 702365 w 3591339"/>
                  <a:gd name="connsiteY1" fmla="*/ 911 h 902058"/>
                  <a:gd name="connsiteX2" fmla="*/ 3591339 w 3591339"/>
                  <a:gd name="connsiteY2" fmla="*/ 146684 h 902058"/>
                  <a:gd name="connsiteX3" fmla="*/ 3591339 w 3591339"/>
                  <a:gd name="connsiteY3" fmla="*/ 902058 h 902058"/>
                  <a:gd name="connsiteX4" fmla="*/ 304800 w 3591339"/>
                  <a:gd name="connsiteY4" fmla="*/ 902058 h 902058"/>
                  <a:gd name="connsiteX5" fmla="*/ 0 w 3591339"/>
                  <a:gd name="connsiteY5" fmla="*/ 318962 h 902058"/>
                  <a:gd name="connsiteX0" fmla="*/ 0 w 3591339"/>
                  <a:gd name="connsiteY0" fmla="*/ 318962 h 902058"/>
                  <a:gd name="connsiteX1" fmla="*/ 702365 w 3591339"/>
                  <a:gd name="connsiteY1" fmla="*/ 911 h 902058"/>
                  <a:gd name="connsiteX2" fmla="*/ 2517913 w 3591339"/>
                  <a:gd name="connsiteY2" fmla="*/ 27416 h 902058"/>
                  <a:gd name="connsiteX3" fmla="*/ 3591339 w 3591339"/>
                  <a:gd name="connsiteY3" fmla="*/ 146684 h 902058"/>
                  <a:gd name="connsiteX4" fmla="*/ 3591339 w 3591339"/>
                  <a:gd name="connsiteY4" fmla="*/ 902058 h 902058"/>
                  <a:gd name="connsiteX5" fmla="*/ 304800 w 3591339"/>
                  <a:gd name="connsiteY5" fmla="*/ 902058 h 902058"/>
                  <a:gd name="connsiteX6" fmla="*/ 0 w 3591339"/>
                  <a:gd name="connsiteY6" fmla="*/ 318962 h 902058"/>
                  <a:gd name="connsiteX0" fmla="*/ 0 w 3591339"/>
                  <a:gd name="connsiteY0" fmla="*/ 1166255 h 1749351"/>
                  <a:gd name="connsiteX1" fmla="*/ 702365 w 3591339"/>
                  <a:gd name="connsiteY1" fmla="*/ 848204 h 1749351"/>
                  <a:gd name="connsiteX2" fmla="*/ 2517913 w 3591339"/>
                  <a:gd name="connsiteY2" fmla="*/ 874709 h 1749351"/>
                  <a:gd name="connsiteX3" fmla="*/ 2650435 w 3591339"/>
                  <a:gd name="connsiteY3" fmla="*/ 65 h 1749351"/>
                  <a:gd name="connsiteX4" fmla="*/ 3591339 w 3591339"/>
                  <a:gd name="connsiteY4" fmla="*/ 993977 h 1749351"/>
                  <a:gd name="connsiteX5" fmla="*/ 3591339 w 3591339"/>
                  <a:gd name="connsiteY5" fmla="*/ 1749351 h 1749351"/>
                  <a:gd name="connsiteX6" fmla="*/ 304800 w 3591339"/>
                  <a:gd name="connsiteY6" fmla="*/ 1749351 h 1749351"/>
                  <a:gd name="connsiteX7" fmla="*/ 0 w 3591339"/>
                  <a:gd name="connsiteY7" fmla="*/ 1166255 h 1749351"/>
                  <a:gd name="connsiteX0" fmla="*/ 0 w 3591339"/>
                  <a:gd name="connsiteY0" fmla="*/ 1166254 h 1749350"/>
                  <a:gd name="connsiteX1" fmla="*/ 702365 w 3591339"/>
                  <a:gd name="connsiteY1" fmla="*/ 848203 h 1749350"/>
                  <a:gd name="connsiteX2" fmla="*/ 2358887 w 3591339"/>
                  <a:gd name="connsiteY2" fmla="*/ 901213 h 1749350"/>
                  <a:gd name="connsiteX3" fmla="*/ 2650435 w 3591339"/>
                  <a:gd name="connsiteY3" fmla="*/ 64 h 1749350"/>
                  <a:gd name="connsiteX4" fmla="*/ 3591339 w 3591339"/>
                  <a:gd name="connsiteY4" fmla="*/ 993976 h 1749350"/>
                  <a:gd name="connsiteX5" fmla="*/ 3591339 w 3591339"/>
                  <a:gd name="connsiteY5" fmla="*/ 1749350 h 1749350"/>
                  <a:gd name="connsiteX6" fmla="*/ 304800 w 3591339"/>
                  <a:gd name="connsiteY6" fmla="*/ 1749350 h 1749350"/>
                  <a:gd name="connsiteX7" fmla="*/ 0 w 3591339"/>
                  <a:gd name="connsiteY7" fmla="*/ 1166254 h 1749350"/>
                  <a:gd name="connsiteX0" fmla="*/ 0 w 3591339"/>
                  <a:gd name="connsiteY0" fmla="*/ 1166267 h 1749363"/>
                  <a:gd name="connsiteX1" fmla="*/ 702365 w 3591339"/>
                  <a:gd name="connsiteY1" fmla="*/ 848216 h 1749363"/>
                  <a:gd name="connsiteX2" fmla="*/ 2358887 w 3591339"/>
                  <a:gd name="connsiteY2" fmla="*/ 901226 h 1749363"/>
                  <a:gd name="connsiteX3" fmla="*/ 2650435 w 3591339"/>
                  <a:gd name="connsiteY3" fmla="*/ 77 h 1749363"/>
                  <a:gd name="connsiteX4" fmla="*/ 3591339 w 3591339"/>
                  <a:gd name="connsiteY4" fmla="*/ 993989 h 1749363"/>
                  <a:gd name="connsiteX5" fmla="*/ 3591339 w 3591339"/>
                  <a:gd name="connsiteY5" fmla="*/ 1749363 h 1749363"/>
                  <a:gd name="connsiteX6" fmla="*/ 304800 w 3591339"/>
                  <a:gd name="connsiteY6" fmla="*/ 1749363 h 1749363"/>
                  <a:gd name="connsiteX7" fmla="*/ 0 w 3591339"/>
                  <a:gd name="connsiteY7" fmla="*/ 1166267 h 1749363"/>
                  <a:gd name="connsiteX0" fmla="*/ 0 w 3591339"/>
                  <a:gd name="connsiteY0" fmla="*/ 1166276 h 1749372"/>
                  <a:gd name="connsiteX1" fmla="*/ 702365 w 3591339"/>
                  <a:gd name="connsiteY1" fmla="*/ 848225 h 1749372"/>
                  <a:gd name="connsiteX2" fmla="*/ 2358887 w 3591339"/>
                  <a:gd name="connsiteY2" fmla="*/ 901235 h 1749372"/>
                  <a:gd name="connsiteX3" fmla="*/ 2650435 w 3591339"/>
                  <a:gd name="connsiteY3" fmla="*/ 86 h 1749372"/>
                  <a:gd name="connsiteX4" fmla="*/ 3591339 w 3591339"/>
                  <a:gd name="connsiteY4" fmla="*/ 993998 h 1749372"/>
                  <a:gd name="connsiteX5" fmla="*/ 3591339 w 3591339"/>
                  <a:gd name="connsiteY5" fmla="*/ 1749372 h 1749372"/>
                  <a:gd name="connsiteX6" fmla="*/ 304800 w 3591339"/>
                  <a:gd name="connsiteY6" fmla="*/ 1749372 h 1749372"/>
                  <a:gd name="connsiteX7" fmla="*/ 0 w 3591339"/>
                  <a:gd name="connsiteY7" fmla="*/ 1166276 h 1749372"/>
                  <a:gd name="connsiteX0" fmla="*/ 0 w 3591339"/>
                  <a:gd name="connsiteY0" fmla="*/ 1179527 h 1762623"/>
                  <a:gd name="connsiteX1" fmla="*/ 702365 w 3591339"/>
                  <a:gd name="connsiteY1" fmla="*/ 861476 h 1762623"/>
                  <a:gd name="connsiteX2" fmla="*/ 2358887 w 3591339"/>
                  <a:gd name="connsiteY2" fmla="*/ 914486 h 1762623"/>
                  <a:gd name="connsiteX3" fmla="*/ 2610678 w 3591339"/>
                  <a:gd name="connsiteY3" fmla="*/ 85 h 1762623"/>
                  <a:gd name="connsiteX4" fmla="*/ 3591339 w 3591339"/>
                  <a:gd name="connsiteY4" fmla="*/ 1007249 h 1762623"/>
                  <a:gd name="connsiteX5" fmla="*/ 3591339 w 3591339"/>
                  <a:gd name="connsiteY5" fmla="*/ 1762623 h 1762623"/>
                  <a:gd name="connsiteX6" fmla="*/ 304800 w 3591339"/>
                  <a:gd name="connsiteY6" fmla="*/ 1762623 h 1762623"/>
                  <a:gd name="connsiteX7" fmla="*/ 0 w 3591339"/>
                  <a:gd name="connsiteY7" fmla="*/ 1179527 h 1762623"/>
                  <a:gd name="connsiteX0" fmla="*/ 0 w 3591339"/>
                  <a:gd name="connsiteY0" fmla="*/ 1616765 h 2199861"/>
                  <a:gd name="connsiteX1" fmla="*/ 702365 w 3591339"/>
                  <a:gd name="connsiteY1" fmla="*/ 1298714 h 2199861"/>
                  <a:gd name="connsiteX2" fmla="*/ 2358887 w 3591339"/>
                  <a:gd name="connsiteY2" fmla="*/ 1351724 h 2199861"/>
                  <a:gd name="connsiteX3" fmla="*/ 2610678 w 3591339"/>
                  <a:gd name="connsiteY3" fmla="*/ 437323 h 2199861"/>
                  <a:gd name="connsiteX4" fmla="*/ 3260035 w 3591339"/>
                  <a:gd name="connsiteY4" fmla="*/ 0 h 2199861"/>
                  <a:gd name="connsiteX5" fmla="*/ 3591339 w 3591339"/>
                  <a:gd name="connsiteY5" fmla="*/ 2199861 h 2199861"/>
                  <a:gd name="connsiteX6" fmla="*/ 304800 w 3591339"/>
                  <a:gd name="connsiteY6" fmla="*/ 2199861 h 2199861"/>
                  <a:gd name="connsiteX7" fmla="*/ 0 w 3591339"/>
                  <a:gd name="connsiteY7" fmla="*/ 1616765 h 2199861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754122 h 2337218"/>
                  <a:gd name="connsiteX1" fmla="*/ 702365 w 3591339"/>
                  <a:gd name="connsiteY1" fmla="*/ 1436071 h 2337218"/>
                  <a:gd name="connsiteX2" fmla="*/ 2358887 w 3591339"/>
                  <a:gd name="connsiteY2" fmla="*/ 1489081 h 2337218"/>
                  <a:gd name="connsiteX3" fmla="*/ 2610678 w 3591339"/>
                  <a:gd name="connsiteY3" fmla="*/ 574680 h 2337218"/>
                  <a:gd name="connsiteX4" fmla="*/ 1736035 w 3591339"/>
                  <a:gd name="connsiteY4" fmla="*/ 534926 h 2337218"/>
                  <a:gd name="connsiteX5" fmla="*/ 3154017 w 3591339"/>
                  <a:gd name="connsiteY5" fmla="*/ 84348 h 2337218"/>
                  <a:gd name="connsiteX6" fmla="*/ 3591339 w 3591339"/>
                  <a:gd name="connsiteY6" fmla="*/ 2337218 h 2337218"/>
                  <a:gd name="connsiteX7" fmla="*/ 304800 w 3591339"/>
                  <a:gd name="connsiteY7" fmla="*/ 2337218 h 2337218"/>
                  <a:gd name="connsiteX8" fmla="*/ 0 w 3591339"/>
                  <a:gd name="connsiteY8" fmla="*/ 1754122 h 2337218"/>
                  <a:gd name="connsiteX0" fmla="*/ 0 w 3591339"/>
                  <a:gd name="connsiteY0" fmla="*/ 1769812 h 2352908"/>
                  <a:gd name="connsiteX1" fmla="*/ 702365 w 3591339"/>
                  <a:gd name="connsiteY1" fmla="*/ 1451761 h 2352908"/>
                  <a:gd name="connsiteX2" fmla="*/ 2358887 w 3591339"/>
                  <a:gd name="connsiteY2" fmla="*/ 1504771 h 2352908"/>
                  <a:gd name="connsiteX3" fmla="*/ 2610678 w 3591339"/>
                  <a:gd name="connsiteY3" fmla="*/ 590370 h 2352908"/>
                  <a:gd name="connsiteX4" fmla="*/ 1736035 w 3591339"/>
                  <a:gd name="connsiteY4" fmla="*/ 550616 h 2352908"/>
                  <a:gd name="connsiteX5" fmla="*/ 3154017 w 3591339"/>
                  <a:gd name="connsiteY5" fmla="*/ 100038 h 2352908"/>
                  <a:gd name="connsiteX6" fmla="*/ 3591339 w 3591339"/>
                  <a:gd name="connsiteY6" fmla="*/ 2352908 h 2352908"/>
                  <a:gd name="connsiteX7" fmla="*/ 304800 w 3591339"/>
                  <a:gd name="connsiteY7" fmla="*/ 2352908 h 2352908"/>
                  <a:gd name="connsiteX8" fmla="*/ 0 w 3591339"/>
                  <a:gd name="connsiteY8" fmla="*/ 1769812 h 2352908"/>
                  <a:gd name="connsiteX0" fmla="*/ 0 w 3591339"/>
                  <a:gd name="connsiteY0" fmla="*/ 1769812 h 2352908"/>
                  <a:gd name="connsiteX1" fmla="*/ 702365 w 3591339"/>
                  <a:gd name="connsiteY1" fmla="*/ 1451761 h 2352908"/>
                  <a:gd name="connsiteX2" fmla="*/ 2358887 w 3591339"/>
                  <a:gd name="connsiteY2" fmla="*/ 1504771 h 2352908"/>
                  <a:gd name="connsiteX3" fmla="*/ 2610678 w 3591339"/>
                  <a:gd name="connsiteY3" fmla="*/ 590370 h 2352908"/>
                  <a:gd name="connsiteX4" fmla="*/ 1736035 w 3591339"/>
                  <a:gd name="connsiteY4" fmla="*/ 550616 h 2352908"/>
                  <a:gd name="connsiteX5" fmla="*/ 3154017 w 3591339"/>
                  <a:gd name="connsiteY5" fmla="*/ 100038 h 2352908"/>
                  <a:gd name="connsiteX6" fmla="*/ 3591339 w 3591339"/>
                  <a:gd name="connsiteY6" fmla="*/ 2352908 h 2352908"/>
                  <a:gd name="connsiteX7" fmla="*/ 304800 w 3591339"/>
                  <a:gd name="connsiteY7" fmla="*/ 2352908 h 2352908"/>
                  <a:gd name="connsiteX8" fmla="*/ 0 w 3591339"/>
                  <a:gd name="connsiteY8" fmla="*/ 1769812 h 2352908"/>
                  <a:gd name="connsiteX0" fmla="*/ 0 w 3591339"/>
                  <a:gd name="connsiteY0" fmla="*/ 2108868 h 2691964"/>
                  <a:gd name="connsiteX1" fmla="*/ 702365 w 3591339"/>
                  <a:gd name="connsiteY1" fmla="*/ 1790817 h 2691964"/>
                  <a:gd name="connsiteX2" fmla="*/ 2358887 w 3591339"/>
                  <a:gd name="connsiteY2" fmla="*/ 1843827 h 2691964"/>
                  <a:gd name="connsiteX3" fmla="*/ 2610678 w 3591339"/>
                  <a:gd name="connsiteY3" fmla="*/ 929426 h 2691964"/>
                  <a:gd name="connsiteX4" fmla="*/ 1736035 w 3591339"/>
                  <a:gd name="connsiteY4" fmla="*/ 889672 h 2691964"/>
                  <a:gd name="connsiteX5" fmla="*/ 3114261 w 3591339"/>
                  <a:gd name="connsiteY5" fmla="*/ 68034 h 2691964"/>
                  <a:gd name="connsiteX6" fmla="*/ 3591339 w 3591339"/>
                  <a:gd name="connsiteY6" fmla="*/ 2691964 h 2691964"/>
                  <a:gd name="connsiteX7" fmla="*/ 304800 w 3591339"/>
                  <a:gd name="connsiteY7" fmla="*/ 2691964 h 2691964"/>
                  <a:gd name="connsiteX8" fmla="*/ 0 w 3591339"/>
                  <a:gd name="connsiteY8" fmla="*/ 2108868 h 2691964"/>
                  <a:gd name="connsiteX0" fmla="*/ 0 w 3591339"/>
                  <a:gd name="connsiteY0" fmla="*/ 2310279 h 2893375"/>
                  <a:gd name="connsiteX1" fmla="*/ 702365 w 3591339"/>
                  <a:gd name="connsiteY1" fmla="*/ 1992228 h 2893375"/>
                  <a:gd name="connsiteX2" fmla="*/ 2358887 w 3591339"/>
                  <a:gd name="connsiteY2" fmla="*/ 2045238 h 2893375"/>
                  <a:gd name="connsiteX3" fmla="*/ 2610678 w 3591339"/>
                  <a:gd name="connsiteY3" fmla="*/ 1130837 h 2893375"/>
                  <a:gd name="connsiteX4" fmla="*/ 1736035 w 3591339"/>
                  <a:gd name="connsiteY4" fmla="*/ 1091083 h 2893375"/>
                  <a:gd name="connsiteX5" fmla="*/ 3511827 w 3591339"/>
                  <a:gd name="connsiteY5" fmla="*/ 57411 h 2893375"/>
                  <a:gd name="connsiteX6" fmla="*/ 3591339 w 3591339"/>
                  <a:gd name="connsiteY6" fmla="*/ 2893375 h 2893375"/>
                  <a:gd name="connsiteX7" fmla="*/ 304800 w 3591339"/>
                  <a:gd name="connsiteY7" fmla="*/ 2893375 h 2893375"/>
                  <a:gd name="connsiteX8" fmla="*/ 0 w 3591339"/>
                  <a:gd name="connsiteY8" fmla="*/ 2310279 h 2893375"/>
                  <a:gd name="connsiteX0" fmla="*/ 0 w 4267200"/>
                  <a:gd name="connsiteY0" fmla="*/ 2310279 h 2893375"/>
                  <a:gd name="connsiteX1" fmla="*/ 702365 w 4267200"/>
                  <a:gd name="connsiteY1" fmla="*/ 1992228 h 2893375"/>
                  <a:gd name="connsiteX2" fmla="*/ 2358887 w 4267200"/>
                  <a:gd name="connsiteY2" fmla="*/ 2045238 h 2893375"/>
                  <a:gd name="connsiteX3" fmla="*/ 2610678 w 4267200"/>
                  <a:gd name="connsiteY3" fmla="*/ 1130837 h 2893375"/>
                  <a:gd name="connsiteX4" fmla="*/ 1736035 w 4267200"/>
                  <a:gd name="connsiteY4" fmla="*/ 1091083 h 2893375"/>
                  <a:gd name="connsiteX5" fmla="*/ 3511827 w 4267200"/>
                  <a:gd name="connsiteY5" fmla="*/ 57411 h 2893375"/>
                  <a:gd name="connsiteX6" fmla="*/ 4267200 w 4267200"/>
                  <a:gd name="connsiteY6" fmla="*/ 150179 h 2893375"/>
                  <a:gd name="connsiteX7" fmla="*/ 3591339 w 4267200"/>
                  <a:gd name="connsiteY7" fmla="*/ 2893375 h 2893375"/>
                  <a:gd name="connsiteX8" fmla="*/ 304800 w 4267200"/>
                  <a:gd name="connsiteY8" fmla="*/ 2893375 h 2893375"/>
                  <a:gd name="connsiteX9" fmla="*/ 0 w 4267200"/>
                  <a:gd name="connsiteY9" fmla="*/ 2310279 h 2893375"/>
                  <a:gd name="connsiteX0" fmla="*/ 0 w 4267200"/>
                  <a:gd name="connsiteY0" fmla="*/ 2310279 h 2893375"/>
                  <a:gd name="connsiteX1" fmla="*/ 702365 w 4267200"/>
                  <a:gd name="connsiteY1" fmla="*/ 1992228 h 2893375"/>
                  <a:gd name="connsiteX2" fmla="*/ 2358887 w 4267200"/>
                  <a:gd name="connsiteY2" fmla="*/ 2045238 h 2893375"/>
                  <a:gd name="connsiteX3" fmla="*/ 2610678 w 4267200"/>
                  <a:gd name="connsiteY3" fmla="*/ 1130837 h 2893375"/>
                  <a:gd name="connsiteX4" fmla="*/ 1736035 w 4267200"/>
                  <a:gd name="connsiteY4" fmla="*/ 1091083 h 2893375"/>
                  <a:gd name="connsiteX5" fmla="*/ 3684106 w 4267200"/>
                  <a:gd name="connsiteY5" fmla="*/ 57411 h 2893375"/>
                  <a:gd name="connsiteX6" fmla="*/ 4267200 w 4267200"/>
                  <a:gd name="connsiteY6" fmla="*/ 150179 h 2893375"/>
                  <a:gd name="connsiteX7" fmla="*/ 3591339 w 4267200"/>
                  <a:gd name="connsiteY7" fmla="*/ 2893375 h 2893375"/>
                  <a:gd name="connsiteX8" fmla="*/ 304800 w 4267200"/>
                  <a:gd name="connsiteY8" fmla="*/ 2893375 h 2893375"/>
                  <a:gd name="connsiteX9" fmla="*/ 0 w 4267200"/>
                  <a:gd name="connsiteY9" fmla="*/ 2310279 h 2893375"/>
                  <a:gd name="connsiteX0" fmla="*/ 0 w 4267200"/>
                  <a:gd name="connsiteY0" fmla="*/ 2314098 h 2897194"/>
                  <a:gd name="connsiteX1" fmla="*/ 702365 w 4267200"/>
                  <a:gd name="connsiteY1" fmla="*/ 1996047 h 2897194"/>
                  <a:gd name="connsiteX2" fmla="*/ 2358887 w 4267200"/>
                  <a:gd name="connsiteY2" fmla="*/ 2049057 h 2897194"/>
                  <a:gd name="connsiteX3" fmla="*/ 2610678 w 4267200"/>
                  <a:gd name="connsiteY3" fmla="*/ 1134656 h 2897194"/>
                  <a:gd name="connsiteX4" fmla="*/ 1736035 w 4267200"/>
                  <a:gd name="connsiteY4" fmla="*/ 1094902 h 2897194"/>
                  <a:gd name="connsiteX5" fmla="*/ 3684106 w 4267200"/>
                  <a:gd name="connsiteY5" fmla="*/ 61230 h 2897194"/>
                  <a:gd name="connsiteX6" fmla="*/ 4267200 w 4267200"/>
                  <a:gd name="connsiteY6" fmla="*/ 153998 h 2897194"/>
                  <a:gd name="connsiteX7" fmla="*/ 3591339 w 4267200"/>
                  <a:gd name="connsiteY7" fmla="*/ 2897194 h 2897194"/>
                  <a:gd name="connsiteX8" fmla="*/ 304800 w 4267200"/>
                  <a:gd name="connsiteY8" fmla="*/ 2897194 h 2897194"/>
                  <a:gd name="connsiteX9" fmla="*/ 0 w 4267200"/>
                  <a:gd name="connsiteY9" fmla="*/ 2314098 h 2897194"/>
                  <a:gd name="connsiteX0" fmla="*/ 0 w 4267200"/>
                  <a:gd name="connsiteY0" fmla="*/ 2314098 h 2897194"/>
                  <a:gd name="connsiteX1" fmla="*/ 702365 w 4267200"/>
                  <a:gd name="connsiteY1" fmla="*/ 1996047 h 2897194"/>
                  <a:gd name="connsiteX2" fmla="*/ 2358887 w 4267200"/>
                  <a:gd name="connsiteY2" fmla="*/ 2049057 h 2897194"/>
                  <a:gd name="connsiteX3" fmla="*/ 2610678 w 4267200"/>
                  <a:gd name="connsiteY3" fmla="*/ 1134656 h 2897194"/>
                  <a:gd name="connsiteX4" fmla="*/ 1736035 w 4267200"/>
                  <a:gd name="connsiteY4" fmla="*/ 1094902 h 2897194"/>
                  <a:gd name="connsiteX5" fmla="*/ 3684106 w 4267200"/>
                  <a:gd name="connsiteY5" fmla="*/ 61230 h 2897194"/>
                  <a:gd name="connsiteX6" fmla="*/ 4267200 w 4267200"/>
                  <a:gd name="connsiteY6" fmla="*/ 153998 h 2897194"/>
                  <a:gd name="connsiteX7" fmla="*/ 3591339 w 4267200"/>
                  <a:gd name="connsiteY7" fmla="*/ 2897194 h 2897194"/>
                  <a:gd name="connsiteX8" fmla="*/ 304800 w 4267200"/>
                  <a:gd name="connsiteY8" fmla="*/ 2897194 h 2897194"/>
                  <a:gd name="connsiteX9" fmla="*/ 0 w 4267200"/>
                  <a:gd name="connsiteY9" fmla="*/ 2314098 h 2897194"/>
                  <a:gd name="connsiteX0" fmla="*/ 0 w 4240696"/>
                  <a:gd name="connsiteY0" fmla="*/ 2314098 h 2897194"/>
                  <a:gd name="connsiteX1" fmla="*/ 702365 w 4240696"/>
                  <a:gd name="connsiteY1" fmla="*/ 1996047 h 2897194"/>
                  <a:gd name="connsiteX2" fmla="*/ 2358887 w 4240696"/>
                  <a:gd name="connsiteY2" fmla="*/ 2049057 h 2897194"/>
                  <a:gd name="connsiteX3" fmla="*/ 2610678 w 4240696"/>
                  <a:gd name="connsiteY3" fmla="*/ 1134656 h 2897194"/>
                  <a:gd name="connsiteX4" fmla="*/ 1736035 w 4240696"/>
                  <a:gd name="connsiteY4" fmla="*/ 1094902 h 2897194"/>
                  <a:gd name="connsiteX5" fmla="*/ 3684106 w 4240696"/>
                  <a:gd name="connsiteY5" fmla="*/ 61230 h 2897194"/>
                  <a:gd name="connsiteX6" fmla="*/ 4240696 w 4240696"/>
                  <a:gd name="connsiteY6" fmla="*/ 180503 h 2897194"/>
                  <a:gd name="connsiteX7" fmla="*/ 3591339 w 4240696"/>
                  <a:gd name="connsiteY7" fmla="*/ 2897194 h 2897194"/>
                  <a:gd name="connsiteX8" fmla="*/ 304800 w 4240696"/>
                  <a:gd name="connsiteY8" fmla="*/ 2897194 h 2897194"/>
                  <a:gd name="connsiteX9" fmla="*/ 0 w 4240696"/>
                  <a:gd name="connsiteY9" fmla="*/ 2314098 h 2897194"/>
                  <a:gd name="connsiteX0" fmla="*/ 0 w 4240696"/>
                  <a:gd name="connsiteY0" fmla="*/ 2314098 h 2897194"/>
                  <a:gd name="connsiteX1" fmla="*/ 702365 w 4240696"/>
                  <a:gd name="connsiteY1" fmla="*/ 1996047 h 2897194"/>
                  <a:gd name="connsiteX2" fmla="*/ 2358887 w 4240696"/>
                  <a:gd name="connsiteY2" fmla="*/ 2049057 h 2897194"/>
                  <a:gd name="connsiteX3" fmla="*/ 2610678 w 4240696"/>
                  <a:gd name="connsiteY3" fmla="*/ 1134656 h 2897194"/>
                  <a:gd name="connsiteX4" fmla="*/ 1736035 w 4240696"/>
                  <a:gd name="connsiteY4" fmla="*/ 1094902 h 2897194"/>
                  <a:gd name="connsiteX5" fmla="*/ 3684106 w 4240696"/>
                  <a:gd name="connsiteY5" fmla="*/ 61230 h 2897194"/>
                  <a:gd name="connsiteX6" fmla="*/ 4240696 w 4240696"/>
                  <a:gd name="connsiteY6" fmla="*/ 180503 h 2897194"/>
                  <a:gd name="connsiteX7" fmla="*/ 3591339 w 4240696"/>
                  <a:gd name="connsiteY7" fmla="*/ 2897194 h 2897194"/>
                  <a:gd name="connsiteX8" fmla="*/ 304800 w 4240696"/>
                  <a:gd name="connsiteY8" fmla="*/ 2897194 h 2897194"/>
                  <a:gd name="connsiteX9" fmla="*/ 0 w 4240696"/>
                  <a:gd name="connsiteY9" fmla="*/ 2314098 h 2897194"/>
                  <a:gd name="connsiteX0" fmla="*/ 0 w 4852692"/>
                  <a:gd name="connsiteY0" fmla="*/ 2314098 h 2897194"/>
                  <a:gd name="connsiteX1" fmla="*/ 702365 w 4852692"/>
                  <a:gd name="connsiteY1" fmla="*/ 1996047 h 2897194"/>
                  <a:gd name="connsiteX2" fmla="*/ 2358887 w 4852692"/>
                  <a:gd name="connsiteY2" fmla="*/ 2049057 h 2897194"/>
                  <a:gd name="connsiteX3" fmla="*/ 2610678 w 4852692"/>
                  <a:gd name="connsiteY3" fmla="*/ 1134656 h 2897194"/>
                  <a:gd name="connsiteX4" fmla="*/ 1736035 w 4852692"/>
                  <a:gd name="connsiteY4" fmla="*/ 1094902 h 2897194"/>
                  <a:gd name="connsiteX5" fmla="*/ 3684106 w 4852692"/>
                  <a:gd name="connsiteY5" fmla="*/ 61230 h 2897194"/>
                  <a:gd name="connsiteX6" fmla="*/ 4240696 w 4852692"/>
                  <a:gd name="connsiteY6" fmla="*/ 180503 h 2897194"/>
                  <a:gd name="connsiteX7" fmla="*/ 4850295 w 4852692"/>
                  <a:gd name="connsiteY7" fmla="*/ 988885 h 2897194"/>
                  <a:gd name="connsiteX8" fmla="*/ 3591339 w 4852692"/>
                  <a:gd name="connsiteY8" fmla="*/ 2897194 h 2897194"/>
                  <a:gd name="connsiteX9" fmla="*/ 304800 w 4852692"/>
                  <a:gd name="connsiteY9" fmla="*/ 2897194 h 2897194"/>
                  <a:gd name="connsiteX10" fmla="*/ 0 w 4852692"/>
                  <a:gd name="connsiteY10" fmla="*/ 2314098 h 2897194"/>
                  <a:gd name="connsiteX0" fmla="*/ 0 w 4853808"/>
                  <a:gd name="connsiteY0" fmla="*/ 2314098 h 2897194"/>
                  <a:gd name="connsiteX1" fmla="*/ 702365 w 4853808"/>
                  <a:gd name="connsiteY1" fmla="*/ 1996047 h 2897194"/>
                  <a:gd name="connsiteX2" fmla="*/ 2358887 w 4853808"/>
                  <a:gd name="connsiteY2" fmla="*/ 2049057 h 2897194"/>
                  <a:gd name="connsiteX3" fmla="*/ 2610678 w 4853808"/>
                  <a:gd name="connsiteY3" fmla="*/ 1134656 h 2897194"/>
                  <a:gd name="connsiteX4" fmla="*/ 1736035 w 4853808"/>
                  <a:gd name="connsiteY4" fmla="*/ 1094902 h 2897194"/>
                  <a:gd name="connsiteX5" fmla="*/ 3684106 w 4853808"/>
                  <a:gd name="connsiteY5" fmla="*/ 61230 h 2897194"/>
                  <a:gd name="connsiteX6" fmla="*/ 4240696 w 4853808"/>
                  <a:gd name="connsiteY6" fmla="*/ 180503 h 2897194"/>
                  <a:gd name="connsiteX7" fmla="*/ 4850295 w 4853808"/>
                  <a:gd name="connsiteY7" fmla="*/ 988885 h 2897194"/>
                  <a:gd name="connsiteX8" fmla="*/ 3591339 w 4853808"/>
                  <a:gd name="connsiteY8" fmla="*/ 2897194 h 2897194"/>
                  <a:gd name="connsiteX9" fmla="*/ 304800 w 4853808"/>
                  <a:gd name="connsiteY9" fmla="*/ 2897194 h 2897194"/>
                  <a:gd name="connsiteX10" fmla="*/ 0 w 4853808"/>
                  <a:gd name="connsiteY10" fmla="*/ 2314098 h 2897194"/>
                  <a:gd name="connsiteX0" fmla="*/ 0 w 5122982"/>
                  <a:gd name="connsiteY0" fmla="*/ 2314098 h 2897194"/>
                  <a:gd name="connsiteX1" fmla="*/ 702365 w 5122982"/>
                  <a:gd name="connsiteY1" fmla="*/ 1996047 h 2897194"/>
                  <a:gd name="connsiteX2" fmla="*/ 2358887 w 5122982"/>
                  <a:gd name="connsiteY2" fmla="*/ 2049057 h 2897194"/>
                  <a:gd name="connsiteX3" fmla="*/ 2610678 w 5122982"/>
                  <a:gd name="connsiteY3" fmla="*/ 1134656 h 2897194"/>
                  <a:gd name="connsiteX4" fmla="*/ 1736035 w 5122982"/>
                  <a:gd name="connsiteY4" fmla="*/ 1094902 h 2897194"/>
                  <a:gd name="connsiteX5" fmla="*/ 3684106 w 5122982"/>
                  <a:gd name="connsiteY5" fmla="*/ 61230 h 2897194"/>
                  <a:gd name="connsiteX6" fmla="*/ 4240696 w 5122982"/>
                  <a:gd name="connsiteY6" fmla="*/ 180503 h 2897194"/>
                  <a:gd name="connsiteX7" fmla="*/ 4850295 w 5122982"/>
                  <a:gd name="connsiteY7" fmla="*/ 988885 h 2897194"/>
                  <a:gd name="connsiteX8" fmla="*/ 5102086 w 5122982"/>
                  <a:gd name="connsiteY8" fmla="*/ 1770763 h 2897194"/>
                  <a:gd name="connsiteX9" fmla="*/ 3591339 w 5122982"/>
                  <a:gd name="connsiteY9" fmla="*/ 2897194 h 2897194"/>
                  <a:gd name="connsiteX10" fmla="*/ 304800 w 5122982"/>
                  <a:gd name="connsiteY10" fmla="*/ 2897194 h 2897194"/>
                  <a:gd name="connsiteX11" fmla="*/ 0 w 5122982"/>
                  <a:gd name="connsiteY11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3591339 w 5140891"/>
                  <a:gd name="connsiteY9" fmla="*/ 2897194 h 2897194"/>
                  <a:gd name="connsiteX10" fmla="*/ 304800 w 5140891"/>
                  <a:gd name="connsiteY10" fmla="*/ 2897194 h 2897194"/>
                  <a:gd name="connsiteX11" fmla="*/ 0 w 5140891"/>
                  <a:gd name="connsiteY11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147930 w 5140891"/>
                  <a:gd name="connsiteY9" fmla="*/ 2473129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147930 w 5140891"/>
                  <a:gd name="connsiteY9" fmla="*/ 2473129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147930 w 5140891"/>
                  <a:gd name="connsiteY10" fmla="*/ 2473129 h 2897194"/>
                  <a:gd name="connsiteX11" fmla="*/ 3962399 w 5140891"/>
                  <a:gd name="connsiteY11" fmla="*/ 2102068 h 2897194"/>
                  <a:gd name="connsiteX12" fmla="*/ 3591339 w 5140891"/>
                  <a:gd name="connsiteY12" fmla="*/ 2897194 h 2897194"/>
                  <a:gd name="connsiteX13" fmla="*/ 304800 w 5140891"/>
                  <a:gd name="connsiteY13" fmla="*/ 2897194 h 2897194"/>
                  <a:gd name="connsiteX14" fmla="*/ 0 w 5140891"/>
                  <a:gd name="connsiteY14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280451 w 5140891"/>
                  <a:gd name="connsiteY10" fmla="*/ 2300850 h 2897194"/>
                  <a:gd name="connsiteX11" fmla="*/ 4147930 w 5140891"/>
                  <a:gd name="connsiteY11" fmla="*/ 2473129 h 2897194"/>
                  <a:gd name="connsiteX12" fmla="*/ 3962399 w 5140891"/>
                  <a:gd name="connsiteY12" fmla="*/ 2102068 h 2897194"/>
                  <a:gd name="connsiteX13" fmla="*/ 3591339 w 5140891"/>
                  <a:gd name="connsiteY13" fmla="*/ 2897194 h 2897194"/>
                  <a:gd name="connsiteX14" fmla="*/ 304800 w 5140891"/>
                  <a:gd name="connsiteY14" fmla="*/ 2897194 h 2897194"/>
                  <a:gd name="connsiteX15" fmla="*/ 0 w 5140891"/>
                  <a:gd name="connsiteY15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280451 w 5140891"/>
                  <a:gd name="connsiteY10" fmla="*/ 2300850 h 2897194"/>
                  <a:gd name="connsiteX11" fmla="*/ 4147930 w 5140891"/>
                  <a:gd name="connsiteY11" fmla="*/ 2473129 h 2897194"/>
                  <a:gd name="connsiteX12" fmla="*/ 3909390 w 5140891"/>
                  <a:gd name="connsiteY12" fmla="*/ 2088816 h 2897194"/>
                  <a:gd name="connsiteX13" fmla="*/ 3591339 w 5140891"/>
                  <a:gd name="connsiteY13" fmla="*/ 2897194 h 2897194"/>
                  <a:gd name="connsiteX14" fmla="*/ 304800 w 5140891"/>
                  <a:gd name="connsiteY14" fmla="*/ 2897194 h 2897194"/>
                  <a:gd name="connsiteX15" fmla="*/ 0 w 5140891"/>
                  <a:gd name="connsiteY15" fmla="*/ 2314098 h 2897194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3631095 w 5140891"/>
                  <a:gd name="connsiteY13" fmla="*/ 2777929 h 3559803"/>
                  <a:gd name="connsiteX14" fmla="*/ 2849217 w 5140891"/>
                  <a:gd name="connsiteY14" fmla="*/ 3559803 h 3559803"/>
                  <a:gd name="connsiteX15" fmla="*/ 304800 w 5140891"/>
                  <a:gd name="connsiteY15" fmla="*/ 2897194 h 3559803"/>
                  <a:gd name="connsiteX16" fmla="*/ 0 w 5140891"/>
                  <a:gd name="connsiteY16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5164170"/>
                  <a:gd name="connsiteX1" fmla="*/ 702365 w 5140891"/>
                  <a:gd name="connsiteY1" fmla="*/ 1996047 h 5164170"/>
                  <a:gd name="connsiteX2" fmla="*/ 2358887 w 5140891"/>
                  <a:gd name="connsiteY2" fmla="*/ 2049057 h 5164170"/>
                  <a:gd name="connsiteX3" fmla="*/ 2610678 w 5140891"/>
                  <a:gd name="connsiteY3" fmla="*/ 1134656 h 5164170"/>
                  <a:gd name="connsiteX4" fmla="*/ 1736035 w 5140891"/>
                  <a:gd name="connsiteY4" fmla="*/ 1094902 h 5164170"/>
                  <a:gd name="connsiteX5" fmla="*/ 3684106 w 5140891"/>
                  <a:gd name="connsiteY5" fmla="*/ 61230 h 5164170"/>
                  <a:gd name="connsiteX6" fmla="*/ 4240696 w 5140891"/>
                  <a:gd name="connsiteY6" fmla="*/ 180503 h 5164170"/>
                  <a:gd name="connsiteX7" fmla="*/ 4850295 w 5140891"/>
                  <a:gd name="connsiteY7" fmla="*/ 988885 h 5164170"/>
                  <a:gd name="connsiteX8" fmla="*/ 5102086 w 5140891"/>
                  <a:gd name="connsiteY8" fmla="*/ 1770763 h 5164170"/>
                  <a:gd name="connsiteX9" fmla="*/ 4691269 w 5140891"/>
                  <a:gd name="connsiteY9" fmla="*/ 2075563 h 5164170"/>
                  <a:gd name="connsiteX10" fmla="*/ 4280451 w 5140891"/>
                  <a:gd name="connsiteY10" fmla="*/ 2300850 h 5164170"/>
                  <a:gd name="connsiteX11" fmla="*/ 4147930 w 5140891"/>
                  <a:gd name="connsiteY11" fmla="*/ 2473129 h 5164170"/>
                  <a:gd name="connsiteX12" fmla="*/ 3909390 w 5140891"/>
                  <a:gd name="connsiteY12" fmla="*/ 2088816 h 5164170"/>
                  <a:gd name="connsiteX13" fmla="*/ 2849217 w 5140891"/>
                  <a:gd name="connsiteY13" fmla="*/ 3559803 h 5164170"/>
                  <a:gd name="connsiteX14" fmla="*/ 2756451 w 5140891"/>
                  <a:gd name="connsiteY14" fmla="*/ 5163320 h 5164170"/>
                  <a:gd name="connsiteX15" fmla="*/ 304800 w 5140891"/>
                  <a:gd name="connsiteY15" fmla="*/ 2897194 h 5164170"/>
                  <a:gd name="connsiteX16" fmla="*/ 0 w 5140891"/>
                  <a:gd name="connsiteY16" fmla="*/ 2314098 h 5164170"/>
                  <a:gd name="connsiteX0" fmla="*/ 0 w 5140891"/>
                  <a:gd name="connsiteY0" fmla="*/ 2314098 h 5164352"/>
                  <a:gd name="connsiteX1" fmla="*/ 702365 w 5140891"/>
                  <a:gd name="connsiteY1" fmla="*/ 1996047 h 5164352"/>
                  <a:gd name="connsiteX2" fmla="*/ 2358887 w 5140891"/>
                  <a:gd name="connsiteY2" fmla="*/ 2049057 h 5164352"/>
                  <a:gd name="connsiteX3" fmla="*/ 2610678 w 5140891"/>
                  <a:gd name="connsiteY3" fmla="*/ 1134656 h 5164352"/>
                  <a:gd name="connsiteX4" fmla="*/ 1736035 w 5140891"/>
                  <a:gd name="connsiteY4" fmla="*/ 1094902 h 5164352"/>
                  <a:gd name="connsiteX5" fmla="*/ 3684106 w 5140891"/>
                  <a:gd name="connsiteY5" fmla="*/ 61230 h 5164352"/>
                  <a:gd name="connsiteX6" fmla="*/ 4240696 w 5140891"/>
                  <a:gd name="connsiteY6" fmla="*/ 180503 h 5164352"/>
                  <a:gd name="connsiteX7" fmla="*/ 4850295 w 5140891"/>
                  <a:gd name="connsiteY7" fmla="*/ 988885 h 5164352"/>
                  <a:gd name="connsiteX8" fmla="*/ 5102086 w 5140891"/>
                  <a:gd name="connsiteY8" fmla="*/ 1770763 h 5164352"/>
                  <a:gd name="connsiteX9" fmla="*/ 4691269 w 5140891"/>
                  <a:gd name="connsiteY9" fmla="*/ 2075563 h 5164352"/>
                  <a:gd name="connsiteX10" fmla="*/ 4280451 w 5140891"/>
                  <a:gd name="connsiteY10" fmla="*/ 2300850 h 5164352"/>
                  <a:gd name="connsiteX11" fmla="*/ 4147930 w 5140891"/>
                  <a:gd name="connsiteY11" fmla="*/ 2473129 h 5164352"/>
                  <a:gd name="connsiteX12" fmla="*/ 3909390 w 5140891"/>
                  <a:gd name="connsiteY12" fmla="*/ 2088816 h 5164352"/>
                  <a:gd name="connsiteX13" fmla="*/ 2849217 w 5140891"/>
                  <a:gd name="connsiteY13" fmla="*/ 3559803 h 5164352"/>
                  <a:gd name="connsiteX14" fmla="*/ 2756451 w 5140891"/>
                  <a:gd name="connsiteY14" fmla="*/ 5163320 h 5164352"/>
                  <a:gd name="connsiteX15" fmla="*/ 304800 w 5140891"/>
                  <a:gd name="connsiteY15" fmla="*/ 2897194 h 5164352"/>
                  <a:gd name="connsiteX16" fmla="*/ 0 w 5140891"/>
                  <a:gd name="connsiteY16" fmla="*/ 2314098 h 516435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304800 w 5140891"/>
                  <a:gd name="connsiteY15" fmla="*/ 2897194 h 5164392"/>
                  <a:gd name="connsiteX16" fmla="*/ 0 w 5140891"/>
                  <a:gd name="connsiteY16" fmla="*/ 2314098 h 516439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304800 w 5140891"/>
                  <a:gd name="connsiteY15" fmla="*/ 2897194 h 5164392"/>
                  <a:gd name="connsiteX16" fmla="*/ 0 w 5140891"/>
                  <a:gd name="connsiteY16" fmla="*/ 2314098 h 516439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2186608 w 5140891"/>
                  <a:gd name="connsiteY15" fmla="*/ 3599562 h 5164392"/>
                  <a:gd name="connsiteX16" fmla="*/ 304800 w 5140891"/>
                  <a:gd name="connsiteY16" fmla="*/ 2897194 h 5164392"/>
                  <a:gd name="connsiteX17" fmla="*/ 0 w 5140891"/>
                  <a:gd name="connsiteY17" fmla="*/ 2314098 h 5164392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304800 w 5140891"/>
                  <a:gd name="connsiteY16" fmla="*/ 2897194 h 5219409"/>
                  <a:gd name="connsiteX17" fmla="*/ 0 w 5140891"/>
                  <a:gd name="connsiteY17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304800 w 5140891"/>
                  <a:gd name="connsiteY17" fmla="*/ 2897194 h 5219409"/>
                  <a:gd name="connsiteX18" fmla="*/ 0 w 5140891"/>
                  <a:gd name="connsiteY18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993912 w 5140891"/>
                  <a:gd name="connsiteY18" fmla="*/ 3135736 h 5219409"/>
                  <a:gd name="connsiteX19" fmla="*/ 304800 w 5140891"/>
                  <a:gd name="connsiteY19" fmla="*/ 2897194 h 5219409"/>
                  <a:gd name="connsiteX20" fmla="*/ 0 w 5140891"/>
                  <a:gd name="connsiteY20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993912 w 5140891"/>
                  <a:gd name="connsiteY18" fmla="*/ 3135736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33668 w 5140891"/>
                  <a:gd name="connsiteY18" fmla="*/ 3268258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07163 w 5140891"/>
                  <a:gd name="connsiteY18" fmla="*/ 3228501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304800 w 5140891"/>
                  <a:gd name="connsiteY21" fmla="*/ 2897194 h 5219409"/>
                  <a:gd name="connsiteX22" fmla="*/ 0 w 5140891"/>
                  <a:gd name="connsiteY22" fmla="*/ 2314098 h 5219409"/>
                  <a:gd name="connsiteX0" fmla="*/ 0 w 5140891"/>
                  <a:gd name="connsiteY0" fmla="*/ 2314098 h 5244304"/>
                  <a:gd name="connsiteX1" fmla="*/ 702365 w 5140891"/>
                  <a:gd name="connsiteY1" fmla="*/ 1996047 h 5244304"/>
                  <a:gd name="connsiteX2" fmla="*/ 2358887 w 5140891"/>
                  <a:gd name="connsiteY2" fmla="*/ 2049057 h 5244304"/>
                  <a:gd name="connsiteX3" fmla="*/ 2610678 w 5140891"/>
                  <a:gd name="connsiteY3" fmla="*/ 1134656 h 5244304"/>
                  <a:gd name="connsiteX4" fmla="*/ 1736035 w 5140891"/>
                  <a:gd name="connsiteY4" fmla="*/ 1094902 h 5244304"/>
                  <a:gd name="connsiteX5" fmla="*/ 3684106 w 5140891"/>
                  <a:gd name="connsiteY5" fmla="*/ 61230 h 5244304"/>
                  <a:gd name="connsiteX6" fmla="*/ 4240696 w 5140891"/>
                  <a:gd name="connsiteY6" fmla="*/ 180503 h 5244304"/>
                  <a:gd name="connsiteX7" fmla="*/ 4850295 w 5140891"/>
                  <a:gd name="connsiteY7" fmla="*/ 988885 h 5244304"/>
                  <a:gd name="connsiteX8" fmla="*/ 5102086 w 5140891"/>
                  <a:gd name="connsiteY8" fmla="*/ 1770763 h 5244304"/>
                  <a:gd name="connsiteX9" fmla="*/ 4691269 w 5140891"/>
                  <a:gd name="connsiteY9" fmla="*/ 2075563 h 5244304"/>
                  <a:gd name="connsiteX10" fmla="*/ 4280451 w 5140891"/>
                  <a:gd name="connsiteY10" fmla="*/ 2300850 h 5244304"/>
                  <a:gd name="connsiteX11" fmla="*/ 4147930 w 5140891"/>
                  <a:gd name="connsiteY11" fmla="*/ 2473129 h 5244304"/>
                  <a:gd name="connsiteX12" fmla="*/ 3909390 w 5140891"/>
                  <a:gd name="connsiteY12" fmla="*/ 2088816 h 5244304"/>
                  <a:gd name="connsiteX13" fmla="*/ 2902226 w 5140891"/>
                  <a:gd name="connsiteY13" fmla="*/ 3612812 h 5244304"/>
                  <a:gd name="connsiteX14" fmla="*/ 2756451 w 5140891"/>
                  <a:gd name="connsiteY14" fmla="*/ 5163320 h 5244304"/>
                  <a:gd name="connsiteX15" fmla="*/ 2186608 w 5140891"/>
                  <a:gd name="connsiteY15" fmla="*/ 3599562 h 5244304"/>
                  <a:gd name="connsiteX16" fmla="*/ 2173356 w 5140891"/>
                  <a:gd name="connsiteY16" fmla="*/ 3983875 h 5244304"/>
                  <a:gd name="connsiteX17" fmla="*/ 861390 w 5140891"/>
                  <a:gd name="connsiteY17" fmla="*/ 3930867 h 5244304"/>
                  <a:gd name="connsiteX18" fmla="*/ 1020416 w 5140891"/>
                  <a:gd name="connsiteY18" fmla="*/ 3334519 h 5244304"/>
                  <a:gd name="connsiteX19" fmla="*/ 530086 w 5140891"/>
                  <a:gd name="connsiteY19" fmla="*/ 4434449 h 5244304"/>
                  <a:gd name="connsiteX20" fmla="*/ 503582 w 5140891"/>
                  <a:gd name="connsiteY20" fmla="*/ 5097058 h 5244304"/>
                  <a:gd name="connsiteX21" fmla="*/ 185529 w 5140891"/>
                  <a:gd name="connsiteY21" fmla="*/ 5203075 h 5244304"/>
                  <a:gd name="connsiteX22" fmla="*/ 304800 w 5140891"/>
                  <a:gd name="connsiteY22" fmla="*/ 2897194 h 5244304"/>
                  <a:gd name="connsiteX23" fmla="*/ 0 w 5140891"/>
                  <a:gd name="connsiteY23" fmla="*/ 2314098 h 5244304"/>
                  <a:gd name="connsiteX0" fmla="*/ 0 w 5140891"/>
                  <a:gd name="connsiteY0" fmla="*/ 2314098 h 5244304"/>
                  <a:gd name="connsiteX1" fmla="*/ 702365 w 5140891"/>
                  <a:gd name="connsiteY1" fmla="*/ 1996047 h 5244304"/>
                  <a:gd name="connsiteX2" fmla="*/ 2358887 w 5140891"/>
                  <a:gd name="connsiteY2" fmla="*/ 2049057 h 5244304"/>
                  <a:gd name="connsiteX3" fmla="*/ 2610678 w 5140891"/>
                  <a:gd name="connsiteY3" fmla="*/ 1134656 h 5244304"/>
                  <a:gd name="connsiteX4" fmla="*/ 1736035 w 5140891"/>
                  <a:gd name="connsiteY4" fmla="*/ 1094902 h 5244304"/>
                  <a:gd name="connsiteX5" fmla="*/ 3684106 w 5140891"/>
                  <a:gd name="connsiteY5" fmla="*/ 61230 h 5244304"/>
                  <a:gd name="connsiteX6" fmla="*/ 4240696 w 5140891"/>
                  <a:gd name="connsiteY6" fmla="*/ 180503 h 5244304"/>
                  <a:gd name="connsiteX7" fmla="*/ 4850295 w 5140891"/>
                  <a:gd name="connsiteY7" fmla="*/ 988885 h 5244304"/>
                  <a:gd name="connsiteX8" fmla="*/ 5102086 w 5140891"/>
                  <a:gd name="connsiteY8" fmla="*/ 1770763 h 5244304"/>
                  <a:gd name="connsiteX9" fmla="*/ 4691269 w 5140891"/>
                  <a:gd name="connsiteY9" fmla="*/ 2075563 h 5244304"/>
                  <a:gd name="connsiteX10" fmla="*/ 4280451 w 5140891"/>
                  <a:gd name="connsiteY10" fmla="*/ 2300850 h 5244304"/>
                  <a:gd name="connsiteX11" fmla="*/ 4147930 w 5140891"/>
                  <a:gd name="connsiteY11" fmla="*/ 2473129 h 5244304"/>
                  <a:gd name="connsiteX12" fmla="*/ 3909390 w 5140891"/>
                  <a:gd name="connsiteY12" fmla="*/ 2088816 h 5244304"/>
                  <a:gd name="connsiteX13" fmla="*/ 2902226 w 5140891"/>
                  <a:gd name="connsiteY13" fmla="*/ 3612812 h 5244304"/>
                  <a:gd name="connsiteX14" fmla="*/ 2756451 w 5140891"/>
                  <a:gd name="connsiteY14" fmla="*/ 5163320 h 5244304"/>
                  <a:gd name="connsiteX15" fmla="*/ 2186608 w 5140891"/>
                  <a:gd name="connsiteY15" fmla="*/ 3599562 h 5244304"/>
                  <a:gd name="connsiteX16" fmla="*/ 2173356 w 5140891"/>
                  <a:gd name="connsiteY16" fmla="*/ 3983875 h 5244304"/>
                  <a:gd name="connsiteX17" fmla="*/ 861390 w 5140891"/>
                  <a:gd name="connsiteY17" fmla="*/ 3930867 h 5244304"/>
                  <a:gd name="connsiteX18" fmla="*/ 1020416 w 5140891"/>
                  <a:gd name="connsiteY18" fmla="*/ 3334519 h 5244304"/>
                  <a:gd name="connsiteX19" fmla="*/ 530086 w 5140891"/>
                  <a:gd name="connsiteY19" fmla="*/ 4434449 h 5244304"/>
                  <a:gd name="connsiteX20" fmla="*/ 503582 w 5140891"/>
                  <a:gd name="connsiteY20" fmla="*/ 5097058 h 5244304"/>
                  <a:gd name="connsiteX21" fmla="*/ 185529 w 5140891"/>
                  <a:gd name="connsiteY21" fmla="*/ 5203075 h 5244304"/>
                  <a:gd name="connsiteX22" fmla="*/ 53008 w 5140891"/>
                  <a:gd name="connsiteY22" fmla="*/ 4195909 h 5244304"/>
                  <a:gd name="connsiteX23" fmla="*/ 304800 w 5140891"/>
                  <a:gd name="connsiteY23" fmla="*/ 2897194 h 5244304"/>
                  <a:gd name="connsiteX24" fmla="*/ 0 w 5140891"/>
                  <a:gd name="connsiteY24" fmla="*/ 2314098 h 5244304"/>
                  <a:gd name="connsiteX0" fmla="*/ 21012 w 5161903"/>
                  <a:gd name="connsiteY0" fmla="*/ 2314098 h 5244304"/>
                  <a:gd name="connsiteX1" fmla="*/ 723377 w 5161903"/>
                  <a:gd name="connsiteY1" fmla="*/ 1996047 h 5244304"/>
                  <a:gd name="connsiteX2" fmla="*/ 2379899 w 5161903"/>
                  <a:gd name="connsiteY2" fmla="*/ 2049057 h 5244304"/>
                  <a:gd name="connsiteX3" fmla="*/ 2631690 w 5161903"/>
                  <a:gd name="connsiteY3" fmla="*/ 1134656 h 5244304"/>
                  <a:gd name="connsiteX4" fmla="*/ 1757047 w 5161903"/>
                  <a:gd name="connsiteY4" fmla="*/ 1094902 h 5244304"/>
                  <a:gd name="connsiteX5" fmla="*/ 3705118 w 5161903"/>
                  <a:gd name="connsiteY5" fmla="*/ 61230 h 5244304"/>
                  <a:gd name="connsiteX6" fmla="*/ 4261708 w 5161903"/>
                  <a:gd name="connsiteY6" fmla="*/ 180503 h 5244304"/>
                  <a:gd name="connsiteX7" fmla="*/ 4871307 w 5161903"/>
                  <a:gd name="connsiteY7" fmla="*/ 988885 h 5244304"/>
                  <a:gd name="connsiteX8" fmla="*/ 5123098 w 5161903"/>
                  <a:gd name="connsiteY8" fmla="*/ 1770763 h 5244304"/>
                  <a:gd name="connsiteX9" fmla="*/ 4712281 w 5161903"/>
                  <a:gd name="connsiteY9" fmla="*/ 2075563 h 5244304"/>
                  <a:gd name="connsiteX10" fmla="*/ 4301463 w 5161903"/>
                  <a:gd name="connsiteY10" fmla="*/ 2300850 h 5244304"/>
                  <a:gd name="connsiteX11" fmla="*/ 4168942 w 5161903"/>
                  <a:gd name="connsiteY11" fmla="*/ 2473129 h 5244304"/>
                  <a:gd name="connsiteX12" fmla="*/ 3930402 w 5161903"/>
                  <a:gd name="connsiteY12" fmla="*/ 2088816 h 5244304"/>
                  <a:gd name="connsiteX13" fmla="*/ 2923238 w 5161903"/>
                  <a:gd name="connsiteY13" fmla="*/ 3612812 h 5244304"/>
                  <a:gd name="connsiteX14" fmla="*/ 2777463 w 5161903"/>
                  <a:gd name="connsiteY14" fmla="*/ 5163320 h 5244304"/>
                  <a:gd name="connsiteX15" fmla="*/ 2207620 w 5161903"/>
                  <a:gd name="connsiteY15" fmla="*/ 3599562 h 5244304"/>
                  <a:gd name="connsiteX16" fmla="*/ 2194368 w 5161903"/>
                  <a:gd name="connsiteY16" fmla="*/ 3983875 h 5244304"/>
                  <a:gd name="connsiteX17" fmla="*/ 882402 w 5161903"/>
                  <a:gd name="connsiteY17" fmla="*/ 3930867 h 5244304"/>
                  <a:gd name="connsiteX18" fmla="*/ 1041428 w 5161903"/>
                  <a:gd name="connsiteY18" fmla="*/ 3334519 h 5244304"/>
                  <a:gd name="connsiteX19" fmla="*/ 551098 w 5161903"/>
                  <a:gd name="connsiteY19" fmla="*/ 4434449 h 5244304"/>
                  <a:gd name="connsiteX20" fmla="*/ 524594 w 5161903"/>
                  <a:gd name="connsiteY20" fmla="*/ 5097058 h 5244304"/>
                  <a:gd name="connsiteX21" fmla="*/ 206541 w 5161903"/>
                  <a:gd name="connsiteY21" fmla="*/ 5203075 h 5244304"/>
                  <a:gd name="connsiteX22" fmla="*/ 74020 w 5161903"/>
                  <a:gd name="connsiteY22" fmla="*/ 4195909 h 5244304"/>
                  <a:gd name="connsiteX23" fmla="*/ 325812 w 5161903"/>
                  <a:gd name="connsiteY23" fmla="*/ 2897194 h 5244304"/>
                  <a:gd name="connsiteX24" fmla="*/ 21012 w 5161903"/>
                  <a:gd name="connsiteY24" fmla="*/ 2314098 h 5244304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53008 w 5140891"/>
                  <a:gd name="connsiteY21" fmla="*/ 4195909 h 5219409"/>
                  <a:gd name="connsiteX22" fmla="*/ 304800 w 5140891"/>
                  <a:gd name="connsiteY22" fmla="*/ 2897194 h 5219409"/>
                  <a:gd name="connsiteX23" fmla="*/ 0 w 5140891"/>
                  <a:gd name="connsiteY23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53008 w 5140891"/>
                  <a:gd name="connsiteY21" fmla="*/ 4195909 h 5219409"/>
                  <a:gd name="connsiteX22" fmla="*/ 304800 w 5140891"/>
                  <a:gd name="connsiteY22" fmla="*/ 2897194 h 5219409"/>
                  <a:gd name="connsiteX23" fmla="*/ 0 w 5140891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545476 w 5686367"/>
                  <a:gd name="connsiteY0" fmla="*/ 2314098 h 5219409"/>
                  <a:gd name="connsiteX1" fmla="*/ 1247841 w 5686367"/>
                  <a:gd name="connsiteY1" fmla="*/ 1996047 h 5219409"/>
                  <a:gd name="connsiteX2" fmla="*/ 2904363 w 5686367"/>
                  <a:gd name="connsiteY2" fmla="*/ 2049057 h 5219409"/>
                  <a:gd name="connsiteX3" fmla="*/ 3156154 w 5686367"/>
                  <a:gd name="connsiteY3" fmla="*/ 1134656 h 5219409"/>
                  <a:gd name="connsiteX4" fmla="*/ 2281511 w 5686367"/>
                  <a:gd name="connsiteY4" fmla="*/ 1094902 h 5219409"/>
                  <a:gd name="connsiteX5" fmla="*/ 4229582 w 5686367"/>
                  <a:gd name="connsiteY5" fmla="*/ 61230 h 5219409"/>
                  <a:gd name="connsiteX6" fmla="*/ 4786172 w 5686367"/>
                  <a:gd name="connsiteY6" fmla="*/ 180503 h 5219409"/>
                  <a:gd name="connsiteX7" fmla="*/ 5395771 w 5686367"/>
                  <a:gd name="connsiteY7" fmla="*/ 988885 h 5219409"/>
                  <a:gd name="connsiteX8" fmla="*/ 5647562 w 5686367"/>
                  <a:gd name="connsiteY8" fmla="*/ 1770763 h 5219409"/>
                  <a:gd name="connsiteX9" fmla="*/ 5236745 w 5686367"/>
                  <a:gd name="connsiteY9" fmla="*/ 2075563 h 5219409"/>
                  <a:gd name="connsiteX10" fmla="*/ 4825927 w 5686367"/>
                  <a:gd name="connsiteY10" fmla="*/ 2300850 h 5219409"/>
                  <a:gd name="connsiteX11" fmla="*/ 4693406 w 5686367"/>
                  <a:gd name="connsiteY11" fmla="*/ 2473129 h 5219409"/>
                  <a:gd name="connsiteX12" fmla="*/ 4454866 w 5686367"/>
                  <a:gd name="connsiteY12" fmla="*/ 2088816 h 5219409"/>
                  <a:gd name="connsiteX13" fmla="*/ 3447702 w 5686367"/>
                  <a:gd name="connsiteY13" fmla="*/ 3612812 h 5219409"/>
                  <a:gd name="connsiteX14" fmla="*/ 3301927 w 5686367"/>
                  <a:gd name="connsiteY14" fmla="*/ 5163320 h 5219409"/>
                  <a:gd name="connsiteX15" fmla="*/ 2732084 w 5686367"/>
                  <a:gd name="connsiteY15" fmla="*/ 3599562 h 5219409"/>
                  <a:gd name="connsiteX16" fmla="*/ 2718832 w 5686367"/>
                  <a:gd name="connsiteY16" fmla="*/ 3983875 h 5219409"/>
                  <a:gd name="connsiteX17" fmla="*/ 1406866 w 5686367"/>
                  <a:gd name="connsiteY17" fmla="*/ 3930867 h 5219409"/>
                  <a:gd name="connsiteX18" fmla="*/ 1565892 w 5686367"/>
                  <a:gd name="connsiteY18" fmla="*/ 3334519 h 5219409"/>
                  <a:gd name="connsiteX19" fmla="*/ 1075562 w 5686367"/>
                  <a:gd name="connsiteY19" fmla="*/ 4434449 h 5219409"/>
                  <a:gd name="connsiteX20" fmla="*/ 1049058 w 5686367"/>
                  <a:gd name="connsiteY20" fmla="*/ 5097058 h 5219409"/>
                  <a:gd name="connsiteX21" fmla="*/ 598484 w 5686367"/>
                  <a:gd name="connsiteY21" fmla="*/ 4195909 h 5219409"/>
                  <a:gd name="connsiteX22" fmla="*/ 346694 w 5686367"/>
                  <a:gd name="connsiteY22" fmla="*/ 3056220 h 5219409"/>
                  <a:gd name="connsiteX23" fmla="*/ 2136 w 5686367"/>
                  <a:gd name="connsiteY23" fmla="*/ 2512884 h 5219409"/>
                  <a:gd name="connsiteX24" fmla="*/ 545476 w 5686367"/>
                  <a:gd name="connsiteY24" fmla="*/ 2314098 h 5219409"/>
                  <a:gd name="connsiteX0" fmla="*/ 547531 w 5688422"/>
                  <a:gd name="connsiteY0" fmla="*/ 2314098 h 5219409"/>
                  <a:gd name="connsiteX1" fmla="*/ 1249896 w 5688422"/>
                  <a:gd name="connsiteY1" fmla="*/ 1996047 h 5219409"/>
                  <a:gd name="connsiteX2" fmla="*/ 2906418 w 5688422"/>
                  <a:gd name="connsiteY2" fmla="*/ 2049057 h 5219409"/>
                  <a:gd name="connsiteX3" fmla="*/ 3158209 w 5688422"/>
                  <a:gd name="connsiteY3" fmla="*/ 1134656 h 5219409"/>
                  <a:gd name="connsiteX4" fmla="*/ 2283566 w 5688422"/>
                  <a:gd name="connsiteY4" fmla="*/ 1094902 h 5219409"/>
                  <a:gd name="connsiteX5" fmla="*/ 4231637 w 5688422"/>
                  <a:gd name="connsiteY5" fmla="*/ 61230 h 5219409"/>
                  <a:gd name="connsiteX6" fmla="*/ 4788227 w 5688422"/>
                  <a:gd name="connsiteY6" fmla="*/ 180503 h 5219409"/>
                  <a:gd name="connsiteX7" fmla="*/ 5397826 w 5688422"/>
                  <a:gd name="connsiteY7" fmla="*/ 988885 h 5219409"/>
                  <a:gd name="connsiteX8" fmla="*/ 5649617 w 5688422"/>
                  <a:gd name="connsiteY8" fmla="*/ 1770763 h 5219409"/>
                  <a:gd name="connsiteX9" fmla="*/ 5238800 w 5688422"/>
                  <a:gd name="connsiteY9" fmla="*/ 2075563 h 5219409"/>
                  <a:gd name="connsiteX10" fmla="*/ 4827982 w 5688422"/>
                  <a:gd name="connsiteY10" fmla="*/ 2300850 h 5219409"/>
                  <a:gd name="connsiteX11" fmla="*/ 4695461 w 5688422"/>
                  <a:gd name="connsiteY11" fmla="*/ 2473129 h 5219409"/>
                  <a:gd name="connsiteX12" fmla="*/ 4456921 w 5688422"/>
                  <a:gd name="connsiteY12" fmla="*/ 2088816 h 5219409"/>
                  <a:gd name="connsiteX13" fmla="*/ 3449757 w 5688422"/>
                  <a:gd name="connsiteY13" fmla="*/ 3612812 h 5219409"/>
                  <a:gd name="connsiteX14" fmla="*/ 3303982 w 5688422"/>
                  <a:gd name="connsiteY14" fmla="*/ 5163320 h 5219409"/>
                  <a:gd name="connsiteX15" fmla="*/ 2734139 w 5688422"/>
                  <a:gd name="connsiteY15" fmla="*/ 3599562 h 5219409"/>
                  <a:gd name="connsiteX16" fmla="*/ 2720887 w 5688422"/>
                  <a:gd name="connsiteY16" fmla="*/ 3983875 h 5219409"/>
                  <a:gd name="connsiteX17" fmla="*/ 1408921 w 5688422"/>
                  <a:gd name="connsiteY17" fmla="*/ 3930867 h 5219409"/>
                  <a:gd name="connsiteX18" fmla="*/ 1567947 w 5688422"/>
                  <a:gd name="connsiteY18" fmla="*/ 3334519 h 5219409"/>
                  <a:gd name="connsiteX19" fmla="*/ 1077617 w 5688422"/>
                  <a:gd name="connsiteY19" fmla="*/ 4434449 h 5219409"/>
                  <a:gd name="connsiteX20" fmla="*/ 1051113 w 5688422"/>
                  <a:gd name="connsiteY20" fmla="*/ 5097058 h 5219409"/>
                  <a:gd name="connsiteX21" fmla="*/ 600539 w 5688422"/>
                  <a:gd name="connsiteY21" fmla="*/ 4195909 h 5219409"/>
                  <a:gd name="connsiteX22" fmla="*/ 348749 w 5688422"/>
                  <a:gd name="connsiteY22" fmla="*/ 3056220 h 5219409"/>
                  <a:gd name="connsiteX23" fmla="*/ 401756 w 5688422"/>
                  <a:gd name="connsiteY23" fmla="*/ 2685162 h 5219409"/>
                  <a:gd name="connsiteX24" fmla="*/ 4191 w 5688422"/>
                  <a:gd name="connsiteY24" fmla="*/ 2512884 h 5219409"/>
                  <a:gd name="connsiteX25" fmla="*/ 547531 w 5688422"/>
                  <a:gd name="connsiteY25" fmla="*/ 2314098 h 5219409"/>
                  <a:gd name="connsiteX0" fmla="*/ 548665 w 5689556"/>
                  <a:gd name="connsiteY0" fmla="*/ 2314098 h 5219409"/>
                  <a:gd name="connsiteX1" fmla="*/ 1251030 w 5689556"/>
                  <a:gd name="connsiteY1" fmla="*/ 1996047 h 5219409"/>
                  <a:gd name="connsiteX2" fmla="*/ 2907552 w 5689556"/>
                  <a:gd name="connsiteY2" fmla="*/ 2049057 h 5219409"/>
                  <a:gd name="connsiteX3" fmla="*/ 3159343 w 5689556"/>
                  <a:gd name="connsiteY3" fmla="*/ 1134656 h 5219409"/>
                  <a:gd name="connsiteX4" fmla="*/ 2284700 w 5689556"/>
                  <a:gd name="connsiteY4" fmla="*/ 1094902 h 5219409"/>
                  <a:gd name="connsiteX5" fmla="*/ 4232771 w 5689556"/>
                  <a:gd name="connsiteY5" fmla="*/ 61230 h 5219409"/>
                  <a:gd name="connsiteX6" fmla="*/ 4789361 w 5689556"/>
                  <a:gd name="connsiteY6" fmla="*/ 180503 h 5219409"/>
                  <a:gd name="connsiteX7" fmla="*/ 5398960 w 5689556"/>
                  <a:gd name="connsiteY7" fmla="*/ 988885 h 5219409"/>
                  <a:gd name="connsiteX8" fmla="*/ 5650751 w 5689556"/>
                  <a:gd name="connsiteY8" fmla="*/ 1770763 h 5219409"/>
                  <a:gd name="connsiteX9" fmla="*/ 5239934 w 5689556"/>
                  <a:gd name="connsiteY9" fmla="*/ 2075563 h 5219409"/>
                  <a:gd name="connsiteX10" fmla="*/ 4829116 w 5689556"/>
                  <a:gd name="connsiteY10" fmla="*/ 2300850 h 5219409"/>
                  <a:gd name="connsiteX11" fmla="*/ 4696595 w 5689556"/>
                  <a:gd name="connsiteY11" fmla="*/ 2473129 h 5219409"/>
                  <a:gd name="connsiteX12" fmla="*/ 4458055 w 5689556"/>
                  <a:gd name="connsiteY12" fmla="*/ 2088816 h 5219409"/>
                  <a:gd name="connsiteX13" fmla="*/ 3450891 w 5689556"/>
                  <a:gd name="connsiteY13" fmla="*/ 3612812 h 5219409"/>
                  <a:gd name="connsiteX14" fmla="*/ 3305116 w 5689556"/>
                  <a:gd name="connsiteY14" fmla="*/ 5163320 h 5219409"/>
                  <a:gd name="connsiteX15" fmla="*/ 2735273 w 5689556"/>
                  <a:gd name="connsiteY15" fmla="*/ 3599562 h 5219409"/>
                  <a:gd name="connsiteX16" fmla="*/ 2722021 w 5689556"/>
                  <a:gd name="connsiteY16" fmla="*/ 3983875 h 5219409"/>
                  <a:gd name="connsiteX17" fmla="*/ 1410055 w 5689556"/>
                  <a:gd name="connsiteY17" fmla="*/ 3930867 h 5219409"/>
                  <a:gd name="connsiteX18" fmla="*/ 1569081 w 5689556"/>
                  <a:gd name="connsiteY18" fmla="*/ 3334519 h 5219409"/>
                  <a:gd name="connsiteX19" fmla="*/ 1078751 w 5689556"/>
                  <a:gd name="connsiteY19" fmla="*/ 4434449 h 5219409"/>
                  <a:gd name="connsiteX20" fmla="*/ 1052247 w 5689556"/>
                  <a:gd name="connsiteY20" fmla="*/ 5097058 h 5219409"/>
                  <a:gd name="connsiteX21" fmla="*/ 601673 w 5689556"/>
                  <a:gd name="connsiteY21" fmla="*/ 4195909 h 5219409"/>
                  <a:gd name="connsiteX22" fmla="*/ 349883 w 5689556"/>
                  <a:gd name="connsiteY22" fmla="*/ 3056220 h 5219409"/>
                  <a:gd name="connsiteX23" fmla="*/ 402890 w 5689556"/>
                  <a:gd name="connsiteY23" fmla="*/ 2685162 h 5219409"/>
                  <a:gd name="connsiteX24" fmla="*/ 5325 w 5689556"/>
                  <a:gd name="connsiteY24" fmla="*/ 2512884 h 5219409"/>
                  <a:gd name="connsiteX25" fmla="*/ 548665 w 5689556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97036 w 5689997"/>
                  <a:gd name="connsiteY11" fmla="*/ 24731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97036 w 5689997"/>
                  <a:gd name="connsiteY11" fmla="*/ 24731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980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980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20024"/>
                  <a:gd name="connsiteX1" fmla="*/ 1288943 w 5727469"/>
                  <a:gd name="connsiteY1" fmla="*/ 1996047 h 5220024"/>
                  <a:gd name="connsiteX2" fmla="*/ 2968325 w 5727469"/>
                  <a:gd name="connsiteY2" fmla="*/ 2026197 h 5220024"/>
                  <a:gd name="connsiteX3" fmla="*/ 3197256 w 5727469"/>
                  <a:gd name="connsiteY3" fmla="*/ 1134656 h 5220024"/>
                  <a:gd name="connsiteX4" fmla="*/ 2322613 w 5727469"/>
                  <a:gd name="connsiteY4" fmla="*/ 1094902 h 5220024"/>
                  <a:gd name="connsiteX5" fmla="*/ 4270684 w 5727469"/>
                  <a:gd name="connsiteY5" fmla="*/ 61230 h 5220024"/>
                  <a:gd name="connsiteX6" fmla="*/ 4827274 w 5727469"/>
                  <a:gd name="connsiteY6" fmla="*/ 180503 h 5220024"/>
                  <a:gd name="connsiteX7" fmla="*/ 5436873 w 5727469"/>
                  <a:gd name="connsiteY7" fmla="*/ 988885 h 5220024"/>
                  <a:gd name="connsiteX8" fmla="*/ 5688664 w 5727469"/>
                  <a:gd name="connsiteY8" fmla="*/ 1770763 h 5220024"/>
                  <a:gd name="connsiteX9" fmla="*/ 5277847 w 5727469"/>
                  <a:gd name="connsiteY9" fmla="*/ 2075563 h 5220024"/>
                  <a:gd name="connsiteX10" fmla="*/ 4867029 w 5727469"/>
                  <a:gd name="connsiteY10" fmla="*/ 2300850 h 5220024"/>
                  <a:gd name="connsiteX11" fmla="*/ 4709108 w 5727469"/>
                  <a:gd name="connsiteY11" fmla="*/ 2536629 h 5220024"/>
                  <a:gd name="connsiteX12" fmla="*/ 4495968 w 5727469"/>
                  <a:gd name="connsiteY12" fmla="*/ 2088816 h 5220024"/>
                  <a:gd name="connsiteX13" fmla="*/ 4172285 w 5727469"/>
                  <a:gd name="connsiteY13" fmla="*/ 2914425 h 5220024"/>
                  <a:gd name="connsiteX14" fmla="*/ 3488804 w 5727469"/>
                  <a:gd name="connsiteY14" fmla="*/ 3612812 h 5220024"/>
                  <a:gd name="connsiteX15" fmla="*/ 3343029 w 5727469"/>
                  <a:gd name="connsiteY15" fmla="*/ 5163320 h 5220024"/>
                  <a:gd name="connsiteX16" fmla="*/ 2773186 w 5727469"/>
                  <a:gd name="connsiteY16" fmla="*/ 3599562 h 5220024"/>
                  <a:gd name="connsiteX17" fmla="*/ 2798034 w 5727469"/>
                  <a:gd name="connsiteY17" fmla="*/ 3983875 h 5220024"/>
                  <a:gd name="connsiteX18" fmla="*/ 1447968 w 5727469"/>
                  <a:gd name="connsiteY18" fmla="*/ 3930867 h 5220024"/>
                  <a:gd name="connsiteX19" fmla="*/ 1606994 w 5727469"/>
                  <a:gd name="connsiteY19" fmla="*/ 3334519 h 5220024"/>
                  <a:gd name="connsiteX20" fmla="*/ 1116664 w 5727469"/>
                  <a:gd name="connsiteY20" fmla="*/ 4434449 h 5220024"/>
                  <a:gd name="connsiteX21" fmla="*/ 1090160 w 5727469"/>
                  <a:gd name="connsiteY21" fmla="*/ 5087533 h 5220024"/>
                  <a:gd name="connsiteX22" fmla="*/ 616726 w 5727469"/>
                  <a:gd name="connsiteY22" fmla="*/ 4195909 h 5220024"/>
                  <a:gd name="connsiteX23" fmla="*/ 410656 w 5727469"/>
                  <a:gd name="connsiteY23" fmla="*/ 3056220 h 5220024"/>
                  <a:gd name="connsiteX24" fmla="*/ 440803 w 5727469"/>
                  <a:gd name="connsiteY24" fmla="*/ 2685162 h 5220024"/>
                  <a:gd name="connsiteX25" fmla="*/ 5138 w 5727469"/>
                  <a:gd name="connsiteY25" fmla="*/ 2474784 h 5220024"/>
                  <a:gd name="connsiteX26" fmla="*/ 586578 w 5727469"/>
                  <a:gd name="connsiteY26" fmla="*/ 2314098 h 5220024"/>
                  <a:gd name="connsiteX0" fmla="*/ 586578 w 5727469"/>
                  <a:gd name="connsiteY0" fmla="*/ 2314098 h 5220024"/>
                  <a:gd name="connsiteX1" fmla="*/ 1288943 w 5727469"/>
                  <a:gd name="connsiteY1" fmla="*/ 1996047 h 5220024"/>
                  <a:gd name="connsiteX2" fmla="*/ 2968325 w 5727469"/>
                  <a:gd name="connsiteY2" fmla="*/ 2026197 h 5220024"/>
                  <a:gd name="connsiteX3" fmla="*/ 3197256 w 5727469"/>
                  <a:gd name="connsiteY3" fmla="*/ 1134656 h 5220024"/>
                  <a:gd name="connsiteX4" fmla="*/ 2322613 w 5727469"/>
                  <a:gd name="connsiteY4" fmla="*/ 1094902 h 5220024"/>
                  <a:gd name="connsiteX5" fmla="*/ 4270684 w 5727469"/>
                  <a:gd name="connsiteY5" fmla="*/ 61230 h 5220024"/>
                  <a:gd name="connsiteX6" fmla="*/ 4827274 w 5727469"/>
                  <a:gd name="connsiteY6" fmla="*/ 180503 h 5220024"/>
                  <a:gd name="connsiteX7" fmla="*/ 5436873 w 5727469"/>
                  <a:gd name="connsiteY7" fmla="*/ 988885 h 5220024"/>
                  <a:gd name="connsiteX8" fmla="*/ 5688664 w 5727469"/>
                  <a:gd name="connsiteY8" fmla="*/ 1770763 h 5220024"/>
                  <a:gd name="connsiteX9" fmla="*/ 5277847 w 5727469"/>
                  <a:gd name="connsiteY9" fmla="*/ 2075563 h 5220024"/>
                  <a:gd name="connsiteX10" fmla="*/ 4867029 w 5727469"/>
                  <a:gd name="connsiteY10" fmla="*/ 2300850 h 5220024"/>
                  <a:gd name="connsiteX11" fmla="*/ 4709108 w 5727469"/>
                  <a:gd name="connsiteY11" fmla="*/ 2536629 h 5220024"/>
                  <a:gd name="connsiteX12" fmla="*/ 4495968 w 5727469"/>
                  <a:gd name="connsiteY12" fmla="*/ 2088816 h 5220024"/>
                  <a:gd name="connsiteX13" fmla="*/ 4172285 w 5727469"/>
                  <a:gd name="connsiteY13" fmla="*/ 2914425 h 5220024"/>
                  <a:gd name="connsiteX14" fmla="*/ 3488804 w 5727469"/>
                  <a:gd name="connsiteY14" fmla="*/ 3612812 h 5220024"/>
                  <a:gd name="connsiteX15" fmla="*/ 3343029 w 5727469"/>
                  <a:gd name="connsiteY15" fmla="*/ 5163320 h 5220024"/>
                  <a:gd name="connsiteX16" fmla="*/ 2773186 w 5727469"/>
                  <a:gd name="connsiteY16" fmla="*/ 3599562 h 5220024"/>
                  <a:gd name="connsiteX17" fmla="*/ 2798034 w 5727469"/>
                  <a:gd name="connsiteY17" fmla="*/ 3983875 h 5220024"/>
                  <a:gd name="connsiteX18" fmla="*/ 1447968 w 5727469"/>
                  <a:gd name="connsiteY18" fmla="*/ 3930867 h 5220024"/>
                  <a:gd name="connsiteX19" fmla="*/ 1606994 w 5727469"/>
                  <a:gd name="connsiteY19" fmla="*/ 3334519 h 5220024"/>
                  <a:gd name="connsiteX20" fmla="*/ 1116664 w 5727469"/>
                  <a:gd name="connsiteY20" fmla="*/ 4434449 h 5220024"/>
                  <a:gd name="connsiteX21" fmla="*/ 1090160 w 5727469"/>
                  <a:gd name="connsiteY21" fmla="*/ 5087533 h 5220024"/>
                  <a:gd name="connsiteX22" fmla="*/ 616726 w 5727469"/>
                  <a:gd name="connsiteY22" fmla="*/ 4195909 h 5220024"/>
                  <a:gd name="connsiteX23" fmla="*/ 410656 w 5727469"/>
                  <a:gd name="connsiteY23" fmla="*/ 3056220 h 5220024"/>
                  <a:gd name="connsiteX24" fmla="*/ 440803 w 5727469"/>
                  <a:gd name="connsiteY24" fmla="*/ 2685162 h 5220024"/>
                  <a:gd name="connsiteX25" fmla="*/ 5138 w 5727469"/>
                  <a:gd name="connsiteY25" fmla="*/ 2474784 h 5220024"/>
                  <a:gd name="connsiteX26" fmla="*/ 586578 w 5727469"/>
                  <a:gd name="connsiteY26" fmla="*/ 2314098 h 5220024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447968 w 5727469"/>
                  <a:gd name="connsiteY18" fmla="*/ 3930867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090160 w 5727469"/>
                  <a:gd name="connsiteY20" fmla="*/ 5087533 h 5219531"/>
                  <a:gd name="connsiteX21" fmla="*/ 616726 w 5727469"/>
                  <a:gd name="connsiteY21" fmla="*/ 4195909 h 5219531"/>
                  <a:gd name="connsiteX22" fmla="*/ 410656 w 5727469"/>
                  <a:gd name="connsiteY22" fmla="*/ 3056220 h 5219531"/>
                  <a:gd name="connsiteX23" fmla="*/ 440803 w 5727469"/>
                  <a:gd name="connsiteY23" fmla="*/ 2685162 h 5219531"/>
                  <a:gd name="connsiteX24" fmla="*/ 5138 w 5727469"/>
                  <a:gd name="connsiteY24" fmla="*/ 2474784 h 5219531"/>
                  <a:gd name="connsiteX25" fmla="*/ 586578 w 5727469"/>
                  <a:gd name="connsiteY25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00330 w 5727469"/>
                  <a:gd name="connsiteY18" fmla="*/ 38911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3030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25730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1954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1954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727469" h="5219531">
                    <a:moveTo>
                      <a:pt x="586578" y="2314098"/>
                    </a:moveTo>
                    <a:cubicBezTo>
                      <a:pt x="789778" y="2115316"/>
                      <a:pt x="1085743" y="1982794"/>
                      <a:pt x="1288943" y="1996047"/>
                    </a:cubicBezTo>
                    <a:cubicBezTo>
                      <a:pt x="1854369" y="2022551"/>
                      <a:pt x="2402899" y="1999693"/>
                      <a:pt x="2968325" y="2026197"/>
                    </a:cubicBezTo>
                    <a:cubicBezTo>
                      <a:pt x="3339386" y="1783241"/>
                      <a:pt x="3232043" y="1583021"/>
                      <a:pt x="3197256" y="1134656"/>
                    </a:cubicBezTo>
                    <a:cubicBezTo>
                      <a:pt x="3265725" y="955752"/>
                      <a:pt x="2285065" y="1322398"/>
                      <a:pt x="2322613" y="1094902"/>
                    </a:cubicBezTo>
                    <a:cubicBezTo>
                      <a:pt x="2413170" y="854154"/>
                      <a:pt x="3868702" y="-272282"/>
                      <a:pt x="4270684" y="61230"/>
                    </a:cubicBezTo>
                    <a:cubicBezTo>
                      <a:pt x="4275101" y="167248"/>
                      <a:pt x="4743343" y="-111045"/>
                      <a:pt x="4827274" y="180503"/>
                    </a:cubicBezTo>
                    <a:cubicBezTo>
                      <a:pt x="5017221" y="374868"/>
                      <a:pt x="5386405" y="809760"/>
                      <a:pt x="5436873" y="988885"/>
                    </a:cubicBezTo>
                    <a:cubicBezTo>
                      <a:pt x="5600317" y="1311355"/>
                      <a:pt x="5816768" y="1580815"/>
                      <a:pt x="5688664" y="1770763"/>
                    </a:cubicBezTo>
                    <a:cubicBezTo>
                      <a:pt x="5560891" y="1947459"/>
                      <a:pt x="5436873" y="1958502"/>
                      <a:pt x="5277847" y="2075563"/>
                    </a:cubicBezTo>
                    <a:cubicBezTo>
                      <a:pt x="5151951" y="2177163"/>
                      <a:pt x="4957585" y="2234589"/>
                      <a:pt x="4867029" y="2300850"/>
                    </a:cubicBezTo>
                    <a:cubicBezTo>
                      <a:pt x="4776473" y="2367111"/>
                      <a:pt x="4716010" y="2443312"/>
                      <a:pt x="4709108" y="2536629"/>
                    </a:cubicBezTo>
                    <a:cubicBezTo>
                      <a:pt x="4508117" y="2684612"/>
                      <a:pt x="4644503" y="1928134"/>
                      <a:pt x="4495968" y="2088816"/>
                    </a:cubicBezTo>
                    <a:cubicBezTo>
                      <a:pt x="4383638" y="2151782"/>
                      <a:pt x="4340146" y="2660426"/>
                      <a:pt x="4172285" y="2914425"/>
                    </a:cubicBezTo>
                    <a:cubicBezTo>
                      <a:pt x="4004424" y="3168424"/>
                      <a:pt x="3748933" y="3344676"/>
                      <a:pt x="3488804" y="3612812"/>
                    </a:cubicBezTo>
                    <a:cubicBezTo>
                      <a:pt x="3422543" y="3873439"/>
                      <a:pt x="3492530" y="5159868"/>
                      <a:pt x="3343029" y="5163320"/>
                    </a:cubicBezTo>
                    <a:cubicBezTo>
                      <a:pt x="2777604" y="5560884"/>
                      <a:pt x="2915577" y="3723594"/>
                      <a:pt x="2773186" y="3599562"/>
                    </a:cubicBezTo>
                    <a:cubicBezTo>
                      <a:pt x="2767113" y="3587690"/>
                      <a:pt x="2921721" y="4028049"/>
                      <a:pt x="2798034" y="3983875"/>
                    </a:cubicBezTo>
                    <a:cubicBezTo>
                      <a:pt x="2722938" y="4019214"/>
                      <a:pt x="1612337" y="4067322"/>
                      <a:pt x="1311954" y="3903879"/>
                    </a:cubicBezTo>
                    <a:cubicBezTo>
                      <a:pt x="1325178" y="3786266"/>
                      <a:pt x="1575312" y="3442607"/>
                      <a:pt x="1606994" y="3334519"/>
                    </a:cubicBezTo>
                    <a:cubicBezTo>
                      <a:pt x="1603900" y="3403713"/>
                      <a:pt x="1253604" y="3899876"/>
                      <a:pt x="1167465" y="4192045"/>
                    </a:cubicBezTo>
                    <a:cubicBezTo>
                      <a:pt x="1081326" y="4484214"/>
                      <a:pt x="1213700" y="5110172"/>
                      <a:pt x="1090160" y="5087533"/>
                    </a:cubicBezTo>
                    <a:cubicBezTo>
                      <a:pt x="560073" y="5432089"/>
                      <a:pt x="649856" y="4562553"/>
                      <a:pt x="616726" y="4195909"/>
                    </a:cubicBezTo>
                    <a:cubicBezTo>
                      <a:pt x="686521" y="4014133"/>
                      <a:pt x="825890" y="3860185"/>
                      <a:pt x="410656" y="3056220"/>
                    </a:cubicBezTo>
                    <a:cubicBezTo>
                      <a:pt x="383710" y="2810282"/>
                      <a:pt x="498229" y="2775718"/>
                      <a:pt x="440803" y="2685162"/>
                    </a:cubicBezTo>
                    <a:cubicBezTo>
                      <a:pt x="264108" y="2819893"/>
                      <a:pt x="-43454" y="2565341"/>
                      <a:pt x="5138" y="2474784"/>
                    </a:cubicBezTo>
                    <a:cubicBezTo>
                      <a:pt x="226007" y="2541375"/>
                      <a:pt x="405465" y="2471800"/>
                      <a:pt x="586578" y="2314098"/>
                    </a:cubicBez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3AD6FCC-606E-A250-97C0-5D2321405603}"/>
                  </a:ext>
                </a:extLst>
              </p:cNvPr>
              <p:cNvSpPr/>
              <p:nvPr/>
            </p:nvSpPr>
            <p:spPr>
              <a:xfrm rot="19292538">
                <a:off x="737638" y="-537977"/>
                <a:ext cx="779781" cy="52678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Rectangle: Rounded Corners 9">
                <a:extLst>
                  <a:ext uri="{FF2B5EF4-FFF2-40B4-BE49-F238E27FC236}">
                    <a16:creationId xmlns:a16="http://schemas.microsoft.com/office/drawing/2014/main" id="{037D88F6-F3E4-1BB4-48B7-5E00F59131E9}"/>
                  </a:ext>
                </a:extLst>
              </p:cNvPr>
              <p:cNvSpPr/>
              <p:nvPr/>
            </p:nvSpPr>
            <p:spPr>
              <a:xfrm>
                <a:off x="929552" y="-448541"/>
                <a:ext cx="174271" cy="192408"/>
              </a:xfrm>
              <a:custGeom>
                <a:avLst/>
                <a:gdLst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140478 w 140478"/>
                  <a:gd name="connsiteY4" fmla="*/ 127390 h 150803"/>
                  <a:gd name="connsiteX5" fmla="*/ 117065 w 140478"/>
                  <a:gd name="connsiteY5" fmla="*/ 150803 h 150803"/>
                  <a:gd name="connsiteX6" fmla="*/ 23413 w 140478"/>
                  <a:gd name="connsiteY6" fmla="*/ 150803 h 150803"/>
                  <a:gd name="connsiteX7" fmla="*/ 0 w 140478"/>
                  <a:gd name="connsiteY7" fmla="*/ 127390 h 150803"/>
                  <a:gd name="connsiteX8" fmla="*/ 0 w 140478"/>
                  <a:gd name="connsiteY8" fmla="*/ 23413 h 150803"/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140478 w 140478"/>
                  <a:gd name="connsiteY4" fmla="*/ 1273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7" fmla="*/ 0 w 140478"/>
                  <a:gd name="connsiteY7" fmla="*/ 23413 h 150803"/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96028 w 140478"/>
                  <a:gd name="connsiteY4" fmla="*/ 1019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7" fmla="*/ 0 w 140478"/>
                  <a:gd name="connsiteY7" fmla="*/ 23413 h 150803"/>
                  <a:gd name="connsiteX0" fmla="*/ 0 w 140478"/>
                  <a:gd name="connsiteY0" fmla="*/ 127390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96028 w 140478"/>
                  <a:gd name="connsiteY4" fmla="*/ 1019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0" fmla="*/ 0 w 140478"/>
                  <a:gd name="connsiteY0" fmla="*/ 127390 h 150803"/>
                  <a:gd name="connsiteX1" fmla="*/ 117065 w 140478"/>
                  <a:gd name="connsiteY1" fmla="*/ 0 h 150803"/>
                  <a:gd name="connsiteX2" fmla="*/ 140478 w 140478"/>
                  <a:gd name="connsiteY2" fmla="*/ 23413 h 150803"/>
                  <a:gd name="connsiteX3" fmla="*/ 96028 w 140478"/>
                  <a:gd name="connsiteY3" fmla="*/ 101990 h 150803"/>
                  <a:gd name="connsiteX4" fmla="*/ 23413 w 140478"/>
                  <a:gd name="connsiteY4" fmla="*/ 150803 h 150803"/>
                  <a:gd name="connsiteX5" fmla="*/ 0 w 140478"/>
                  <a:gd name="connsiteY5" fmla="*/ 127390 h 150803"/>
                  <a:gd name="connsiteX0" fmla="*/ 0 w 140478"/>
                  <a:gd name="connsiteY0" fmla="*/ 127390 h 150803"/>
                  <a:gd name="connsiteX1" fmla="*/ 117065 w 140478"/>
                  <a:gd name="connsiteY1" fmla="*/ 0 h 150803"/>
                  <a:gd name="connsiteX2" fmla="*/ 140478 w 140478"/>
                  <a:gd name="connsiteY2" fmla="*/ 23413 h 150803"/>
                  <a:gd name="connsiteX3" fmla="*/ 96028 w 140478"/>
                  <a:gd name="connsiteY3" fmla="*/ 101990 h 150803"/>
                  <a:gd name="connsiteX4" fmla="*/ 23413 w 140478"/>
                  <a:gd name="connsiteY4" fmla="*/ 150803 h 150803"/>
                  <a:gd name="connsiteX5" fmla="*/ 0 w 140478"/>
                  <a:gd name="connsiteY5" fmla="*/ 127390 h 150803"/>
                  <a:gd name="connsiteX0" fmla="*/ 0 w 120001"/>
                  <a:gd name="connsiteY0" fmla="*/ 134650 h 158063"/>
                  <a:gd name="connsiteX1" fmla="*/ 117065 w 120001"/>
                  <a:gd name="connsiteY1" fmla="*/ 7260 h 158063"/>
                  <a:gd name="connsiteX2" fmla="*/ 96028 w 120001"/>
                  <a:gd name="connsiteY2" fmla="*/ 5273 h 158063"/>
                  <a:gd name="connsiteX3" fmla="*/ 96028 w 120001"/>
                  <a:gd name="connsiteY3" fmla="*/ 109250 h 158063"/>
                  <a:gd name="connsiteX4" fmla="*/ 23413 w 120001"/>
                  <a:gd name="connsiteY4" fmla="*/ 158063 h 158063"/>
                  <a:gd name="connsiteX5" fmla="*/ 0 w 120001"/>
                  <a:gd name="connsiteY5" fmla="*/ 134650 h 158063"/>
                  <a:gd name="connsiteX0" fmla="*/ 0 w 122725"/>
                  <a:gd name="connsiteY0" fmla="*/ 127550 h 150963"/>
                  <a:gd name="connsiteX1" fmla="*/ 117065 w 122725"/>
                  <a:gd name="connsiteY1" fmla="*/ 160 h 150963"/>
                  <a:gd name="connsiteX2" fmla="*/ 96028 w 122725"/>
                  <a:gd name="connsiteY2" fmla="*/ 102150 h 150963"/>
                  <a:gd name="connsiteX3" fmla="*/ 23413 w 122725"/>
                  <a:gd name="connsiteY3" fmla="*/ 150963 h 150963"/>
                  <a:gd name="connsiteX4" fmla="*/ 0 w 122725"/>
                  <a:gd name="connsiteY4" fmla="*/ 127550 h 150963"/>
                  <a:gd name="connsiteX0" fmla="*/ 111 w 122836"/>
                  <a:gd name="connsiteY0" fmla="*/ 127550 h 133740"/>
                  <a:gd name="connsiteX1" fmla="*/ 117176 w 122836"/>
                  <a:gd name="connsiteY1" fmla="*/ 160 h 133740"/>
                  <a:gd name="connsiteX2" fmla="*/ 96139 w 122836"/>
                  <a:gd name="connsiteY2" fmla="*/ 102150 h 133740"/>
                  <a:gd name="connsiteX3" fmla="*/ 111 w 122836"/>
                  <a:gd name="connsiteY3" fmla="*/ 127550 h 133740"/>
                  <a:gd name="connsiteX0" fmla="*/ 0 w 117065"/>
                  <a:gd name="connsiteY0" fmla="*/ 127390 h 127390"/>
                  <a:gd name="connsiteX1" fmla="*/ 117065 w 117065"/>
                  <a:gd name="connsiteY1" fmla="*/ 0 h 127390"/>
                  <a:gd name="connsiteX2" fmla="*/ 0 w 117065"/>
                  <a:gd name="connsiteY2" fmla="*/ 127390 h 127390"/>
                  <a:gd name="connsiteX0" fmla="*/ 0 w 125095"/>
                  <a:gd name="connsiteY0" fmla="*/ 127390 h 127390"/>
                  <a:gd name="connsiteX1" fmla="*/ 117065 w 125095"/>
                  <a:gd name="connsiteY1" fmla="*/ 0 h 127390"/>
                  <a:gd name="connsiteX2" fmla="*/ 0 w 125095"/>
                  <a:gd name="connsiteY2" fmla="*/ 127390 h 127390"/>
                  <a:gd name="connsiteX0" fmla="*/ 0 w 117065"/>
                  <a:gd name="connsiteY0" fmla="*/ 129567 h 129567"/>
                  <a:gd name="connsiteX1" fmla="*/ 117065 w 117065"/>
                  <a:gd name="connsiteY1" fmla="*/ 2177 h 129567"/>
                  <a:gd name="connsiteX2" fmla="*/ 0 w 117065"/>
                  <a:gd name="connsiteY2" fmla="*/ 129567 h 129567"/>
                  <a:gd name="connsiteX0" fmla="*/ 0 w 117317"/>
                  <a:gd name="connsiteY0" fmla="*/ 129567 h 129567"/>
                  <a:gd name="connsiteX1" fmla="*/ 117065 w 117317"/>
                  <a:gd name="connsiteY1" fmla="*/ 2177 h 129567"/>
                  <a:gd name="connsiteX2" fmla="*/ 0 w 117317"/>
                  <a:gd name="connsiteY2" fmla="*/ 129567 h 129567"/>
                  <a:gd name="connsiteX0" fmla="*/ 0 w 122490"/>
                  <a:gd name="connsiteY0" fmla="*/ 129567 h 129567"/>
                  <a:gd name="connsiteX1" fmla="*/ 117065 w 122490"/>
                  <a:gd name="connsiteY1" fmla="*/ 2177 h 129567"/>
                  <a:gd name="connsiteX2" fmla="*/ 0 w 122490"/>
                  <a:gd name="connsiteY2" fmla="*/ 129567 h 129567"/>
                  <a:gd name="connsiteX0" fmla="*/ 0 w 128031"/>
                  <a:gd name="connsiteY0" fmla="*/ 129567 h 139446"/>
                  <a:gd name="connsiteX1" fmla="*/ 117065 w 128031"/>
                  <a:gd name="connsiteY1" fmla="*/ 2177 h 139446"/>
                  <a:gd name="connsiteX2" fmla="*/ 0 w 128031"/>
                  <a:gd name="connsiteY2" fmla="*/ 129567 h 139446"/>
                  <a:gd name="connsiteX0" fmla="*/ 0 w 123336"/>
                  <a:gd name="connsiteY0" fmla="*/ 129567 h 139446"/>
                  <a:gd name="connsiteX1" fmla="*/ 117065 w 123336"/>
                  <a:gd name="connsiteY1" fmla="*/ 2177 h 139446"/>
                  <a:gd name="connsiteX2" fmla="*/ 0 w 123336"/>
                  <a:gd name="connsiteY2" fmla="*/ 129567 h 139446"/>
                  <a:gd name="connsiteX0" fmla="*/ 2695 w 126031"/>
                  <a:gd name="connsiteY0" fmla="*/ 129268 h 139147"/>
                  <a:gd name="connsiteX1" fmla="*/ 119760 w 126031"/>
                  <a:gd name="connsiteY1" fmla="*/ 1878 h 139147"/>
                  <a:gd name="connsiteX2" fmla="*/ 2695 w 126031"/>
                  <a:gd name="connsiteY2" fmla="*/ 129268 h 139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6031" h="139147">
                    <a:moveTo>
                      <a:pt x="2695" y="129268"/>
                    </a:moveTo>
                    <a:cubicBezTo>
                      <a:pt x="-15433" y="61405"/>
                      <a:pt x="61688" y="-12809"/>
                      <a:pt x="119760" y="1878"/>
                    </a:cubicBezTo>
                    <a:cubicBezTo>
                      <a:pt x="150588" y="107841"/>
                      <a:pt x="60767" y="163005"/>
                      <a:pt x="2695" y="1292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2CB2F19-1233-6F9F-81CD-8AFED770F234}"/>
                  </a:ext>
                </a:extLst>
              </p:cNvPr>
              <p:cNvSpPr/>
              <p:nvPr/>
            </p:nvSpPr>
            <p:spPr>
              <a:xfrm>
                <a:off x="1127528" y="-516331"/>
                <a:ext cx="63219" cy="6321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1F4383F-06E7-E04B-E0F8-D503E651B17B}"/>
                  </a:ext>
                </a:extLst>
              </p:cNvPr>
              <p:cNvSpPr/>
              <p:nvPr/>
            </p:nvSpPr>
            <p:spPr>
              <a:xfrm>
                <a:off x="1866310" y="360623"/>
                <a:ext cx="1034804" cy="698654"/>
              </a:xfrm>
              <a:custGeom>
                <a:avLst/>
                <a:gdLst>
                  <a:gd name="connsiteX0" fmla="*/ 0 w 752231"/>
                  <a:gd name="connsiteY0" fmla="*/ 134525 h 507662"/>
                  <a:gd name="connsiteX1" fmla="*/ 228600 w 752231"/>
                  <a:gd name="connsiteY1" fmla="*/ 452025 h 507662"/>
                  <a:gd name="connsiteX2" fmla="*/ 698500 w 752231"/>
                  <a:gd name="connsiteY2" fmla="*/ 490125 h 507662"/>
                  <a:gd name="connsiteX3" fmla="*/ 736600 w 752231"/>
                  <a:gd name="connsiteY3" fmla="*/ 261525 h 507662"/>
                  <a:gd name="connsiteX4" fmla="*/ 736600 w 752231"/>
                  <a:gd name="connsiteY4" fmla="*/ 109125 h 507662"/>
                  <a:gd name="connsiteX5" fmla="*/ 546100 w 752231"/>
                  <a:gd name="connsiteY5" fmla="*/ 7525 h 507662"/>
                  <a:gd name="connsiteX6" fmla="*/ 520700 w 752231"/>
                  <a:gd name="connsiteY6" fmla="*/ 7525 h 507662"/>
                  <a:gd name="connsiteX7" fmla="*/ 520700 w 752231"/>
                  <a:gd name="connsiteY7" fmla="*/ 7525 h 507662"/>
                  <a:gd name="connsiteX0" fmla="*/ 0 w 759075"/>
                  <a:gd name="connsiteY0" fmla="*/ 134525 h 518903"/>
                  <a:gd name="connsiteX1" fmla="*/ 228600 w 759075"/>
                  <a:gd name="connsiteY1" fmla="*/ 452025 h 518903"/>
                  <a:gd name="connsiteX2" fmla="*/ 698500 w 759075"/>
                  <a:gd name="connsiteY2" fmla="*/ 490125 h 518903"/>
                  <a:gd name="connsiteX3" fmla="*/ 736600 w 759075"/>
                  <a:gd name="connsiteY3" fmla="*/ 109125 h 518903"/>
                  <a:gd name="connsiteX4" fmla="*/ 546100 w 759075"/>
                  <a:gd name="connsiteY4" fmla="*/ 7525 h 518903"/>
                  <a:gd name="connsiteX5" fmla="*/ 520700 w 759075"/>
                  <a:gd name="connsiteY5" fmla="*/ 7525 h 518903"/>
                  <a:gd name="connsiteX6" fmla="*/ 520700 w 759075"/>
                  <a:gd name="connsiteY6" fmla="*/ 7525 h 518903"/>
                  <a:gd name="connsiteX0" fmla="*/ 0 w 748359"/>
                  <a:gd name="connsiteY0" fmla="*/ 134525 h 505259"/>
                  <a:gd name="connsiteX1" fmla="*/ 228600 w 748359"/>
                  <a:gd name="connsiteY1" fmla="*/ 452025 h 505259"/>
                  <a:gd name="connsiteX2" fmla="*/ 673100 w 748359"/>
                  <a:gd name="connsiteY2" fmla="*/ 471075 h 505259"/>
                  <a:gd name="connsiteX3" fmla="*/ 736600 w 748359"/>
                  <a:gd name="connsiteY3" fmla="*/ 109125 h 505259"/>
                  <a:gd name="connsiteX4" fmla="*/ 546100 w 748359"/>
                  <a:gd name="connsiteY4" fmla="*/ 7525 h 505259"/>
                  <a:gd name="connsiteX5" fmla="*/ 520700 w 748359"/>
                  <a:gd name="connsiteY5" fmla="*/ 7525 h 505259"/>
                  <a:gd name="connsiteX6" fmla="*/ 520700 w 748359"/>
                  <a:gd name="connsiteY6" fmla="*/ 7525 h 505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8359" h="505259">
                    <a:moveTo>
                      <a:pt x="0" y="134525"/>
                    </a:moveTo>
                    <a:cubicBezTo>
                      <a:pt x="56091" y="263641"/>
                      <a:pt x="116417" y="395933"/>
                      <a:pt x="228600" y="452025"/>
                    </a:cubicBezTo>
                    <a:cubicBezTo>
                      <a:pt x="340783" y="508117"/>
                      <a:pt x="588433" y="528225"/>
                      <a:pt x="673100" y="471075"/>
                    </a:cubicBezTo>
                    <a:cubicBezTo>
                      <a:pt x="757767" y="413925"/>
                      <a:pt x="757767" y="186383"/>
                      <a:pt x="736600" y="109125"/>
                    </a:cubicBezTo>
                    <a:cubicBezTo>
                      <a:pt x="715433" y="31867"/>
                      <a:pt x="546100" y="7525"/>
                      <a:pt x="546100" y="7525"/>
                    </a:cubicBezTo>
                    <a:cubicBezTo>
                      <a:pt x="510117" y="-9408"/>
                      <a:pt x="520700" y="7525"/>
                      <a:pt x="520700" y="7525"/>
                    </a:cubicBezTo>
                    <a:lnTo>
                      <a:pt x="520700" y="75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4640576-DED2-CA47-7BDA-6E0EDCAEC492}"/>
                  </a:ext>
                </a:extLst>
              </p:cNvPr>
              <p:cNvSpPr/>
              <p:nvPr/>
            </p:nvSpPr>
            <p:spPr>
              <a:xfrm>
                <a:off x="-3807458" y="5124168"/>
                <a:ext cx="620950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Rectangle: Rounded Corners 15">
                <a:extLst>
                  <a:ext uri="{FF2B5EF4-FFF2-40B4-BE49-F238E27FC236}">
                    <a16:creationId xmlns:a16="http://schemas.microsoft.com/office/drawing/2014/main" id="{FF41B9B5-5557-4B1D-7C93-C858E6EB2626}"/>
                  </a:ext>
                </a:extLst>
              </p:cNvPr>
              <p:cNvSpPr/>
              <p:nvPr/>
            </p:nvSpPr>
            <p:spPr>
              <a:xfrm>
                <a:off x="-2923498" y="4815435"/>
                <a:ext cx="700029" cy="372516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5847 w 412109"/>
                  <a:gd name="connsiteY0" fmla="*/ 66887 h 263494"/>
                  <a:gd name="connsiteX1" fmla="*/ 153277 w 412109"/>
                  <a:gd name="connsiteY1" fmla="*/ 14706 h 263494"/>
                  <a:gd name="connsiteX2" fmla="*/ 326590 w 412109"/>
                  <a:gd name="connsiteY2" fmla="*/ 419 h 263494"/>
                  <a:gd name="connsiteX3" fmla="*/ 407346 w 412109"/>
                  <a:gd name="connsiteY3" fmla="*/ 14500 h 263494"/>
                  <a:gd name="connsiteX4" fmla="*/ 412109 w 412109"/>
                  <a:gd name="connsiteY4" fmla="*/ 166070 h 263494"/>
                  <a:gd name="connsiteX5" fmla="*/ 36385 w 412109"/>
                  <a:gd name="connsiteY5" fmla="*/ 261114 h 263494"/>
                  <a:gd name="connsiteX6" fmla="*/ 5847 w 412109"/>
                  <a:gd name="connsiteY6" fmla="*/ 66887 h 263494"/>
                  <a:gd name="connsiteX0" fmla="*/ 5847 w 412109"/>
                  <a:gd name="connsiteY0" fmla="*/ 66887 h 267544"/>
                  <a:gd name="connsiteX1" fmla="*/ 153277 w 412109"/>
                  <a:gd name="connsiteY1" fmla="*/ 14706 h 267544"/>
                  <a:gd name="connsiteX2" fmla="*/ 326590 w 412109"/>
                  <a:gd name="connsiteY2" fmla="*/ 419 h 267544"/>
                  <a:gd name="connsiteX3" fmla="*/ 407346 w 412109"/>
                  <a:gd name="connsiteY3" fmla="*/ 14500 h 267544"/>
                  <a:gd name="connsiteX4" fmla="*/ 412109 w 412109"/>
                  <a:gd name="connsiteY4" fmla="*/ 166070 h 267544"/>
                  <a:gd name="connsiteX5" fmla="*/ 36385 w 412109"/>
                  <a:gd name="connsiteY5" fmla="*/ 261114 h 267544"/>
                  <a:gd name="connsiteX6" fmla="*/ 5847 w 412109"/>
                  <a:gd name="connsiteY6" fmla="*/ 66887 h 267544"/>
                  <a:gd name="connsiteX0" fmla="*/ 54 w 503727"/>
                  <a:gd name="connsiteY0" fmla="*/ 81174 h 267544"/>
                  <a:gd name="connsiteX1" fmla="*/ 244895 w 503727"/>
                  <a:gd name="connsiteY1" fmla="*/ 14706 h 267544"/>
                  <a:gd name="connsiteX2" fmla="*/ 418208 w 503727"/>
                  <a:gd name="connsiteY2" fmla="*/ 419 h 267544"/>
                  <a:gd name="connsiteX3" fmla="*/ 498964 w 503727"/>
                  <a:gd name="connsiteY3" fmla="*/ 14500 h 267544"/>
                  <a:gd name="connsiteX4" fmla="*/ 503727 w 503727"/>
                  <a:gd name="connsiteY4" fmla="*/ 166070 h 267544"/>
                  <a:gd name="connsiteX5" fmla="*/ 128003 w 503727"/>
                  <a:gd name="connsiteY5" fmla="*/ 261114 h 267544"/>
                  <a:gd name="connsiteX6" fmla="*/ 54 w 503727"/>
                  <a:gd name="connsiteY6" fmla="*/ 81174 h 26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3727" h="267544">
                    <a:moveTo>
                      <a:pt x="54" y="81174"/>
                    </a:moveTo>
                    <a:cubicBezTo>
                      <a:pt x="54" y="62876"/>
                      <a:pt x="226597" y="14706"/>
                      <a:pt x="244895" y="14706"/>
                    </a:cubicBezTo>
                    <a:lnTo>
                      <a:pt x="418208" y="419"/>
                    </a:lnTo>
                    <a:cubicBezTo>
                      <a:pt x="436506" y="419"/>
                      <a:pt x="498964" y="-3798"/>
                      <a:pt x="498964" y="14500"/>
                    </a:cubicBezTo>
                    <a:cubicBezTo>
                      <a:pt x="498964" y="58673"/>
                      <a:pt x="503727" y="121897"/>
                      <a:pt x="503727" y="166070"/>
                    </a:cubicBezTo>
                    <a:cubicBezTo>
                      <a:pt x="462970" y="203997"/>
                      <a:pt x="297995" y="291932"/>
                      <a:pt x="128003" y="261114"/>
                    </a:cubicBezTo>
                    <a:cubicBezTo>
                      <a:pt x="74546" y="239062"/>
                      <a:pt x="-2327" y="121448"/>
                      <a:pt x="54" y="81174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Rectangle: Rounded Corners 15">
                <a:extLst>
                  <a:ext uri="{FF2B5EF4-FFF2-40B4-BE49-F238E27FC236}">
                    <a16:creationId xmlns:a16="http://schemas.microsoft.com/office/drawing/2014/main" id="{6CC302AE-763A-1D74-D4D3-F355DC16D47C}"/>
                  </a:ext>
                </a:extLst>
              </p:cNvPr>
              <p:cNvSpPr/>
              <p:nvPr/>
            </p:nvSpPr>
            <p:spPr>
              <a:xfrm>
                <a:off x="-607367" y="5187951"/>
                <a:ext cx="556521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B8A36F7-62B7-68A3-12A7-8200C1B48210}"/>
                  </a:ext>
                </a:extLst>
              </p:cNvPr>
              <p:cNvSpPr/>
              <p:nvPr/>
            </p:nvSpPr>
            <p:spPr>
              <a:xfrm rot="711288">
                <a:off x="1450294" y="1148300"/>
                <a:ext cx="832032" cy="749858"/>
              </a:xfrm>
              <a:custGeom>
                <a:avLst/>
                <a:gdLst>
                  <a:gd name="connsiteX0" fmla="*/ 168847 w 832032"/>
                  <a:gd name="connsiteY0" fmla="*/ 33410 h 749858"/>
                  <a:gd name="connsiteX1" fmla="*/ 428610 w 832032"/>
                  <a:gd name="connsiteY1" fmla="*/ 0 h 749858"/>
                  <a:gd name="connsiteX2" fmla="*/ 801737 w 832032"/>
                  <a:gd name="connsiteY2" fmla="*/ 72608 h 749858"/>
                  <a:gd name="connsiteX3" fmla="*/ 832032 w 832032"/>
                  <a:gd name="connsiteY3" fmla="*/ 88533 h 749858"/>
                  <a:gd name="connsiteX4" fmla="*/ 746719 w 832032"/>
                  <a:gd name="connsiteY4" fmla="*/ 156301 h 749858"/>
                  <a:gd name="connsiteX5" fmla="*/ 514911 w 832032"/>
                  <a:gd name="connsiteY5" fmla="*/ 345390 h 749858"/>
                  <a:gd name="connsiteX6" fmla="*/ 368179 w 832032"/>
                  <a:gd name="connsiteY6" fmla="*/ 709323 h 749858"/>
                  <a:gd name="connsiteX7" fmla="*/ 5568 w 832032"/>
                  <a:gd name="connsiteY7" fmla="*/ 123305 h 749858"/>
                  <a:gd name="connsiteX8" fmla="*/ 4627 w 832032"/>
                  <a:gd name="connsiteY8" fmla="*/ 123555 h 749858"/>
                  <a:gd name="connsiteX9" fmla="*/ 1235 w 832032"/>
                  <a:gd name="connsiteY9" fmla="*/ 102116 h 749858"/>
                  <a:gd name="connsiteX10" fmla="*/ 0 w 832032"/>
                  <a:gd name="connsiteY10" fmla="*/ 99580 h 749858"/>
                  <a:gd name="connsiteX11" fmla="*/ 4114 w 832032"/>
                  <a:gd name="connsiteY11" fmla="*/ 97082 h 749858"/>
                  <a:gd name="connsiteX12" fmla="*/ 168847 w 832032"/>
                  <a:gd name="connsiteY12" fmla="*/ 33410 h 749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032" h="749858">
                    <a:moveTo>
                      <a:pt x="168847" y="33410"/>
                    </a:moveTo>
                    <a:cubicBezTo>
                      <a:pt x="248689" y="11897"/>
                      <a:pt x="336471" y="0"/>
                      <a:pt x="428610" y="0"/>
                    </a:cubicBezTo>
                    <a:cubicBezTo>
                      <a:pt x="566824" y="0"/>
                      <a:pt x="695226" y="26767"/>
                      <a:pt x="801737" y="72608"/>
                    </a:cubicBezTo>
                    <a:lnTo>
                      <a:pt x="832032" y="88533"/>
                    </a:lnTo>
                    <a:lnTo>
                      <a:pt x="746719" y="156301"/>
                    </a:lnTo>
                    <a:cubicBezTo>
                      <a:pt x="654386" y="225614"/>
                      <a:pt x="566777" y="287693"/>
                      <a:pt x="514911" y="345390"/>
                    </a:cubicBezTo>
                    <a:cubicBezTo>
                      <a:pt x="411189" y="460784"/>
                      <a:pt x="351012" y="581080"/>
                      <a:pt x="368179" y="709323"/>
                    </a:cubicBezTo>
                    <a:cubicBezTo>
                      <a:pt x="166964" y="934509"/>
                      <a:pt x="118599" y="149209"/>
                      <a:pt x="5568" y="123305"/>
                    </a:cubicBezTo>
                    <a:lnTo>
                      <a:pt x="4627" y="123555"/>
                    </a:lnTo>
                    <a:lnTo>
                      <a:pt x="1235" y="102116"/>
                    </a:lnTo>
                    <a:lnTo>
                      <a:pt x="0" y="99580"/>
                    </a:lnTo>
                    <a:lnTo>
                      <a:pt x="4114" y="97082"/>
                    </a:lnTo>
                    <a:cubicBezTo>
                      <a:pt x="53553" y="71089"/>
                      <a:pt x="108967" y="49545"/>
                      <a:pt x="168847" y="33410"/>
                    </a:cubicBezTo>
                    <a:close/>
                  </a:path>
                </a:pathLst>
              </a:custGeom>
              <a:solidFill>
                <a:srgbClr val="552F2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80">
                <a:extLst>
                  <a:ext uri="{FF2B5EF4-FFF2-40B4-BE49-F238E27FC236}">
                    <a16:creationId xmlns:a16="http://schemas.microsoft.com/office/drawing/2014/main" id="{899D1DB9-9562-FF43-0943-263530D82237}"/>
                  </a:ext>
                </a:extLst>
              </p:cNvPr>
              <p:cNvSpPr/>
              <p:nvPr/>
            </p:nvSpPr>
            <p:spPr>
              <a:xfrm rot="20092496">
                <a:off x="2591008" y="235608"/>
                <a:ext cx="508095" cy="295463"/>
              </a:xfrm>
              <a:custGeom>
                <a:avLst/>
                <a:gdLst>
                  <a:gd name="connsiteX0" fmla="*/ 0 w 510617"/>
                  <a:gd name="connsiteY0" fmla="*/ 263393 h 526786"/>
                  <a:gd name="connsiteX1" fmla="*/ 255309 w 510617"/>
                  <a:gd name="connsiteY1" fmla="*/ 0 h 526786"/>
                  <a:gd name="connsiteX2" fmla="*/ 510618 w 510617"/>
                  <a:gd name="connsiteY2" fmla="*/ 263393 h 526786"/>
                  <a:gd name="connsiteX3" fmla="*/ 255309 w 510617"/>
                  <a:gd name="connsiteY3" fmla="*/ 526786 h 526786"/>
                  <a:gd name="connsiteX4" fmla="*/ 0 w 510617"/>
                  <a:gd name="connsiteY4" fmla="*/ 263393 h 526786"/>
                  <a:gd name="connsiteX0" fmla="*/ 0 w 517714"/>
                  <a:gd name="connsiteY0" fmla="*/ 32925 h 296318"/>
                  <a:gd name="connsiteX1" fmla="*/ 510618 w 517714"/>
                  <a:gd name="connsiteY1" fmla="*/ 32925 h 296318"/>
                  <a:gd name="connsiteX2" fmla="*/ 255309 w 517714"/>
                  <a:gd name="connsiteY2" fmla="*/ 296318 h 296318"/>
                  <a:gd name="connsiteX3" fmla="*/ 0 w 517714"/>
                  <a:gd name="connsiteY3" fmla="*/ 32925 h 296318"/>
                  <a:gd name="connsiteX0" fmla="*/ 5031 w 508095"/>
                  <a:gd name="connsiteY0" fmla="*/ 32070 h 295463"/>
                  <a:gd name="connsiteX1" fmla="*/ 502267 w 508095"/>
                  <a:gd name="connsiteY1" fmla="*/ 33605 h 295463"/>
                  <a:gd name="connsiteX2" fmla="*/ 260340 w 508095"/>
                  <a:gd name="connsiteY2" fmla="*/ 295463 h 295463"/>
                  <a:gd name="connsiteX3" fmla="*/ 5031 w 508095"/>
                  <a:gd name="connsiteY3" fmla="*/ 32070 h 295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95" h="295463">
                    <a:moveTo>
                      <a:pt x="5031" y="32070"/>
                    </a:moveTo>
                    <a:cubicBezTo>
                      <a:pt x="45352" y="-11573"/>
                      <a:pt x="459716" y="-10294"/>
                      <a:pt x="502267" y="33605"/>
                    </a:cubicBezTo>
                    <a:cubicBezTo>
                      <a:pt x="544818" y="77504"/>
                      <a:pt x="343213" y="295719"/>
                      <a:pt x="260340" y="295463"/>
                    </a:cubicBezTo>
                    <a:cubicBezTo>
                      <a:pt x="177467" y="295207"/>
                      <a:pt x="-35290" y="75713"/>
                      <a:pt x="5031" y="3207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AF1A1FC-E55B-9D7B-20A9-A76DF7FE0B7A}"/>
                </a:ext>
              </a:extLst>
            </p:cNvPr>
            <p:cNvSpPr/>
            <p:nvPr/>
          </p:nvSpPr>
          <p:spPr>
            <a:xfrm>
              <a:off x="-351747" y="-493660"/>
              <a:ext cx="384175" cy="327025"/>
            </a:xfrm>
            <a:custGeom>
              <a:avLst/>
              <a:gdLst>
                <a:gd name="connsiteX0" fmla="*/ 0 w 317500"/>
                <a:gd name="connsiteY0" fmla="*/ 215900 h 215900"/>
                <a:gd name="connsiteX1" fmla="*/ 317500 w 317500"/>
                <a:gd name="connsiteY1" fmla="*/ 0 h 215900"/>
                <a:gd name="connsiteX2" fmla="*/ 317500 w 317500"/>
                <a:gd name="connsiteY2" fmla="*/ 0 h 215900"/>
                <a:gd name="connsiteX0" fmla="*/ 0 w 317500"/>
                <a:gd name="connsiteY0" fmla="*/ 215900 h 215900"/>
                <a:gd name="connsiteX1" fmla="*/ 317500 w 317500"/>
                <a:gd name="connsiteY1" fmla="*/ 0 h 215900"/>
                <a:gd name="connsiteX2" fmla="*/ 317500 w 317500"/>
                <a:gd name="connsiteY2" fmla="*/ 0 h 215900"/>
                <a:gd name="connsiteX0" fmla="*/ 0 w 384175"/>
                <a:gd name="connsiteY0" fmla="*/ 327025 h 327025"/>
                <a:gd name="connsiteX1" fmla="*/ 317500 w 384175"/>
                <a:gd name="connsiteY1" fmla="*/ 111125 h 327025"/>
                <a:gd name="connsiteX2" fmla="*/ 384175 w 384175"/>
                <a:gd name="connsiteY2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4175" h="327025">
                  <a:moveTo>
                    <a:pt x="0" y="327025"/>
                  </a:moveTo>
                  <a:cubicBezTo>
                    <a:pt x="191558" y="237067"/>
                    <a:pt x="300567" y="118533"/>
                    <a:pt x="384175" y="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2DE0CF-5FD9-9198-6AA6-60C80734DD65}"/>
              </a:ext>
            </a:extLst>
          </p:cNvPr>
          <p:cNvGrpSpPr/>
          <p:nvPr/>
        </p:nvGrpSpPr>
        <p:grpSpPr>
          <a:xfrm>
            <a:off x="2903459" y="744501"/>
            <a:ext cx="4783042" cy="4777743"/>
            <a:chOff x="-4770497" y="-2378650"/>
            <a:chExt cx="7919742" cy="79109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8529955-BB05-FB83-A2B3-166B39E91E66}"/>
                </a:ext>
              </a:extLst>
            </p:cNvPr>
            <p:cNvGrpSpPr/>
            <p:nvPr/>
          </p:nvGrpSpPr>
          <p:grpSpPr>
            <a:xfrm>
              <a:off x="-4770497" y="-2378650"/>
              <a:ext cx="7919742" cy="7910967"/>
              <a:chOff x="-4770497" y="-2378650"/>
              <a:chExt cx="7919742" cy="7910967"/>
            </a:xfrm>
          </p:grpSpPr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8A0411AA-778B-1F2F-DDEE-86685D5152FE}"/>
                  </a:ext>
                </a:extLst>
              </p:cNvPr>
              <p:cNvSpPr/>
              <p:nvPr/>
            </p:nvSpPr>
            <p:spPr>
              <a:xfrm>
                <a:off x="-276147" y="2729627"/>
                <a:ext cx="842932" cy="2633540"/>
              </a:xfrm>
              <a:custGeom>
                <a:avLst/>
                <a:gdLst>
                  <a:gd name="connsiteX0" fmla="*/ 0 w 609599"/>
                  <a:gd name="connsiteY0" fmla="*/ 0 h 808383"/>
                  <a:gd name="connsiteX1" fmla="*/ 609599 w 609599"/>
                  <a:gd name="connsiteY1" fmla="*/ 0 h 808383"/>
                  <a:gd name="connsiteX2" fmla="*/ 609599 w 609599"/>
                  <a:gd name="connsiteY2" fmla="*/ 808383 h 808383"/>
                  <a:gd name="connsiteX3" fmla="*/ 0 w 609599"/>
                  <a:gd name="connsiteY3" fmla="*/ 808383 h 808383"/>
                  <a:gd name="connsiteX4" fmla="*/ 0 w 609599"/>
                  <a:gd name="connsiteY4" fmla="*/ 0 h 808383"/>
                  <a:gd name="connsiteX0" fmla="*/ 0 w 609599"/>
                  <a:gd name="connsiteY0" fmla="*/ 0 h 887896"/>
                  <a:gd name="connsiteX1" fmla="*/ 609599 w 609599"/>
                  <a:gd name="connsiteY1" fmla="*/ 0 h 887896"/>
                  <a:gd name="connsiteX2" fmla="*/ 450573 w 609599"/>
                  <a:gd name="connsiteY2" fmla="*/ 887896 h 887896"/>
                  <a:gd name="connsiteX3" fmla="*/ 0 w 609599"/>
                  <a:gd name="connsiteY3" fmla="*/ 808383 h 887896"/>
                  <a:gd name="connsiteX4" fmla="*/ 0 w 609599"/>
                  <a:gd name="connsiteY4" fmla="*/ 0 h 887896"/>
                  <a:gd name="connsiteX0" fmla="*/ 0 w 609599"/>
                  <a:gd name="connsiteY0" fmla="*/ 0 h 1327187"/>
                  <a:gd name="connsiteX1" fmla="*/ 609599 w 609599"/>
                  <a:gd name="connsiteY1" fmla="*/ 0 h 1327187"/>
                  <a:gd name="connsiteX2" fmla="*/ 450573 w 609599"/>
                  <a:gd name="connsiteY2" fmla="*/ 887896 h 1327187"/>
                  <a:gd name="connsiteX3" fmla="*/ 0 w 609599"/>
                  <a:gd name="connsiteY3" fmla="*/ 808383 h 1327187"/>
                  <a:gd name="connsiteX4" fmla="*/ 0 w 609599"/>
                  <a:gd name="connsiteY4" fmla="*/ 0 h 1327187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10816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297"/>
                  <a:gd name="connsiteX1" fmla="*/ 609599 w 609599"/>
                  <a:gd name="connsiteY1" fmla="*/ 0 h 1944297"/>
                  <a:gd name="connsiteX2" fmla="*/ 410816 w 609599"/>
                  <a:gd name="connsiteY2" fmla="*/ 887896 h 1944297"/>
                  <a:gd name="connsiteX3" fmla="*/ 304801 w 609599"/>
                  <a:gd name="connsiteY3" fmla="*/ 1944158 h 1944297"/>
                  <a:gd name="connsiteX4" fmla="*/ 0 w 609599"/>
                  <a:gd name="connsiteY4" fmla="*/ 808383 h 1944297"/>
                  <a:gd name="connsiteX5" fmla="*/ 0 w 609599"/>
                  <a:gd name="connsiteY5" fmla="*/ 0 h 194429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949"/>
                  <a:gd name="connsiteX1" fmla="*/ 609599 w 609599"/>
                  <a:gd name="connsiteY1" fmla="*/ 0 h 1904949"/>
                  <a:gd name="connsiteX2" fmla="*/ 410816 w 609599"/>
                  <a:gd name="connsiteY2" fmla="*/ 887896 h 1904949"/>
                  <a:gd name="connsiteX3" fmla="*/ 304801 w 609599"/>
                  <a:gd name="connsiteY3" fmla="*/ 1904402 h 1904949"/>
                  <a:gd name="connsiteX4" fmla="*/ 0 w 609599"/>
                  <a:gd name="connsiteY4" fmla="*/ 808383 h 1904949"/>
                  <a:gd name="connsiteX5" fmla="*/ 0 w 609599"/>
                  <a:gd name="connsiteY5" fmla="*/ 0 h 1904949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599" h="1904547">
                    <a:moveTo>
                      <a:pt x="0" y="0"/>
                    </a:moveTo>
                    <a:lnTo>
                      <a:pt x="609599" y="0"/>
                    </a:lnTo>
                    <a:lnTo>
                      <a:pt x="410816" y="887896"/>
                    </a:lnTo>
                    <a:cubicBezTo>
                      <a:pt x="360016" y="1101487"/>
                      <a:pt x="411371" y="1903850"/>
                      <a:pt x="304801" y="1904402"/>
                    </a:cubicBezTo>
                    <a:cubicBezTo>
                      <a:pt x="113197" y="1917654"/>
                      <a:pt x="50800" y="1021974"/>
                      <a:pt x="0" y="80838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Rectangle: Rounded Corners 15">
                <a:extLst>
                  <a:ext uri="{FF2B5EF4-FFF2-40B4-BE49-F238E27FC236}">
                    <a16:creationId xmlns:a16="http://schemas.microsoft.com/office/drawing/2014/main" id="{6A041F2D-08BB-DE9B-27CE-6C96681428E1}"/>
                  </a:ext>
                </a:extLst>
              </p:cNvPr>
              <p:cNvSpPr/>
              <p:nvPr/>
            </p:nvSpPr>
            <p:spPr>
              <a:xfrm>
                <a:off x="-329296" y="5098715"/>
                <a:ext cx="556521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Rectangle 8">
                <a:extLst>
                  <a:ext uri="{FF2B5EF4-FFF2-40B4-BE49-F238E27FC236}">
                    <a16:creationId xmlns:a16="http://schemas.microsoft.com/office/drawing/2014/main" id="{D27E191B-0C1D-2DE9-B374-5F87E8B4D716}"/>
                  </a:ext>
                </a:extLst>
              </p:cNvPr>
              <p:cNvSpPr/>
              <p:nvPr/>
            </p:nvSpPr>
            <p:spPr>
              <a:xfrm>
                <a:off x="2289304" y="-993096"/>
                <a:ext cx="621720" cy="379526"/>
              </a:xfrm>
              <a:custGeom>
                <a:avLst/>
                <a:gdLst>
                  <a:gd name="connsiteX0" fmla="*/ 0 w 502630"/>
                  <a:gd name="connsiteY0" fmla="*/ 0 h 274469"/>
                  <a:gd name="connsiteX1" fmla="*/ 502630 w 502630"/>
                  <a:gd name="connsiteY1" fmla="*/ 0 h 274469"/>
                  <a:gd name="connsiteX2" fmla="*/ 502630 w 502630"/>
                  <a:gd name="connsiteY2" fmla="*/ 274469 h 274469"/>
                  <a:gd name="connsiteX3" fmla="*/ 0 w 502630"/>
                  <a:gd name="connsiteY3" fmla="*/ 274469 h 274469"/>
                  <a:gd name="connsiteX4" fmla="*/ 0 w 502630"/>
                  <a:gd name="connsiteY4" fmla="*/ 0 h 274469"/>
                  <a:gd name="connsiteX0" fmla="*/ 0 w 502630"/>
                  <a:gd name="connsiteY0" fmla="*/ 0 h 274469"/>
                  <a:gd name="connsiteX1" fmla="*/ 449621 w 502630"/>
                  <a:gd name="connsiteY1" fmla="*/ 106017 h 274469"/>
                  <a:gd name="connsiteX2" fmla="*/ 502630 w 502630"/>
                  <a:gd name="connsiteY2" fmla="*/ 274469 h 274469"/>
                  <a:gd name="connsiteX3" fmla="*/ 0 w 502630"/>
                  <a:gd name="connsiteY3" fmla="*/ 274469 h 274469"/>
                  <a:gd name="connsiteX4" fmla="*/ 0 w 502630"/>
                  <a:gd name="connsiteY4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621" h="274469">
                    <a:moveTo>
                      <a:pt x="0" y="0"/>
                    </a:moveTo>
                    <a:lnTo>
                      <a:pt x="449621" y="106017"/>
                    </a:lnTo>
                    <a:cubicBezTo>
                      <a:pt x="352755" y="307942"/>
                      <a:pt x="149874" y="218318"/>
                      <a:pt x="0" y="27446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686ECF34-8839-7B8F-7EE1-9B5BCB2B2789}"/>
                  </a:ext>
                </a:extLst>
              </p:cNvPr>
              <p:cNvSpPr/>
              <p:nvPr/>
            </p:nvSpPr>
            <p:spPr>
              <a:xfrm>
                <a:off x="-3006517" y="3438880"/>
                <a:ext cx="842932" cy="1754471"/>
              </a:xfrm>
              <a:custGeom>
                <a:avLst/>
                <a:gdLst>
                  <a:gd name="connsiteX0" fmla="*/ 0 w 543339"/>
                  <a:gd name="connsiteY0" fmla="*/ 0 h 371061"/>
                  <a:gd name="connsiteX1" fmla="*/ 543339 w 543339"/>
                  <a:gd name="connsiteY1" fmla="*/ 0 h 371061"/>
                  <a:gd name="connsiteX2" fmla="*/ 543339 w 543339"/>
                  <a:gd name="connsiteY2" fmla="*/ 371061 h 371061"/>
                  <a:gd name="connsiteX3" fmla="*/ 0 w 543339"/>
                  <a:gd name="connsiteY3" fmla="*/ 371061 h 371061"/>
                  <a:gd name="connsiteX4" fmla="*/ 0 w 543339"/>
                  <a:gd name="connsiteY4" fmla="*/ 0 h 371061"/>
                  <a:gd name="connsiteX0" fmla="*/ 0 w 543339"/>
                  <a:gd name="connsiteY0" fmla="*/ 0 h 1166192"/>
                  <a:gd name="connsiteX1" fmla="*/ 543339 w 543339"/>
                  <a:gd name="connsiteY1" fmla="*/ 0 h 1166192"/>
                  <a:gd name="connsiteX2" fmla="*/ 530087 w 543339"/>
                  <a:gd name="connsiteY2" fmla="*/ 1166192 h 1166192"/>
                  <a:gd name="connsiteX3" fmla="*/ 0 w 543339"/>
                  <a:gd name="connsiteY3" fmla="*/ 371061 h 1166192"/>
                  <a:gd name="connsiteX4" fmla="*/ 0 w 543339"/>
                  <a:gd name="connsiteY4" fmla="*/ 0 h 1166192"/>
                  <a:gd name="connsiteX0" fmla="*/ 0 w 543339"/>
                  <a:gd name="connsiteY0" fmla="*/ 0 h 1268548"/>
                  <a:gd name="connsiteX1" fmla="*/ 543339 w 543339"/>
                  <a:gd name="connsiteY1" fmla="*/ 0 h 1268548"/>
                  <a:gd name="connsiteX2" fmla="*/ 530087 w 543339"/>
                  <a:gd name="connsiteY2" fmla="*/ 1166192 h 1268548"/>
                  <a:gd name="connsiteX3" fmla="*/ 0 w 543339"/>
                  <a:gd name="connsiteY3" fmla="*/ 371061 h 1268548"/>
                  <a:gd name="connsiteX4" fmla="*/ 0 w 543339"/>
                  <a:gd name="connsiteY4" fmla="*/ 0 h 1268548"/>
                  <a:gd name="connsiteX0" fmla="*/ 0 w 543339"/>
                  <a:gd name="connsiteY0" fmla="*/ 0 h 1276027"/>
                  <a:gd name="connsiteX1" fmla="*/ 543339 w 543339"/>
                  <a:gd name="connsiteY1" fmla="*/ 0 h 1276027"/>
                  <a:gd name="connsiteX2" fmla="*/ 530087 w 543339"/>
                  <a:gd name="connsiteY2" fmla="*/ 1166192 h 1276027"/>
                  <a:gd name="connsiteX3" fmla="*/ 0 w 543339"/>
                  <a:gd name="connsiteY3" fmla="*/ 371061 h 1276027"/>
                  <a:gd name="connsiteX4" fmla="*/ 0 w 543339"/>
                  <a:gd name="connsiteY4" fmla="*/ 0 h 1276027"/>
                  <a:gd name="connsiteX0" fmla="*/ 0 w 556591"/>
                  <a:gd name="connsiteY0" fmla="*/ 0 h 1288067"/>
                  <a:gd name="connsiteX1" fmla="*/ 543339 w 556591"/>
                  <a:gd name="connsiteY1" fmla="*/ 0 h 1288067"/>
                  <a:gd name="connsiteX2" fmla="*/ 556591 w 556591"/>
                  <a:gd name="connsiteY2" fmla="*/ 1179444 h 1288067"/>
                  <a:gd name="connsiteX3" fmla="*/ 0 w 556591"/>
                  <a:gd name="connsiteY3" fmla="*/ 371061 h 1288067"/>
                  <a:gd name="connsiteX4" fmla="*/ 0 w 556591"/>
                  <a:gd name="connsiteY4" fmla="*/ 0 h 1288067"/>
                  <a:gd name="connsiteX0" fmla="*/ 0 w 556591"/>
                  <a:gd name="connsiteY0" fmla="*/ 0 h 1288067"/>
                  <a:gd name="connsiteX1" fmla="*/ 543339 w 556591"/>
                  <a:gd name="connsiteY1" fmla="*/ 0 h 1288067"/>
                  <a:gd name="connsiteX2" fmla="*/ 556591 w 556591"/>
                  <a:gd name="connsiteY2" fmla="*/ 1179444 h 1288067"/>
                  <a:gd name="connsiteX3" fmla="*/ 0 w 556591"/>
                  <a:gd name="connsiteY3" fmla="*/ 371061 h 1288067"/>
                  <a:gd name="connsiteX4" fmla="*/ 0 w 556591"/>
                  <a:gd name="connsiteY4" fmla="*/ 0 h 1288067"/>
                  <a:gd name="connsiteX0" fmla="*/ 0 w 609599"/>
                  <a:gd name="connsiteY0" fmla="*/ 0 h 1288067"/>
                  <a:gd name="connsiteX1" fmla="*/ 609599 w 609599"/>
                  <a:gd name="connsiteY1" fmla="*/ 0 h 1288067"/>
                  <a:gd name="connsiteX2" fmla="*/ 556591 w 609599"/>
                  <a:gd name="connsiteY2" fmla="*/ 1179444 h 1288067"/>
                  <a:gd name="connsiteX3" fmla="*/ 0 w 609599"/>
                  <a:gd name="connsiteY3" fmla="*/ 371061 h 1288067"/>
                  <a:gd name="connsiteX4" fmla="*/ 0 w 609599"/>
                  <a:gd name="connsiteY4" fmla="*/ 0 h 1288067"/>
                  <a:gd name="connsiteX0" fmla="*/ 0 w 609599"/>
                  <a:gd name="connsiteY0" fmla="*/ 0 h 1288067"/>
                  <a:gd name="connsiteX1" fmla="*/ 609599 w 609599"/>
                  <a:gd name="connsiteY1" fmla="*/ 0 h 1288067"/>
                  <a:gd name="connsiteX2" fmla="*/ 556591 w 609599"/>
                  <a:gd name="connsiteY2" fmla="*/ 1179444 h 1288067"/>
                  <a:gd name="connsiteX3" fmla="*/ 0 w 609599"/>
                  <a:gd name="connsiteY3" fmla="*/ 371061 h 1288067"/>
                  <a:gd name="connsiteX4" fmla="*/ 0 w 609599"/>
                  <a:gd name="connsiteY4" fmla="*/ 0 h 1288067"/>
                  <a:gd name="connsiteX0" fmla="*/ 0 w 609599"/>
                  <a:gd name="connsiteY0" fmla="*/ 0 h 1268814"/>
                  <a:gd name="connsiteX1" fmla="*/ 609599 w 609599"/>
                  <a:gd name="connsiteY1" fmla="*/ 0 h 1268814"/>
                  <a:gd name="connsiteX2" fmla="*/ 556591 w 609599"/>
                  <a:gd name="connsiteY2" fmla="*/ 1179444 h 1268814"/>
                  <a:gd name="connsiteX3" fmla="*/ 0 w 609599"/>
                  <a:gd name="connsiteY3" fmla="*/ 371061 h 1268814"/>
                  <a:gd name="connsiteX4" fmla="*/ 0 w 609599"/>
                  <a:gd name="connsiteY4" fmla="*/ 0 h 1268814"/>
                  <a:gd name="connsiteX0" fmla="*/ 0 w 609599"/>
                  <a:gd name="connsiteY0" fmla="*/ 0 h 1268814"/>
                  <a:gd name="connsiteX1" fmla="*/ 609599 w 609599"/>
                  <a:gd name="connsiteY1" fmla="*/ 0 h 1268814"/>
                  <a:gd name="connsiteX2" fmla="*/ 556591 w 609599"/>
                  <a:gd name="connsiteY2" fmla="*/ 1179444 h 1268814"/>
                  <a:gd name="connsiteX3" fmla="*/ 0 w 609599"/>
                  <a:gd name="connsiteY3" fmla="*/ 371061 h 1268814"/>
                  <a:gd name="connsiteX4" fmla="*/ 0 w 609599"/>
                  <a:gd name="connsiteY4" fmla="*/ 0 h 1268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599" h="1268814">
                    <a:moveTo>
                      <a:pt x="0" y="0"/>
                    </a:moveTo>
                    <a:lnTo>
                      <a:pt x="609599" y="0"/>
                    </a:lnTo>
                    <a:cubicBezTo>
                      <a:pt x="441738" y="605182"/>
                      <a:pt x="552174" y="786296"/>
                      <a:pt x="556591" y="1179444"/>
                    </a:cubicBezTo>
                    <a:cubicBezTo>
                      <a:pt x="-123687" y="1537252"/>
                      <a:pt x="57427" y="728870"/>
                      <a:pt x="0" y="3710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Rectangle 5">
                <a:extLst>
                  <a:ext uri="{FF2B5EF4-FFF2-40B4-BE49-F238E27FC236}">
                    <a16:creationId xmlns:a16="http://schemas.microsoft.com/office/drawing/2014/main" id="{D3754A87-A9A0-75F7-EB30-894B3F50B2E4}"/>
                  </a:ext>
                </a:extLst>
              </p:cNvPr>
              <p:cNvSpPr/>
              <p:nvPr/>
            </p:nvSpPr>
            <p:spPr>
              <a:xfrm>
                <a:off x="-2401802" y="-2170973"/>
                <a:ext cx="3701573" cy="1120315"/>
              </a:xfrm>
              <a:custGeom>
                <a:avLst/>
                <a:gdLst>
                  <a:gd name="connsiteX0" fmla="*/ 0 w 1577007"/>
                  <a:gd name="connsiteY0" fmla="*/ 0 h 265043"/>
                  <a:gd name="connsiteX1" fmla="*/ 1577007 w 1577007"/>
                  <a:gd name="connsiteY1" fmla="*/ 0 h 265043"/>
                  <a:gd name="connsiteX2" fmla="*/ 1577007 w 1577007"/>
                  <a:gd name="connsiteY2" fmla="*/ 265043 h 265043"/>
                  <a:gd name="connsiteX3" fmla="*/ 0 w 1577007"/>
                  <a:gd name="connsiteY3" fmla="*/ 265043 h 265043"/>
                  <a:gd name="connsiteX4" fmla="*/ 0 w 1577007"/>
                  <a:gd name="connsiteY4" fmla="*/ 0 h 265043"/>
                  <a:gd name="connsiteX0" fmla="*/ 0 w 1974572"/>
                  <a:gd name="connsiteY0" fmla="*/ 0 h 265043"/>
                  <a:gd name="connsiteX1" fmla="*/ 1974572 w 1974572"/>
                  <a:gd name="connsiteY1" fmla="*/ 92766 h 265043"/>
                  <a:gd name="connsiteX2" fmla="*/ 1577007 w 1974572"/>
                  <a:gd name="connsiteY2" fmla="*/ 265043 h 265043"/>
                  <a:gd name="connsiteX3" fmla="*/ 0 w 1974572"/>
                  <a:gd name="connsiteY3" fmla="*/ 265043 h 265043"/>
                  <a:gd name="connsiteX4" fmla="*/ 0 w 1974572"/>
                  <a:gd name="connsiteY4" fmla="*/ 0 h 265043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649357 w 2623929"/>
                  <a:gd name="connsiteY4" fmla="*/ 490403 h 782023"/>
                  <a:gd name="connsiteX5" fmla="*/ 0 w 2623929"/>
                  <a:gd name="connsiteY5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649357 w 2623929"/>
                  <a:gd name="connsiteY4" fmla="*/ 490403 h 782023"/>
                  <a:gd name="connsiteX5" fmla="*/ 0 w 2623929"/>
                  <a:gd name="connsiteY5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0 w 2623929"/>
                  <a:gd name="connsiteY4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0 w 2623929"/>
                  <a:gd name="connsiteY4" fmla="*/ 781951 h 782023"/>
                  <a:gd name="connsiteX0" fmla="*/ 0 w 2623929"/>
                  <a:gd name="connsiteY0" fmla="*/ 782399 h 782399"/>
                  <a:gd name="connsiteX1" fmla="*/ 1749287 w 2623929"/>
                  <a:gd name="connsiteY1" fmla="*/ 521 h 782399"/>
                  <a:gd name="connsiteX2" fmla="*/ 2623929 w 2623929"/>
                  <a:gd name="connsiteY2" fmla="*/ 318574 h 782399"/>
                  <a:gd name="connsiteX3" fmla="*/ 2226364 w 2623929"/>
                  <a:gd name="connsiteY3" fmla="*/ 490851 h 782399"/>
                  <a:gd name="connsiteX4" fmla="*/ 0 w 2623929"/>
                  <a:gd name="connsiteY4" fmla="*/ 782399 h 782399"/>
                  <a:gd name="connsiteX0" fmla="*/ 0 w 2544415"/>
                  <a:gd name="connsiteY0" fmla="*/ 808809 h 808809"/>
                  <a:gd name="connsiteX1" fmla="*/ 1669773 w 2544415"/>
                  <a:gd name="connsiteY1" fmla="*/ 427 h 808809"/>
                  <a:gd name="connsiteX2" fmla="*/ 2544415 w 2544415"/>
                  <a:gd name="connsiteY2" fmla="*/ 318480 h 808809"/>
                  <a:gd name="connsiteX3" fmla="*/ 2146850 w 2544415"/>
                  <a:gd name="connsiteY3" fmla="*/ 490757 h 808809"/>
                  <a:gd name="connsiteX4" fmla="*/ 0 w 2544415"/>
                  <a:gd name="connsiteY4" fmla="*/ 808809 h 808809"/>
                  <a:gd name="connsiteX0" fmla="*/ 0 w 2544415"/>
                  <a:gd name="connsiteY0" fmla="*/ 809407 h 809407"/>
                  <a:gd name="connsiteX1" fmla="*/ 1669773 w 2544415"/>
                  <a:gd name="connsiteY1" fmla="*/ 1025 h 809407"/>
                  <a:gd name="connsiteX2" fmla="*/ 2544415 w 2544415"/>
                  <a:gd name="connsiteY2" fmla="*/ 319078 h 809407"/>
                  <a:gd name="connsiteX3" fmla="*/ 2146850 w 2544415"/>
                  <a:gd name="connsiteY3" fmla="*/ 491355 h 809407"/>
                  <a:gd name="connsiteX4" fmla="*/ 0 w 2544415"/>
                  <a:gd name="connsiteY4" fmla="*/ 809407 h 809407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2146850 w 2544415"/>
                  <a:gd name="connsiteY3" fmla="*/ 492147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2146850 w 2544415"/>
                  <a:gd name="connsiteY3" fmla="*/ 492147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49285 w 2676936"/>
                  <a:gd name="connsiteY3" fmla="*/ 664426 h 810199"/>
                  <a:gd name="connsiteX4" fmla="*/ 0 w 2676936"/>
                  <a:gd name="connsiteY4" fmla="*/ 810199 h 81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6936" h="810199">
                    <a:moveTo>
                      <a:pt x="0" y="810199"/>
                    </a:moveTo>
                    <a:cubicBezTo>
                      <a:pt x="384312" y="-15854"/>
                      <a:pt x="1338469" y="-7018"/>
                      <a:pt x="1669773" y="1817"/>
                    </a:cubicBezTo>
                    <a:cubicBezTo>
                      <a:pt x="1961320" y="107835"/>
                      <a:pt x="2451651" y="107834"/>
                      <a:pt x="2676936" y="492148"/>
                    </a:cubicBezTo>
                    <a:lnTo>
                      <a:pt x="1749285" y="664426"/>
                    </a:lnTo>
                    <a:cubicBezTo>
                      <a:pt x="1298711" y="443556"/>
                      <a:pt x="768626" y="461225"/>
                      <a:pt x="0" y="810199"/>
                    </a:cubicBezTo>
                    <a:close/>
                  </a:path>
                </a:pathLst>
              </a:custGeom>
              <a:solidFill>
                <a:srgbClr val="F1CB5C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Rectangle 6">
                <a:extLst>
                  <a:ext uri="{FF2B5EF4-FFF2-40B4-BE49-F238E27FC236}">
                    <a16:creationId xmlns:a16="http://schemas.microsoft.com/office/drawing/2014/main" id="{21938A5C-EC8C-03D1-70EC-15465924A449}"/>
                  </a:ext>
                </a:extLst>
              </p:cNvPr>
              <p:cNvSpPr/>
              <p:nvPr/>
            </p:nvSpPr>
            <p:spPr>
              <a:xfrm>
                <a:off x="108671" y="-2378650"/>
                <a:ext cx="1887438" cy="1231953"/>
              </a:xfrm>
              <a:custGeom>
                <a:avLst/>
                <a:gdLst>
                  <a:gd name="connsiteX0" fmla="*/ 0 w 768626"/>
                  <a:gd name="connsiteY0" fmla="*/ 0 h 396114"/>
                  <a:gd name="connsiteX1" fmla="*/ 768626 w 768626"/>
                  <a:gd name="connsiteY1" fmla="*/ 0 h 396114"/>
                  <a:gd name="connsiteX2" fmla="*/ 768626 w 768626"/>
                  <a:gd name="connsiteY2" fmla="*/ 396114 h 396114"/>
                  <a:gd name="connsiteX3" fmla="*/ 0 w 768626"/>
                  <a:gd name="connsiteY3" fmla="*/ 396114 h 396114"/>
                  <a:gd name="connsiteX4" fmla="*/ 0 w 768626"/>
                  <a:gd name="connsiteY4" fmla="*/ 0 h 396114"/>
                  <a:gd name="connsiteX0" fmla="*/ 0 w 1126435"/>
                  <a:gd name="connsiteY0" fmla="*/ 0 h 503582"/>
                  <a:gd name="connsiteX1" fmla="*/ 1126435 w 1126435"/>
                  <a:gd name="connsiteY1" fmla="*/ 503582 h 503582"/>
                  <a:gd name="connsiteX2" fmla="*/ 768626 w 1126435"/>
                  <a:gd name="connsiteY2" fmla="*/ 396114 h 503582"/>
                  <a:gd name="connsiteX3" fmla="*/ 0 w 1126435"/>
                  <a:gd name="connsiteY3" fmla="*/ 396114 h 503582"/>
                  <a:gd name="connsiteX4" fmla="*/ 0 w 1126435"/>
                  <a:gd name="connsiteY4" fmla="*/ 0 h 503582"/>
                  <a:gd name="connsiteX0" fmla="*/ 0 w 1126435"/>
                  <a:gd name="connsiteY0" fmla="*/ 27108 h 530690"/>
                  <a:gd name="connsiteX1" fmla="*/ 1126435 w 1126435"/>
                  <a:gd name="connsiteY1" fmla="*/ 530690 h 530690"/>
                  <a:gd name="connsiteX2" fmla="*/ 768626 w 1126435"/>
                  <a:gd name="connsiteY2" fmla="*/ 423222 h 530690"/>
                  <a:gd name="connsiteX3" fmla="*/ 0 w 1126435"/>
                  <a:gd name="connsiteY3" fmla="*/ 423222 h 530690"/>
                  <a:gd name="connsiteX4" fmla="*/ 0 w 1126435"/>
                  <a:gd name="connsiteY4" fmla="*/ 27108 h 530690"/>
                  <a:gd name="connsiteX0" fmla="*/ 0 w 1219200"/>
                  <a:gd name="connsiteY0" fmla="*/ 64270 h 501591"/>
                  <a:gd name="connsiteX1" fmla="*/ 1219200 w 1219200"/>
                  <a:gd name="connsiteY1" fmla="*/ 501591 h 501591"/>
                  <a:gd name="connsiteX2" fmla="*/ 861391 w 1219200"/>
                  <a:gd name="connsiteY2" fmla="*/ 394123 h 501591"/>
                  <a:gd name="connsiteX3" fmla="*/ 92765 w 1219200"/>
                  <a:gd name="connsiteY3" fmla="*/ 394123 h 501591"/>
                  <a:gd name="connsiteX4" fmla="*/ 0 w 1219200"/>
                  <a:gd name="connsiteY4" fmla="*/ 64270 h 501591"/>
                  <a:gd name="connsiteX0" fmla="*/ 0 w 1219200"/>
                  <a:gd name="connsiteY0" fmla="*/ 139156 h 576477"/>
                  <a:gd name="connsiteX1" fmla="*/ 1219200 w 1219200"/>
                  <a:gd name="connsiteY1" fmla="*/ 576477 h 576477"/>
                  <a:gd name="connsiteX2" fmla="*/ 861391 w 1219200"/>
                  <a:gd name="connsiteY2" fmla="*/ 469009 h 576477"/>
                  <a:gd name="connsiteX3" fmla="*/ 92765 w 1219200"/>
                  <a:gd name="connsiteY3" fmla="*/ 469009 h 576477"/>
                  <a:gd name="connsiteX4" fmla="*/ 0 w 1219200"/>
                  <a:gd name="connsiteY4" fmla="*/ 139156 h 576477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92765 w 1219200"/>
                  <a:gd name="connsiteY3" fmla="*/ 469009 h 681044"/>
                  <a:gd name="connsiteX4" fmla="*/ 0 w 1219200"/>
                  <a:gd name="connsiteY4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72209"/>
                  <a:gd name="connsiteY0" fmla="*/ 139156 h 681044"/>
                  <a:gd name="connsiteX1" fmla="*/ 1272209 w 1272209"/>
                  <a:gd name="connsiteY1" fmla="*/ 576477 h 681044"/>
                  <a:gd name="connsiteX2" fmla="*/ 874643 w 1272209"/>
                  <a:gd name="connsiteY2" fmla="*/ 681044 h 681044"/>
                  <a:gd name="connsiteX3" fmla="*/ 0 w 1272209"/>
                  <a:gd name="connsiteY3" fmla="*/ 139156 h 681044"/>
                  <a:gd name="connsiteX0" fmla="*/ 0 w 1364974"/>
                  <a:gd name="connsiteY0" fmla="*/ 75989 h 659084"/>
                  <a:gd name="connsiteX1" fmla="*/ 1364974 w 1364974"/>
                  <a:gd name="connsiteY1" fmla="*/ 659084 h 659084"/>
                  <a:gd name="connsiteX2" fmla="*/ 874643 w 1364974"/>
                  <a:gd name="connsiteY2" fmla="*/ 617877 h 659084"/>
                  <a:gd name="connsiteX3" fmla="*/ 0 w 1364974"/>
                  <a:gd name="connsiteY3" fmla="*/ 75989 h 659084"/>
                  <a:gd name="connsiteX0" fmla="*/ 0 w 1364974"/>
                  <a:gd name="connsiteY0" fmla="*/ 127645 h 710740"/>
                  <a:gd name="connsiteX1" fmla="*/ 1364974 w 1364974"/>
                  <a:gd name="connsiteY1" fmla="*/ 710740 h 710740"/>
                  <a:gd name="connsiteX2" fmla="*/ 874643 w 1364974"/>
                  <a:gd name="connsiteY2" fmla="*/ 669533 h 710740"/>
                  <a:gd name="connsiteX3" fmla="*/ 0 w 1364974"/>
                  <a:gd name="connsiteY3" fmla="*/ 127645 h 710740"/>
                  <a:gd name="connsiteX0" fmla="*/ 0 w 1364974"/>
                  <a:gd name="connsiteY0" fmla="*/ 54670 h 836547"/>
                  <a:gd name="connsiteX1" fmla="*/ 1364974 w 1364974"/>
                  <a:gd name="connsiteY1" fmla="*/ 836547 h 836547"/>
                  <a:gd name="connsiteX2" fmla="*/ 874643 w 1364974"/>
                  <a:gd name="connsiteY2" fmla="*/ 596558 h 836547"/>
                  <a:gd name="connsiteX3" fmla="*/ 0 w 1364974"/>
                  <a:gd name="connsiteY3" fmla="*/ 54670 h 836547"/>
                  <a:gd name="connsiteX0" fmla="*/ 0 w 1364974"/>
                  <a:gd name="connsiteY0" fmla="*/ 86086 h 867963"/>
                  <a:gd name="connsiteX1" fmla="*/ 1364974 w 1364974"/>
                  <a:gd name="connsiteY1" fmla="*/ 867963 h 867963"/>
                  <a:gd name="connsiteX2" fmla="*/ 874643 w 1364974"/>
                  <a:gd name="connsiteY2" fmla="*/ 627974 h 867963"/>
                  <a:gd name="connsiteX3" fmla="*/ 0 w 1364974"/>
                  <a:gd name="connsiteY3" fmla="*/ 86086 h 867963"/>
                  <a:gd name="connsiteX0" fmla="*/ 0 w 1364974"/>
                  <a:gd name="connsiteY0" fmla="*/ 109058 h 890935"/>
                  <a:gd name="connsiteX1" fmla="*/ 1364974 w 1364974"/>
                  <a:gd name="connsiteY1" fmla="*/ 890935 h 890935"/>
                  <a:gd name="connsiteX2" fmla="*/ 874643 w 1364974"/>
                  <a:gd name="connsiteY2" fmla="*/ 650946 h 890935"/>
                  <a:gd name="connsiteX3" fmla="*/ 0 w 1364974"/>
                  <a:gd name="connsiteY3" fmla="*/ 109058 h 89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4974" h="890935">
                    <a:moveTo>
                      <a:pt x="0" y="109058"/>
                    </a:moveTo>
                    <a:cubicBezTo>
                      <a:pt x="375478" y="11875"/>
                      <a:pt x="1082262" y="-297343"/>
                      <a:pt x="1364974" y="890935"/>
                    </a:cubicBezTo>
                    <a:lnTo>
                      <a:pt x="874643" y="650946"/>
                    </a:lnTo>
                    <a:cubicBezTo>
                      <a:pt x="746539" y="351047"/>
                      <a:pt x="273878" y="289687"/>
                      <a:pt x="0" y="109058"/>
                    </a:cubicBezTo>
                    <a:close/>
                  </a:path>
                </a:pathLst>
              </a:custGeom>
              <a:solidFill>
                <a:srgbClr val="F1CB5C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Rectangle 2">
                <a:extLst>
                  <a:ext uri="{FF2B5EF4-FFF2-40B4-BE49-F238E27FC236}">
                    <a16:creationId xmlns:a16="http://schemas.microsoft.com/office/drawing/2014/main" id="{6F10553C-CC1D-A602-BD81-E52DF5825013}"/>
                  </a:ext>
                </a:extLst>
              </p:cNvPr>
              <p:cNvSpPr/>
              <p:nvPr/>
            </p:nvSpPr>
            <p:spPr>
              <a:xfrm>
                <a:off x="-4770497" y="-1685066"/>
                <a:ext cx="7919742" cy="7217383"/>
              </a:xfrm>
              <a:custGeom>
                <a:avLst/>
                <a:gdLst>
                  <a:gd name="connsiteX0" fmla="*/ 0 w 3286539"/>
                  <a:gd name="connsiteY0" fmla="*/ 0 h 755374"/>
                  <a:gd name="connsiteX1" fmla="*/ 3286539 w 3286539"/>
                  <a:gd name="connsiteY1" fmla="*/ 0 h 755374"/>
                  <a:gd name="connsiteX2" fmla="*/ 3286539 w 3286539"/>
                  <a:gd name="connsiteY2" fmla="*/ 755374 h 755374"/>
                  <a:gd name="connsiteX3" fmla="*/ 0 w 3286539"/>
                  <a:gd name="connsiteY3" fmla="*/ 755374 h 755374"/>
                  <a:gd name="connsiteX4" fmla="*/ 0 w 3286539"/>
                  <a:gd name="connsiteY4" fmla="*/ 0 h 755374"/>
                  <a:gd name="connsiteX0" fmla="*/ 0 w 3299791"/>
                  <a:gd name="connsiteY0" fmla="*/ 0 h 821635"/>
                  <a:gd name="connsiteX1" fmla="*/ 3299791 w 3299791"/>
                  <a:gd name="connsiteY1" fmla="*/ 66261 h 821635"/>
                  <a:gd name="connsiteX2" fmla="*/ 3299791 w 3299791"/>
                  <a:gd name="connsiteY2" fmla="*/ 821635 h 821635"/>
                  <a:gd name="connsiteX3" fmla="*/ 13252 w 3299791"/>
                  <a:gd name="connsiteY3" fmla="*/ 821635 h 821635"/>
                  <a:gd name="connsiteX4" fmla="*/ 0 w 3299791"/>
                  <a:gd name="connsiteY4" fmla="*/ 0 h 821635"/>
                  <a:gd name="connsiteX0" fmla="*/ 0 w 3299791"/>
                  <a:gd name="connsiteY0" fmla="*/ 80661 h 902296"/>
                  <a:gd name="connsiteX1" fmla="*/ 543339 w 3299791"/>
                  <a:gd name="connsiteY1" fmla="*/ 1149 h 902296"/>
                  <a:gd name="connsiteX2" fmla="*/ 3299791 w 3299791"/>
                  <a:gd name="connsiteY2" fmla="*/ 146922 h 902296"/>
                  <a:gd name="connsiteX3" fmla="*/ 3299791 w 3299791"/>
                  <a:gd name="connsiteY3" fmla="*/ 902296 h 902296"/>
                  <a:gd name="connsiteX4" fmla="*/ 13252 w 3299791"/>
                  <a:gd name="connsiteY4" fmla="*/ 902296 h 902296"/>
                  <a:gd name="connsiteX5" fmla="*/ 0 w 3299791"/>
                  <a:gd name="connsiteY5" fmla="*/ 80661 h 902296"/>
                  <a:gd name="connsiteX0" fmla="*/ 0 w 3299791"/>
                  <a:gd name="connsiteY0" fmla="*/ 80661 h 902296"/>
                  <a:gd name="connsiteX1" fmla="*/ 410817 w 3299791"/>
                  <a:gd name="connsiteY1" fmla="*/ 1149 h 902296"/>
                  <a:gd name="connsiteX2" fmla="*/ 3299791 w 3299791"/>
                  <a:gd name="connsiteY2" fmla="*/ 146922 h 902296"/>
                  <a:gd name="connsiteX3" fmla="*/ 3299791 w 3299791"/>
                  <a:gd name="connsiteY3" fmla="*/ 902296 h 902296"/>
                  <a:gd name="connsiteX4" fmla="*/ 13252 w 3299791"/>
                  <a:gd name="connsiteY4" fmla="*/ 902296 h 902296"/>
                  <a:gd name="connsiteX5" fmla="*/ 0 w 3299791"/>
                  <a:gd name="connsiteY5" fmla="*/ 80661 h 902296"/>
                  <a:gd name="connsiteX0" fmla="*/ 0 w 3591339"/>
                  <a:gd name="connsiteY0" fmla="*/ 318424 h 901520"/>
                  <a:gd name="connsiteX1" fmla="*/ 702365 w 3591339"/>
                  <a:gd name="connsiteY1" fmla="*/ 373 h 901520"/>
                  <a:gd name="connsiteX2" fmla="*/ 3591339 w 3591339"/>
                  <a:gd name="connsiteY2" fmla="*/ 146146 h 901520"/>
                  <a:gd name="connsiteX3" fmla="*/ 3591339 w 3591339"/>
                  <a:gd name="connsiteY3" fmla="*/ 901520 h 901520"/>
                  <a:gd name="connsiteX4" fmla="*/ 304800 w 3591339"/>
                  <a:gd name="connsiteY4" fmla="*/ 901520 h 901520"/>
                  <a:gd name="connsiteX5" fmla="*/ 0 w 3591339"/>
                  <a:gd name="connsiteY5" fmla="*/ 318424 h 901520"/>
                  <a:gd name="connsiteX0" fmla="*/ 0 w 3591339"/>
                  <a:gd name="connsiteY0" fmla="*/ 318770 h 901866"/>
                  <a:gd name="connsiteX1" fmla="*/ 702365 w 3591339"/>
                  <a:gd name="connsiteY1" fmla="*/ 719 h 901866"/>
                  <a:gd name="connsiteX2" fmla="*/ 3591339 w 3591339"/>
                  <a:gd name="connsiteY2" fmla="*/ 146492 h 901866"/>
                  <a:gd name="connsiteX3" fmla="*/ 3591339 w 3591339"/>
                  <a:gd name="connsiteY3" fmla="*/ 901866 h 901866"/>
                  <a:gd name="connsiteX4" fmla="*/ 304800 w 3591339"/>
                  <a:gd name="connsiteY4" fmla="*/ 901866 h 901866"/>
                  <a:gd name="connsiteX5" fmla="*/ 0 w 3591339"/>
                  <a:gd name="connsiteY5" fmla="*/ 318770 h 901866"/>
                  <a:gd name="connsiteX0" fmla="*/ 0 w 3591339"/>
                  <a:gd name="connsiteY0" fmla="*/ 318962 h 902058"/>
                  <a:gd name="connsiteX1" fmla="*/ 702365 w 3591339"/>
                  <a:gd name="connsiteY1" fmla="*/ 911 h 902058"/>
                  <a:gd name="connsiteX2" fmla="*/ 3591339 w 3591339"/>
                  <a:gd name="connsiteY2" fmla="*/ 146684 h 902058"/>
                  <a:gd name="connsiteX3" fmla="*/ 3591339 w 3591339"/>
                  <a:gd name="connsiteY3" fmla="*/ 902058 h 902058"/>
                  <a:gd name="connsiteX4" fmla="*/ 304800 w 3591339"/>
                  <a:gd name="connsiteY4" fmla="*/ 902058 h 902058"/>
                  <a:gd name="connsiteX5" fmla="*/ 0 w 3591339"/>
                  <a:gd name="connsiteY5" fmla="*/ 318962 h 902058"/>
                  <a:gd name="connsiteX0" fmla="*/ 0 w 3591339"/>
                  <a:gd name="connsiteY0" fmla="*/ 318962 h 902058"/>
                  <a:gd name="connsiteX1" fmla="*/ 702365 w 3591339"/>
                  <a:gd name="connsiteY1" fmla="*/ 911 h 902058"/>
                  <a:gd name="connsiteX2" fmla="*/ 2517913 w 3591339"/>
                  <a:gd name="connsiteY2" fmla="*/ 27416 h 902058"/>
                  <a:gd name="connsiteX3" fmla="*/ 3591339 w 3591339"/>
                  <a:gd name="connsiteY3" fmla="*/ 146684 h 902058"/>
                  <a:gd name="connsiteX4" fmla="*/ 3591339 w 3591339"/>
                  <a:gd name="connsiteY4" fmla="*/ 902058 h 902058"/>
                  <a:gd name="connsiteX5" fmla="*/ 304800 w 3591339"/>
                  <a:gd name="connsiteY5" fmla="*/ 902058 h 902058"/>
                  <a:gd name="connsiteX6" fmla="*/ 0 w 3591339"/>
                  <a:gd name="connsiteY6" fmla="*/ 318962 h 902058"/>
                  <a:gd name="connsiteX0" fmla="*/ 0 w 3591339"/>
                  <a:gd name="connsiteY0" fmla="*/ 1166255 h 1749351"/>
                  <a:gd name="connsiteX1" fmla="*/ 702365 w 3591339"/>
                  <a:gd name="connsiteY1" fmla="*/ 848204 h 1749351"/>
                  <a:gd name="connsiteX2" fmla="*/ 2517913 w 3591339"/>
                  <a:gd name="connsiteY2" fmla="*/ 874709 h 1749351"/>
                  <a:gd name="connsiteX3" fmla="*/ 2650435 w 3591339"/>
                  <a:gd name="connsiteY3" fmla="*/ 65 h 1749351"/>
                  <a:gd name="connsiteX4" fmla="*/ 3591339 w 3591339"/>
                  <a:gd name="connsiteY4" fmla="*/ 993977 h 1749351"/>
                  <a:gd name="connsiteX5" fmla="*/ 3591339 w 3591339"/>
                  <a:gd name="connsiteY5" fmla="*/ 1749351 h 1749351"/>
                  <a:gd name="connsiteX6" fmla="*/ 304800 w 3591339"/>
                  <a:gd name="connsiteY6" fmla="*/ 1749351 h 1749351"/>
                  <a:gd name="connsiteX7" fmla="*/ 0 w 3591339"/>
                  <a:gd name="connsiteY7" fmla="*/ 1166255 h 1749351"/>
                  <a:gd name="connsiteX0" fmla="*/ 0 w 3591339"/>
                  <a:gd name="connsiteY0" fmla="*/ 1166254 h 1749350"/>
                  <a:gd name="connsiteX1" fmla="*/ 702365 w 3591339"/>
                  <a:gd name="connsiteY1" fmla="*/ 848203 h 1749350"/>
                  <a:gd name="connsiteX2" fmla="*/ 2358887 w 3591339"/>
                  <a:gd name="connsiteY2" fmla="*/ 901213 h 1749350"/>
                  <a:gd name="connsiteX3" fmla="*/ 2650435 w 3591339"/>
                  <a:gd name="connsiteY3" fmla="*/ 64 h 1749350"/>
                  <a:gd name="connsiteX4" fmla="*/ 3591339 w 3591339"/>
                  <a:gd name="connsiteY4" fmla="*/ 993976 h 1749350"/>
                  <a:gd name="connsiteX5" fmla="*/ 3591339 w 3591339"/>
                  <a:gd name="connsiteY5" fmla="*/ 1749350 h 1749350"/>
                  <a:gd name="connsiteX6" fmla="*/ 304800 w 3591339"/>
                  <a:gd name="connsiteY6" fmla="*/ 1749350 h 1749350"/>
                  <a:gd name="connsiteX7" fmla="*/ 0 w 3591339"/>
                  <a:gd name="connsiteY7" fmla="*/ 1166254 h 1749350"/>
                  <a:gd name="connsiteX0" fmla="*/ 0 w 3591339"/>
                  <a:gd name="connsiteY0" fmla="*/ 1166267 h 1749363"/>
                  <a:gd name="connsiteX1" fmla="*/ 702365 w 3591339"/>
                  <a:gd name="connsiteY1" fmla="*/ 848216 h 1749363"/>
                  <a:gd name="connsiteX2" fmla="*/ 2358887 w 3591339"/>
                  <a:gd name="connsiteY2" fmla="*/ 901226 h 1749363"/>
                  <a:gd name="connsiteX3" fmla="*/ 2650435 w 3591339"/>
                  <a:gd name="connsiteY3" fmla="*/ 77 h 1749363"/>
                  <a:gd name="connsiteX4" fmla="*/ 3591339 w 3591339"/>
                  <a:gd name="connsiteY4" fmla="*/ 993989 h 1749363"/>
                  <a:gd name="connsiteX5" fmla="*/ 3591339 w 3591339"/>
                  <a:gd name="connsiteY5" fmla="*/ 1749363 h 1749363"/>
                  <a:gd name="connsiteX6" fmla="*/ 304800 w 3591339"/>
                  <a:gd name="connsiteY6" fmla="*/ 1749363 h 1749363"/>
                  <a:gd name="connsiteX7" fmla="*/ 0 w 3591339"/>
                  <a:gd name="connsiteY7" fmla="*/ 1166267 h 1749363"/>
                  <a:gd name="connsiteX0" fmla="*/ 0 w 3591339"/>
                  <a:gd name="connsiteY0" fmla="*/ 1166276 h 1749372"/>
                  <a:gd name="connsiteX1" fmla="*/ 702365 w 3591339"/>
                  <a:gd name="connsiteY1" fmla="*/ 848225 h 1749372"/>
                  <a:gd name="connsiteX2" fmla="*/ 2358887 w 3591339"/>
                  <a:gd name="connsiteY2" fmla="*/ 901235 h 1749372"/>
                  <a:gd name="connsiteX3" fmla="*/ 2650435 w 3591339"/>
                  <a:gd name="connsiteY3" fmla="*/ 86 h 1749372"/>
                  <a:gd name="connsiteX4" fmla="*/ 3591339 w 3591339"/>
                  <a:gd name="connsiteY4" fmla="*/ 993998 h 1749372"/>
                  <a:gd name="connsiteX5" fmla="*/ 3591339 w 3591339"/>
                  <a:gd name="connsiteY5" fmla="*/ 1749372 h 1749372"/>
                  <a:gd name="connsiteX6" fmla="*/ 304800 w 3591339"/>
                  <a:gd name="connsiteY6" fmla="*/ 1749372 h 1749372"/>
                  <a:gd name="connsiteX7" fmla="*/ 0 w 3591339"/>
                  <a:gd name="connsiteY7" fmla="*/ 1166276 h 1749372"/>
                  <a:gd name="connsiteX0" fmla="*/ 0 w 3591339"/>
                  <a:gd name="connsiteY0" fmla="*/ 1179527 h 1762623"/>
                  <a:gd name="connsiteX1" fmla="*/ 702365 w 3591339"/>
                  <a:gd name="connsiteY1" fmla="*/ 861476 h 1762623"/>
                  <a:gd name="connsiteX2" fmla="*/ 2358887 w 3591339"/>
                  <a:gd name="connsiteY2" fmla="*/ 914486 h 1762623"/>
                  <a:gd name="connsiteX3" fmla="*/ 2610678 w 3591339"/>
                  <a:gd name="connsiteY3" fmla="*/ 85 h 1762623"/>
                  <a:gd name="connsiteX4" fmla="*/ 3591339 w 3591339"/>
                  <a:gd name="connsiteY4" fmla="*/ 1007249 h 1762623"/>
                  <a:gd name="connsiteX5" fmla="*/ 3591339 w 3591339"/>
                  <a:gd name="connsiteY5" fmla="*/ 1762623 h 1762623"/>
                  <a:gd name="connsiteX6" fmla="*/ 304800 w 3591339"/>
                  <a:gd name="connsiteY6" fmla="*/ 1762623 h 1762623"/>
                  <a:gd name="connsiteX7" fmla="*/ 0 w 3591339"/>
                  <a:gd name="connsiteY7" fmla="*/ 1179527 h 1762623"/>
                  <a:gd name="connsiteX0" fmla="*/ 0 w 3591339"/>
                  <a:gd name="connsiteY0" fmla="*/ 1616765 h 2199861"/>
                  <a:gd name="connsiteX1" fmla="*/ 702365 w 3591339"/>
                  <a:gd name="connsiteY1" fmla="*/ 1298714 h 2199861"/>
                  <a:gd name="connsiteX2" fmla="*/ 2358887 w 3591339"/>
                  <a:gd name="connsiteY2" fmla="*/ 1351724 h 2199861"/>
                  <a:gd name="connsiteX3" fmla="*/ 2610678 w 3591339"/>
                  <a:gd name="connsiteY3" fmla="*/ 437323 h 2199861"/>
                  <a:gd name="connsiteX4" fmla="*/ 3260035 w 3591339"/>
                  <a:gd name="connsiteY4" fmla="*/ 0 h 2199861"/>
                  <a:gd name="connsiteX5" fmla="*/ 3591339 w 3591339"/>
                  <a:gd name="connsiteY5" fmla="*/ 2199861 h 2199861"/>
                  <a:gd name="connsiteX6" fmla="*/ 304800 w 3591339"/>
                  <a:gd name="connsiteY6" fmla="*/ 2199861 h 2199861"/>
                  <a:gd name="connsiteX7" fmla="*/ 0 w 3591339"/>
                  <a:gd name="connsiteY7" fmla="*/ 1616765 h 2199861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754122 h 2337218"/>
                  <a:gd name="connsiteX1" fmla="*/ 702365 w 3591339"/>
                  <a:gd name="connsiteY1" fmla="*/ 1436071 h 2337218"/>
                  <a:gd name="connsiteX2" fmla="*/ 2358887 w 3591339"/>
                  <a:gd name="connsiteY2" fmla="*/ 1489081 h 2337218"/>
                  <a:gd name="connsiteX3" fmla="*/ 2610678 w 3591339"/>
                  <a:gd name="connsiteY3" fmla="*/ 574680 h 2337218"/>
                  <a:gd name="connsiteX4" fmla="*/ 1736035 w 3591339"/>
                  <a:gd name="connsiteY4" fmla="*/ 534926 h 2337218"/>
                  <a:gd name="connsiteX5" fmla="*/ 3154017 w 3591339"/>
                  <a:gd name="connsiteY5" fmla="*/ 84348 h 2337218"/>
                  <a:gd name="connsiteX6" fmla="*/ 3591339 w 3591339"/>
                  <a:gd name="connsiteY6" fmla="*/ 2337218 h 2337218"/>
                  <a:gd name="connsiteX7" fmla="*/ 304800 w 3591339"/>
                  <a:gd name="connsiteY7" fmla="*/ 2337218 h 2337218"/>
                  <a:gd name="connsiteX8" fmla="*/ 0 w 3591339"/>
                  <a:gd name="connsiteY8" fmla="*/ 1754122 h 2337218"/>
                  <a:gd name="connsiteX0" fmla="*/ 0 w 3591339"/>
                  <a:gd name="connsiteY0" fmla="*/ 1769812 h 2352908"/>
                  <a:gd name="connsiteX1" fmla="*/ 702365 w 3591339"/>
                  <a:gd name="connsiteY1" fmla="*/ 1451761 h 2352908"/>
                  <a:gd name="connsiteX2" fmla="*/ 2358887 w 3591339"/>
                  <a:gd name="connsiteY2" fmla="*/ 1504771 h 2352908"/>
                  <a:gd name="connsiteX3" fmla="*/ 2610678 w 3591339"/>
                  <a:gd name="connsiteY3" fmla="*/ 590370 h 2352908"/>
                  <a:gd name="connsiteX4" fmla="*/ 1736035 w 3591339"/>
                  <a:gd name="connsiteY4" fmla="*/ 550616 h 2352908"/>
                  <a:gd name="connsiteX5" fmla="*/ 3154017 w 3591339"/>
                  <a:gd name="connsiteY5" fmla="*/ 100038 h 2352908"/>
                  <a:gd name="connsiteX6" fmla="*/ 3591339 w 3591339"/>
                  <a:gd name="connsiteY6" fmla="*/ 2352908 h 2352908"/>
                  <a:gd name="connsiteX7" fmla="*/ 304800 w 3591339"/>
                  <a:gd name="connsiteY7" fmla="*/ 2352908 h 2352908"/>
                  <a:gd name="connsiteX8" fmla="*/ 0 w 3591339"/>
                  <a:gd name="connsiteY8" fmla="*/ 1769812 h 2352908"/>
                  <a:gd name="connsiteX0" fmla="*/ 0 w 3591339"/>
                  <a:gd name="connsiteY0" fmla="*/ 1769812 h 2352908"/>
                  <a:gd name="connsiteX1" fmla="*/ 702365 w 3591339"/>
                  <a:gd name="connsiteY1" fmla="*/ 1451761 h 2352908"/>
                  <a:gd name="connsiteX2" fmla="*/ 2358887 w 3591339"/>
                  <a:gd name="connsiteY2" fmla="*/ 1504771 h 2352908"/>
                  <a:gd name="connsiteX3" fmla="*/ 2610678 w 3591339"/>
                  <a:gd name="connsiteY3" fmla="*/ 590370 h 2352908"/>
                  <a:gd name="connsiteX4" fmla="*/ 1736035 w 3591339"/>
                  <a:gd name="connsiteY4" fmla="*/ 550616 h 2352908"/>
                  <a:gd name="connsiteX5" fmla="*/ 3154017 w 3591339"/>
                  <a:gd name="connsiteY5" fmla="*/ 100038 h 2352908"/>
                  <a:gd name="connsiteX6" fmla="*/ 3591339 w 3591339"/>
                  <a:gd name="connsiteY6" fmla="*/ 2352908 h 2352908"/>
                  <a:gd name="connsiteX7" fmla="*/ 304800 w 3591339"/>
                  <a:gd name="connsiteY7" fmla="*/ 2352908 h 2352908"/>
                  <a:gd name="connsiteX8" fmla="*/ 0 w 3591339"/>
                  <a:gd name="connsiteY8" fmla="*/ 1769812 h 2352908"/>
                  <a:gd name="connsiteX0" fmla="*/ 0 w 3591339"/>
                  <a:gd name="connsiteY0" fmla="*/ 2108868 h 2691964"/>
                  <a:gd name="connsiteX1" fmla="*/ 702365 w 3591339"/>
                  <a:gd name="connsiteY1" fmla="*/ 1790817 h 2691964"/>
                  <a:gd name="connsiteX2" fmla="*/ 2358887 w 3591339"/>
                  <a:gd name="connsiteY2" fmla="*/ 1843827 h 2691964"/>
                  <a:gd name="connsiteX3" fmla="*/ 2610678 w 3591339"/>
                  <a:gd name="connsiteY3" fmla="*/ 929426 h 2691964"/>
                  <a:gd name="connsiteX4" fmla="*/ 1736035 w 3591339"/>
                  <a:gd name="connsiteY4" fmla="*/ 889672 h 2691964"/>
                  <a:gd name="connsiteX5" fmla="*/ 3114261 w 3591339"/>
                  <a:gd name="connsiteY5" fmla="*/ 68034 h 2691964"/>
                  <a:gd name="connsiteX6" fmla="*/ 3591339 w 3591339"/>
                  <a:gd name="connsiteY6" fmla="*/ 2691964 h 2691964"/>
                  <a:gd name="connsiteX7" fmla="*/ 304800 w 3591339"/>
                  <a:gd name="connsiteY7" fmla="*/ 2691964 h 2691964"/>
                  <a:gd name="connsiteX8" fmla="*/ 0 w 3591339"/>
                  <a:gd name="connsiteY8" fmla="*/ 2108868 h 2691964"/>
                  <a:gd name="connsiteX0" fmla="*/ 0 w 3591339"/>
                  <a:gd name="connsiteY0" fmla="*/ 2310279 h 2893375"/>
                  <a:gd name="connsiteX1" fmla="*/ 702365 w 3591339"/>
                  <a:gd name="connsiteY1" fmla="*/ 1992228 h 2893375"/>
                  <a:gd name="connsiteX2" fmla="*/ 2358887 w 3591339"/>
                  <a:gd name="connsiteY2" fmla="*/ 2045238 h 2893375"/>
                  <a:gd name="connsiteX3" fmla="*/ 2610678 w 3591339"/>
                  <a:gd name="connsiteY3" fmla="*/ 1130837 h 2893375"/>
                  <a:gd name="connsiteX4" fmla="*/ 1736035 w 3591339"/>
                  <a:gd name="connsiteY4" fmla="*/ 1091083 h 2893375"/>
                  <a:gd name="connsiteX5" fmla="*/ 3511827 w 3591339"/>
                  <a:gd name="connsiteY5" fmla="*/ 57411 h 2893375"/>
                  <a:gd name="connsiteX6" fmla="*/ 3591339 w 3591339"/>
                  <a:gd name="connsiteY6" fmla="*/ 2893375 h 2893375"/>
                  <a:gd name="connsiteX7" fmla="*/ 304800 w 3591339"/>
                  <a:gd name="connsiteY7" fmla="*/ 2893375 h 2893375"/>
                  <a:gd name="connsiteX8" fmla="*/ 0 w 3591339"/>
                  <a:gd name="connsiteY8" fmla="*/ 2310279 h 2893375"/>
                  <a:gd name="connsiteX0" fmla="*/ 0 w 4267200"/>
                  <a:gd name="connsiteY0" fmla="*/ 2310279 h 2893375"/>
                  <a:gd name="connsiteX1" fmla="*/ 702365 w 4267200"/>
                  <a:gd name="connsiteY1" fmla="*/ 1992228 h 2893375"/>
                  <a:gd name="connsiteX2" fmla="*/ 2358887 w 4267200"/>
                  <a:gd name="connsiteY2" fmla="*/ 2045238 h 2893375"/>
                  <a:gd name="connsiteX3" fmla="*/ 2610678 w 4267200"/>
                  <a:gd name="connsiteY3" fmla="*/ 1130837 h 2893375"/>
                  <a:gd name="connsiteX4" fmla="*/ 1736035 w 4267200"/>
                  <a:gd name="connsiteY4" fmla="*/ 1091083 h 2893375"/>
                  <a:gd name="connsiteX5" fmla="*/ 3511827 w 4267200"/>
                  <a:gd name="connsiteY5" fmla="*/ 57411 h 2893375"/>
                  <a:gd name="connsiteX6" fmla="*/ 4267200 w 4267200"/>
                  <a:gd name="connsiteY6" fmla="*/ 150179 h 2893375"/>
                  <a:gd name="connsiteX7" fmla="*/ 3591339 w 4267200"/>
                  <a:gd name="connsiteY7" fmla="*/ 2893375 h 2893375"/>
                  <a:gd name="connsiteX8" fmla="*/ 304800 w 4267200"/>
                  <a:gd name="connsiteY8" fmla="*/ 2893375 h 2893375"/>
                  <a:gd name="connsiteX9" fmla="*/ 0 w 4267200"/>
                  <a:gd name="connsiteY9" fmla="*/ 2310279 h 2893375"/>
                  <a:gd name="connsiteX0" fmla="*/ 0 w 4267200"/>
                  <a:gd name="connsiteY0" fmla="*/ 2310279 h 2893375"/>
                  <a:gd name="connsiteX1" fmla="*/ 702365 w 4267200"/>
                  <a:gd name="connsiteY1" fmla="*/ 1992228 h 2893375"/>
                  <a:gd name="connsiteX2" fmla="*/ 2358887 w 4267200"/>
                  <a:gd name="connsiteY2" fmla="*/ 2045238 h 2893375"/>
                  <a:gd name="connsiteX3" fmla="*/ 2610678 w 4267200"/>
                  <a:gd name="connsiteY3" fmla="*/ 1130837 h 2893375"/>
                  <a:gd name="connsiteX4" fmla="*/ 1736035 w 4267200"/>
                  <a:gd name="connsiteY4" fmla="*/ 1091083 h 2893375"/>
                  <a:gd name="connsiteX5" fmla="*/ 3684106 w 4267200"/>
                  <a:gd name="connsiteY5" fmla="*/ 57411 h 2893375"/>
                  <a:gd name="connsiteX6" fmla="*/ 4267200 w 4267200"/>
                  <a:gd name="connsiteY6" fmla="*/ 150179 h 2893375"/>
                  <a:gd name="connsiteX7" fmla="*/ 3591339 w 4267200"/>
                  <a:gd name="connsiteY7" fmla="*/ 2893375 h 2893375"/>
                  <a:gd name="connsiteX8" fmla="*/ 304800 w 4267200"/>
                  <a:gd name="connsiteY8" fmla="*/ 2893375 h 2893375"/>
                  <a:gd name="connsiteX9" fmla="*/ 0 w 4267200"/>
                  <a:gd name="connsiteY9" fmla="*/ 2310279 h 2893375"/>
                  <a:gd name="connsiteX0" fmla="*/ 0 w 4267200"/>
                  <a:gd name="connsiteY0" fmla="*/ 2314098 h 2897194"/>
                  <a:gd name="connsiteX1" fmla="*/ 702365 w 4267200"/>
                  <a:gd name="connsiteY1" fmla="*/ 1996047 h 2897194"/>
                  <a:gd name="connsiteX2" fmla="*/ 2358887 w 4267200"/>
                  <a:gd name="connsiteY2" fmla="*/ 2049057 h 2897194"/>
                  <a:gd name="connsiteX3" fmla="*/ 2610678 w 4267200"/>
                  <a:gd name="connsiteY3" fmla="*/ 1134656 h 2897194"/>
                  <a:gd name="connsiteX4" fmla="*/ 1736035 w 4267200"/>
                  <a:gd name="connsiteY4" fmla="*/ 1094902 h 2897194"/>
                  <a:gd name="connsiteX5" fmla="*/ 3684106 w 4267200"/>
                  <a:gd name="connsiteY5" fmla="*/ 61230 h 2897194"/>
                  <a:gd name="connsiteX6" fmla="*/ 4267200 w 4267200"/>
                  <a:gd name="connsiteY6" fmla="*/ 153998 h 2897194"/>
                  <a:gd name="connsiteX7" fmla="*/ 3591339 w 4267200"/>
                  <a:gd name="connsiteY7" fmla="*/ 2897194 h 2897194"/>
                  <a:gd name="connsiteX8" fmla="*/ 304800 w 4267200"/>
                  <a:gd name="connsiteY8" fmla="*/ 2897194 h 2897194"/>
                  <a:gd name="connsiteX9" fmla="*/ 0 w 4267200"/>
                  <a:gd name="connsiteY9" fmla="*/ 2314098 h 2897194"/>
                  <a:gd name="connsiteX0" fmla="*/ 0 w 4267200"/>
                  <a:gd name="connsiteY0" fmla="*/ 2314098 h 2897194"/>
                  <a:gd name="connsiteX1" fmla="*/ 702365 w 4267200"/>
                  <a:gd name="connsiteY1" fmla="*/ 1996047 h 2897194"/>
                  <a:gd name="connsiteX2" fmla="*/ 2358887 w 4267200"/>
                  <a:gd name="connsiteY2" fmla="*/ 2049057 h 2897194"/>
                  <a:gd name="connsiteX3" fmla="*/ 2610678 w 4267200"/>
                  <a:gd name="connsiteY3" fmla="*/ 1134656 h 2897194"/>
                  <a:gd name="connsiteX4" fmla="*/ 1736035 w 4267200"/>
                  <a:gd name="connsiteY4" fmla="*/ 1094902 h 2897194"/>
                  <a:gd name="connsiteX5" fmla="*/ 3684106 w 4267200"/>
                  <a:gd name="connsiteY5" fmla="*/ 61230 h 2897194"/>
                  <a:gd name="connsiteX6" fmla="*/ 4267200 w 4267200"/>
                  <a:gd name="connsiteY6" fmla="*/ 153998 h 2897194"/>
                  <a:gd name="connsiteX7" fmla="*/ 3591339 w 4267200"/>
                  <a:gd name="connsiteY7" fmla="*/ 2897194 h 2897194"/>
                  <a:gd name="connsiteX8" fmla="*/ 304800 w 4267200"/>
                  <a:gd name="connsiteY8" fmla="*/ 2897194 h 2897194"/>
                  <a:gd name="connsiteX9" fmla="*/ 0 w 4267200"/>
                  <a:gd name="connsiteY9" fmla="*/ 2314098 h 2897194"/>
                  <a:gd name="connsiteX0" fmla="*/ 0 w 4240696"/>
                  <a:gd name="connsiteY0" fmla="*/ 2314098 h 2897194"/>
                  <a:gd name="connsiteX1" fmla="*/ 702365 w 4240696"/>
                  <a:gd name="connsiteY1" fmla="*/ 1996047 h 2897194"/>
                  <a:gd name="connsiteX2" fmla="*/ 2358887 w 4240696"/>
                  <a:gd name="connsiteY2" fmla="*/ 2049057 h 2897194"/>
                  <a:gd name="connsiteX3" fmla="*/ 2610678 w 4240696"/>
                  <a:gd name="connsiteY3" fmla="*/ 1134656 h 2897194"/>
                  <a:gd name="connsiteX4" fmla="*/ 1736035 w 4240696"/>
                  <a:gd name="connsiteY4" fmla="*/ 1094902 h 2897194"/>
                  <a:gd name="connsiteX5" fmla="*/ 3684106 w 4240696"/>
                  <a:gd name="connsiteY5" fmla="*/ 61230 h 2897194"/>
                  <a:gd name="connsiteX6" fmla="*/ 4240696 w 4240696"/>
                  <a:gd name="connsiteY6" fmla="*/ 180503 h 2897194"/>
                  <a:gd name="connsiteX7" fmla="*/ 3591339 w 4240696"/>
                  <a:gd name="connsiteY7" fmla="*/ 2897194 h 2897194"/>
                  <a:gd name="connsiteX8" fmla="*/ 304800 w 4240696"/>
                  <a:gd name="connsiteY8" fmla="*/ 2897194 h 2897194"/>
                  <a:gd name="connsiteX9" fmla="*/ 0 w 4240696"/>
                  <a:gd name="connsiteY9" fmla="*/ 2314098 h 2897194"/>
                  <a:gd name="connsiteX0" fmla="*/ 0 w 4240696"/>
                  <a:gd name="connsiteY0" fmla="*/ 2314098 h 2897194"/>
                  <a:gd name="connsiteX1" fmla="*/ 702365 w 4240696"/>
                  <a:gd name="connsiteY1" fmla="*/ 1996047 h 2897194"/>
                  <a:gd name="connsiteX2" fmla="*/ 2358887 w 4240696"/>
                  <a:gd name="connsiteY2" fmla="*/ 2049057 h 2897194"/>
                  <a:gd name="connsiteX3" fmla="*/ 2610678 w 4240696"/>
                  <a:gd name="connsiteY3" fmla="*/ 1134656 h 2897194"/>
                  <a:gd name="connsiteX4" fmla="*/ 1736035 w 4240696"/>
                  <a:gd name="connsiteY4" fmla="*/ 1094902 h 2897194"/>
                  <a:gd name="connsiteX5" fmla="*/ 3684106 w 4240696"/>
                  <a:gd name="connsiteY5" fmla="*/ 61230 h 2897194"/>
                  <a:gd name="connsiteX6" fmla="*/ 4240696 w 4240696"/>
                  <a:gd name="connsiteY6" fmla="*/ 180503 h 2897194"/>
                  <a:gd name="connsiteX7" fmla="*/ 3591339 w 4240696"/>
                  <a:gd name="connsiteY7" fmla="*/ 2897194 h 2897194"/>
                  <a:gd name="connsiteX8" fmla="*/ 304800 w 4240696"/>
                  <a:gd name="connsiteY8" fmla="*/ 2897194 h 2897194"/>
                  <a:gd name="connsiteX9" fmla="*/ 0 w 4240696"/>
                  <a:gd name="connsiteY9" fmla="*/ 2314098 h 2897194"/>
                  <a:gd name="connsiteX0" fmla="*/ 0 w 4852692"/>
                  <a:gd name="connsiteY0" fmla="*/ 2314098 h 2897194"/>
                  <a:gd name="connsiteX1" fmla="*/ 702365 w 4852692"/>
                  <a:gd name="connsiteY1" fmla="*/ 1996047 h 2897194"/>
                  <a:gd name="connsiteX2" fmla="*/ 2358887 w 4852692"/>
                  <a:gd name="connsiteY2" fmla="*/ 2049057 h 2897194"/>
                  <a:gd name="connsiteX3" fmla="*/ 2610678 w 4852692"/>
                  <a:gd name="connsiteY3" fmla="*/ 1134656 h 2897194"/>
                  <a:gd name="connsiteX4" fmla="*/ 1736035 w 4852692"/>
                  <a:gd name="connsiteY4" fmla="*/ 1094902 h 2897194"/>
                  <a:gd name="connsiteX5" fmla="*/ 3684106 w 4852692"/>
                  <a:gd name="connsiteY5" fmla="*/ 61230 h 2897194"/>
                  <a:gd name="connsiteX6" fmla="*/ 4240696 w 4852692"/>
                  <a:gd name="connsiteY6" fmla="*/ 180503 h 2897194"/>
                  <a:gd name="connsiteX7" fmla="*/ 4850295 w 4852692"/>
                  <a:gd name="connsiteY7" fmla="*/ 988885 h 2897194"/>
                  <a:gd name="connsiteX8" fmla="*/ 3591339 w 4852692"/>
                  <a:gd name="connsiteY8" fmla="*/ 2897194 h 2897194"/>
                  <a:gd name="connsiteX9" fmla="*/ 304800 w 4852692"/>
                  <a:gd name="connsiteY9" fmla="*/ 2897194 h 2897194"/>
                  <a:gd name="connsiteX10" fmla="*/ 0 w 4852692"/>
                  <a:gd name="connsiteY10" fmla="*/ 2314098 h 2897194"/>
                  <a:gd name="connsiteX0" fmla="*/ 0 w 4853808"/>
                  <a:gd name="connsiteY0" fmla="*/ 2314098 h 2897194"/>
                  <a:gd name="connsiteX1" fmla="*/ 702365 w 4853808"/>
                  <a:gd name="connsiteY1" fmla="*/ 1996047 h 2897194"/>
                  <a:gd name="connsiteX2" fmla="*/ 2358887 w 4853808"/>
                  <a:gd name="connsiteY2" fmla="*/ 2049057 h 2897194"/>
                  <a:gd name="connsiteX3" fmla="*/ 2610678 w 4853808"/>
                  <a:gd name="connsiteY3" fmla="*/ 1134656 h 2897194"/>
                  <a:gd name="connsiteX4" fmla="*/ 1736035 w 4853808"/>
                  <a:gd name="connsiteY4" fmla="*/ 1094902 h 2897194"/>
                  <a:gd name="connsiteX5" fmla="*/ 3684106 w 4853808"/>
                  <a:gd name="connsiteY5" fmla="*/ 61230 h 2897194"/>
                  <a:gd name="connsiteX6" fmla="*/ 4240696 w 4853808"/>
                  <a:gd name="connsiteY6" fmla="*/ 180503 h 2897194"/>
                  <a:gd name="connsiteX7" fmla="*/ 4850295 w 4853808"/>
                  <a:gd name="connsiteY7" fmla="*/ 988885 h 2897194"/>
                  <a:gd name="connsiteX8" fmla="*/ 3591339 w 4853808"/>
                  <a:gd name="connsiteY8" fmla="*/ 2897194 h 2897194"/>
                  <a:gd name="connsiteX9" fmla="*/ 304800 w 4853808"/>
                  <a:gd name="connsiteY9" fmla="*/ 2897194 h 2897194"/>
                  <a:gd name="connsiteX10" fmla="*/ 0 w 4853808"/>
                  <a:gd name="connsiteY10" fmla="*/ 2314098 h 2897194"/>
                  <a:gd name="connsiteX0" fmla="*/ 0 w 5122982"/>
                  <a:gd name="connsiteY0" fmla="*/ 2314098 h 2897194"/>
                  <a:gd name="connsiteX1" fmla="*/ 702365 w 5122982"/>
                  <a:gd name="connsiteY1" fmla="*/ 1996047 h 2897194"/>
                  <a:gd name="connsiteX2" fmla="*/ 2358887 w 5122982"/>
                  <a:gd name="connsiteY2" fmla="*/ 2049057 h 2897194"/>
                  <a:gd name="connsiteX3" fmla="*/ 2610678 w 5122982"/>
                  <a:gd name="connsiteY3" fmla="*/ 1134656 h 2897194"/>
                  <a:gd name="connsiteX4" fmla="*/ 1736035 w 5122982"/>
                  <a:gd name="connsiteY4" fmla="*/ 1094902 h 2897194"/>
                  <a:gd name="connsiteX5" fmla="*/ 3684106 w 5122982"/>
                  <a:gd name="connsiteY5" fmla="*/ 61230 h 2897194"/>
                  <a:gd name="connsiteX6" fmla="*/ 4240696 w 5122982"/>
                  <a:gd name="connsiteY6" fmla="*/ 180503 h 2897194"/>
                  <a:gd name="connsiteX7" fmla="*/ 4850295 w 5122982"/>
                  <a:gd name="connsiteY7" fmla="*/ 988885 h 2897194"/>
                  <a:gd name="connsiteX8" fmla="*/ 5102086 w 5122982"/>
                  <a:gd name="connsiteY8" fmla="*/ 1770763 h 2897194"/>
                  <a:gd name="connsiteX9" fmla="*/ 3591339 w 5122982"/>
                  <a:gd name="connsiteY9" fmla="*/ 2897194 h 2897194"/>
                  <a:gd name="connsiteX10" fmla="*/ 304800 w 5122982"/>
                  <a:gd name="connsiteY10" fmla="*/ 2897194 h 2897194"/>
                  <a:gd name="connsiteX11" fmla="*/ 0 w 5122982"/>
                  <a:gd name="connsiteY11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3591339 w 5140891"/>
                  <a:gd name="connsiteY9" fmla="*/ 2897194 h 2897194"/>
                  <a:gd name="connsiteX10" fmla="*/ 304800 w 5140891"/>
                  <a:gd name="connsiteY10" fmla="*/ 2897194 h 2897194"/>
                  <a:gd name="connsiteX11" fmla="*/ 0 w 5140891"/>
                  <a:gd name="connsiteY11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147930 w 5140891"/>
                  <a:gd name="connsiteY9" fmla="*/ 2473129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147930 w 5140891"/>
                  <a:gd name="connsiteY9" fmla="*/ 2473129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147930 w 5140891"/>
                  <a:gd name="connsiteY10" fmla="*/ 2473129 h 2897194"/>
                  <a:gd name="connsiteX11" fmla="*/ 3962399 w 5140891"/>
                  <a:gd name="connsiteY11" fmla="*/ 2102068 h 2897194"/>
                  <a:gd name="connsiteX12" fmla="*/ 3591339 w 5140891"/>
                  <a:gd name="connsiteY12" fmla="*/ 2897194 h 2897194"/>
                  <a:gd name="connsiteX13" fmla="*/ 304800 w 5140891"/>
                  <a:gd name="connsiteY13" fmla="*/ 2897194 h 2897194"/>
                  <a:gd name="connsiteX14" fmla="*/ 0 w 5140891"/>
                  <a:gd name="connsiteY14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280451 w 5140891"/>
                  <a:gd name="connsiteY10" fmla="*/ 2300850 h 2897194"/>
                  <a:gd name="connsiteX11" fmla="*/ 4147930 w 5140891"/>
                  <a:gd name="connsiteY11" fmla="*/ 2473129 h 2897194"/>
                  <a:gd name="connsiteX12" fmla="*/ 3962399 w 5140891"/>
                  <a:gd name="connsiteY12" fmla="*/ 2102068 h 2897194"/>
                  <a:gd name="connsiteX13" fmla="*/ 3591339 w 5140891"/>
                  <a:gd name="connsiteY13" fmla="*/ 2897194 h 2897194"/>
                  <a:gd name="connsiteX14" fmla="*/ 304800 w 5140891"/>
                  <a:gd name="connsiteY14" fmla="*/ 2897194 h 2897194"/>
                  <a:gd name="connsiteX15" fmla="*/ 0 w 5140891"/>
                  <a:gd name="connsiteY15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280451 w 5140891"/>
                  <a:gd name="connsiteY10" fmla="*/ 2300850 h 2897194"/>
                  <a:gd name="connsiteX11" fmla="*/ 4147930 w 5140891"/>
                  <a:gd name="connsiteY11" fmla="*/ 2473129 h 2897194"/>
                  <a:gd name="connsiteX12" fmla="*/ 3909390 w 5140891"/>
                  <a:gd name="connsiteY12" fmla="*/ 2088816 h 2897194"/>
                  <a:gd name="connsiteX13" fmla="*/ 3591339 w 5140891"/>
                  <a:gd name="connsiteY13" fmla="*/ 2897194 h 2897194"/>
                  <a:gd name="connsiteX14" fmla="*/ 304800 w 5140891"/>
                  <a:gd name="connsiteY14" fmla="*/ 2897194 h 2897194"/>
                  <a:gd name="connsiteX15" fmla="*/ 0 w 5140891"/>
                  <a:gd name="connsiteY15" fmla="*/ 2314098 h 2897194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3631095 w 5140891"/>
                  <a:gd name="connsiteY13" fmla="*/ 2777929 h 3559803"/>
                  <a:gd name="connsiteX14" fmla="*/ 2849217 w 5140891"/>
                  <a:gd name="connsiteY14" fmla="*/ 3559803 h 3559803"/>
                  <a:gd name="connsiteX15" fmla="*/ 304800 w 5140891"/>
                  <a:gd name="connsiteY15" fmla="*/ 2897194 h 3559803"/>
                  <a:gd name="connsiteX16" fmla="*/ 0 w 5140891"/>
                  <a:gd name="connsiteY16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5164170"/>
                  <a:gd name="connsiteX1" fmla="*/ 702365 w 5140891"/>
                  <a:gd name="connsiteY1" fmla="*/ 1996047 h 5164170"/>
                  <a:gd name="connsiteX2" fmla="*/ 2358887 w 5140891"/>
                  <a:gd name="connsiteY2" fmla="*/ 2049057 h 5164170"/>
                  <a:gd name="connsiteX3" fmla="*/ 2610678 w 5140891"/>
                  <a:gd name="connsiteY3" fmla="*/ 1134656 h 5164170"/>
                  <a:gd name="connsiteX4" fmla="*/ 1736035 w 5140891"/>
                  <a:gd name="connsiteY4" fmla="*/ 1094902 h 5164170"/>
                  <a:gd name="connsiteX5" fmla="*/ 3684106 w 5140891"/>
                  <a:gd name="connsiteY5" fmla="*/ 61230 h 5164170"/>
                  <a:gd name="connsiteX6" fmla="*/ 4240696 w 5140891"/>
                  <a:gd name="connsiteY6" fmla="*/ 180503 h 5164170"/>
                  <a:gd name="connsiteX7" fmla="*/ 4850295 w 5140891"/>
                  <a:gd name="connsiteY7" fmla="*/ 988885 h 5164170"/>
                  <a:gd name="connsiteX8" fmla="*/ 5102086 w 5140891"/>
                  <a:gd name="connsiteY8" fmla="*/ 1770763 h 5164170"/>
                  <a:gd name="connsiteX9" fmla="*/ 4691269 w 5140891"/>
                  <a:gd name="connsiteY9" fmla="*/ 2075563 h 5164170"/>
                  <a:gd name="connsiteX10" fmla="*/ 4280451 w 5140891"/>
                  <a:gd name="connsiteY10" fmla="*/ 2300850 h 5164170"/>
                  <a:gd name="connsiteX11" fmla="*/ 4147930 w 5140891"/>
                  <a:gd name="connsiteY11" fmla="*/ 2473129 h 5164170"/>
                  <a:gd name="connsiteX12" fmla="*/ 3909390 w 5140891"/>
                  <a:gd name="connsiteY12" fmla="*/ 2088816 h 5164170"/>
                  <a:gd name="connsiteX13" fmla="*/ 2849217 w 5140891"/>
                  <a:gd name="connsiteY13" fmla="*/ 3559803 h 5164170"/>
                  <a:gd name="connsiteX14" fmla="*/ 2756451 w 5140891"/>
                  <a:gd name="connsiteY14" fmla="*/ 5163320 h 5164170"/>
                  <a:gd name="connsiteX15" fmla="*/ 304800 w 5140891"/>
                  <a:gd name="connsiteY15" fmla="*/ 2897194 h 5164170"/>
                  <a:gd name="connsiteX16" fmla="*/ 0 w 5140891"/>
                  <a:gd name="connsiteY16" fmla="*/ 2314098 h 5164170"/>
                  <a:gd name="connsiteX0" fmla="*/ 0 w 5140891"/>
                  <a:gd name="connsiteY0" fmla="*/ 2314098 h 5164352"/>
                  <a:gd name="connsiteX1" fmla="*/ 702365 w 5140891"/>
                  <a:gd name="connsiteY1" fmla="*/ 1996047 h 5164352"/>
                  <a:gd name="connsiteX2" fmla="*/ 2358887 w 5140891"/>
                  <a:gd name="connsiteY2" fmla="*/ 2049057 h 5164352"/>
                  <a:gd name="connsiteX3" fmla="*/ 2610678 w 5140891"/>
                  <a:gd name="connsiteY3" fmla="*/ 1134656 h 5164352"/>
                  <a:gd name="connsiteX4" fmla="*/ 1736035 w 5140891"/>
                  <a:gd name="connsiteY4" fmla="*/ 1094902 h 5164352"/>
                  <a:gd name="connsiteX5" fmla="*/ 3684106 w 5140891"/>
                  <a:gd name="connsiteY5" fmla="*/ 61230 h 5164352"/>
                  <a:gd name="connsiteX6" fmla="*/ 4240696 w 5140891"/>
                  <a:gd name="connsiteY6" fmla="*/ 180503 h 5164352"/>
                  <a:gd name="connsiteX7" fmla="*/ 4850295 w 5140891"/>
                  <a:gd name="connsiteY7" fmla="*/ 988885 h 5164352"/>
                  <a:gd name="connsiteX8" fmla="*/ 5102086 w 5140891"/>
                  <a:gd name="connsiteY8" fmla="*/ 1770763 h 5164352"/>
                  <a:gd name="connsiteX9" fmla="*/ 4691269 w 5140891"/>
                  <a:gd name="connsiteY9" fmla="*/ 2075563 h 5164352"/>
                  <a:gd name="connsiteX10" fmla="*/ 4280451 w 5140891"/>
                  <a:gd name="connsiteY10" fmla="*/ 2300850 h 5164352"/>
                  <a:gd name="connsiteX11" fmla="*/ 4147930 w 5140891"/>
                  <a:gd name="connsiteY11" fmla="*/ 2473129 h 5164352"/>
                  <a:gd name="connsiteX12" fmla="*/ 3909390 w 5140891"/>
                  <a:gd name="connsiteY12" fmla="*/ 2088816 h 5164352"/>
                  <a:gd name="connsiteX13" fmla="*/ 2849217 w 5140891"/>
                  <a:gd name="connsiteY13" fmla="*/ 3559803 h 5164352"/>
                  <a:gd name="connsiteX14" fmla="*/ 2756451 w 5140891"/>
                  <a:gd name="connsiteY14" fmla="*/ 5163320 h 5164352"/>
                  <a:gd name="connsiteX15" fmla="*/ 304800 w 5140891"/>
                  <a:gd name="connsiteY15" fmla="*/ 2897194 h 5164352"/>
                  <a:gd name="connsiteX16" fmla="*/ 0 w 5140891"/>
                  <a:gd name="connsiteY16" fmla="*/ 2314098 h 516435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304800 w 5140891"/>
                  <a:gd name="connsiteY15" fmla="*/ 2897194 h 5164392"/>
                  <a:gd name="connsiteX16" fmla="*/ 0 w 5140891"/>
                  <a:gd name="connsiteY16" fmla="*/ 2314098 h 516439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304800 w 5140891"/>
                  <a:gd name="connsiteY15" fmla="*/ 2897194 h 5164392"/>
                  <a:gd name="connsiteX16" fmla="*/ 0 w 5140891"/>
                  <a:gd name="connsiteY16" fmla="*/ 2314098 h 516439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2186608 w 5140891"/>
                  <a:gd name="connsiteY15" fmla="*/ 3599562 h 5164392"/>
                  <a:gd name="connsiteX16" fmla="*/ 304800 w 5140891"/>
                  <a:gd name="connsiteY16" fmla="*/ 2897194 h 5164392"/>
                  <a:gd name="connsiteX17" fmla="*/ 0 w 5140891"/>
                  <a:gd name="connsiteY17" fmla="*/ 2314098 h 5164392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304800 w 5140891"/>
                  <a:gd name="connsiteY16" fmla="*/ 2897194 h 5219409"/>
                  <a:gd name="connsiteX17" fmla="*/ 0 w 5140891"/>
                  <a:gd name="connsiteY17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304800 w 5140891"/>
                  <a:gd name="connsiteY17" fmla="*/ 2897194 h 5219409"/>
                  <a:gd name="connsiteX18" fmla="*/ 0 w 5140891"/>
                  <a:gd name="connsiteY18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993912 w 5140891"/>
                  <a:gd name="connsiteY18" fmla="*/ 3135736 h 5219409"/>
                  <a:gd name="connsiteX19" fmla="*/ 304800 w 5140891"/>
                  <a:gd name="connsiteY19" fmla="*/ 2897194 h 5219409"/>
                  <a:gd name="connsiteX20" fmla="*/ 0 w 5140891"/>
                  <a:gd name="connsiteY20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993912 w 5140891"/>
                  <a:gd name="connsiteY18" fmla="*/ 3135736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33668 w 5140891"/>
                  <a:gd name="connsiteY18" fmla="*/ 3268258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07163 w 5140891"/>
                  <a:gd name="connsiteY18" fmla="*/ 3228501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304800 w 5140891"/>
                  <a:gd name="connsiteY21" fmla="*/ 2897194 h 5219409"/>
                  <a:gd name="connsiteX22" fmla="*/ 0 w 5140891"/>
                  <a:gd name="connsiteY22" fmla="*/ 2314098 h 5219409"/>
                  <a:gd name="connsiteX0" fmla="*/ 0 w 5140891"/>
                  <a:gd name="connsiteY0" fmla="*/ 2314098 h 5244304"/>
                  <a:gd name="connsiteX1" fmla="*/ 702365 w 5140891"/>
                  <a:gd name="connsiteY1" fmla="*/ 1996047 h 5244304"/>
                  <a:gd name="connsiteX2" fmla="*/ 2358887 w 5140891"/>
                  <a:gd name="connsiteY2" fmla="*/ 2049057 h 5244304"/>
                  <a:gd name="connsiteX3" fmla="*/ 2610678 w 5140891"/>
                  <a:gd name="connsiteY3" fmla="*/ 1134656 h 5244304"/>
                  <a:gd name="connsiteX4" fmla="*/ 1736035 w 5140891"/>
                  <a:gd name="connsiteY4" fmla="*/ 1094902 h 5244304"/>
                  <a:gd name="connsiteX5" fmla="*/ 3684106 w 5140891"/>
                  <a:gd name="connsiteY5" fmla="*/ 61230 h 5244304"/>
                  <a:gd name="connsiteX6" fmla="*/ 4240696 w 5140891"/>
                  <a:gd name="connsiteY6" fmla="*/ 180503 h 5244304"/>
                  <a:gd name="connsiteX7" fmla="*/ 4850295 w 5140891"/>
                  <a:gd name="connsiteY7" fmla="*/ 988885 h 5244304"/>
                  <a:gd name="connsiteX8" fmla="*/ 5102086 w 5140891"/>
                  <a:gd name="connsiteY8" fmla="*/ 1770763 h 5244304"/>
                  <a:gd name="connsiteX9" fmla="*/ 4691269 w 5140891"/>
                  <a:gd name="connsiteY9" fmla="*/ 2075563 h 5244304"/>
                  <a:gd name="connsiteX10" fmla="*/ 4280451 w 5140891"/>
                  <a:gd name="connsiteY10" fmla="*/ 2300850 h 5244304"/>
                  <a:gd name="connsiteX11" fmla="*/ 4147930 w 5140891"/>
                  <a:gd name="connsiteY11" fmla="*/ 2473129 h 5244304"/>
                  <a:gd name="connsiteX12" fmla="*/ 3909390 w 5140891"/>
                  <a:gd name="connsiteY12" fmla="*/ 2088816 h 5244304"/>
                  <a:gd name="connsiteX13" fmla="*/ 2902226 w 5140891"/>
                  <a:gd name="connsiteY13" fmla="*/ 3612812 h 5244304"/>
                  <a:gd name="connsiteX14" fmla="*/ 2756451 w 5140891"/>
                  <a:gd name="connsiteY14" fmla="*/ 5163320 h 5244304"/>
                  <a:gd name="connsiteX15" fmla="*/ 2186608 w 5140891"/>
                  <a:gd name="connsiteY15" fmla="*/ 3599562 h 5244304"/>
                  <a:gd name="connsiteX16" fmla="*/ 2173356 w 5140891"/>
                  <a:gd name="connsiteY16" fmla="*/ 3983875 h 5244304"/>
                  <a:gd name="connsiteX17" fmla="*/ 861390 w 5140891"/>
                  <a:gd name="connsiteY17" fmla="*/ 3930867 h 5244304"/>
                  <a:gd name="connsiteX18" fmla="*/ 1020416 w 5140891"/>
                  <a:gd name="connsiteY18" fmla="*/ 3334519 h 5244304"/>
                  <a:gd name="connsiteX19" fmla="*/ 530086 w 5140891"/>
                  <a:gd name="connsiteY19" fmla="*/ 4434449 h 5244304"/>
                  <a:gd name="connsiteX20" fmla="*/ 503582 w 5140891"/>
                  <a:gd name="connsiteY20" fmla="*/ 5097058 h 5244304"/>
                  <a:gd name="connsiteX21" fmla="*/ 185529 w 5140891"/>
                  <a:gd name="connsiteY21" fmla="*/ 5203075 h 5244304"/>
                  <a:gd name="connsiteX22" fmla="*/ 304800 w 5140891"/>
                  <a:gd name="connsiteY22" fmla="*/ 2897194 h 5244304"/>
                  <a:gd name="connsiteX23" fmla="*/ 0 w 5140891"/>
                  <a:gd name="connsiteY23" fmla="*/ 2314098 h 5244304"/>
                  <a:gd name="connsiteX0" fmla="*/ 0 w 5140891"/>
                  <a:gd name="connsiteY0" fmla="*/ 2314098 h 5244304"/>
                  <a:gd name="connsiteX1" fmla="*/ 702365 w 5140891"/>
                  <a:gd name="connsiteY1" fmla="*/ 1996047 h 5244304"/>
                  <a:gd name="connsiteX2" fmla="*/ 2358887 w 5140891"/>
                  <a:gd name="connsiteY2" fmla="*/ 2049057 h 5244304"/>
                  <a:gd name="connsiteX3" fmla="*/ 2610678 w 5140891"/>
                  <a:gd name="connsiteY3" fmla="*/ 1134656 h 5244304"/>
                  <a:gd name="connsiteX4" fmla="*/ 1736035 w 5140891"/>
                  <a:gd name="connsiteY4" fmla="*/ 1094902 h 5244304"/>
                  <a:gd name="connsiteX5" fmla="*/ 3684106 w 5140891"/>
                  <a:gd name="connsiteY5" fmla="*/ 61230 h 5244304"/>
                  <a:gd name="connsiteX6" fmla="*/ 4240696 w 5140891"/>
                  <a:gd name="connsiteY6" fmla="*/ 180503 h 5244304"/>
                  <a:gd name="connsiteX7" fmla="*/ 4850295 w 5140891"/>
                  <a:gd name="connsiteY7" fmla="*/ 988885 h 5244304"/>
                  <a:gd name="connsiteX8" fmla="*/ 5102086 w 5140891"/>
                  <a:gd name="connsiteY8" fmla="*/ 1770763 h 5244304"/>
                  <a:gd name="connsiteX9" fmla="*/ 4691269 w 5140891"/>
                  <a:gd name="connsiteY9" fmla="*/ 2075563 h 5244304"/>
                  <a:gd name="connsiteX10" fmla="*/ 4280451 w 5140891"/>
                  <a:gd name="connsiteY10" fmla="*/ 2300850 h 5244304"/>
                  <a:gd name="connsiteX11" fmla="*/ 4147930 w 5140891"/>
                  <a:gd name="connsiteY11" fmla="*/ 2473129 h 5244304"/>
                  <a:gd name="connsiteX12" fmla="*/ 3909390 w 5140891"/>
                  <a:gd name="connsiteY12" fmla="*/ 2088816 h 5244304"/>
                  <a:gd name="connsiteX13" fmla="*/ 2902226 w 5140891"/>
                  <a:gd name="connsiteY13" fmla="*/ 3612812 h 5244304"/>
                  <a:gd name="connsiteX14" fmla="*/ 2756451 w 5140891"/>
                  <a:gd name="connsiteY14" fmla="*/ 5163320 h 5244304"/>
                  <a:gd name="connsiteX15" fmla="*/ 2186608 w 5140891"/>
                  <a:gd name="connsiteY15" fmla="*/ 3599562 h 5244304"/>
                  <a:gd name="connsiteX16" fmla="*/ 2173356 w 5140891"/>
                  <a:gd name="connsiteY16" fmla="*/ 3983875 h 5244304"/>
                  <a:gd name="connsiteX17" fmla="*/ 861390 w 5140891"/>
                  <a:gd name="connsiteY17" fmla="*/ 3930867 h 5244304"/>
                  <a:gd name="connsiteX18" fmla="*/ 1020416 w 5140891"/>
                  <a:gd name="connsiteY18" fmla="*/ 3334519 h 5244304"/>
                  <a:gd name="connsiteX19" fmla="*/ 530086 w 5140891"/>
                  <a:gd name="connsiteY19" fmla="*/ 4434449 h 5244304"/>
                  <a:gd name="connsiteX20" fmla="*/ 503582 w 5140891"/>
                  <a:gd name="connsiteY20" fmla="*/ 5097058 h 5244304"/>
                  <a:gd name="connsiteX21" fmla="*/ 185529 w 5140891"/>
                  <a:gd name="connsiteY21" fmla="*/ 5203075 h 5244304"/>
                  <a:gd name="connsiteX22" fmla="*/ 53008 w 5140891"/>
                  <a:gd name="connsiteY22" fmla="*/ 4195909 h 5244304"/>
                  <a:gd name="connsiteX23" fmla="*/ 304800 w 5140891"/>
                  <a:gd name="connsiteY23" fmla="*/ 2897194 h 5244304"/>
                  <a:gd name="connsiteX24" fmla="*/ 0 w 5140891"/>
                  <a:gd name="connsiteY24" fmla="*/ 2314098 h 5244304"/>
                  <a:gd name="connsiteX0" fmla="*/ 21012 w 5161903"/>
                  <a:gd name="connsiteY0" fmla="*/ 2314098 h 5244304"/>
                  <a:gd name="connsiteX1" fmla="*/ 723377 w 5161903"/>
                  <a:gd name="connsiteY1" fmla="*/ 1996047 h 5244304"/>
                  <a:gd name="connsiteX2" fmla="*/ 2379899 w 5161903"/>
                  <a:gd name="connsiteY2" fmla="*/ 2049057 h 5244304"/>
                  <a:gd name="connsiteX3" fmla="*/ 2631690 w 5161903"/>
                  <a:gd name="connsiteY3" fmla="*/ 1134656 h 5244304"/>
                  <a:gd name="connsiteX4" fmla="*/ 1757047 w 5161903"/>
                  <a:gd name="connsiteY4" fmla="*/ 1094902 h 5244304"/>
                  <a:gd name="connsiteX5" fmla="*/ 3705118 w 5161903"/>
                  <a:gd name="connsiteY5" fmla="*/ 61230 h 5244304"/>
                  <a:gd name="connsiteX6" fmla="*/ 4261708 w 5161903"/>
                  <a:gd name="connsiteY6" fmla="*/ 180503 h 5244304"/>
                  <a:gd name="connsiteX7" fmla="*/ 4871307 w 5161903"/>
                  <a:gd name="connsiteY7" fmla="*/ 988885 h 5244304"/>
                  <a:gd name="connsiteX8" fmla="*/ 5123098 w 5161903"/>
                  <a:gd name="connsiteY8" fmla="*/ 1770763 h 5244304"/>
                  <a:gd name="connsiteX9" fmla="*/ 4712281 w 5161903"/>
                  <a:gd name="connsiteY9" fmla="*/ 2075563 h 5244304"/>
                  <a:gd name="connsiteX10" fmla="*/ 4301463 w 5161903"/>
                  <a:gd name="connsiteY10" fmla="*/ 2300850 h 5244304"/>
                  <a:gd name="connsiteX11" fmla="*/ 4168942 w 5161903"/>
                  <a:gd name="connsiteY11" fmla="*/ 2473129 h 5244304"/>
                  <a:gd name="connsiteX12" fmla="*/ 3930402 w 5161903"/>
                  <a:gd name="connsiteY12" fmla="*/ 2088816 h 5244304"/>
                  <a:gd name="connsiteX13" fmla="*/ 2923238 w 5161903"/>
                  <a:gd name="connsiteY13" fmla="*/ 3612812 h 5244304"/>
                  <a:gd name="connsiteX14" fmla="*/ 2777463 w 5161903"/>
                  <a:gd name="connsiteY14" fmla="*/ 5163320 h 5244304"/>
                  <a:gd name="connsiteX15" fmla="*/ 2207620 w 5161903"/>
                  <a:gd name="connsiteY15" fmla="*/ 3599562 h 5244304"/>
                  <a:gd name="connsiteX16" fmla="*/ 2194368 w 5161903"/>
                  <a:gd name="connsiteY16" fmla="*/ 3983875 h 5244304"/>
                  <a:gd name="connsiteX17" fmla="*/ 882402 w 5161903"/>
                  <a:gd name="connsiteY17" fmla="*/ 3930867 h 5244304"/>
                  <a:gd name="connsiteX18" fmla="*/ 1041428 w 5161903"/>
                  <a:gd name="connsiteY18" fmla="*/ 3334519 h 5244304"/>
                  <a:gd name="connsiteX19" fmla="*/ 551098 w 5161903"/>
                  <a:gd name="connsiteY19" fmla="*/ 4434449 h 5244304"/>
                  <a:gd name="connsiteX20" fmla="*/ 524594 w 5161903"/>
                  <a:gd name="connsiteY20" fmla="*/ 5097058 h 5244304"/>
                  <a:gd name="connsiteX21" fmla="*/ 206541 w 5161903"/>
                  <a:gd name="connsiteY21" fmla="*/ 5203075 h 5244304"/>
                  <a:gd name="connsiteX22" fmla="*/ 74020 w 5161903"/>
                  <a:gd name="connsiteY22" fmla="*/ 4195909 h 5244304"/>
                  <a:gd name="connsiteX23" fmla="*/ 325812 w 5161903"/>
                  <a:gd name="connsiteY23" fmla="*/ 2897194 h 5244304"/>
                  <a:gd name="connsiteX24" fmla="*/ 21012 w 5161903"/>
                  <a:gd name="connsiteY24" fmla="*/ 2314098 h 5244304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53008 w 5140891"/>
                  <a:gd name="connsiteY21" fmla="*/ 4195909 h 5219409"/>
                  <a:gd name="connsiteX22" fmla="*/ 304800 w 5140891"/>
                  <a:gd name="connsiteY22" fmla="*/ 2897194 h 5219409"/>
                  <a:gd name="connsiteX23" fmla="*/ 0 w 5140891"/>
                  <a:gd name="connsiteY23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53008 w 5140891"/>
                  <a:gd name="connsiteY21" fmla="*/ 4195909 h 5219409"/>
                  <a:gd name="connsiteX22" fmla="*/ 304800 w 5140891"/>
                  <a:gd name="connsiteY22" fmla="*/ 2897194 h 5219409"/>
                  <a:gd name="connsiteX23" fmla="*/ 0 w 5140891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545476 w 5686367"/>
                  <a:gd name="connsiteY0" fmla="*/ 2314098 h 5219409"/>
                  <a:gd name="connsiteX1" fmla="*/ 1247841 w 5686367"/>
                  <a:gd name="connsiteY1" fmla="*/ 1996047 h 5219409"/>
                  <a:gd name="connsiteX2" fmla="*/ 2904363 w 5686367"/>
                  <a:gd name="connsiteY2" fmla="*/ 2049057 h 5219409"/>
                  <a:gd name="connsiteX3" fmla="*/ 3156154 w 5686367"/>
                  <a:gd name="connsiteY3" fmla="*/ 1134656 h 5219409"/>
                  <a:gd name="connsiteX4" fmla="*/ 2281511 w 5686367"/>
                  <a:gd name="connsiteY4" fmla="*/ 1094902 h 5219409"/>
                  <a:gd name="connsiteX5" fmla="*/ 4229582 w 5686367"/>
                  <a:gd name="connsiteY5" fmla="*/ 61230 h 5219409"/>
                  <a:gd name="connsiteX6" fmla="*/ 4786172 w 5686367"/>
                  <a:gd name="connsiteY6" fmla="*/ 180503 h 5219409"/>
                  <a:gd name="connsiteX7" fmla="*/ 5395771 w 5686367"/>
                  <a:gd name="connsiteY7" fmla="*/ 988885 h 5219409"/>
                  <a:gd name="connsiteX8" fmla="*/ 5647562 w 5686367"/>
                  <a:gd name="connsiteY8" fmla="*/ 1770763 h 5219409"/>
                  <a:gd name="connsiteX9" fmla="*/ 5236745 w 5686367"/>
                  <a:gd name="connsiteY9" fmla="*/ 2075563 h 5219409"/>
                  <a:gd name="connsiteX10" fmla="*/ 4825927 w 5686367"/>
                  <a:gd name="connsiteY10" fmla="*/ 2300850 h 5219409"/>
                  <a:gd name="connsiteX11" fmla="*/ 4693406 w 5686367"/>
                  <a:gd name="connsiteY11" fmla="*/ 2473129 h 5219409"/>
                  <a:gd name="connsiteX12" fmla="*/ 4454866 w 5686367"/>
                  <a:gd name="connsiteY12" fmla="*/ 2088816 h 5219409"/>
                  <a:gd name="connsiteX13" fmla="*/ 3447702 w 5686367"/>
                  <a:gd name="connsiteY13" fmla="*/ 3612812 h 5219409"/>
                  <a:gd name="connsiteX14" fmla="*/ 3301927 w 5686367"/>
                  <a:gd name="connsiteY14" fmla="*/ 5163320 h 5219409"/>
                  <a:gd name="connsiteX15" fmla="*/ 2732084 w 5686367"/>
                  <a:gd name="connsiteY15" fmla="*/ 3599562 h 5219409"/>
                  <a:gd name="connsiteX16" fmla="*/ 2718832 w 5686367"/>
                  <a:gd name="connsiteY16" fmla="*/ 3983875 h 5219409"/>
                  <a:gd name="connsiteX17" fmla="*/ 1406866 w 5686367"/>
                  <a:gd name="connsiteY17" fmla="*/ 3930867 h 5219409"/>
                  <a:gd name="connsiteX18" fmla="*/ 1565892 w 5686367"/>
                  <a:gd name="connsiteY18" fmla="*/ 3334519 h 5219409"/>
                  <a:gd name="connsiteX19" fmla="*/ 1075562 w 5686367"/>
                  <a:gd name="connsiteY19" fmla="*/ 4434449 h 5219409"/>
                  <a:gd name="connsiteX20" fmla="*/ 1049058 w 5686367"/>
                  <a:gd name="connsiteY20" fmla="*/ 5097058 h 5219409"/>
                  <a:gd name="connsiteX21" fmla="*/ 598484 w 5686367"/>
                  <a:gd name="connsiteY21" fmla="*/ 4195909 h 5219409"/>
                  <a:gd name="connsiteX22" fmla="*/ 346694 w 5686367"/>
                  <a:gd name="connsiteY22" fmla="*/ 3056220 h 5219409"/>
                  <a:gd name="connsiteX23" fmla="*/ 2136 w 5686367"/>
                  <a:gd name="connsiteY23" fmla="*/ 2512884 h 5219409"/>
                  <a:gd name="connsiteX24" fmla="*/ 545476 w 5686367"/>
                  <a:gd name="connsiteY24" fmla="*/ 2314098 h 5219409"/>
                  <a:gd name="connsiteX0" fmla="*/ 547531 w 5688422"/>
                  <a:gd name="connsiteY0" fmla="*/ 2314098 h 5219409"/>
                  <a:gd name="connsiteX1" fmla="*/ 1249896 w 5688422"/>
                  <a:gd name="connsiteY1" fmla="*/ 1996047 h 5219409"/>
                  <a:gd name="connsiteX2" fmla="*/ 2906418 w 5688422"/>
                  <a:gd name="connsiteY2" fmla="*/ 2049057 h 5219409"/>
                  <a:gd name="connsiteX3" fmla="*/ 3158209 w 5688422"/>
                  <a:gd name="connsiteY3" fmla="*/ 1134656 h 5219409"/>
                  <a:gd name="connsiteX4" fmla="*/ 2283566 w 5688422"/>
                  <a:gd name="connsiteY4" fmla="*/ 1094902 h 5219409"/>
                  <a:gd name="connsiteX5" fmla="*/ 4231637 w 5688422"/>
                  <a:gd name="connsiteY5" fmla="*/ 61230 h 5219409"/>
                  <a:gd name="connsiteX6" fmla="*/ 4788227 w 5688422"/>
                  <a:gd name="connsiteY6" fmla="*/ 180503 h 5219409"/>
                  <a:gd name="connsiteX7" fmla="*/ 5397826 w 5688422"/>
                  <a:gd name="connsiteY7" fmla="*/ 988885 h 5219409"/>
                  <a:gd name="connsiteX8" fmla="*/ 5649617 w 5688422"/>
                  <a:gd name="connsiteY8" fmla="*/ 1770763 h 5219409"/>
                  <a:gd name="connsiteX9" fmla="*/ 5238800 w 5688422"/>
                  <a:gd name="connsiteY9" fmla="*/ 2075563 h 5219409"/>
                  <a:gd name="connsiteX10" fmla="*/ 4827982 w 5688422"/>
                  <a:gd name="connsiteY10" fmla="*/ 2300850 h 5219409"/>
                  <a:gd name="connsiteX11" fmla="*/ 4695461 w 5688422"/>
                  <a:gd name="connsiteY11" fmla="*/ 2473129 h 5219409"/>
                  <a:gd name="connsiteX12" fmla="*/ 4456921 w 5688422"/>
                  <a:gd name="connsiteY12" fmla="*/ 2088816 h 5219409"/>
                  <a:gd name="connsiteX13" fmla="*/ 3449757 w 5688422"/>
                  <a:gd name="connsiteY13" fmla="*/ 3612812 h 5219409"/>
                  <a:gd name="connsiteX14" fmla="*/ 3303982 w 5688422"/>
                  <a:gd name="connsiteY14" fmla="*/ 5163320 h 5219409"/>
                  <a:gd name="connsiteX15" fmla="*/ 2734139 w 5688422"/>
                  <a:gd name="connsiteY15" fmla="*/ 3599562 h 5219409"/>
                  <a:gd name="connsiteX16" fmla="*/ 2720887 w 5688422"/>
                  <a:gd name="connsiteY16" fmla="*/ 3983875 h 5219409"/>
                  <a:gd name="connsiteX17" fmla="*/ 1408921 w 5688422"/>
                  <a:gd name="connsiteY17" fmla="*/ 3930867 h 5219409"/>
                  <a:gd name="connsiteX18" fmla="*/ 1567947 w 5688422"/>
                  <a:gd name="connsiteY18" fmla="*/ 3334519 h 5219409"/>
                  <a:gd name="connsiteX19" fmla="*/ 1077617 w 5688422"/>
                  <a:gd name="connsiteY19" fmla="*/ 4434449 h 5219409"/>
                  <a:gd name="connsiteX20" fmla="*/ 1051113 w 5688422"/>
                  <a:gd name="connsiteY20" fmla="*/ 5097058 h 5219409"/>
                  <a:gd name="connsiteX21" fmla="*/ 600539 w 5688422"/>
                  <a:gd name="connsiteY21" fmla="*/ 4195909 h 5219409"/>
                  <a:gd name="connsiteX22" fmla="*/ 348749 w 5688422"/>
                  <a:gd name="connsiteY22" fmla="*/ 3056220 h 5219409"/>
                  <a:gd name="connsiteX23" fmla="*/ 401756 w 5688422"/>
                  <a:gd name="connsiteY23" fmla="*/ 2685162 h 5219409"/>
                  <a:gd name="connsiteX24" fmla="*/ 4191 w 5688422"/>
                  <a:gd name="connsiteY24" fmla="*/ 2512884 h 5219409"/>
                  <a:gd name="connsiteX25" fmla="*/ 547531 w 5688422"/>
                  <a:gd name="connsiteY25" fmla="*/ 2314098 h 5219409"/>
                  <a:gd name="connsiteX0" fmla="*/ 548665 w 5689556"/>
                  <a:gd name="connsiteY0" fmla="*/ 2314098 h 5219409"/>
                  <a:gd name="connsiteX1" fmla="*/ 1251030 w 5689556"/>
                  <a:gd name="connsiteY1" fmla="*/ 1996047 h 5219409"/>
                  <a:gd name="connsiteX2" fmla="*/ 2907552 w 5689556"/>
                  <a:gd name="connsiteY2" fmla="*/ 2049057 h 5219409"/>
                  <a:gd name="connsiteX3" fmla="*/ 3159343 w 5689556"/>
                  <a:gd name="connsiteY3" fmla="*/ 1134656 h 5219409"/>
                  <a:gd name="connsiteX4" fmla="*/ 2284700 w 5689556"/>
                  <a:gd name="connsiteY4" fmla="*/ 1094902 h 5219409"/>
                  <a:gd name="connsiteX5" fmla="*/ 4232771 w 5689556"/>
                  <a:gd name="connsiteY5" fmla="*/ 61230 h 5219409"/>
                  <a:gd name="connsiteX6" fmla="*/ 4789361 w 5689556"/>
                  <a:gd name="connsiteY6" fmla="*/ 180503 h 5219409"/>
                  <a:gd name="connsiteX7" fmla="*/ 5398960 w 5689556"/>
                  <a:gd name="connsiteY7" fmla="*/ 988885 h 5219409"/>
                  <a:gd name="connsiteX8" fmla="*/ 5650751 w 5689556"/>
                  <a:gd name="connsiteY8" fmla="*/ 1770763 h 5219409"/>
                  <a:gd name="connsiteX9" fmla="*/ 5239934 w 5689556"/>
                  <a:gd name="connsiteY9" fmla="*/ 2075563 h 5219409"/>
                  <a:gd name="connsiteX10" fmla="*/ 4829116 w 5689556"/>
                  <a:gd name="connsiteY10" fmla="*/ 2300850 h 5219409"/>
                  <a:gd name="connsiteX11" fmla="*/ 4696595 w 5689556"/>
                  <a:gd name="connsiteY11" fmla="*/ 2473129 h 5219409"/>
                  <a:gd name="connsiteX12" fmla="*/ 4458055 w 5689556"/>
                  <a:gd name="connsiteY12" fmla="*/ 2088816 h 5219409"/>
                  <a:gd name="connsiteX13" fmla="*/ 3450891 w 5689556"/>
                  <a:gd name="connsiteY13" fmla="*/ 3612812 h 5219409"/>
                  <a:gd name="connsiteX14" fmla="*/ 3305116 w 5689556"/>
                  <a:gd name="connsiteY14" fmla="*/ 5163320 h 5219409"/>
                  <a:gd name="connsiteX15" fmla="*/ 2735273 w 5689556"/>
                  <a:gd name="connsiteY15" fmla="*/ 3599562 h 5219409"/>
                  <a:gd name="connsiteX16" fmla="*/ 2722021 w 5689556"/>
                  <a:gd name="connsiteY16" fmla="*/ 3983875 h 5219409"/>
                  <a:gd name="connsiteX17" fmla="*/ 1410055 w 5689556"/>
                  <a:gd name="connsiteY17" fmla="*/ 3930867 h 5219409"/>
                  <a:gd name="connsiteX18" fmla="*/ 1569081 w 5689556"/>
                  <a:gd name="connsiteY18" fmla="*/ 3334519 h 5219409"/>
                  <a:gd name="connsiteX19" fmla="*/ 1078751 w 5689556"/>
                  <a:gd name="connsiteY19" fmla="*/ 4434449 h 5219409"/>
                  <a:gd name="connsiteX20" fmla="*/ 1052247 w 5689556"/>
                  <a:gd name="connsiteY20" fmla="*/ 5097058 h 5219409"/>
                  <a:gd name="connsiteX21" fmla="*/ 601673 w 5689556"/>
                  <a:gd name="connsiteY21" fmla="*/ 4195909 h 5219409"/>
                  <a:gd name="connsiteX22" fmla="*/ 349883 w 5689556"/>
                  <a:gd name="connsiteY22" fmla="*/ 3056220 h 5219409"/>
                  <a:gd name="connsiteX23" fmla="*/ 402890 w 5689556"/>
                  <a:gd name="connsiteY23" fmla="*/ 2685162 h 5219409"/>
                  <a:gd name="connsiteX24" fmla="*/ 5325 w 5689556"/>
                  <a:gd name="connsiteY24" fmla="*/ 2512884 h 5219409"/>
                  <a:gd name="connsiteX25" fmla="*/ 548665 w 5689556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97036 w 5689997"/>
                  <a:gd name="connsiteY11" fmla="*/ 24731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97036 w 5689997"/>
                  <a:gd name="connsiteY11" fmla="*/ 24731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980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980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20024"/>
                  <a:gd name="connsiteX1" fmla="*/ 1288943 w 5727469"/>
                  <a:gd name="connsiteY1" fmla="*/ 1996047 h 5220024"/>
                  <a:gd name="connsiteX2" fmla="*/ 2968325 w 5727469"/>
                  <a:gd name="connsiteY2" fmla="*/ 2026197 h 5220024"/>
                  <a:gd name="connsiteX3" fmla="*/ 3197256 w 5727469"/>
                  <a:gd name="connsiteY3" fmla="*/ 1134656 h 5220024"/>
                  <a:gd name="connsiteX4" fmla="*/ 2322613 w 5727469"/>
                  <a:gd name="connsiteY4" fmla="*/ 1094902 h 5220024"/>
                  <a:gd name="connsiteX5" fmla="*/ 4270684 w 5727469"/>
                  <a:gd name="connsiteY5" fmla="*/ 61230 h 5220024"/>
                  <a:gd name="connsiteX6" fmla="*/ 4827274 w 5727469"/>
                  <a:gd name="connsiteY6" fmla="*/ 180503 h 5220024"/>
                  <a:gd name="connsiteX7" fmla="*/ 5436873 w 5727469"/>
                  <a:gd name="connsiteY7" fmla="*/ 988885 h 5220024"/>
                  <a:gd name="connsiteX8" fmla="*/ 5688664 w 5727469"/>
                  <a:gd name="connsiteY8" fmla="*/ 1770763 h 5220024"/>
                  <a:gd name="connsiteX9" fmla="*/ 5277847 w 5727469"/>
                  <a:gd name="connsiteY9" fmla="*/ 2075563 h 5220024"/>
                  <a:gd name="connsiteX10" fmla="*/ 4867029 w 5727469"/>
                  <a:gd name="connsiteY10" fmla="*/ 2300850 h 5220024"/>
                  <a:gd name="connsiteX11" fmla="*/ 4709108 w 5727469"/>
                  <a:gd name="connsiteY11" fmla="*/ 2536629 h 5220024"/>
                  <a:gd name="connsiteX12" fmla="*/ 4495968 w 5727469"/>
                  <a:gd name="connsiteY12" fmla="*/ 2088816 h 5220024"/>
                  <a:gd name="connsiteX13" fmla="*/ 4172285 w 5727469"/>
                  <a:gd name="connsiteY13" fmla="*/ 2914425 h 5220024"/>
                  <a:gd name="connsiteX14" fmla="*/ 3488804 w 5727469"/>
                  <a:gd name="connsiteY14" fmla="*/ 3612812 h 5220024"/>
                  <a:gd name="connsiteX15" fmla="*/ 3343029 w 5727469"/>
                  <a:gd name="connsiteY15" fmla="*/ 5163320 h 5220024"/>
                  <a:gd name="connsiteX16" fmla="*/ 2773186 w 5727469"/>
                  <a:gd name="connsiteY16" fmla="*/ 3599562 h 5220024"/>
                  <a:gd name="connsiteX17" fmla="*/ 2798034 w 5727469"/>
                  <a:gd name="connsiteY17" fmla="*/ 3983875 h 5220024"/>
                  <a:gd name="connsiteX18" fmla="*/ 1447968 w 5727469"/>
                  <a:gd name="connsiteY18" fmla="*/ 3930867 h 5220024"/>
                  <a:gd name="connsiteX19" fmla="*/ 1606994 w 5727469"/>
                  <a:gd name="connsiteY19" fmla="*/ 3334519 h 5220024"/>
                  <a:gd name="connsiteX20" fmla="*/ 1116664 w 5727469"/>
                  <a:gd name="connsiteY20" fmla="*/ 4434449 h 5220024"/>
                  <a:gd name="connsiteX21" fmla="*/ 1090160 w 5727469"/>
                  <a:gd name="connsiteY21" fmla="*/ 5087533 h 5220024"/>
                  <a:gd name="connsiteX22" fmla="*/ 616726 w 5727469"/>
                  <a:gd name="connsiteY22" fmla="*/ 4195909 h 5220024"/>
                  <a:gd name="connsiteX23" fmla="*/ 410656 w 5727469"/>
                  <a:gd name="connsiteY23" fmla="*/ 3056220 h 5220024"/>
                  <a:gd name="connsiteX24" fmla="*/ 440803 w 5727469"/>
                  <a:gd name="connsiteY24" fmla="*/ 2685162 h 5220024"/>
                  <a:gd name="connsiteX25" fmla="*/ 5138 w 5727469"/>
                  <a:gd name="connsiteY25" fmla="*/ 2474784 h 5220024"/>
                  <a:gd name="connsiteX26" fmla="*/ 586578 w 5727469"/>
                  <a:gd name="connsiteY26" fmla="*/ 2314098 h 5220024"/>
                  <a:gd name="connsiteX0" fmla="*/ 586578 w 5727469"/>
                  <a:gd name="connsiteY0" fmla="*/ 2314098 h 5220024"/>
                  <a:gd name="connsiteX1" fmla="*/ 1288943 w 5727469"/>
                  <a:gd name="connsiteY1" fmla="*/ 1996047 h 5220024"/>
                  <a:gd name="connsiteX2" fmla="*/ 2968325 w 5727469"/>
                  <a:gd name="connsiteY2" fmla="*/ 2026197 h 5220024"/>
                  <a:gd name="connsiteX3" fmla="*/ 3197256 w 5727469"/>
                  <a:gd name="connsiteY3" fmla="*/ 1134656 h 5220024"/>
                  <a:gd name="connsiteX4" fmla="*/ 2322613 w 5727469"/>
                  <a:gd name="connsiteY4" fmla="*/ 1094902 h 5220024"/>
                  <a:gd name="connsiteX5" fmla="*/ 4270684 w 5727469"/>
                  <a:gd name="connsiteY5" fmla="*/ 61230 h 5220024"/>
                  <a:gd name="connsiteX6" fmla="*/ 4827274 w 5727469"/>
                  <a:gd name="connsiteY6" fmla="*/ 180503 h 5220024"/>
                  <a:gd name="connsiteX7" fmla="*/ 5436873 w 5727469"/>
                  <a:gd name="connsiteY7" fmla="*/ 988885 h 5220024"/>
                  <a:gd name="connsiteX8" fmla="*/ 5688664 w 5727469"/>
                  <a:gd name="connsiteY8" fmla="*/ 1770763 h 5220024"/>
                  <a:gd name="connsiteX9" fmla="*/ 5277847 w 5727469"/>
                  <a:gd name="connsiteY9" fmla="*/ 2075563 h 5220024"/>
                  <a:gd name="connsiteX10" fmla="*/ 4867029 w 5727469"/>
                  <a:gd name="connsiteY10" fmla="*/ 2300850 h 5220024"/>
                  <a:gd name="connsiteX11" fmla="*/ 4709108 w 5727469"/>
                  <a:gd name="connsiteY11" fmla="*/ 2536629 h 5220024"/>
                  <a:gd name="connsiteX12" fmla="*/ 4495968 w 5727469"/>
                  <a:gd name="connsiteY12" fmla="*/ 2088816 h 5220024"/>
                  <a:gd name="connsiteX13" fmla="*/ 4172285 w 5727469"/>
                  <a:gd name="connsiteY13" fmla="*/ 2914425 h 5220024"/>
                  <a:gd name="connsiteX14" fmla="*/ 3488804 w 5727469"/>
                  <a:gd name="connsiteY14" fmla="*/ 3612812 h 5220024"/>
                  <a:gd name="connsiteX15" fmla="*/ 3343029 w 5727469"/>
                  <a:gd name="connsiteY15" fmla="*/ 5163320 h 5220024"/>
                  <a:gd name="connsiteX16" fmla="*/ 2773186 w 5727469"/>
                  <a:gd name="connsiteY16" fmla="*/ 3599562 h 5220024"/>
                  <a:gd name="connsiteX17" fmla="*/ 2798034 w 5727469"/>
                  <a:gd name="connsiteY17" fmla="*/ 3983875 h 5220024"/>
                  <a:gd name="connsiteX18" fmla="*/ 1447968 w 5727469"/>
                  <a:gd name="connsiteY18" fmla="*/ 3930867 h 5220024"/>
                  <a:gd name="connsiteX19" fmla="*/ 1606994 w 5727469"/>
                  <a:gd name="connsiteY19" fmla="*/ 3334519 h 5220024"/>
                  <a:gd name="connsiteX20" fmla="*/ 1116664 w 5727469"/>
                  <a:gd name="connsiteY20" fmla="*/ 4434449 h 5220024"/>
                  <a:gd name="connsiteX21" fmla="*/ 1090160 w 5727469"/>
                  <a:gd name="connsiteY21" fmla="*/ 5087533 h 5220024"/>
                  <a:gd name="connsiteX22" fmla="*/ 616726 w 5727469"/>
                  <a:gd name="connsiteY22" fmla="*/ 4195909 h 5220024"/>
                  <a:gd name="connsiteX23" fmla="*/ 410656 w 5727469"/>
                  <a:gd name="connsiteY23" fmla="*/ 3056220 h 5220024"/>
                  <a:gd name="connsiteX24" fmla="*/ 440803 w 5727469"/>
                  <a:gd name="connsiteY24" fmla="*/ 2685162 h 5220024"/>
                  <a:gd name="connsiteX25" fmla="*/ 5138 w 5727469"/>
                  <a:gd name="connsiteY25" fmla="*/ 2474784 h 5220024"/>
                  <a:gd name="connsiteX26" fmla="*/ 586578 w 5727469"/>
                  <a:gd name="connsiteY26" fmla="*/ 2314098 h 5220024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447968 w 5727469"/>
                  <a:gd name="connsiteY18" fmla="*/ 3930867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090160 w 5727469"/>
                  <a:gd name="connsiteY20" fmla="*/ 5087533 h 5219531"/>
                  <a:gd name="connsiteX21" fmla="*/ 616726 w 5727469"/>
                  <a:gd name="connsiteY21" fmla="*/ 4195909 h 5219531"/>
                  <a:gd name="connsiteX22" fmla="*/ 410656 w 5727469"/>
                  <a:gd name="connsiteY22" fmla="*/ 3056220 h 5219531"/>
                  <a:gd name="connsiteX23" fmla="*/ 440803 w 5727469"/>
                  <a:gd name="connsiteY23" fmla="*/ 2685162 h 5219531"/>
                  <a:gd name="connsiteX24" fmla="*/ 5138 w 5727469"/>
                  <a:gd name="connsiteY24" fmla="*/ 2474784 h 5219531"/>
                  <a:gd name="connsiteX25" fmla="*/ 586578 w 5727469"/>
                  <a:gd name="connsiteY25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00330 w 5727469"/>
                  <a:gd name="connsiteY18" fmla="*/ 38911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3030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25730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1954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1954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727469" h="5219531">
                    <a:moveTo>
                      <a:pt x="586578" y="2314098"/>
                    </a:moveTo>
                    <a:cubicBezTo>
                      <a:pt x="789778" y="2115316"/>
                      <a:pt x="1085743" y="1982794"/>
                      <a:pt x="1288943" y="1996047"/>
                    </a:cubicBezTo>
                    <a:cubicBezTo>
                      <a:pt x="1854369" y="2022551"/>
                      <a:pt x="2402899" y="1999693"/>
                      <a:pt x="2968325" y="2026197"/>
                    </a:cubicBezTo>
                    <a:cubicBezTo>
                      <a:pt x="3339386" y="1783241"/>
                      <a:pt x="3232043" y="1583021"/>
                      <a:pt x="3197256" y="1134656"/>
                    </a:cubicBezTo>
                    <a:cubicBezTo>
                      <a:pt x="3265725" y="955752"/>
                      <a:pt x="2285065" y="1322398"/>
                      <a:pt x="2322613" y="1094902"/>
                    </a:cubicBezTo>
                    <a:cubicBezTo>
                      <a:pt x="2413170" y="854154"/>
                      <a:pt x="3868702" y="-272282"/>
                      <a:pt x="4270684" y="61230"/>
                    </a:cubicBezTo>
                    <a:cubicBezTo>
                      <a:pt x="4275101" y="167248"/>
                      <a:pt x="4743343" y="-111045"/>
                      <a:pt x="4827274" y="180503"/>
                    </a:cubicBezTo>
                    <a:cubicBezTo>
                      <a:pt x="5017221" y="374868"/>
                      <a:pt x="5386405" y="809760"/>
                      <a:pt x="5436873" y="988885"/>
                    </a:cubicBezTo>
                    <a:cubicBezTo>
                      <a:pt x="5600317" y="1311355"/>
                      <a:pt x="5816768" y="1580815"/>
                      <a:pt x="5688664" y="1770763"/>
                    </a:cubicBezTo>
                    <a:cubicBezTo>
                      <a:pt x="5560891" y="1947459"/>
                      <a:pt x="5436873" y="1958502"/>
                      <a:pt x="5277847" y="2075563"/>
                    </a:cubicBezTo>
                    <a:cubicBezTo>
                      <a:pt x="5151951" y="2177163"/>
                      <a:pt x="4957585" y="2234589"/>
                      <a:pt x="4867029" y="2300850"/>
                    </a:cubicBezTo>
                    <a:cubicBezTo>
                      <a:pt x="4776473" y="2367111"/>
                      <a:pt x="4716010" y="2443312"/>
                      <a:pt x="4709108" y="2536629"/>
                    </a:cubicBezTo>
                    <a:cubicBezTo>
                      <a:pt x="4508117" y="2684612"/>
                      <a:pt x="4644503" y="1928134"/>
                      <a:pt x="4495968" y="2088816"/>
                    </a:cubicBezTo>
                    <a:cubicBezTo>
                      <a:pt x="4383638" y="2151782"/>
                      <a:pt x="4340146" y="2660426"/>
                      <a:pt x="4172285" y="2914425"/>
                    </a:cubicBezTo>
                    <a:cubicBezTo>
                      <a:pt x="4004424" y="3168424"/>
                      <a:pt x="3748933" y="3344676"/>
                      <a:pt x="3488804" y="3612812"/>
                    </a:cubicBezTo>
                    <a:cubicBezTo>
                      <a:pt x="3422543" y="3873439"/>
                      <a:pt x="3492530" y="5159868"/>
                      <a:pt x="3343029" y="5163320"/>
                    </a:cubicBezTo>
                    <a:cubicBezTo>
                      <a:pt x="2777604" y="5560884"/>
                      <a:pt x="2915577" y="3723594"/>
                      <a:pt x="2773186" y="3599562"/>
                    </a:cubicBezTo>
                    <a:cubicBezTo>
                      <a:pt x="2767113" y="3587690"/>
                      <a:pt x="2921721" y="4028049"/>
                      <a:pt x="2798034" y="3983875"/>
                    </a:cubicBezTo>
                    <a:cubicBezTo>
                      <a:pt x="2722938" y="4019214"/>
                      <a:pt x="1612337" y="4067322"/>
                      <a:pt x="1311954" y="3903879"/>
                    </a:cubicBezTo>
                    <a:cubicBezTo>
                      <a:pt x="1325178" y="3786266"/>
                      <a:pt x="1575312" y="3442607"/>
                      <a:pt x="1606994" y="3334519"/>
                    </a:cubicBezTo>
                    <a:cubicBezTo>
                      <a:pt x="1603900" y="3403713"/>
                      <a:pt x="1253604" y="3899876"/>
                      <a:pt x="1167465" y="4192045"/>
                    </a:cubicBezTo>
                    <a:cubicBezTo>
                      <a:pt x="1081326" y="4484214"/>
                      <a:pt x="1213700" y="5110172"/>
                      <a:pt x="1090160" y="5087533"/>
                    </a:cubicBezTo>
                    <a:cubicBezTo>
                      <a:pt x="560073" y="5432089"/>
                      <a:pt x="649856" y="4562553"/>
                      <a:pt x="616726" y="4195909"/>
                    </a:cubicBezTo>
                    <a:cubicBezTo>
                      <a:pt x="686521" y="4014133"/>
                      <a:pt x="825890" y="3860185"/>
                      <a:pt x="410656" y="3056220"/>
                    </a:cubicBezTo>
                    <a:cubicBezTo>
                      <a:pt x="383710" y="2810282"/>
                      <a:pt x="498229" y="2775718"/>
                      <a:pt x="440803" y="2685162"/>
                    </a:cubicBezTo>
                    <a:cubicBezTo>
                      <a:pt x="264108" y="2819893"/>
                      <a:pt x="-43454" y="2565341"/>
                      <a:pt x="5138" y="2474784"/>
                    </a:cubicBezTo>
                    <a:cubicBezTo>
                      <a:pt x="226007" y="2541375"/>
                      <a:pt x="405465" y="2471800"/>
                      <a:pt x="586578" y="2314098"/>
                    </a:cubicBezTo>
                    <a:close/>
                  </a:path>
                </a:pathLst>
              </a:custGeom>
              <a:solidFill>
                <a:srgbClr val="E97132"/>
              </a:solidFill>
              <a:ln w="38100" cap="flat" cmpd="sng" algn="ctr">
                <a:solidFill>
                  <a:srgbClr val="E9713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63368C4-5BAC-4C4E-30B8-F3B4AC4DF6DC}"/>
                  </a:ext>
                </a:extLst>
              </p:cNvPr>
              <p:cNvSpPr/>
              <p:nvPr/>
            </p:nvSpPr>
            <p:spPr>
              <a:xfrm rot="19292538">
                <a:off x="737638" y="-537977"/>
                <a:ext cx="779781" cy="52678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Rectangle: Rounded Corners 9">
                <a:extLst>
                  <a:ext uri="{FF2B5EF4-FFF2-40B4-BE49-F238E27FC236}">
                    <a16:creationId xmlns:a16="http://schemas.microsoft.com/office/drawing/2014/main" id="{CF3716A4-5CA0-FA17-7F4F-F8910162AA60}"/>
                  </a:ext>
                </a:extLst>
              </p:cNvPr>
              <p:cNvSpPr/>
              <p:nvPr/>
            </p:nvSpPr>
            <p:spPr>
              <a:xfrm>
                <a:off x="929552" y="-448541"/>
                <a:ext cx="174271" cy="192408"/>
              </a:xfrm>
              <a:custGeom>
                <a:avLst/>
                <a:gdLst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140478 w 140478"/>
                  <a:gd name="connsiteY4" fmla="*/ 127390 h 150803"/>
                  <a:gd name="connsiteX5" fmla="*/ 117065 w 140478"/>
                  <a:gd name="connsiteY5" fmla="*/ 150803 h 150803"/>
                  <a:gd name="connsiteX6" fmla="*/ 23413 w 140478"/>
                  <a:gd name="connsiteY6" fmla="*/ 150803 h 150803"/>
                  <a:gd name="connsiteX7" fmla="*/ 0 w 140478"/>
                  <a:gd name="connsiteY7" fmla="*/ 127390 h 150803"/>
                  <a:gd name="connsiteX8" fmla="*/ 0 w 140478"/>
                  <a:gd name="connsiteY8" fmla="*/ 23413 h 150803"/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140478 w 140478"/>
                  <a:gd name="connsiteY4" fmla="*/ 1273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7" fmla="*/ 0 w 140478"/>
                  <a:gd name="connsiteY7" fmla="*/ 23413 h 150803"/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96028 w 140478"/>
                  <a:gd name="connsiteY4" fmla="*/ 1019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7" fmla="*/ 0 w 140478"/>
                  <a:gd name="connsiteY7" fmla="*/ 23413 h 150803"/>
                  <a:gd name="connsiteX0" fmla="*/ 0 w 140478"/>
                  <a:gd name="connsiteY0" fmla="*/ 127390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96028 w 140478"/>
                  <a:gd name="connsiteY4" fmla="*/ 1019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0" fmla="*/ 0 w 140478"/>
                  <a:gd name="connsiteY0" fmla="*/ 127390 h 150803"/>
                  <a:gd name="connsiteX1" fmla="*/ 117065 w 140478"/>
                  <a:gd name="connsiteY1" fmla="*/ 0 h 150803"/>
                  <a:gd name="connsiteX2" fmla="*/ 140478 w 140478"/>
                  <a:gd name="connsiteY2" fmla="*/ 23413 h 150803"/>
                  <a:gd name="connsiteX3" fmla="*/ 96028 w 140478"/>
                  <a:gd name="connsiteY3" fmla="*/ 101990 h 150803"/>
                  <a:gd name="connsiteX4" fmla="*/ 23413 w 140478"/>
                  <a:gd name="connsiteY4" fmla="*/ 150803 h 150803"/>
                  <a:gd name="connsiteX5" fmla="*/ 0 w 140478"/>
                  <a:gd name="connsiteY5" fmla="*/ 127390 h 150803"/>
                  <a:gd name="connsiteX0" fmla="*/ 0 w 140478"/>
                  <a:gd name="connsiteY0" fmla="*/ 127390 h 150803"/>
                  <a:gd name="connsiteX1" fmla="*/ 117065 w 140478"/>
                  <a:gd name="connsiteY1" fmla="*/ 0 h 150803"/>
                  <a:gd name="connsiteX2" fmla="*/ 140478 w 140478"/>
                  <a:gd name="connsiteY2" fmla="*/ 23413 h 150803"/>
                  <a:gd name="connsiteX3" fmla="*/ 96028 w 140478"/>
                  <a:gd name="connsiteY3" fmla="*/ 101990 h 150803"/>
                  <a:gd name="connsiteX4" fmla="*/ 23413 w 140478"/>
                  <a:gd name="connsiteY4" fmla="*/ 150803 h 150803"/>
                  <a:gd name="connsiteX5" fmla="*/ 0 w 140478"/>
                  <a:gd name="connsiteY5" fmla="*/ 127390 h 150803"/>
                  <a:gd name="connsiteX0" fmla="*/ 0 w 120001"/>
                  <a:gd name="connsiteY0" fmla="*/ 134650 h 158063"/>
                  <a:gd name="connsiteX1" fmla="*/ 117065 w 120001"/>
                  <a:gd name="connsiteY1" fmla="*/ 7260 h 158063"/>
                  <a:gd name="connsiteX2" fmla="*/ 96028 w 120001"/>
                  <a:gd name="connsiteY2" fmla="*/ 5273 h 158063"/>
                  <a:gd name="connsiteX3" fmla="*/ 96028 w 120001"/>
                  <a:gd name="connsiteY3" fmla="*/ 109250 h 158063"/>
                  <a:gd name="connsiteX4" fmla="*/ 23413 w 120001"/>
                  <a:gd name="connsiteY4" fmla="*/ 158063 h 158063"/>
                  <a:gd name="connsiteX5" fmla="*/ 0 w 120001"/>
                  <a:gd name="connsiteY5" fmla="*/ 134650 h 158063"/>
                  <a:gd name="connsiteX0" fmla="*/ 0 w 122725"/>
                  <a:gd name="connsiteY0" fmla="*/ 127550 h 150963"/>
                  <a:gd name="connsiteX1" fmla="*/ 117065 w 122725"/>
                  <a:gd name="connsiteY1" fmla="*/ 160 h 150963"/>
                  <a:gd name="connsiteX2" fmla="*/ 96028 w 122725"/>
                  <a:gd name="connsiteY2" fmla="*/ 102150 h 150963"/>
                  <a:gd name="connsiteX3" fmla="*/ 23413 w 122725"/>
                  <a:gd name="connsiteY3" fmla="*/ 150963 h 150963"/>
                  <a:gd name="connsiteX4" fmla="*/ 0 w 122725"/>
                  <a:gd name="connsiteY4" fmla="*/ 127550 h 150963"/>
                  <a:gd name="connsiteX0" fmla="*/ 111 w 122836"/>
                  <a:gd name="connsiteY0" fmla="*/ 127550 h 133740"/>
                  <a:gd name="connsiteX1" fmla="*/ 117176 w 122836"/>
                  <a:gd name="connsiteY1" fmla="*/ 160 h 133740"/>
                  <a:gd name="connsiteX2" fmla="*/ 96139 w 122836"/>
                  <a:gd name="connsiteY2" fmla="*/ 102150 h 133740"/>
                  <a:gd name="connsiteX3" fmla="*/ 111 w 122836"/>
                  <a:gd name="connsiteY3" fmla="*/ 127550 h 133740"/>
                  <a:gd name="connsiteX0" fmla="*/ 0 w 117065"/>
                  <a:gd name="connsiteY0" fmla="*/ 127390 h 127390"/>
                  <a:gd name="connsiteX1" fmla="*/ 117065 w 117065"/>
                  <a:gd name="connsiteY1" fmla="*/ 0 h 127390"/>
                  <a:gd name="connsiteX2" fmla="*/ 0 w 117065"/>
                  <a:gd name="connsiteY2" fmla="*/ 127390 h 127390"/>
                  <a:gd name="connsiteX0" fmla="*/ 0 w 125095"/>
                  <a:gd name="connsiteY0" fmla="*/ 127390 h 127390"/>
                  <a:gd name="connsiteX1" fmla="*/ 117065 w 125095"/>
                  <a:gd name="connsiteY1" fmla="*/ 0 h 127390"/>
                  <a:gd name="connsiteX2" fmla="*/ 0 w 125095"/>
                  <a:gd name="connsiteY2" fmla="*/ 127390 h 127390"/>
                  <a:gd name="connsiteX0" fmla="*/ 0 w 117065"/>
                  <a:gd name="connsiteY0" fmla="*/ 129567 h 129567"/>
                  <a:gd name="connsiteX1" fmla="*/ 117065 w 117065"/>
                  <a:gd name="connsiteY1" fmla="*/ 2177 h 129567"/>
                  <a:gd name="connsiteX2" fmla="*/ 0 w 117065"/>
                  <a:gd name="connsiteY2" fmla="*/ 129567 h 129567"/>
                  <a:gd name="connsiteX0" fmla="*/ 0 w 117317"/>
                  <a:gd name="connsiteY0" fmla="*/ 129567 h 129567"/>
                  <a:gd name="connsiteX1" fmla="*/ 117065 w 117317"/>
                  <a:gd name="connsiteY1" fmla="*/ 2177 h 129567"/>
                  <a:gd name="connsiteX2" fmla="*/ 0 w 117317"/>
                  <a:gd name="connsiteY2" fmla="*/ 129567 h 129567"/>
                  <a:gd name="connsiteX0" fmla="*/ 0 w 122490"/>
                  <a:gd name="connsiteY0" fmla="*/ 129567 h 129567"/>
                  <a:gd name="connsiteX1" fmla="*/ 117065 w 122490"/>
                  <a:gd name="connsiteY1" fmla="*/ 2177 h 129567"/>
                  <a:gd name="connsiteX2" fmla="*/ 0 w 122490"/>
                  <a:gd name="connsiteY2" fmla="*/ 129567 h 129567"/>
                  <a:gd name="connsiteX0" fmla="*/ 0 w 128031"/>
                  <a:gd name="connsiteY0" fmla="*/ 129567 h 139446"/>
                  <a:gd name="connsiteX1" fmla="*/ 117065 w 128031"/>
                  <a:gd name="connsiteY1" fmla="*/ 2177 h 139446"/>
                  <a:gd name="connsiteX2" fmla="*/ 0 w 128031"/>
                  <a:gd name="connsiteY2" fmla="*/ 129567 h 139446"/>
                  <a:gd name="connsiteX0" fmla="*/ 0 w 123336"/>
                  <a:gd name="connsiteY0" fmla="*/ 129567 h 139446"/>
                  <a:gd name="connsiteX1" fmla="*/ 117065 w 123336"/>
                  <a:gd name="connsiteY1" fmla="*/ 2177 h 139446"/>
                  <a:gd name="connsiteX2" fmla="*/ 0 w 123336"/>
                  <a:gd name="connsiteY2" fmla="*/ 129567 h 139446"/>
                  <a:gd name="connsiteX0" fmla="*/ 2695 w 126031"/>
                  <a:gd name="connsiteY0" fmla="*/ 129268 h 139147"/>
                  <a:gd name="connsiteX1" fmla="*/ 119760 w 126031"/>
                  <a:gd name="connsiteY1" fmla="*/ 1878 h 139147"/>
                  <a:gd name="connsiteX2" fmla="*/ 2695 w 126031"/>
                  <a:gd name="connsiteY2" fmla="*/ 129268 h 139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6031" h="139147">
                    <a:moveTo>
                      <a:pt x="2695" y="129268"/>
                    </a:moveTo>
                    <a:cubicBezTo>
                      <a:pt x="-15433" y="61405"/>
                      <a:pt x="61688" y="-12809"/>
                      <a:pt x="119760" y="1878"/>
                    </a:cubicBezTo>
                    <a:cubicBezTo>
                      <a:pt x="150588" y="107841"/>
                      <a:pt x="60767" y="163005"/>
                      <a:pt x="2695" y="12926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143E583-54A1-8658-4A5B-32760BA30C90}"/>
                  </a:ext>
                </a:extLst>
              </p:cNvPr>
              <p:cNvSpPr/>
              <p:nvPr/>
            </p:nvSpPr>
            <p:spPr>
              <a:xfrm>
                <a:off x="1127528" y="-516331"/>
                <a:ext cx="63219" cy="6321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B269502-FCEC-D03E-E98A-5777158F047D}"/>
                  </a:ext>
                </a:extLst>
              </p:cNvPr>
              <p:cNvSpPr/>
              <p:nvPr/>
            </p:nvSpPr>
            <p:spPr>
              <a:xfrm>
                <a:off x="1866310" y="360623"/>
                <a:ext cx="1034804" cy="698654"/>
              </a:xfrm>
              <a:custGeom>
                <a:avLst/>
                <a:gdLst>
                  <a:gd name="connsiteX0" fmla="*/ 0 w 752231"/>
                  <a:gd name="connsiteY0" fmla="*/ 134525 h 507662"/>
                  <a:gd name="connsiteX1" fmla="*/ 228600 w 752231"/>
                  <a:gd name="connsiteY1" fmla="*/ 452025 h 507662"/>
                  <a:gd name="connsiteX2" fmla="*/ 698500 w 752231"/>
                  <a:gd name="connsiteY2" fmla="*/ 490125 h 507662"/>
                  <a:gd name="connsiteX3" fmla="*/ 736600 w 752231"/>
                  <a:gd name="connsiteY3" fmla="*/ 261525 h 507662"/>
                  <a:gd name="connsiteX4" fmla="*/ 736600 w 752231"/>
                  <a:gd name="connsiteY4" fmla="*/ 109125 h 507662"/>
                  <a:gd name="connsiteX5" fmla="*/ 546100 w 752231"/>
                  <a:gd name="connsiteY5" fmla="*/ 7525 h 507662"/>
                  <a:gd name="connsiteX6" fmla="*/ 520700 w 752231"/>
                  <a:gd name="connsiteY6" fmla="*/ 7525 h 507662"/>
                  <a:gd name="connsiteX7" fmla="*/ 520700 w 752231"/>
                  <a:gd name="connsiteY7" fmla="*/ 7525 h 507662"/>
                  <a:gd name="connsiteX0" fmla="*/ 0 w 759075"/>
                  <a:gd name="connsiteY0" fmla="*/ 134525 h 518903"/>
                  <a:gd name="connsiteX1" fmla="*/ 228600 w 759075"/>
                  <a:gd name="connsiteY1" fmla="*/ 452025 h 518903"/>
                  <a:gd name="connsiteX2" fmla="*/ 698500 w 759075"/>
                  <a:gd name="connsiteY2" fmla="*/ 490125 h 518903"/>
                  <a:gd name="connsiteX3" fmla="*/ 736600 w 759075"/>
                  <a:gd name="connsiteY3" fmla="*/ 109125 h 518903"/>
                  <a:gd name="connsiteX4" fmla="*/ 546100 w 759075"/>
                  <a:gd name="connsiteY4" fmla="*/ 7525 h 518903"/>
                  <a:gd name="connsiteX5" fmla="*/ 520700 w 759075"/>
                  <a:gd name="connsiteY5" fmla="*/ 7525 h 518903"/>
                  <a:gd name="connsiteX6" fmla="*/ 520700 w 759075"/>
                  <a:gd name="connsiteY6" fmla="*/ 7525 h 518903"/>
                  <a:gd name="connsiteX0" fmla="*/ 0 w 748359"/>
                  <a:gd name="connsiteY0" fmla="*/ 134525 h 505259"/>
                  <a:gd name="connsiteX1" fmla="*/ 228600 w 748359"/>
                  <a:gd name="connsiteY1" fmla="*/ 452025 h 505259"/>
                  <a:gd name="connsiteX2" fmla="*/ 673100 w 748359"/>
                  <a:gd name="connsiteY2" fmla="*/ 471075 h 505259"/>
                  <a:gd name="connsiteX3" fmla="*/ 736600 w 748359"/>
                  <a:gd name="connsiteY3" fmla="*/ 109125 h 505259"/>
                  <a:gd name="connsiteX4" fmla="*/ 546100 w 748359"/>
                  <a:gd name="connsiteY4" fmla="*/ 7525 h 505259"/>
                  <a:gd name="connsiteX5" fmla="*/ 520700 w 748359"/>
                  <a:gd name="connsiteY5" fmla="*/ 7525 h 505259"/>
                  <a:gd name="connsiteX6" fmla="*/ 520700 w 748359"/>
                  <a:gd name="connsiteY6" fmla="*/ 7525 h 505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8359" h="505259">
                    <a:moveTo>
                      <a:pt x="0" y="134525"/>
                    </a:moveTo>
                    <a:cubicBezTo>
                      <a:pt x="56091" y="263641"/>
                      <a:pt x="116417" y="395933"/>
                      <a:pt x="228600" y="452025"/>
                    </a:cubicBezTo>
                    <a:cubicBezTo>
                      <a:pt x="340783" y="508117"/>
                      <a:pt x="588433" y="528225"/>
                      <a:pt x="673100" y="471075"/>
                    </a:cubicBezTo>
                    <a:cubicBezTo>
                      <a:pt x="757767" y="413925"/>
                      <a:pt x="757767" y="186383"/>
                      <a:pt x="736600" y="109125"/>
                    </a:cubicBezTo>
                    <a:cubicBezTo>
                      <a:pt x="715433" y="31867"/>
                      <a:pt x="546100" y="7525"/>
                      <a:pt x="546100" y="7525"/>
                    </a:cubicBezTo>
                    <a:cubicBezTo>
                      <a:pt x="510117" y="-9408"/>
                      <a:pt x="520700" y="7525"/>
                      <a:pt x="520700" y="7525"/>
                    </a:cubicBezTo>
                    <a:lnTo>
                      <a:pt x="520700" y="7525"/>
                    </a:lnTo>
                  </a:path>
                </a:pathLst>
              </a:cu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Rectangle: Rounded Corners 15">
                <a:extLst>
                  <a:ext uri="{FF2B5EF4-FFF2-40B4-BE49-F238E27FC236}">
                    <a16:creationId xmlns:a16="http://schemas.microsoft.com/office/drawing/2014/main" id="{A766C02C-5E9D-52F6-B335-BA3050CF6FD4}"/>
                  </a:ext>
                </a:extLst>
              </p:cNvPr>
              <p:cNvSpPr/>
              <p:nvPr/>
            </p:nvSpPr>
            <p:spPr>
              <a:xfrm>
                <a:off x="-3812490" y="5117113"/>
                <a:ext cx="620950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Rectangle: Rounded Corners 15">
                <a:extLst>
                  <a:ext uri="{FF2B5EF4-FFF2-40B4-BE49-F238E27FC236}">
                    <a16:creationId xmlns:a16="http://schemas.microsoft.com/office/drawing/2014/main" id="{2B7E0922-ABF0-2807-D8FF-87C97BBFE67A}"/>
                  </a:ext>
                </a:extLst>
              </p:cNvPr>
              <p:cNvSpPr/>
              <p:nvPr/>
            </p:nvSpPr>
            <p:spPr>
              <a:xfrm>
                <a:off x="-2911755" y="4808380"/>
                <a:ext cx="678222" cy="372516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5847 w 412109"/>
                  <a:gd name="connsiteY0" fmla="*/ 66887 h 263494"/>
                  <a:gd name="connsiteX1" fmla="*/ 153277 w 412109"/>
                  <a:gd name="connsiteY1" fmla="*/ 14706 h 263494"/>
                  <a:gd name="connsiteX2" fmla="*/ 326590 w 412109"/>
                  <a:gd name="connsiteY2" fmla="*/ 419 h 263494"/>
                  <a:gd name="connsiteX3" fmla="*/ 407346 w 412109"/>
                  <a:gd name="connsiteY3" fmla="*/ 14500 h 263494"/>
                  <a:gd name="connsiteX4" fmla="*/ 412109 w 412109"/>
                  <a:gd name="connsiteY4" fmla="*/ 166070 h 263494"/>
                  <a:gd name="connsiteX5" fmla="*/ 36385 w 412109"/>
                  <a:gd name="connsiteY5" fmla="*/ 261114 h 263494"/>
                  <a:gd name="connsiteX6" fmla="*/ 5847 w 412109"/>
                  <a:gd name="connsiteY6" fmla="*/ 66887 h 263494"/>
                  <a:gd name="connsiteX0" fmla="*/ 5847 w 412109"/>
                  <a:gd name="connsiteY0" fmla="*/ 66887 h 267544"/>
                  <a:gd name="connsiteX1" fmla="*/ 153277 w 412109"/>
                  <a:gd name="connsiteY1" fmla="*/ 14706 h 267544"/>
                  <a:gd name="connsiteX2" fmla="*/ 326590 w 412109"/>
                  <a:gd name="connsiteY2" fmla="*/ 419 h 267544"/>
                  <a:gd name="connsiteX3" fmla="*/ 407346 w 412109"/>
                  <a:gd name="connsiteY3" fmla="*/ 14500 h 267544"/>
                  <a:gd name="connsiteX4" fmla="*/ 412109 w 412109"/>
                  <a:gd name="connsiteY4" fmla="*/ 166070 h 267544"/>
                  <a:gd name="connsiteX5" fmla="*/ 36385 w 412109"/>
                  <a:gd name="connsiteY5" fmla="*/ 261114 h 267544"/>
                  <a:gd name="connsiteX6" fmla="*/ 5847 w 412109"/>
                  <a:gd name="connsiteY6" fmla="*/ 66887 h 267544"/>
                  <a:gd name="connsiteX0" fmla="*/ 54 w 503727"/>
                  <a:gd name="connsiteY0" fmla="*/ 81174 h 267544"/>
                  <a:gd name="connsiteX1" fmla="*/ 244895 w 503727"/>
                  <a:gd name="connsiteY1" fmla="*/ 14706 h 267544"/>
                  <a:gd name="connsiteX2" fmla="*/ 418208 w 503727"/>
                  <a:gd name="connsiteY2" fmla="*/ 419 h 267544"/>
                  <a:gd name="connsiteX3" fmla="*/ 498964 w 503727"/>
                  <a:gd name="connsiteY3" fmla="*/ 14500 h 267544"/>
                  <a:gd name="connsiteX4" fmla="*/ 503727 w 503727"/>
                  <a:gd name="connsiteY4" fmla="*/ 166070 h 267544"/>
                  <a:gd name="connsiteX5" fmla="*/ 128003 w 503727"/>
                  <a:gd name="connsiteY5" fmla="*/ 261114 h 267544"/>
                  <a:gd name="connsiteX6" fmla="*/ 54 w 503727"/>
                  <a:gd name="connsiteY6" fmla="*/ 81174 h 26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3727" h="267544">
                    <a:moveTo>
                      <a:pt x="54" y="81174"/>
                    </a:moveTo>
                    <a:cubicBezTo>
                      <a:pt x="54" y="62876"/>
                      <a:pt x="226597" y="14706"/>
                      <a:pt x="244895" y="14706"/>
                    </a:cubicBezTo>
                    <a:lnTo>
                      <a:pt x="418208" y="419"/>
                    </a:lnTo>
                    <a:cubicBezTo>
                      <a:pt x="436506" y="419"/>
                      <a:pt x="498964" y="-3798"/>
                      <a:pt x="498964" y="14500"/>
                    </a:cubicBezTo>
                    <a:cubicBezTo>
                      <a:pt x="498964" y="58673"/>
                      <a:pt x="503727" y="121897"/>
                      <a:pt x="503727" y="166070"/>
                    </a:cubicBezTo>
                    <a:cubicBezTo>
                      <a:pt x="462970" y="203997"/>
                      <a:pt x="297995" y="291932"/>
                      <a:pt x="128003" y="261114"/>
                    </a:cubicBezTo>
                    <a:cubicBezTo>
                      <a:pt x="74546" y="239062"/>
                      <a:pt x="-2327" y="121448"/>
                      <a:pt x="54" y="81174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Rectangle: Rounded Corners 15">
                <a:extLst>
                  <a:ext uri="{FF2B5EF4-FFF2-40B4-BE49-F238E27FC236}">
                    <a16:creationId xmlns:a16="http://schemas.microsoft.com/office/drawing/2014/main" id="{BA1074D6-4D68-8EF2-9E52-BEA3D22549BE}"/>
                  </a:ext>
                </a:extLst>
              </p:cNvPr>
              <p:cNvSpPr/>
              <p:nvPr/>
            </p:nvSpPr>
            <p:spPr>
              <a:xfrm>
                <a:off x="-612399" y="5180894"/>
                <a:ext cx="556521" cy="351421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A64FB42-C194-AA03-5DEC-84C9679685BA}"/>
                  </a:ext>
                </a:extLst>
              </p:cNvPr>
              <p:cNvSpPr/>
              <p:nvPr/>
            </p:nvSpPr>
            <p:spPr>
              <a:xfrm rot="711288">
                <a:off x="1450294" y="1148300"/>
                <a:ext cx="832032" cy="749858"/>
              </a:xfrm>
              <a:custGeom>
                <a:avLst/>
                <a:gdLst>
                  <a:gd name="connsiteX0" fmla="*/ 168847 w 832032"/>
                  <a:gd name="connsiteY0" fmla="*/ 33410 h 749858"/>
                  <a:gd name="connsiteX1" fmla="*/ 428610 w 832032"/>
                  <a:gd name="connsiteY1" fmla="*/ 0 h 749858"/>
                  <a:gd name="connsiteX2" fmla="*/ 801737 w 832032"/>
                  <a:gd name="connsiteY2" fmla="*/ 72608 h 749858"/>
                  <a:gd name="connsiteX3" fmla="*/ 832032 w 832032"/>
                  <a:gd name="connsiteY3" fmla="*/ 88533 h 749858"/>
                  <a:gd name="connsiteX4" fmla="*/ 746719 w 832032"/>
                  <a:gd name="connsiteY4" fmla="*/ 156301 h 749858"/>
                  <a:gd name="connsiteX5" fmla="*/ 514911 w 832032"/>
                  <a:gd name="connsiteY5" fmla="*/ 345390 h 749858"/>
                  <a:gd name="connsiteX6" fmla="*/ 368179 w 832032"/>
                  <a:gd name="connsiteY6" fmla="*/ 709323 h 749858"/>
                  <a:gd name="connsiteX7" fmla="*/ 5568 w 832032"/>
                  <a:gd name="connsiteY7" fmla="*/ 123305 h 749858"/>
                  <a:gd name="connsiteX8" fmla="*/ 4627 w 832032"/>
                  <a:gd name="connsiteY8" fmla="*/ 123555 h 749858"/>
                  <a:gd name="connsiteX9" fmla="*/ 1235 w 832032"/>
                  <a:gd name="connsiteY9" fmla="*/ 102116 h 749858"/>
                  <a:gd name="connsiteX10" fmla="*/ 0 w 832032"/>
                  <a:gd name="connsiteY10" fmla="*/ 99580 h 749858"/>
                  <a:gd name="connsiteX11" fmla="*/ 4114 w 832032"/>
                  <a:gd name="connsiteY11" fmla="*/ 97082 h 749858"/>
                  <a:gd name="connsiteX12" fmla="*/ 168847 w 832032"/>
                  <a:gd name="connsiteY12" fmla="*/ 33410 h 749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032" h="749858">
                    <a:moveTo>
                      <a:pt x="168847" y="33410"/>
                    </a:moveTo>
                    <a:cubicBezTo>
                      <a:pt x="248689" y="11897"/>
                      <a:pt x="336471" y="0"/>
                      <a:pt x="428610" y="0"/>
                    </a:cubicBezTo>
                    <a:cubicBezTo>
                      <a:pt x="566824" y="0"/>
                      <a:pt x="695226" y="26767"/>
                      <a:pt x="801737" y="72608"/>
                    </a:cubicBezTo>
                    <a:lnTo>
                      <a:pt x="832032" y="88533"/>
                    </a:lnTo>
                    <a:lnTo>
                      <a:pt x="746719" y="156301"/>
                    </a:lnTo>
                    <a:cubicBezTo>
                      <a:pt x="654386" y="225614"/>
                      <a:pt x="566777" y="287693"/>
                      <a:pt x="514911" y="345390"/>
                    </a:cubicBezTo>
                    <a:cubicBezTo>
                      <a:pt x="411189" y="460784"/>
                      <a:pt x="351012" y="581080"/>
                      <a:pt x="368179" y="709323"/>
                    </a:cubicBezTo>
                    <a:cubicBezTo>
                      <a:pt x="166964" y="934509"/>
                      <a:pt x="118599" y="149209"/>
                      <a:pt x="5568" y="123305"/>
                    </a:cubicBezTo>
                    <a:lnTo>
                      <a:pt x="4627" y="123555"/>
                    </a:lnTo>
                    <a:lnTo>
                      <a:pt x="1235" y="102116"/>
                    </a:lnTo>
                    <a:lnTo>
                      <a:pt x="0" y="99580"/>
                    </a:lnTo>
                    <a:lnTo>
                      <a:pt x="4114" y="97082"/>
                    </a:lnTo>
                    <a:cubicBezTo>
                      <a:pt x="53553" y="71089"/>
                      <a:pt x="108967" y="49545"/>
                      <a:pt x="168847" y="33410"/>
                    </a:cubicBezTo>
                    <a:close/>
                  </a:path>
                </a:pathLst>
              </a:custGeom>
              <a:solidFill>
                <a:srgbClr val="552F22"/>
              </a:solidFill>
              <a:ln w="38100" cap="flat" cmpd="sng" algn="ctr">
                <a:solidFill>
                  <a:srgbClr val="552F22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Oval 80">
                <a:extLst>
                  <a:ext uri="{FF2B5EF4-FFF2-40B4-BE49-F238E27FC236}">
                    <a16:creationId xmlns:a16="http://schemas.microsoft.com/office/drawing/2014/main" id="{C822F2C3-F63C-AF40-B7EB-24741C29FB50}"/>
                  </a:ext>
                </a:extLst>
              </p:cNvPr>
              <p:cNvSpPr/>
              <p:nvPr/>
            </p:nvSpPr>
            <p:spPr>
              <a:xfrm rot="20092496">
                <a:off x="2591008" y="235608"/>
                <a:ext cx="508095" cy="295463"/>
              </a:xfrm>
              <a:custGeom>
                <a:avLst/>
                <a:gdLst>
                  <a:gd name="connsiteX0" fmla="*/ 0 w 510617"/>
                  <a:gd name="connsiteY0" fmla="*/ 263393 h 526786"/>
                  <a:gd name="connsiteX1" fmla="*/ 255309 w 510617"/>
                  <a:gd name="connsiteY1" fmla="*/ 0 h 526786"/>
                  <a:gd name="connsiteX2" fmla="*/ 510618 w 510617"/>
                  <a:gd name="connsiteY2" fmla="*/ 263393 h 526786"/>
                  <a:gd name="connsiteX3" fmla="*/ 255309 w 510617"/>
                  <a:gd name="connsiteY3" fmla="*/ 526786 h 526786"/>
                  <a:gd name="connsiteX4" fmla="*/ 0 w 510617"/>
                  <a:gd name="connsiteY4" fmla="*/ 263393 h 526786"/>
                  <a:gd name="connsiteX0" fmla="*/ 0 w 517714"/>
                  <a:gd name="connsiteY0" fmla="*/ 32925 h 296318"/>
                  <a:gd name="connsiteX1" fmla="*/ 510618 w 517714"/>
                  <a:gd name="connsiteY1" fmla="*/ 32925 h 296318"/>
                  <a:gd name="connsiteX2" fmla="*/ 255309 w 517714"/>
                  <a:gd name="connsiteY2" fmla="*/ 296318 h 296318"/>
                  <a:gd name="connsiteX3" fmla="*/ 0 w 517714"/>
                  <a:gd name="connsiteY3" fmla="*/ 32925 h 296318"/>
                  <a:gd name="connsiteX0" fmla="*/ 5031 w 508095"/>
                  <a:gd name="connsiteY0" fmla="*/ 32070 h 295463"/>
                  <a:gd name="connsiteX1" fmla="*/ 502267 w 508095"/>
                  <a:gd name="connsiteY1" fmla="*/ 33605 h 295463"/>
                  <a:gd name="connsiteX2" fmla="*/ 260340 w 508095"/>
                  <a:gd name="connsiteY2" fmla="*/ 295463 h 295463"/>
                  <a:gd name="connsiteX3" fmla="*/ 5031 w 508095"/>
                  <a:gd name="connsiteY3" fmla="*/ 32070 h 295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95" h="295463">
                    <a:moveTo>
                      <a:pt x="5031" y="32070"/>
                    </a:moveTo>
                    <a:cubicBezTo>
                      <a:pt x="45352" y="-11573"/>
                      <a:pt x="459716" y="-10294"/>
                      <a:pt x="502267" y="33605"/>
                    </a:cubicBezTo>
                    <a:cubicBezTo>
                      <a:pt x="544818" y="77504"/>
                      <a:pt x="343213" y="295719"/>
                      <a:pt x="260340" y="295463"/>
                    </a:cubicBezTo>
                    <a:cubicBezTo>
                      <a:pt x="177467" y="295207"/>
                      <a:pt x="-35290" y="75713"/>
                      <a:pt x="5031" y="3207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8A56B-3506-3481-FAB9-16905983969B}"/>
                </a:ext>
              </a:extLst>
            </p:cNvPr>
            <p:cNvSpPr/>
            <p:nvPr/>
          </p:nvSpPr>
          <p:spPr>
            <a:xfrm>
              <a:off x="-351747" y="-493660"/>
              <a:ext cx="384175" cy="327025"/>
            </a:xfrm>
            <a:custGeom>
              <a:avLst/>
              <a:gdLst>
                <a:gd name="connsiteX0" fmla="*/ 0 w 317500"/>
                <a:gd name="connsiteY0" fmla="*/ 215900 h 215900"/>
                <a:gd name="connsiteX1" fmla="*/ 317500 w 317500"/>
                <a:gd name="connsiteY1" fmla="*/ 0 h 215900"/>
                <a:gd name="connsiteX2" fmla="*/ 317500 w 317500"/>
                <a:gd name="connsiteY2" fmla="*/ 0 h 215900"/>
                <a:gd name="connsiteX0" fmla="*/ 0 w 317500"/>
                <a:gd name="connsiteY0" fmla="*/ 215900 h 215900"/>
                <a:gd name="connsiteX1" fmla="*/ 317500 w 317500"/>
                <a:gd name="connsiteY1" fmla="*/ 0 h 215900"/>
                <a:gd name="connsiteX2" fmla="*/ 317500 w 317500"/>
                <a:gd name="connsiteY2" fmla="*/ 0 h 215900"/>
                <a:gd name="connsiteX0" fmla="*/ 0 w 384175"/>
                <a:gd name="connsiteY0" fmla="*/ 327025 h 327025"/>
                <a:gd name="connsiteX1" fmla="*/ 317500 w 384175"/>
                <a:gd name="connsiteY1" fmla="*/ 111125 h 327025"/>
                <a:gd name="connsiteX2" fmla="*/ 384175 w 384175"/>
                <a:gd name="connsiteY2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4175" h="327025">
                  <a:moveTo>
                    <a:pt x="0" y="327025"/>
                  </a:moveTo>
                  <a:cubicBezTo>
                    <a:pt x="191558" y="237067"/>
                    <a:pt x="300567" y="118533"/>
                    <a:pt x="384175" y="0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1DA63C-4F18-99D8-F695-5DC6CF1CF943}"/>
              </a:ext>
            </a:extLst>
          </p:cNvPr>
          <p:cNvGrpSpPr/>
          <p:nvPr/>
        </p:nvGrpSpPr>
        <p:grpSpPr>
          <a:xfrm>
            <a:off x="2831524" y="628395"/>
            <a:ext cx="4783042" cy="4777743"/>
            <a:chOff x="-4770497" y="-2378650"/>
            <a:chExt cx="7919742" cy="7910967"/>
          </a:xfrm>
          <a:solidFill>
            <a:schemeClr val="bg1"/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9C0723-65EA-F375-8BC7-3E982590661B}"/>
                </a:ext>
              </a:extLst>
            </p:cNvPr>
            <p:cNvGrpSpPr/>
            <p:nvPr/>
          </p:nvGrpSpPr>
          <p:grpSpPr>
            <a:xfrm>
              <a:off x="-4770497" y="-2378650"/>
              <a:ext cx="7919742" cy="7910967"/>
              <a:chOff x="-4770497" y="-2378650"/>
              <a:chExt cx="7919742" cy="7910967"/>
            </a:xfrm>
            <a:grpFill/>
          </p:grpSpPr>
          <p:sp>
            <p:nvSpPr>
              <p:cNvPr id="44" name="Rectangle 4">
                <a:extLst>
                  <a:ext uri="{FF2B5EF4-FFF2-40B4-BE49-F238E27FC236}">
                    <a16:creationId xmlns:a16="http://schemas.microsoft.com/office/drawing/2014/main" id="{9510AC93-D018-CB09-DF83-E0B1789ECA49}"/>
                  </a:ext>
                </a:extLst>
              </p:cNvPr>
              <p:cNvSpPr/>
              <p:nvPr/>
            </p:nvSpPr>
            <p:spPr>
              <a:xfrm>
                <a:off x="-276147" y="2729627"/>
                <a:ext cx="842932" cy="2633540"/>
              </a:xfrm>
              <a:custGeom>
                <a:avLst/>
                <a:gdLst>
                  <a:gd name="connsiteX0" fmla="*/ 0 w 609599"/>
                  <a:gd name="connsiteY0" fmla="*/ 0 h 808383"/>
                  <a:gd name="connsiteX1" fmla="*/ 609599 w 609599"/>
                  <a:gd name="connsiteY1" fmla="*/ 0 h 808383"/>
                  <a:gd name="connsiteX2" fmla="*/ 609599 w 609599"/>
                  <a:gd name="connsiteY2" fmla="*/ 808383 h 808383"/>
                  <a:gd name="connsiteX3" fmla="*/ 0 w 609599"/>
                  <a:gd name="connsiteY3" fmla="*/ 808383 h 808383"/>
                  <a:gd name="connsiteX4" fmla="*/ 0 w 609599"/>
                  <a:gd name="connsiteY4" fmla="*/ 0 h 808383"/>
                  <a:gd name="connsiteX0" fmla="*/ 0 w 609599"/>
                  <a:gd name="connsiteY0" fmla="*/ 0 h 887896"/>
                  <a:gd name="connsiteX1" fmla="*/ 609599 w 609599"/>
                  <a:gd name="connsiteY1" fmla="*/ 0 h 887896"/>
                  <a:gd name="connsiteX2" fmla="*/ 450573 w 609599"/>
                  <a:gd name="connsiteY2" fmla="*/ 887896 h 887896"/>
                  <a:gd name="connsiteX3" fmla="*/ 0 w 609599"/>
                  <a:gd name="connsiteY3" fmla="*/ 808383 h 887896"/>
                  <a:gd name="connsiteX4" fmla="*/ 0 w 609599"/>
                  <a:gd name="connsiteY4" fmla="*/ 0 h 887896"/>
                  <a:gd name="connsiteX0" fmla="*/ 0 w 609599"/>
                  <a:gd name="connsiteY0" fmla="*/ 0 h 1327187"/>
                  <a:gd name="connsiteX1" fmla="*/ 609599 w 609599"/>
                  <a:gd name="connsiteY1" fmla="*/ 0 h 1327187"/>
                  <a:gd name="connsiteX2" fmla="*/ 450573 w 609599"/>
                  <a:gd name="connsiteY2" fmla="*/ 887896 h 1327187"/>
                  <a:gd name="connsiteX3" fmla="*/ 0 w 609599"/>
                  <a:gd name="connsiteY3" fmla="*/ 808383 h 1327187"/>
                  <a:gd name="connsiteX4" fmla="*/ 0 w 609599"/>
                  <a:gd name="connsiteY4" fmla="*/ 0 h 1327187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50573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310"/>
                  <a:gd name="connsiteX1" fmla="*/ 609599 w 609599"/>
                  <a:gd name="connsiteY1" fmla="*/ 0 h 1944310"/>
                  <a:gd name="connsiteX2" fmla="*/ 410816 w 609599"/>
                  <a:gd name="connsiteY2" fmla="*/ 887896 h 1944310"/>
                  <a:gd name="connsiteX3" fmla="*/ 304801 w 609599"/>
                  <a:gd name="connsiteY3" fmla="*/ 1944158 h 1944310"/>
                  <a:gd name="connsiteX4" fmla="*/ 0 w 609599"/>
                  <a:gd name="connsiteY4" fmla="*/ 808383 h 1944310"/>
                  <a:gd name="connsiteX5" fmla="*/ 0 w 609599"/>
                  <a:gd name="connsiteY5" fmla="*/ 0 h 1944310"/>
                  <a:gd name="connsiteX0" fmla="*/ 0 w 609599"/>
                  <a:gd name="connsiteY0" fmla="*/ 0 h 1944297"/>
                  <a:gd name="connsiteX1" fmla="*/ 609599 w 609599"/>
                  <a:gd name="connsiteY1" fmla="*/ 0 h 1944297"/>
                  <a:gd name="connsiteX2" fmla="*/ 410816 w 609599"/>
                  <a:gd name="connsiteY2" fmla="*/ 887896 h 1944297"/>
                  <a:gd name="connsiteX3" fmla="*/ 304801 w 609599"/>
                  <a:gd name="connsiteY3" fmla="*/ 1944158 h 1944297"/>
                  <a:gd name="connsiteX4" fmla="*/ 0 w 609599"/>
                  <a:gd name="connsiteY4" fmla="*/ 808383 h 1944297"/>
                  <a:gd name="connsiteX5" fmla="*/ 0 w 609599"/>
                  <a:gd name="connsiteY5" fmla="*/ 0 h 194429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949"/>
                  <a:gd name="connsiteX1" fmla="*/ 609599 w 609599"/>
                  <a:gd name="connsiteY1" fmla="*/ 0 h 1904949"/>
                  <a:gd name="connsiteX2" fmla="*/ 410816 w 609599"/>
                  <a:gd name="connsiteY2" fmla="*/ 887896 h 1904949"/>
                  <a:gd name="connsiteX3" fmla="*/ 304801 w 609599"/>
                  <a:gd name="connsiteY3" fmla="*/ 1904402 h 1904949"/>
                  <a:gd name="connsiteX4" fmla="*/ 0 w 609599"/>
                  <a:gd name="connsiteY4" fmla="*/ 808383 h 1904949"/>
                  <a:gd name="connsiteX5" fmla="*/ 0 w 609599"/>
                  <a:gd name="connsiteY5" fmla="*/ 0 h 1904949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  <a:gd name="connsiteX0" fmla="*/ 0 w 609599"/>
                  <a:gd name="connsiteY0" fmla="*/ 0 h 1904547"/>
                  <a:gd name="connsiteX1" fmla="*/ 609599 w 609599"/>
                  <a:gd name="connsiteY1" fmla="*/ 0 h 1904547"/>
                  <a:gd name="connsiteX2" fmla="*/ 410816 w 609599"/>
                  <a:gd name="connsiteY2" fmla="*/ 887896 h 1904547"/>
                  <a:gd name="connsiteX3" fmla="*/ 304801 w 609599"/>
                  <a:gd name="connsiteY3" fmla="*/ 1904402 h 1904547"/>
                  <a:gd name="connsiteX4" fmla="*/ 0 w 609599"/>
                  <a:gd name="connsiteY4" fmla="*/ 808383 h 1904547"/>
                  <a:gd name="connsiteX5" fmla="*/ 0 w 609599"/>
                  <a:gd name="connsiteY5" fmla="*/ 0 h 190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599" h="1904547">
                    <a:moveTo>
                      <a:pt x="0" y="0"/>
                    </a:moveTo>
                    <a:lnTo>
                      <a:pt x="609599" y="0"/>
                    </a:lnTo>
                    <a:lnTo>
                      <a:pt x="410816" y="887896"/>
                    </a:lnTo>
                    <a:cubicBezTo>
                      <a:pt x="360016" y="1101487"/>
                      <a:pt x="411371" y="1903850"/>
                      <a:pt x="304801" y="1904402"/>
                    </a:cubicBezTo>
                    <a:cubicBezTo>
                      <a:pt x="113197" y="1917654"/>
                      <a:pt x="50800" y="1021974"/>
                      <a:pt x="0" y="80838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Rectangle: Rounded Corners 15">
                <a:extLst>
                  <a:ext uri="{FF2B5EF4-FFF2-40B4-BE49-F238E27FC236}">
                    <a16:creationId xmlns:a16="http://schemas.microsoft.com/office/drawing/2014/main" id="{C505A128-2483-0DD3-C30F-01C0F2029EF9}"/>
                  </a:ext>
                </a:extLst>
              </p:cNvPr>
              <p:cNvSpPr/>
              <p:nvPr/>
            </p:nvSpPr>
            <p:spPr>
              <a:xfrm>
                <a:off x="-324264" y="5105770"/>
                <a:ext cx="556521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Rectangle 8">
                <a:extLst>
                  <a:ext uri="{FF2B5EF4-FFF2-40B4-BE49-F238E27FC236}">
                    <a16:creationId xmlns:a16="http://schemas.microsoft.com/office/drawing/2014/main" id="{ABE15E84-4484-D3CD-A9F8-5F5622A2D38D}"/>
                  </a:ext>
                </a:extLst>
              </p:cNvPr>
              <p:cNvSpPr/>
              <p:nvPr/>
            </p:nvSpPr>
            <p:spPr>
              <a:xfrm>
                <a:off x="2289304" y="-993096"/>
                <a:ext cx="621720" cy="379526"/>
              </a:xfrm>
              <a:custGeom>
                <a:avLst/>
                <a:gdLst>
                  <a:gd name="connsiteX0" fmla="*/ 0 w 502630"/>
                  <a:gd name="connsiteY0" fmla="*/ 0 h 274469"/>
                  <a:gd name="connsiteX1" fmla="*/ 502630 w 502630"/>
                  <a:gd name="connsiteY1" fmla="*/ 0 h 274469"/>
                  <a:gd name="connsiteX2" fmla="*/ 502630 w 502630"/>
                  <a:gd name="connsiteY2" fmla="*/ 274469 h 274469"/>
                  <a:gd name="connsiteX3" fmla="*/ 0 w 502630"/>
                  <a:gd name="connsiteY3" fmla="*/ 274469 h 274469"/>
                  <a:gd name="connsiteX4" fmla="*/ 0 w 502630"/>
                  <a:gd name="connsiteY4" fmla="*/ 0 h 274469"/>
                  <a:gd name="connsiteX0" fmla="*/ 0 w 502630"/>
                  <a:gd name="connsiteY0" fmla="*/ 0 h 274469"/>
                  <a:gd name="connsiteX1" fmla="*/ 449621 w 502630"/>
                  <a:gd name="connsiteY1" fmla="*/ 106017 h 274469"/>
                  <a:gd name="connsiteX2" fmla="*/ 502630 w 502630"/>
                  <a:gd name="connsiteY2" fmla="*/ 274469 h 274469"/>
                  <a:gd name="connsiteX3" fmla="*/ 0 w 502630"/>
                  <a:gd name="connsiteY3" fmla="*/ 274469 h 274469"/>
                  <a:gd name="connsiteX4" fmla="*/ 0 w 502630"/>
                  <a:gd name="connsiteY4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  <a:gd name="connsiteX0" fmla="*/ 0 w 449621"/>
                  <a:gd name="connsiteY0" fmla="*/ 0 h 274469"/>
                  <a:gd name="connsiteX1" fmla="*/ 449621 w 449621"/>
                  <a:gd name="connsiteY1" fmla="*/ 106017 h 274469"/>
                  <a:gd name="connsiteX2" fmla="*/ 0 w 449621"/>
                  <a:gd name="connsiteY2" fmla="*/ 274469 h 274469"/>
                  <a:gd name="connsiteX3" fmla="*/ 0 w 449621"/>
                  <a:gd name="connsiteY3" fmla="*/ 0 h 274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621" h="274469">
                    <a:moveTo>
                      <a:pt x="0" y="0"/>
                    </a:moveTo>
                    <a:lnTo>
                      <a:pt x="449621" y="106017"/>
                    </a:lnTo>
                    <a:cubicBezTo>
                      <a:pt x="352755" y="307942"/>
                      <a:pt x="149874" y="218318"/>
                      <a:pt x="0" y="27446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Rectangle 3">
                <a:extLst>
                  <a:ext uri="{FF2B5EF4-FFF2-40B4-BE49-F238E27FC236}">
                    <a16:creationId xmlns:a16="http://schemas.microsoft.com/office/drawing/2014/main" id="{EB89187B-C626-42F0-07B1-6FC73E3D0572}"/>
                  </a:ext>
                </a:extLst>
              </p:cNvPr>
              <p:cNvSpPr/>
              <p:nvPr/>
            </p:nvSpPr>
            <p:spPr>
              <a:xfrm>
                <a:off x="-3006517" y="3438880"/>
                <a:ext cx="842932" cy="1754471"/>
              </a:xfrm>
              <a:custGeom>
                <a:avLst/>
                <a:gdLst>
                  <a:gd name="connsiteX0" fmla="*/ 0 w 543339"/>
                  <a:gd name="connsiteY0" fmla="*/ 0 h 371061"/>
                  <a:gd name="connsiteX1" fmla="*/ 543339 w 543339"/>
                  <a:gd name="connsiteY1" fmla="*/ 0 h 371061"/>
                  <a:gd name="connsiteX2" fmla="*/ 543339 w 543339"/>
                  <a:gd name="connsiteY2" fmla="*/ 371061 h 371061"/>
                  <a:gd name="connsiteX3" fmla="*/ 0 w 543339"/>
                  <a:gd name="connsiteY3" fmla="*/ 371061 h 371061"/>
                  <a:gd name="connsiteX4" fmla="*/ 0 w 543339"/>
                  <a:gd name="connsiteY4" fmla="*/ 0 h 371061"/>
                  <a:gd name="connsiteX0" fmla="*/ 0 w 543339"/>
                  <a:gd name="connsiteY0" fmla="*/ 0 h 1166192"/>
                  <a:gd name="connsiteX1" fmla="*/ 543339 w 543339"/>
                  <a:gd name="connsiteY1" fmla="*/ 0 h 1166192"/>
                  <a:gd name="connsiteX2" fmla="*/ 530087 w 543339"/>
                  <a:gd name="connsiteY2" fmla="*/ 1166192 h 1166192"/>
                  <a:gd name="connsiteX3" fmla="*/ 0 w 543339"/>
                  <a:gd name="connsiteY3" fmla="*/ 371061 h 1166192"/>
                  <a:gd name="connsiteX4" fmla="*/ 0 w 543339"/>
                  <a:gd name="connsiteY4" fmla="*/ 0 h 1166192"/>
                  <a:gd name="connsiteX0" fmla="*/ 0 w 543339"/>
                  <a:gd name="connsiteY0" fmla="*/ 0 h 1268548"/>
                  <a:gd name="connsiteX1" fmla="*/ 543339 w 543339"/>
                  <a:gd name="connsiteY1" fmla="*/ 0 h 1268548"/>
                  <a:gd name="connsiteX2" fmla="*/ 530087 w 543339"/>
                  <a:gd name="connsiteY2" fmla="*/ 1166192 h 1268548"/>
                  <a:gd name="connsiteX3" fmla="*/ 0 w 543339"/>
                  <a:gd name="connsiteY3" fmla="*/ 371061 h 1268548"/>
                  <a:gd name="connsiteX4" fmla="*/ 0 w 543339"/>
                  <a:gd name="connsiteY4" fmla="*/ 0 h 1268548"/>
                  <a:gd name="connsiteX0" fmla="*/ 0 w 543339"/>
                  <a:gd name="connsiteY0" fmla="*/ 0 h 1276027"/>
                  <a:gd name="connsiteX1" fmla="*/ 543339 w 543339"/>
                  <a:gd name="connsiteY1" fmla="*/ 0 h 1276027"/>
                  <a:gd name="connsiteX2" fmla="*/ 530087 w 543339"/>
                  <a:gd name="connsiteY2" fmla="*/ 1166192 h 1276027"/>
                  <a:gd name="connsiteX3" fmla="*/ 0 w 543339"/>
                  <a:gd name="connsiteY3" fmla="*/ 371061 h 1276027"/>
                  <a:gd name="connsiteX4" fmla="*/ 0 w 543339"/>
                  <a:gd name="connsiteY4" fmla="*/ 0 h 1276027"/>
                  <a:gd name="connsiteX0" fmla="*/ 0 w 556591"/>
                  <a:gd name="connsiteY0" fmla="*/ 0 h 1288067"/>
                  <a:gd name="connsiteX1" fmla="*/ 543339 w 556591"/>
                  <a:gd name="connsiteY1" fmla="*/ 0 h 1288067"/>
                  <a:gd name="connsiteX2" fmla="*/ 556591 w 556591"/>
                  <a:gd name="connsiteY2" fmla="*/ 1179444 h 1288067"/>
                  <a:gd name="connsiteX3" fmla="*/ 0 w 556591"/>
                  <a:gd name="connsiteY3" fmla="*/ 371061 h 1288067"/>
                  <a:gd name="connsiteX4" fmla="*/ 0 w 556591"/>
                  <a:gd name="connsiteY4" fmla="*/ 0 h 1288067"/>
                  <a:gd name="connsiteX0" fmla="*/ 0 w 556591"/>
                  <a:gd name="connsiteY0" fmla="*/ 0 h 1288067"/>
                  <a:gd name="connsiteX1" fmla="*/ 543339 w 556591"/>
                  <a:gd name="connsiteY1" fmla="*/ 0 h 1288067"/>
                  <a:gd name="connsiteX2" fmla="*/ 556591 w 556591"/>
                  <a:gd name="connsiteY2" fmla="*/ 1179444 h 1288067"/>
                  <a:gd name="connsiteX3" fmla="*/ 0 w 556591"/>
                  <a:gd name="connsiteY3" fmla="*/ 371061 h 1288067"/>
                  <a:gd name="connsiteX4" fmla="*/ 0 w 556591"/>
                  <a:gd name="connsiteY4" fmla="*/ 0 h 1288067"/>
                  <a:gd name="connsiteX0" fmla="*/ 0 w 609599"/>
                  <a:gd name="connsiteY0" fmla="*/ 0 h 1288067"/>
                  <a:gd name="connsiteX1" fmla="*/ 609599 w 609599"/>
                  <a:gd name="connsiteY1" fmla="*/ 0 h 1288067"/>
                  <a:gd name="connsiteX2" fmla="*/ 556591 w 609599"/>
                  <a:gd name="connsiteY2" fmla="*/ 1179444 h 1288067"/>
                  <a:gd name="connsiteX3" fmla="*/ 0 w 609599"/>
                  <a:gd name="connsiteY3" fmla="*/ 371061 h 1288067"/>
                  <a:gd name="connsiteX4" fmla="*/ 0 w 609599"/>
                  <a:gd name="connsiteY4" fmla="*/ 0 h 1288067"/>
                  <a:gd name="connsiteX0" fmla="*/ 0 w 609599"/>
                  <a:gd name="connsiteY0" fmla="*/ 0 h 1288067"/>
                  <a:gd name="connsiteX1" fmla="*/ 609599 w 609599"/>
                  <a:gd name="connsiteY1" fmla="*/ 0 h 1288067"/>
                  <a:gd name="connsiteX2" fmla="*/ 556591 w 609599"/>
                  <a:gd name="connsiteY2" fmla="*/ 1179444 h 1288067"/>
                  <a:gd name="connsiteX3" fmla="*/ 0 w 609599"/>
                  <a:gd name="connsiteY3" fmla="*/ 371061 h 1288067"/>
                  <a:gd name="connsiteX4" fmla="*/ 0 w 609599"/>
                  <a:gd name="connsiteY4" fmla="*/ 0 h 1288067"/>
                  <a:gd name="connsiteX0" fmla="*/ 0 w 609599"/>
                  <a:gd name="connsiteY0" fmla="*/ 0 h 1268814"/>
                  <a:gd name="connsiteX1" fmla="*/ 609599 w 609599"/>
                  <a:gd name="connsiteY1" fmla="*/ 0 h 1268814"/>
                  <a:gd name="connsiteX2" fmla="*/ 556591 w 609599"/>
                  <a:gd name="connsiteY2" fmla="*/ 1179444 h 1268814"/>
                  <a:gd name="connsiteX3" fmla="*/ 0 w 609599"/>
                  <a:gd name="connsiteY3" fmla="*/ 371061 h 1268814"/>
                  <a:gd name="connsiteX4" fmla="*/ 0 w 609599"/>
                  <a:gd name="connsiteY4" fmla="*/ 0 h 1268814"/>
                  <a:gd name="connsiteX0" fmla="*/ 0 w 609599"/>
                  <a:gd name="connsiteY0" fmla="*/ 0 h 1268814"/>
                  <a:gd name="connsiteX1" fmla="*/ 609599 w 609599"/>
                  <a:gd name="connsiteY1" fmla="*/ 0 h 1268814"/>
                  <a:gd name="connsiteX2" fmla="*/ 556591 w 609599"/>
                  <a:gd name="connsiteY2" fmla="*/ 1179444 h 1268814"/>
                  <a:gd name="connsiteX3" fmla="*/ 0 w 609599"/>
                  <a:gd name="connsiteY3" fmla="*/ 371061 h 1268814"/>
                  <a:gd name="connsiteX4" fmla="*/ 0 w 609599"/>
                  <a:gd name="connsiteY4" fmla="*/ 0 h 1268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599" h="1268814">
                    <a:moveTo>
                      <a:pt x="0" y="0"/>
                    </a:moveTo>
                    <a:lnTo>
                      <a:pt x="609599" y="0"/>
                    </a:lnTo>
                    <a:cubicBezTo>
                      <a:pt x="441738" y="605182"/>
                      <a:pt x="552174" y="786296"/>
                      <a:pt x="556591" y="1179444"/>
                    </a:cubicBezTo>
                    <a:cubicBezTo>
                      <a:pt x="-123687" y="1537252"/>
                      <a:pt x="57427" y="728870"/>
                      <a:pt x="0" y="37106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F27EDC56-A385-41D9-3A8E-10CB8746B384}"/>
                  </a:ext>
                </a:extLst>
              </p:cNvPr>
              <p:cNvSpPr/>
              <p:nvPr/>
            </p:nvSpPr>
            <p:spPr>
              <a:xfrm>
                <a:off x="-2401802" y="-2170973"/>
                <a:ext cx="3701573" cy="1120315"/>
              </a:xfrm>
              <a:custGeom>
                <a:avLst/>
                <a:gdLst>
                  <a:gd name="connsiteX0" fmla="*/ 0 w 1577007"/>
                  <a:gd name="connsiteY0" fmla="*/ 0 h 265043"/>
                  <a:gd name="connsiteX1" fmla="*/ 1577007 w 1577007"/>
                  <a:gd name="connsiteY1" fmla="*/ 0 h 265043"/>
                  <a:gd name="connsiteX2" fmla="*/ 1577007 w 1577007"/>
                  <a:gd name="connsiteY2" fmla="*/ 265043 h 265043"/>
                  <a:gd name="connsiteX3" fmla="*/ 0 w 1577007"/>
                  <a:gd name="connsiteY3" fmla="*/ 265043 h 265043"/>
                  <a:gd name="connsiteX4" fmla="*/ 0 w 1577007"/>
                  <a:gd name="connsiteY4" fmla="*/ 0 h 265043"/>
                  <a:gd name="connsiteX0" fmla="*/ 0 w 1974572"/>
                  <a:gd name="connsiteY0" fmla="*/ 0 h 265043"/>
                  <a:gd name="connsiteX1" fmla="*/ 1974572 w 1974572"/>
                  <a:gd name="connsiteY1" fmla="*/ 92766 h 265043"/>
                  <a:gd name="connsiteX2" fmla="*/ 1577007 w 1974572"/>
                  <a:gd name="connsiteY2" fmla="*/ 265043 h 265043"/>
                  <a:gd name="connsiteX3" fmla="*/ 0 w 1974572"/>
                  <a:gd name="connsiteY3" fmla="*/ 265043 h 265043"/>
                  <a:gd name="connsiteX4" fmla="*/ 0 w 1974572"/>
                  <a:gd name="connsiteY4" fmla="*/ 0 h 265043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1974572"/>
                  <a:gd name="connsiteY0" fmla="*/ 225522 h 490565"/>
                  <a:gd name="connsiteX1" fmla="*/ 1099930 w 1974572"/>
                  <a:gd name="connsiteY1" fmla="*/ 235 h 490565"/>
                  <a:gd name="connsiteX2" fmla="*/ 1974572 w 1974572"/>
                  <a:gd name="connsiteY2" fmla="*/ 318288 h 490565"/>
                  <a:gd name="connsiteX3" fmla="*/ 1577007 w 1974572"/>
                  <a:gd name="connsiteY3" fmla="*/ 490565 h 490565"/>
                  <a:gd name="connsiteX4" fmla="*/ 0 w 1974572"/>
                  <a:gd name="connsiteY4" fmla="*/ 490565 h 490565"/>
                  <a:gd name="connsiteX5" fmla="*/ 0 w 1974572"/>
                  <a:gd name="connsiteY5" fmla="*/ 225522 h 490565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649357 w 2623929"/>
                  <a:gd name="connsiteY4" fmla="*/ 490403 h 782023"/>
                  <a:gd name="connsiteX5" fmla="*/ 0 w 2623929"/>
                  <a:gd name="connsiteY5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649357 w 2623929"/>
                  <a:gd name="connsiteY4" fmla="*/ 490403 h 782023"/>
                  <a:gd name="connsiteX5" fmla="*/ 0 w 2623929"/>
                  <a:gd name="connsiteY5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0 w 2623929"/>
                  <a:gd name="connsiteY4" fmla="*/ 781951 h 782023"/>
                  <a:gd name="connsiteX0" fmla="*/ 0 w 2623929"/>
                  <a:gd name="connsiteY0" fmla="*/ 781951 h 782023"/>
                  <a:gd name="connsiteX1" fmla="*/ 1749287 w 2623929"/>
                  <a:gd name="connsiteY1" fmla="*/ 73 h 782023"/>
                  <a:gd name="connsiteX2" fmla="*/ 2623929 w 2623929"/>
                  <a:gd name="connsiteY2" fmla="*/ 318126 h 782023"/>
                  <a:gd name="connsiteX3" fmla="*/ 2226364 w 2623929"/>
                  <a:gd name="connsiteY3" fmla="*/ 490403 h 782023"/>
                  <a:gd name="connsiteX4" fmla="*/ 0 w 2623929"/>
                  <a:gd name="connsiteY4" fmla="*/ 781951 h 782023"/>
                  <a:gd name="connsiteX0" fmla="*/ 0 w 2623929"/>
                  <a:gd name="connsiteY0" fmla="*/ 782399 h 782399"/>
                  <a:gd name="connsiteX1" fmla="*/ 1749287 w 2623929"/>
                  <a:gd name="connsiteY1" fmla="*/ 521 h 782399"/>
                  <a:gd name="connsiteX2" fmla="*/ 2623929 w 2623929"/>
                  <a:gd name="connsiteY2" fmla="*/ 318574 h 782399"/>
                  <a:gd name="connsiteX3" fmla="*/ 2226364 w 2623929"/>
                  <a:gd name="connsiteY3" fmla="*/ 490851 h 782399"/>
                  <a:gd name="connsiteX4" fmla="*/ 0 w 2623929"/>
                  <a:gd name="connsiteY4" fmla="*/ 782399 h 782399"/>
                  <a:gd name="connsiteX0" fmla="*/ 0 w 2544415"/>
                  <a:gd name="connsiteY0" fmla="*/ 808809 h 808809"/>
                  <a:gd name="connsiteX1" fmla="*/ 1669773 w 2544415"/>
                  <a:gd name="connsiteY1" fmla="*/ 427 h 808809"/>
                  <a:gd name="connsiteX2" fmla="*/ 2544415 w 2544415"/>
                  <a:gd name="connsiteY2" fmla="*/ 318480 h 808809"/>
                  <a:gd name="connsiteX3" fmla="*/ 2146850 w 2544415"/>
                  <a:gd name="connsiteY3" fmla="*/ 490757 h 808809"/>
                  <a:gd name="connsiteX4" fmla="*/ 0 w 2544415"/>
                  <a:gd name="connsiteY4" fmla="*/ 808809 h 808809"/>
                  <a:gd name="connsiteX0" fmla="*/ 0 w 2544415"/>
                  <a:gd name="connsiteY0" fmla="*/ 809407 h 809407"/>
                  <a:gd name="connsiteX1" fmla="*/ 1669773 w 2544415"/>
                  <a:gd name="connsiteY1" fmla="*/ 1025 h 809407"/>
                  <a:gd name="connsiteX2" fmla="*/ 2544415 w 2544415"/>
                  <a:gd name="connsiteY2" fmla="*/ 319078 h 809407"/>
                  <a:gd name="connsiteX3" fmla="*/ 2146850 w 2544415"/>
                  <a:gd name="connsiteY3" fmla="*/ 491355 h 809407"/>
                  <a:gd name="connsiteX4" fmla="*/ 0 w 2544415"/>
                  <a:gd name="connsiteY4" fmla="*/ 809407 h 809407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2146850 w 2544415"/>
                  <a:gd name="connsiteY3" fmla="*/ 492147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2146850 w 2544415"/>
                  <a:gd name="connsiteY3" fmla="*/ 492147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544415"/>
                  <a:gd name="connsiteY0" fmla="*/ 810199 h 810199"/>
                  <a:gd name="connsiteX1" fmla="*/ 1669773 w 2544415"/>
                  <a:gd name="connsiteY1" fmla="*/ 1817 h 810199"/>
                  <a:gd name="connsiteX2" fmla="*/ 2544415 w 2544415"/>
                  <a:gd name="connsiteY2" fmla="*/ 319870 h 810199"/>
                  <a:gd name="connsiteX3" fmla="*/ 1736033 w 2544415"/>
                  <a:gd name="connsiteY3" fmla="*/ 704182 h 810199"/>
                  <a:gd name="connsiteX4" fmla="*/ 0 w 2544415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36033 w 2676936"/>
                  <a:gd name="connsiteY3" fmla="*/ 704182 h 810199"/>
                  <a:gd name="connsiteX4" fmla="*/ 0 w 2676936"/>
                  <a:gd name="connsiteY4" fmla="*/ 810199 h 810199"/>
                  <a:gd name="connsiteX0" fmla="*/ 0 w 2676936"/>
                  <a:gd name="connsiteY0" fmla="*/ 810199 h 810199"/>
                  <a:gd name="connsiteX1" fmla="*/ 1669773 w 2676936"/>
                  <a:gd name="connsiteY1" fmla="*/ 1817 h 810199"/>
                  <a:gd name="connsiteX2" fmla="*/ 2676936 w 2676936"/>
                  <a:gd name="connsiteY2" fmla="*/ 492148 h 810199"/>
                  <a:gd name="connsiteX3" fmla="*/ 1749285 w 2676936"/>
                  <a:gd name="connsiteY3" fmla="*/ 664426 h 810199"/>
                  <a:gd name="connsiteX4" fmla="*/ 0 w 2676936"/>
                  <a:gd name="connsiteY4" fmla="*/ 810199 h 81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6936" h="810199">
                    <a:moveTo>
                      <a:pt x="0" y="810199"/>
                    </a:moveTo>
                    <a:cubicBezTo>
                      <a:pt x="384312" y="-15854"/>
                      <a:pt x="1338469" y="-7018"/>
                      <a:pt x="1669773" y="1817"/>
                    </a:cubicBezTo>
                    <a:cubicBezTo>
                      <a:pt x="1961320" y="107835"/>
                      <a:pt x="2451651" y="107834"/>
                      <a:pt x="2676936" y="492148"/>
                    </a:cubicBezTo>
                    <a:lnTo>
                      <a:pt x="1749285" y="664426"/>
                    </a:lnTo>
                    <a:cubicBezTo>
                      <a:pt x="1298711" y="443556"/>
                      <a:pt x="768626" y="461225"/>
                      <a:pt x="0" y="810199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Rectangle 6">
                <a:extLst>
                  <a:ext uri="{FF2B5EF4-FFF2-40B4-BE49-F238E27FC236}">
                    <a16:creationId xmlns:a16="http://schemas.microsoft.com/office/drawing/2014/main" id="{56ADA14C-DE77-968D-1098-6A066180C3E1}"/>
                  </a:ext>
                </a:extLst>
              </p:cNvPr>
              <p:cNvSpPr/>
              <p:nvPr/>
            </p:nvSpPr>
            <p:spPr>
              <a:xfrm>
                <a:off x="108671" y="-2378650"/>
                <a:ext cx="1887438" cy="1231953"/>
              </a:xfrm>
              <a:custGeom>
                <a:avLst/>
                <a:gdLst>
                  <a:gd name="connsiteX0" fmla="*/ 0 w 768626"/>
                  <a:gd name="connsiteY0" fmla="*/ 0 h 396114"/>
                  <a:gd name="connsiteX1" fmla="*/ 768626 w 768626"/>
                  <a:gd name="connsiteY1" fmla="*/ 0 h 396114"/>
                  <a:gd name="connsiteX2" fmla="*/ 768626 w 768626"/>
                  <a:gd name="connsiteY2" fmla="*/ 396114 h 396114"/>
                  <a:gd name="connsiteX3" fmla="*/ 0 w 768626"/>
                  <a:gd name="connsiteY3" fmla="*/ 396114 h 396114"/>
                  <a:gd name="connsiteX4" fmla="*/ 0 w 768626"/>
                  <a:gd name="connsiteY4" fmla="*/ 0 h 396114"/>
                  <a:gd name="connsiteX0" fmla="*/ 0 w 1126435"/>
                  <a:gd name="connsiteY0" fmla="*/ 0 h 503582"/>
                  <a:gd name="connsiteX1" fmla="*/ 1126435 w 1126435"/>
                  <a:gd name="connsiteY1" fmla="*/ 503582 h 503582"/>
                  <a:gd name="connsiteX2" fmla="*/ 768626 w 1126435"/>
                  <a:gd name="connsiteY2" fmla="*/ 396114 h 503582"/>
                  <a:gd name="connsiteX3" fmla="*/ 0 w 1126435"/>
                  <a:gd name="connsiteY3" fmla="*/ 396114 h 503582"/>
                  <a:gd name="connsiteX4" fmla="*/ 0 w 1126435"/>
                  <a:gd name="connsiteY4" fmla="*/ 0 h 503582"/>
                  <a:gd name="connsiteX0" fmla="*/ 0 w 1126435"/>
                  <a:gd name="connsiteY0" fmla="*/ 27108 h 530690"/>
                  <a:gd name="connsiteX1" fmla="*/ 1126435 w 1126435"/>
                  <a:gd name="connsiteY1" fmla="*/ 530690 h 530690"/>
                  <a:gd name="connsiteX2" fmla="*/ 768626 w 1126435"/>
                  <a:gd name="connsiteY2" fmla="*/ 423222 h 530690"/>
                  <a:gd name="connsiteX3" fmla="*/ 0 w 1126435"/>
                  <a:gd name="connsiteY3" fmla="*/ 423222 h 530690"/>
                  <a:gd name="connsiteX4" fmla="*/ 0 w 1126435"/>
                  <a:gd name="connsiteY4" fmla="*/ 27108 h 530690"/>
                  <a:gd name="connsiteX0" fmla="*/ 0 w 1219200"/>
                  <a:gd name="connsiteY0" fmla="*/ 64270 h 501591"/>
                  <a:gd name="connsiteX1" fmla="*/ 1219200 w 1219200"/>
                  <a:gd name="connsiteY1" fmla="*/ 501591 h 501591"/>
                  <a:gd name="connsiteX2" fmla="*/ 861391 w 1219200"/>
                  <a:gd name="connsiteY2" fmla="*/ 394123 h 501591"/>
                  <a:gd name="connsiteX3" fmla="*/ 92765 w 1219200"/>
                  <a:gd name="connsiteY3" fmla="*/ 394123 h 501591"/>
                  <a:gd name="connsiteX4" fmla="*/ 0 w 1219200"/>
                  <a:gd name="connsiteY4" fmla="*/ 64270 h 501591"/>
                  <a:gd name="connsiteX0" fmla="*/ 0 w 1219200"/>
                  <a:gd name="connsiteY0" fmla="*/ 139156 h 576477"/>
                  <a:gd name="connsiteX1" fmla="*/ 1219200 w 1219200"/>
                  <a:gd name="connsiteY1" fmla="*/ 576477 h 576477"/>
                  <a:gd name="connsiteX2" fmla="*/ 861391 w 1219200"/>
                  <a:gd name="connsiteY2" fmla="*/ 469009 h 576477"/>
                  <a:gd name="connsiteX3" fmla="*/ 92765 w 1219200"/>
                  <a:gd name="connsiteY3" fmla="*/ 469009 h 576477"/>
                  <a:gd name="connsiteX4" fmla="*/ 0 w 1219200"/>
                  <a:gd name="connsiteY4" fmla="*/ 139156 h 576477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92765 w 1219200"/>
                  <a:gd name="connsiteY3" fmla="*/ 469009 h 681044"/>
                  <a:gd name="connsiteX4" fmla="*/ 0 w 1219200"/>
                  <a:gd name="connsiteY4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19200"/>
                  <a:gd name="connsiteY0" fmla="*/ 139156 h 681044"/>
                  <a:gd name="connsiteX1" fmla="*/ 1219200 w 1219200"/>
                  <a:gd name="connsiteY1" fmla="*/ 576477 h 681044"/>
                  <a:gd name="connsiteX2" fmla="*/ 821634 w 1219200"/>
                  <a:gd name="connsiteY2" fmla="*/ 681044 h 681044"/>
                  <a:gd name="connsiteX3" fmla="*/ 0 w 1219200"/>
                  <a:gd name="connsiteY3" fmla="*/ 139156 h 681044"/>
                  <a:gd name="connsiteX0" fmla="*/ 0 w 1272209"/>
                  <a:gd name="connsiteY0" fmla="*/ 139156 h 681044"/>
                  <a:gd name="connsiteX1" fmla="*/ 1272209 w 1272209"/>
                  <a:gd name="connsiteY1" fmla="*/ 576477 h 681044"/>
                  <a:gd name="connsiteX2" fmla="*/ 874643 w 1272209"/>
                  <a:gd name="connsiteY2" fmla="*/ 681044 h 681044"/>
                  <a:gd name="connsiteX3" fmla="*/ 0 w 1272209"/>
                  <a:gd name="connsiteY3" fmla="*/ 139156 h 681044"/>
                  <a:gd name="connsiteX0" fmla="*/ 0 w 1364974"/>
                  <a:gd name="connsiteY0" fmla="*/ 75989 h 659084"/>
                  <a:gd name="connsiteX1" fmla="*/ 1364974 w 1364974"/>
                  <a:gd name="connsiteY1" fmla="*/ 659084 h 659084"/>
                  <a:gd name="connsiteX2" fmla="*/ 874643 w 1364974"/>
                  <a:gd name="connsiteY2" fmla="*/ 617877 h 659084"/>
                  <a:gd name="connsiteX3" fmla="*/ 0 w 1364974"/>
                  <a:gd name="connsiteY3" fmla="*/ 75989 h 659084"/>
                  <a:gd name="connsiteX0" fmla="*/ 0 w 1364974"/>
                  <a:gd name="connsiteY0" fmla="*/ 127645 h 710740"/>
                  <a:gd name="connsiteX1" fmla="*/ 1364974 w 1364974"/>
                  <a:gd name="connsiteY1" fmla="*/ 710740 h 710740"/>
                  <a:gd name="connsiteX2" fmla="*/ 874643 w 1364974"/>
                  <a:gd name="connsiteY2" fmla="*/ 669533 h 710740"/>
                  <a:gd name="connsiteX3" fmla="*/ 0 w 1364974"/>
                  <a:gd name="connsiteY3" fmla="*/ 127645 h 710740"/>
                  <a:gd name="connsiteX0" fmla="*/ 0 w 1364974"/>
                  <a:gd name="connsiteY0" fmla="*/ 54670 h 836547"/>
                  <a:gd name="connsiteX1" fmla="*/ 1364974 w 1364974"/>
                  <a:gd name="connsiteY1" fmla="*/ 836547 h 836547"/>
                  <a:gd name="connsiteX2" fmla="*/ 874643 w 1364974"/>
                  <a:gd name="connsiteY2" fmla="*/ 596558 h 836547"/>
                  <a:gd name="connsiteX3" fmla="*/ 0 w 1364974"/>
                  <a:gd name="connsiteY3" fmla="*/ 54670 h 836547"/>
                  <a:gd name="connsiteX0" fmla="*/ 0 w 1364974"/>
                  <a:gd name="connsiteY0" fmla="*/ 86086 h 867963"/>
                  <a:gd name="connsiteX1" fmla="*/ 1364974 w 1364974"/>
                  <a:gd name="connsiteY1" fmla="*/ 867963 h 867963"/>
                  <a:gd name="connsiteX2" fmla="*/ 874643 w 1364974"/>
                  <a:gd name="connsiteY2" fmla="*/ 627974 h 867963"/>
                  <a:gd name="connsiteX3" fmla="*/ 0 w 1364974"/>
                  <a:gd name="connsiteY3" fmla="*/ 86086 h 867963"/>
                  <a:gd name="connsiteX0" fmla="*/ 0 w 1364974"/>
                  <a:gd name="connsiteY0" fmla="*/ 109058 h 890935"/>
                  <a:gd name="connsiteX1" fmla="*/ 1364974 w 1364974"/>
                  <a:gd name="connsiteY1" fmla="*/ 890935 h 890935"/>
                  <a:gd name="connsiteX2" fmla="*/ 874643 w 1364974"/>
                  <a:gd name="connsiteY2" fmla="*/ 650946 h 890935"/>
                  <a:gd name="connsiteX3" fmla="*/ 0 w 1364974"/>
                  <a:gd name="connsiteY3" fmla="*/ 109058 h 89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4974" h="890935">
                    <a:moveTo>
                      <a:pt x="0" y="109058"/>
                    </a:moveTo>
                    <a:cubicBezTo>
                      <a:pt x="375478" y="11875"/>
                      <a:pt x="1082262" y="-297343"/>
                      <a:pt x="1364974" y="890935"/>
                    </a:cubicBezTo>
                    <a:lnTo>
                      <a:pt x="874643" y="650946"/>
                    </a:lnTo>
                    <a:cubicBezTo>
                      <a:pt x="746539" y="351047"/>
                      <a:pt x="273878" y="289687"/>
                      <a:pt x="0" y="10905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Rectangle 2">
                <a:extLst>
                  <a:ext uri="{FF2B5EF4-FFF2-40B4-BE49-F238E27FC236}">
                    <a16:creationId xmlns:a16="http://schemas.microsoft.com/office/drawing/2014/main" id="{01728094-CF31-45A4-7EAD-A8480F2C5D56}"/>
                  </a:ext>
                </a:extLst>
              </p:cNvPr>
              <p:cNvSpPr/>
              <p:nvPr/>
            </p:nvSpPr>
            <p:spPr>
              <a:xfrm>
                <a:off x="-4770497" y="-1685066"/>
                <a:ext cx="7919742" cy="7217383"/>
              </a:xfrm>
              <a:custGeom>
                <a:avLst/>
                <a:gdLst>
                  <a:gd name="connsiteX0" fmla="*/ 0 w 3286539"/>
                  <a:gd name="connsiteY0" fmla="*/ 0 h 755374"/>
                  <a:gd name="connsiteX1" fmla="*/ 3286539 w 3286539"/>
                  <a:gd name="connsiteY1" fmla="*/ 0 h 755374"/>
                  <a:gd name="connsiteX2" fmla="*/ 3286539 w 3286539"/>
                  <a:gd name="connsiteY2" fmla="*/ 755374 h 755374"/>
                  <a:gd name="connsiteX3" fmla="*/ 0 w 3286539"/>
                  <a:gd name="connsiteY3" fmla="*/ 755374 h 755374"/>
                  <a:gd name="connsiteX4" fmla="*/ 0 w 3286539"/>
                  <a:gd name="connsiteY4" fmla="*/ 0 h 755374"/>
                  <a:gd name="connsiteX0" fmla="*/ 0 w 3299791"/>
                  <a:gd name="connsiteY0" fmla="*/ 0 h 821635"/>
                  <a:gd name="connsiteX1" fmla="*/ 3299791 w 3299791"/>
                  <a:gd name="connsiteY1" fmla="*/ 66261 h 821635"/>
                  <a:gd name="connsiteX2" fmla="*/ 3299791 w 3299791"/>
                  <a:gd name="connsiteY2" fmla="*/ 821635 h 821635"/>
                  <a:gd name="connsiteX3" fmla="*/ 13252 w 3299791"/>
                  <a:gd name="connsiteY3" fmla="*/ 821635 h 821635"/>
                  <a:gd name="connsiteX4" fmla="*/ 0 w 3299791"/>
                  <a:gd name="connsiteY4" fmla="*/ 0 h 821635"/>
                  <a:gd name="connsiteX0" fmla="*/ 0 w 3299791"/>
                  <a:gd name="connsiteY0" fmla="*/ 80661 h 902296"/>
                  <a:gd name="connsiteX1" fmla="*/ 543339 w 3299791"/>
                  <a:gd name="connsiteY1" fmla="*/ 1149 h 902296"/>
                  <a:gd name="connsiteX2" fmla="*/ 3299791 w 3299791"/>
                  <a:gd name="connsiteY2" fmla="*/ 146922 h 902296"/>
                  <a:gd name="connsiteX3" fmla="*/ 3299791 w 3299791"/>
                  <a:gd name="connsiteY3" fmla="*/ 902296 h 902296"/>
                  <a:gd name="connsiteX4" fmla="*/ 13252 w 3299791"/>
                  <a:gd name="connsiteY4" fmla="*/ 902296 h 902296"/>
                  <a:gd name="connsiteX5" fmla="*/ 0 w 3299791"/>
                  <a:gd name="connsiteY5" fmla="*/ 80661 h 902296"/>
                  <a:gd name="connsiteX0" fmla="*/ 0 w 3299791"/>
                  <a:gd name="connsiteY0" fmla="*/ 80661 h 902296"/>
                  <a:gd name="connsiteX1" fmla="*/ 410817 w 3299791"/>
                  <a:gd name="connsiteY1" fmla="*/ 1149 h 902296"/>
                  <a:gd name="connsiteX2" fmla="*/ 3299791 w 3299791"/>
                  <a:gd name="connsiteY2" fmla="*/ 146922 h 902296"/>
                  <a:gd name="connsiteX3" fmla="*/ 3299791 w 3299791"/>
                  <a:gd name="connsiteY3" fmla="*/ 902296 h 902296"/>
                  <a:gd name="connsiteX4" fmla="*/ 13252 w 3299791"/>
                  <a:gd name="connsiteY4" fmla="*/ 902296 h 902296"/>
                  <a:gd name="connsiteX5" fmla="*/ 0 w 3299791"/>
                  <a:gd name="connsiteY5" fmla="*/ 80661 h 902296"/>
                  <a:gd name="connsiteX0" fmla="*/ 0 w 3591339"/>
                  <a:gd name="connsiteY0" fmla="*/ 318424 h 901520"/>
                  <a:gd name="connsiteX1" fmla="*/ 702365 w 3591339"/>
                  <a:gd name="connsiteY1" fmla="*/ 373 h 901520"/>
                  <a:gd name="connsiteX2" fmla="*/ 3591339 w 3591339"/>
                  <a:gd name="connsiteY2" fmla="*/ 146146 h 901520"/>
                  <a:gd name="connsiteX3" fmla="*/ 3591339 w 3591339"/>
                  <a:gd name="connsiteY3" fmla="*/ 901520 h 901520"/>
                  <a:gd name="connsiteX4" fmla="*/ 304800 w 3591339"/>
                  <a:gd name="connsiteY4" fmla="*/ 901520 h 901520"/>
                  <a:gd name="connsiteX5" fmla="*/ 0 w 3591339"/>
                  <a:gd name="connsiteY5" fmla="*/ 318424 h 901520"/>
                  <a:gd name="connsiteX0" fmla="*/ 0 w 3591339"/>
                  <a:gd name="connsiteY0" fmla="*/ 318770 h 901866"/>
                  <a:gd name="connsiteX1" fmla="*/ 702365 w 3591339"/>
                  <a:gd name="connsiteY1" fmla="*/ 719 h 901866"/>
                  <a:gd name="connsiteX2" fmla="*/ 3591339 w 3591339"/>
                  <a:gd name="connsiteY2" fmla="*/ 146492 h 901866"/>
                  <a:gd name="connsiteX3" fmla="*/ 3591339 w 3591339"/>
                  <a:gd name="connsiteY3" fmla="*/ 901866 h 901866"/>
                  <a:gd name="connsiteX4" fmla="*/ 304800 w 3591339"/>
                  <a:gd name="connsiteY4" fmla="*/ 901866 h 901866"/>
                  <a:gd name="connsiteX5" fmla="*/ 0 w 3591339"/>
                  <a:gd name="connsiteY5" fmla="*/ 318770 h 901866"/>
                  <a:gd name="connsiteX0" fmla="*/ 0 w 3591339"/>
                  <a:gd name="connsiteY0" fmla="*/ 318962 h 902058"/>
                  <a:gd name="connsiteX1" fmla="*/ 702365 w 3591339"/>
                  <a:gd name="connsiteY1" fmla="*/ 911 h 902058"/>
                  <a:gd name="connsiteX2" fmla="*/ 3591339 w 3591339"/>
                  <a:gd name="connsiteY2" fmla="*/ 146684 h 902058"/>
                  <a:gd name="connsiteX3" fmla="*/ 3591339 w 3591339"/>
                  <a:gd name="connsiteY3" fmla="*/ 902058 h 902058"/>
                  <a:gd name="connsiteX4" fmla="*/ 304800 w 3591339"/>
                  <a:gd name="connsiteY4" fmla="*/ 902058 h 902058"/>
                  <a:gd name="connsiteX5" fmla="*/ 0 w 3591339"/>
                  <a:gd name="connsiteY5" fmla="*/ 318962 h 902058"/>
                  <a:gd name="connsiteX0" fmla="*/ 0 w 3591339"/>
                  <a:gd name="connsiteY0" fmla="*/ 318962 h 902058"/>
                  <a:gd name="connsiteX1" fmla="*/ 702365 w 3591339"/>
                  <a:gd name="connsiteY1" fmla="*/ 911 h 902058"/>
                  <a:gd name="connsiteX2" fmla="*/ 2517913 w 3591339"/>
                  <a:gd name="connsiteY2" fmla="*/ 27416 h 902058"/>
                  <a:gd name="connsiteX3" fmla="*/ 3591339 w 3591339"/>
                  <a:gd name="connsiteY3" fmla="*/ 146684 h 902058"/>
                  <a:gd name="connsiteX4" fmla="*/ 3591339 w 3591339"/>
                  <a:gd name="connsiteY4" fmla="*/ 902058 h 902058"/>
                  <a:gd name="connsiteX5" fmla="*/ 304800 w 3591339"/>
                  <a:gd name="connsiteY5" fmla="*/ 902058 h 902058"/>
                  <a:gd name="connsiteX6" fmla="*/ 0 w 3591339"/>
                  <a:gd name="connsiteY6" fmla="*/ 318962 h 902058"/>
                  <a:gd name="connsiteX0" fmla="*/ 0 w 3591339"/>
                  <a:gd name="connsiteY0" fmla="*/ 1166255 h 1749351"/>
                  <a:gd name="connsiteX1" fmla="*/ 702365 w 3591339"/>
                  <a:gd name="connsiteY1" fmla="*/ 848204 h 1749351"/>
                  <a:gd name="connsiteX2" fmla="*/ 2517913 w 3591339"/>
                  <a:gd name="connsiteY2" fmla="*/ 874709 h 1749351"/>
                  <a:gd name="connsiteX3" fmla="*/ 2650435 w 3591339"/>
                  <a:gd name="connsiteY3" fmla="*/ 65 h 1749351"/>
                  <a:gd name="connsiteX4" fmla="*/ 3591339 w 3591339"/>
                  <a:gd name="connsiteY4" fmla="*/ 993977 h 1749351"/>
                  <a:gd name="connsiteX5" fmla="*/ 3591339 w 3591339"/>
                  <a:gd name="connsiteY5" fmla="*/ 1749351 h 1749351"/>
                  <a:gd name="connsiteX6" fmla="*/ 304800 w 3591339"/>
                  <a:gd name="connsiteY6" fmla="*/ 1749351 h 1749351"/>
                  <a:gd name="connsiteX7" fmla="*/ 0 w 3591339"/>
                  <a:gd name="connsiteY7" fmla="*/ 1166255 h 1749351"/>
                  <a:gd name="connsiteX0" fmla="*/ 0 w 3591339"/>
                  <a:gd name="connsiteY0" fmla="*/ 1166254 h 1749350"/>
                  <a:gd name="connsiteX1" fmla="*/ 702365 w 3591339"/>
                  <a:gd name="connsiteY1" fmla="*/ 848203 h 1749350"/>
                  <a:gd name="connsiteX2" fmla="*/ 2358887 w 3591339"/>
                  <a:gd name="connsiteY2" fmla="*/ 901213 h 1749350"/>
                  <a:gd name="connsiteX3" fmla="*/ 2650435 w 3591339"/>
                  <a:gd name="connsiteY3" fmla="*/ 64 h 1749350"/>
                  <a:gd name="connsiteX4" fmla="*/ 3591339 w 3591339"/>
                  <a:gd name="connsiteY4" fmla="*/ 993976 h 1749350"/>
                  <a:gd name="connsiteX5" fmla="*/ 3591339 w 3591339"/>
                  <a:gd name="connsiteY5" fmla="*/ 1749350 h 1749350"/>
                  <a:gd name="connsiteX6" fmla="*/ 304800 w 3591339"/>
                  <a:gd name="connsiteY6" fmla="*/ 1749350 h 1749350"/>
                  <a:gd name="connsiteX7" fmla="*/ 0 w 3591339"/>
                  <a:gd name="connsiteY7" fmla="*/ 1166254 h 1749350"/>
                  <a:gd name="connsiteX0" fmla="*/ 0 w 3591339"/>
                  <a:gd name="connsiteY0" fmla="*/ 1166267 h 1749363"/>
                  <a:gd name="connsiteX1" fmla="*/ 702365 w 3591339"/>
                  <a:gd name="connsiteY1" fmla="*/ 848216 h 1749363"/>
                  <a:gd name="connsiteX2" fmla="*/ 2358887 w 3591339"/>
                  <a:gd name="connsiteY2" fmla="*/ 901226 h 1749363"/>
                  <a:gd name="connsiteX3" fmla="*/ 2650435 w 3591339"/>
                  <a:gd name="connsiteY3" fmla="*/ 77 h 1749363"/>
                  <a:gd name="connsiteX4" fmla="*/ 3591339 w 3591339"/>
                  <a:gd name="connsiteY4" fmla="*/ 993989 h 1749363"/>
                  <a:gd name="connsiteX5" fmla="*/ 3591339 w 3591339"/>
                  <a:gd name="connsiteY5" fmla="*/ 1749363 h 1749363"/>
                  <a:gd name="connsiteX6" fmla="*/ 304800 w 3591339"/>
                  <a:gd name="connsiteY6" fmla="*/ 1749363 h 1749363"/>
                  <a:gd name="connsiteX7" fmla="*/ 0 w 3591339"/>
                  <a:gd name="connsiteY7" fmla="*/ 1166267 h 1749363"/>
                  <a:gd name="connsiteX0" fmla="*/ 0 w 3591339"/>
                  <a:gd name="connsiteY0" fmla="*/ 1166276 h 1749372"/>
                  <a:gd name="connsiteX1" fmla="*/ 702365 w 3591339"/>
                  <a:gd name="connsiteY1" fmla="*/ 848225 h 1749372"/>
                  <a:gd name="connsiteX2" fmla="*/ 2358887 w 3591339"/>
                  <a:gd name="connsiteY2" fmla="*/ 901235 h 1749372"/>
                  <a:gd name="connsiteX3" fmla="*/ 2650435 w 3591339"/>
                  <a:gd name="connsiteY3" fmla="*/ 86 h 1749372"/>
                  <a:gd name="connsiteX4" fmla="*/ 3591339 w 3591339"/>
                  <a:gd name="connsiteY4" fmla="*/ 993998 h 1749372"/>
                  <a:gd name="connsiteX5" fmla="*/ 3591339 w 3591339"/>
                  <a:gd name="connsiteY5" fmla="*/ 1749372 h 1749372"/>
                  <a:gd name="connsiteX6" fmla="*/ 304800 w 3591339"/>
                  <a:gd name="connsiteY6" fmla="*/ 1749372 h 1749372"/>
                  <a:gd name="connsiteX7" fmla="*/ 0 w 3591339"/>
                  <a:gd name="connsiteY7" fmla="*/ 1166276 h 1749372"/>
                  <a:gd name="connsiteX0" fmla="*/ 0 w 3591339"/>
                  <a:gd name="connsiteY0" fmla="*/ 1179527 h 1762623"/>
                  <a:gd name="connsiteX1" fmla="*/ 702365 w 3591339"/>
                  <a:gd name="connsiteY1" fmla="*/ 861476 h 1762623"/>
                  <a:gd name="connsiteX2" fmla="*/ 2358887 w 3591339"/>
                  <a:gd name="connsiteY2" fmla="*/ 914486 h 1762623"/>
                  <a:gd name="connsiteX3" fmla="*/ 2610678 w 3591339"/>
                  <a:gd name="connsiteY3" fmla="*/ 85 h 1762623"/>
                  <a:gd name="connsiteX4" fmla="*/ 3591339 w 3591339"/>
                  <a:gd name="connsiteY4" fmla="*/ 1007249 h 1762623"/>
                  <a:gd name="connsiteX5" fmla="*/ 3591339 w 3591339"/>
                  <a:gd name="connsiteY5" fmla="*/ 1762623 h 1762623"/>
                  <a:gd name="connsiteX6" fmla="*/ 304800 w 3591339"/>
                  <a:gd name="connsiteY6" fmla="*/ 1762623 h 1762623"/>
                  <a:gd name="connsiteX7" fmla="*/ 0 w 3591339"/>
                  <a:gd name="connsiteY7" fmla="*/ 1179527 h 1762623"/>
                  <a:gd name="connsiteX0" fmla="*/ 0 w 3591339"/>
                  <a:gd name="connsiteY0" fmla="*/ 1616765 h 2199861"/>
                  <a:gd name="connsiteX1" fmla="*/ 702365 w 3591339"/>
                  <a:gd name="connsiteY1" fmla="*/ 1298714 h 2199861"/>
                  <a:gd name="connsiteX2" fmla="*/ 2358887 w 3591339"/>
                  <a:gd name="connsiteY2" fmla="*/ 1351724 h 2199861"/>
                  <a:gd name="connsiteX3" fmla="*/ 2610678 w 3591339"/>
                  <a:gd name="connsiteY3" fmla="*/ 437323 h 2199861"/>
                  <a:gd name="connsiteX4" fmla="*/ 3260035 w 3591339"/>
                  <a:gd name="connsiteY4" fmla="*/ 0 h 2199861"/>
                  <a:gd name="connsiteX5" fmla="*/ 3591339 w 3591339"/>
                  <a:gd name="connsiteY5" fmla="*/ 2199861 h 2199861"/>
                  <a:gd name="connsiteX6" fmla="*/ 304800 w 3591339"/>
                  <a:gd name="connsiteY6" fmla="*/ 2199861 h 2199861"/>
                  <a:gd name="connsiteX7" fmla="*/ 0 w 3591339"/>
                  <a:gd name="connsiteY7" fmla="*/ 1616765 h 2199861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669774 h 2252870"/>
                  <a:gd name="connsiteX1" fmla="*/ 702365 w 3591339"/>
                  <a:gd name="connsiteY1" fmla="*/ 1351723 h 2252870"/>
                  <a:gd name="connsiteX2" fmla="*/ 2358887 w 3591339"/>
                  <a:gd name="connsiteY2" fmla="*/ 1404733 h 2252870"/>
                  <a:gd name="connsiteX3" fmla="*/ 2610678 w 3591339"/>
                  <a:gd name="connsiteY3" fmla="*/ 490332 h 2252870"/>
                  <a:gd name="connsiteX4" fmla="*/ 3154017 w 3591339"/>
                  <a:gd name="connsiteY4" fmla="*/ 0 h 2252870"/>
                  <a:gd name="connsiteX5" fmla="*/ 3591339 w 3591339"/>
                  <a:gd name="connsiteY5" fmla="*/ 2252870 h 2252870"/>
                  <a:gd name="connsiteX6" fmla="*/ 304800 w 3591339"/>
                  <a:gd name="connsiteY6" fmla="*/ 2252870 h 2252870"/>
                  <a:gd name="connsiteX7" fmla="*/ 0 w 3591339"/>
                  <a:gd name="connsiteY7" fmla="*/ 1669774 h 2252870"/>
                  <a:gd name="connsiteX0" fmla="*/ 0 w 3591339"/>
                  <a:gd name="connsiteY0" fmla="*/ 1754122 h 2337218"/>
                  <a:gd name="connsiteX1" fmla="*/ 702365 w 3591339"/>
                  <a:gd name="connsiteY1" fmla="*/ 1436071 h 2337218"/>
                  <a:gd name="connsiteX2" fmla="*/ 2358887 w 3591339"/>
                  <a:gd name="connsiteY2" fmla="*/ 1489081 h 2337218"/>
                  <a:gd name="connsiteX3" fmla="*/ 2610678 w 3591339"/>
                  <a:gd name="connsiteY3" fmla="*/ 574680 h 2337218"/>
                  <a:gd name="connsiteX4" fmla="*/ 1736035 w 3591339"/>
                  <a:gd name="connsiteY4" fmla="*/ 534926 h 2337218"/>
                  <a:gd name="connsiteX5" fmla="*/ 3154017 w 3591339"/>
                  <a:gd name="connsiteY5" fmla="*/ 84348 h 2337218"/>
                  <a:gd name="connsiteX6" fmla="*/ 3591339 w 3591339"/>
                  <a:gd name="connsiteY6" fmla="*/ 2337218 h 2337218"/>
                  <a:gd name="connsiteX7" fmla="*/ 304800 w 3591339"/>
                  <a:gd name="connsiteY7" fmla="*/ 2337218 h 2337218"/>
                  <a:gd name="connsiteX8" fmla="*/ 0 w 3591339"/>
                  <a:gd name="connsiteY8" fmla="*/ 1754122 h 2337218"/>
                  <a:gd name="connsiteX0" fmla="*/ 0 w 3591339"/>
                  <a:gd name="connsiteY0" fmla="*/ 1769812 h 2352908"/>
                  <a:gd name="connsiteX1" fmla="*/ 702365 w 3591339"/>
                  <a:gd name="connsiteY1" fmla="*/ 1451761 h 2352908"/>
                  <a:gd name="connsiteX2" fmla="*/ 2358887 w 3591339"/>
                  <a:gd name="connsiteY2" fmla="*/ 1504771 h 2352908"/>
                  <a:gd name="connsiteX3" fmla="*/ 2610678 w 3591339"/>
                  <a:gd name="connsiteY3" fmla="*/ 590370 h 2352908"/>
                  <a:gd name="connsiteX4" fmla="*/ 1736035 w 3591339"/>
                  <a:gd name="connsiteY4" fmla="*/ 550616 h 2352908"/>
                  <a:gd name="connsiteX5" fmla="*/ 3154017 w 3591339"/>
                  <a:gd name="connsiteY5" fmla="*/ 100038 h 2352908"/>
                  <a:gd name="connsiteX6" fmla="*/ 3591339 w 3591339"/>
                  <a:gd name="connsiteY6" fmla="*/ 2352908 h 2352908"/>
                  <a:gd name="connsiteX7" fmla="*/ 304800 w 3591339"/>
                  <a:gd name="connsiteY7" fmla="*/ 2352908 h 2352908"/>
                  <a:gd name="connsiteX8" fmla="*/ 0 w 3591339"/>
                  <a:gd name="connsiteY8" fmla="*/ 1769812 h 2352908"/>
                  <a:gd name="connsiteX0" fmla="*/ 0 w 3591339"/>
                  <a:gd name="connsiteY0" fmla="*/ 1769812 h 2352908"/>
                  <a:gd name="connsiteX1" fmla="*/ 702365 w 3591339"/>
                  <a:gd name="connsiteY1" fmla="*/ 1451761 h 2352908"/>
                  <a:gd name="connsiteX2" fmla="*/ 2358887 w 3591339"/>
                  <a:gd name="connsiteY2" fmla="*/ 1504771 h 2352908"/>
                  <a:gd name="connsiteX3" fmla="*/ 2610678 w 3591339"/>
                  <a:gd name="connsiteY3" fmla="*/ 590370 h 2352908"/>
                  <a:gd name="connsiteX4" fmla="*/ 1736035 w 3591339"/>
                  <a:gd name="connsiteY4" fmla="*/ 550616 h 2352908"/>
                  <a:gd name="connsiteX5" fmla="*/ 3154017 w 3591339"/>
                  <a:gd name="connsiteY5" fmla="*/ 100038 h 2352908"/>
                  <a:gd name="connsiteX6" fmla="*/ 3591339 w 3591339"/>
                  <a:gd name="connsiteY6" fmla="*/ 2352908 h 2352908"/>
                  <a:gd name="connsiteX7" fmla="*/ 304800 w 3591339"/>
                  <a:gd name="connsiteY7" fmla="*/ 2352908 h 2352908"/>
                  <a:gd name="connsiteX8" fmla="*/ 0 w 3591339"/>
                  <a:gd name="connsiteY8" fmla="*/ 1769812 h 2352908"/>
                  <a:gd name="connsiteX0" fmla="*/ 0 w 3591339"/>
                  <a:gd name="connsiteY0" fmla="*/ 2108868 h 2691964"/>
                  <a:gd name="connsiteX1" fmla="*/ 702365 w 3591339"/>
                  <a:gd name="connsiteY1" fmla="*/ 1790817 h 2691964"/>
                  <a:gd name="connsiteX2" fmla="*/ 2358887 w 3591339"/>
                  <a:gd name="connsiteY2" fmla="*/ 1843827 h 2691964"/>
                  <a:gd name="connsiteX3" fmla="*/ 2610678 w 3591339"/>
                  <a:gd name="connsiteY3" fmla="*/ 929426 h 2691964"/>
                  <a:gd name="connsiteX4" fmla="*/ 1736035 w 3591339"/>
                  <a:gd name="connsiteY4" fmla="*/ 889672 h 2691964"/>
                  <a:gd name="connsiteX5" fmla="*/ 3114261 w 3591339"/>
                  <a:gd name="connsiteY5" fmla="*/ 68034 h 2691964"/>
                  <a:gd name="connsiteX6" fmla="*/ 3591339 w 3591339"/>
                  <a:gd name="connsiteY6" fmla="*/ 2691964 h 2691964"/>
                  <a:gd name="connsiteX7" fmla="*/ 304800 w 3591339"/>
                  <a:gd name="connsiteY7" fmla="*/ 2691964 h 2691964"/>
                  <a:gd name="connsiteX8" fmla="*/ 0 w 3591339"/>
                  <a:gd name="connsiteY8" fmla="*/ 2108868 h 2691964"/>
                  <a:gd name="connsiteX0" fmla="*/ 0 w 3591339"/>
                  <a:gd name="connsiteY0" fmla="*/ 2310279 h 2893375"/>
                  <a:gd name="connsiteX1" fmla="*/ 702365 w 3591339"/>
                  <a:gd name="connsiteY1" fmla="*/ 1992228 h 2893375"/>
                  <a:gd name="connsiteX2" fmla="*/ 2358887 w 3591339"/>
                  <a:gd name="connsiteY2" fmla="*/ 2045238 h 2893375"/>
                  <a:gd name="connsiteX3" fmla="*/ 2610678 w 3591339"/>
                  <a:gd name="connsiteY3" fmla="*/ 1130837 h 2893375"/>
                  <a:gd name="connsiteX4" fmla="*/ 1736035 w 3591339"/>
                  <a:gd name="connsiteY4" fmla="*/ 1091083 h 2893375"/>
                  <a:gd name="connsiteX5" fmla="*/ 3511827 w 3591339"/>
                  <a:gd name="connsiteY5" fmla="*/ 57411 h 2893375"/>
                  <a:gd name="connsiteX6" fmla="*/ 3591339 w 3591339"/>
                  <a:gd name="connsiteY6" fmla="*/ 2893375 h 2893375"/>
                  <a:gd name="connsiteX7" fmla="*/ 304800 w 3591339"/>
                  <a:gd name="connsiteY7" fmla="*/ 2893375 h 2893375"/>
                  <a:gd name="connsiteX8" fmla="*/ 0 w 3591339"/>
                  <a:gd name="connsiteY8" fmla="*/ 2310279 h 2893375"/>
                  <a:gd name="connsiteX0" fmla="*/ 0 w 4267200"/>
                  <a:gd name="connsiteY0" fmla="*/ 2310279 h 2893375"/>
                  <a:gd name="connsiteX1" fmla="*/ 702365 w 4267200"/>
                  <a:gd name="connsiteY1" fmla="*/ 1992228 h 2893375"/>
                  <a:gd name="connsiteX2" fmla="*/ 2358887 w 4267200"/>
                  <a:gd name="connsiteY2" fmla="*/ 2045238 h 2893375"/>
                  <a:gd name="connsiteX3" fmla="*/ 2610678 w 4267200"/>
                  <a:gd name="connsiteY3" fmla="*/ 1130837 h 2893375"/>
                  <a:gd name="connsiteX4" fmla="*/ 1736035 w 4267200"/>
                  <a:gd name="connsiteY4" fmla="*/ 1091083 h 2893375"/>
                  <a:gd name="connsiteX5" fmla="*/ 3511827 w 4267200"/>
                  <a:gd name="connsiteY5" fmla="*/ 57411 h 2893375"/>
                  <a:gd name="connsiteX6" fmla="*/ 4267200 w 4267200"/>
                  <a:gd name="connsiteY6" fmla="*/ 150179 h 2893375"/>
                  <a:gd name="connsiteX7" fmla="*/ 3591339 w 4267200"/>
                  <a:gd name="connsiteY7" fmla="*/ 2893375 h 2893375"/>
                  <a:gd name="connsiteX8" fmla="*/ 304800 w 4267200"/>
                  <a:gd name="connsiteY8" fmla="*/ 2893375 h 2893375"/>
                  <a:gd name="connsiteX9" fmla="*/ 0 w 4267200"/>
                  <a:gd name="connsiteY9" fmla="*/ 2310279 h 2893375"/>
                  <a:gd name="connsiteX0" fmla="*/ 0 w 4267200"/>
                  <a:gd name="connsiteY0" fmla="*/ 2310279 h 2893375"/>
                  <a:gd name="connsiteX1" fmla="*/ 702365 w 4267200"/>
                  <a:gd name="connsiteY1" fmla="*/ 1992228 h 2893375"/>
                  <a:gd name="connsiteX2" fmla="*/ 2358887 w 4267200"/>
                  <a:gd name="connsiteY2" fmla="*/ 2045238 h 2893375"/>
                  <a:gd name="connsiteX3" fmla="*/ 2610678 w 4267200"/>
                  <a:gd name="connsiteY3" fmla="*/ 1130837 h 2893375"/>
                  <a:gd name="connsiteX4" fmla="*/ 1736035 w 4267200"/>
                  <a:gd name="connsiteY4" fmla="*/ 1091083 h 2893375"/>
                  <a:gd name="connsiteX5" fmla="*/ 3684106 w 4267200"/>
                  <a:gd name="connsiteY5" fmla="*/ 57411 h 2893375"/>
                  <a:gd name="connsiteX6" fmla="*/ 4267200 w 4267200"/>
                  <a:gd name="connsiteY6" fmla="*/ 150179 h 2893375"/>
                  <a:gd name="connsiteX7" fmla="*/ 3591339 w 4267200"/>
                  <a:gd name="connsiteY7" fmla="*/ 2893375 h 2893375"/>
                  <a:gd name="connsiteX8" fmla="*/ 304800 w 4267200"/>
                  <a:gd name="connsiteY8" fmla="*/ 2893375 h 2893375"/>
                  <a:gd name="connsiteX9" fmla="*/ 0 w 4267200"/>
                  <a:gd name="connsiteY9" fmla="*/ 2310279 h 2893375"/>
                  <a:gd name="connsiteX0" fmla="*/ 0 w 4267200"/>
                  <a:gd name="connsiteY0" fmla="*/ 2314098 h 2897194"/>
                  <a:gd name="connsiteX1" fmla="*/ 702365 w 4267200"/>
                  <a:gd name="connsiteY1" fmla="*/ 1996047 h 2897194"/>
                  <a:gd name="connsiteX2" fmla="*/ 2358887 w 4267200"/>
                  <a:gd name="connsiteY2" fmla="*/ 2049057 h 2897194"/>
                  <a:gd name="connsiteX3" fmla="*/ 2610678 w 4267200"/>
                  <a:gd name="connsiteY3" fmla="*/ 1134656 h 2897194"/>
                  <a:gd name="connsiteX4" fmla="*/ 1736035 w 4267200"/>
                  <a:gd name="connsiteY4" fmla="*/ 1094902 h 2897194"/>
                  <a:gd name="connsiteX5" fmla="*/ 3684106 w 4267200"/>
                  <a:gd name="connsiteY5" fmla="*/ 61230 h 2897194"/>
                  <a:gd name="connsiteX6" fmla="*/ 4267200 w 4267200"/>
                  <a:gd name="connsiteY6" fmla="*/ 153998 h 2897194"/>
                  <a:gd name="connsiteX7" fmla="*/ 3591339 w 4267200"/>
                  <a:gd name="connsiteY7" fmla="*/ 2897194 h 2897194"/>
                  <a:gd name="connsiteX8" fmla="*/ 304800 w 4267200"/>
                  <a:gd name="connsiteY8" fmla="*/ 2897194 h 2897194"/>
                  <a:gd name="connsiteX9" fmla="*/ 0 w 4267200"/>
                  <a:gd name="connsiteY9" fmla="*/ 2314098 h 2897194"/>
                  <a:gd name="connsiteX0" fmla="*/ 0 w 4267200"/>
                  <a:gd name="connsiteY0" fmla="*/ 2314098 h 2897194"/>
                  <a:gd name="connsiteX1" fmla="*/ 702365 w 4267200"/>
                  <a:gd name="connsiteY1" fmla="*/ 1996047 h 2897194"/>
                  <a:gd name="connsiteX2" fmla="*/ 2358887 w 4267200"/>
                  <a:gd name="connsiteY2" fmla="*/ 2049057 h 2897194"/>
                  <a:gd name="connsiteX3" fmla="*/ 2610678 w 4267200"/>
                  <a:gd name="connsiteY3" fmla="*/ 1134656 h 2897194"/>
                  <a:gd name="connsiteX4" fmla="*/ 1736035 w 4267200"/>
                  <a:gd name="connsiteY4" fmla="*/ 1094902 h 2897194"/>
                  <a:gd name="connsiteX5" fmla="*/ 3684106 w 4267200"/>
                  <a:gd name="connsiteY5" fmla="*/ 61230 h 2897194"/>
                  <a:gd name="connsiteX6" fmla="*/ 4267200 w 4267200"/>
                  <a:gd name="connsiteY6" fmla="*/ 153998 h 2897194"/>
                  <a:gd name="connsiteX7" fmla="*/ 3591339 w 4267200"/>
                  <a:gd name="connsiteY7" fmla="*/ 2897194 h 2897194"/>
                  <a:gd name="connsiteX8" fmla="*/ 304800 w 4267200"/>
                  <a:gd name="connsiteY8" fmla="*/ 2897194 h 2897194"/>
                  <a:gd name="connsiteX9" fmla="*/ 0 w 4267200"/>
                  <a:gd name="connsiteY9" fmla="*/ 2314098 h 2897194"/>
                  <a:gd name="connsiteX0" fmla="*/ 0 w 4240696"/>
                  <a:gd name="connsiteY0" fmla="*/ 2314098 h 2897194"/>
                  <a:gd name="connsiteX1" fmla="*/ 702365 w 4240696"/>
                  <a:gd name="connsiteY1" fmla="*/ 1996047 h 2897194"/>
                  <a:gd name="connsiteX2" fmla="*/ 2358887 w 4240696"/>
                  <a:gd name="connsiteY2" fmla="*/ 2049057 h 2897194"/>
                  <a:gd name="connsiteX3" fmla="*/ 2610678 w 4240696"/>
                  <a:gd name="connsiteY3" fmla="*/ 1134656 h 2897194"/>
                  <a:gd name="connsiteX4" fmla="*/ 1736035 w 4240696"/>
                  <a:gd name="connsiteY4" fmla="*/ 1094902 h 2897194"/>
                  <a:gd name="connsiteX5" fmla="*/ 3684106 w 4240696"/>
                  <a:gd name="connsiteY5" fmla="*/ 61230 h 2897194"/>
                  <a:gd name="connsiteX6" fmla="*/ 4240696 w 4240696"/>
                  <a:gd name="connsiteY6" fmla="*/ 180503 h 2897194"/>
                  <a:gd name="connsiteX7" fmla="*/ 3591339 w 4240696"/>
                  <a:gd name="connsiteY7" fmla="*/ 2897194 h 2897194"/>
                  <a:gd name="connsiteX8" fmla="*/ 304800 w 4240696"/>
                  <a:gd name="connsiteY8" fmla="*/ 2897194 h 2897194"/>
                  <a:gd name="connsiteX9" fmla="*/ 0 w 4240696"/>
                  <a:gd name="connsiteY9" fmla="*/ 2314098 h 2897194"/>
                  <a:gd name="connsiteX0" fmla="*/ 0 w 4240696"/>
                  <a:gd name="connsiteY0" fmla="*/ 2314098 h 2897194"/>
                  <a:gd name="connsiteX1" fmla="*/ 702365 w 4240696"/>
                  <a:gd name="connsiteY1" fmla="*/ 1996047 h 2897194"/>
                  <a:gd name="connsiteX2" fmla="*/ 2358887 w 4240696"/>
                  <a:gd name="connsiteY2" fmla="*/ 2049057 h 2897194"/>
                  <a:gd name="connsiteX3" fmla="*/ 2610678 w 4240696"/>
                  <a:gd name="connsiteY3" fmla="*/ 1134656 h 2897194"/>
                  <a:gd name="connsiteX4" fmla="*/ 1736035 w 4240696"/>
                  <a:gd name="connsiteY4" fmla="*/ 1094902 h 2897194"/>
                  <a:gd name="connsiteX5" fmla="*/ 3684106 w 4240696"/>
                  <a:gd name="connsiteY5" fmla="*/ 61230 h 2897194"/>
                  <a:gd name="connsiteX6" fmla="*/ 4240696 w 4240696"/>
                  <a:gd name="connsiteY6" fmla="*/ 180503 h 2897194"/>
                  <a:gd name="connsiteX7" fmla="*/ 3591339 w 4240696"/>
                  <a:gd name="connsiteY7" fmla="*/ 2897194 h 2897194"/>
                  <a:gd name="connsiteX8" fmla="*/ 304800 w 4240696"/>
                  <a:gd name="connsiteY8" fmla="*/ 2897194 h 2897194"/>
                  <a:gd name="connsiteX9" fmla="*/ 0 w 4240696"/>
                  <a:gd name="connsiteY9" fmla="*/ 2314098 h 2897194"/>
                  <a:gd name="connsiteX0" fmla="*/ 0 w 4852692"/>
                  <a:gd name="connsiteY0" fmla="*/ 2314098 h 2897194"/>
                  <a:gd name="connsiteX1" fmla="*/ 702365 w 4852692"/>
                  <a:gd name="connsiteY1" fmla="*/ 1996047 h 2897194"/>
                  <a:gd name="connsiteX2" fmla="*/ 2358887 w 4852692"/>
                  <a:gd name="connsiteY2" fmla="*/ 2049057 h 2897194"/>
                  <a:gd name="connsiteX3" fmla="*/ 2610678 w 4852692"/>
                  <a:gd name="connsiteY3" fmla="*/ 1134656 h 2897194"/>
                  <a:gd name="connsiteX4" fmla="*/ 1736035 w 4852692"/>
                  <a:gd name="connsiteY4" fmla="*/ 1094902 h 2897194"/>
                  <a:gd name="connsiteX5" fmla="*/ 3684106 w 4852692"/>
                  <a:gd name="connsiteY5" fmla="*/ 61230 h 2897194"/>
                  <a:gd name="connsiteX6" fmla="*/ 4240696 w 4852692"/>
                  <a:gd name="connsiteY6" fmla="*/ 180503 h 2897194"/>
                  <a:gd name="connsiteX7" fmla="*/ 4850295 w 4852692"/>
                  <a:gd name="connsiteY7" fmla="*/ 988885 h 2897194"/>
                  <a:gd name="connsiteX8" fmla="*/ 3591339 w 4852692"/>
                  <a:gd name="connsiteY8" fmla="*/ 2897194 h 2897194"/>
                  <a:gd name="connsiteX9" fmla="*/ 304800 w 4852692"/>
                  <a:gd name="connsiteY9" fmla="*/ 2897194 h 2897194"/>
                  <a:gd name="connsiteX10" fmla="*/ 0 w 4852692"/>
                  <a:gd name="connsiteY10" fmla="*/ 2314098 h 2897194"/>
                  <a:gd name="connsiteX0" fmla="*/ 0 w 4853808"/>
                  <a:gd name="connsiteY0" fmla="*/ 2314098 h 2897194"/>
                  <a:gd name="connsiteX1" fmla="*/ 702365 w 4853808"/>
                  <a:gd name="connsiteY1" fmla="*/ 1996047 h 2897194"/>
                  <a:gd name="connsiteX2" fmla="*/ 2358887 w 4853808"/>
                  <a:gd name="connsiteY2" fmla="*/ 2049057 h 2897194"/>
                  <a:gd name="connsiteX3" fmla="*/ 2610678 w 4853808"/>
                  <a:gd name="connsiteY3" fmla="*/ 1134656 h 2897194"/>
                  <a:gd name="connsiteX4" fmla="*/ 1736035 w 4853808"/>
                  <a:gd name="connsiteY4" fmla="*/ 1094902 h 2897194"/>
                  <a:gd name="connsiteX5" fmla="*/ 3684106 w 4853808"/>
                  <a:gd name="connsiteY5" fmla="*/ 61230 h 2897194"/>
                  <a:gd name="connsiteX6" fmla="*/ 4240696 w 4853808"/>
                  <a:gd name="connsiteY6" fmla="*/ 180503 h 2897194"/>
                  <a:gd name="connsiteX7" fmla="*/ 4850295 w 4853808"/>
                  <a:gd name="connsiteY7" fmla="*/ 988885 h 2897194"/>
                  <a:gd name="connsiteX8" fmla="*/ 3591339 w 4853808"/>
                  <a:gd name="connsiteY8" fmla="*/ 2897194 h 2897194"/>
                  <a:gd name="connsiteX9" fmla="*/ 304800 w 4853808"/>
                  <a:gd name="connsiteY9" fmla="*/ 2897194 h 2897194"/>
                  <a:gd name="connsiteX10" fmla="*/ 0 w 4853808"/>
                  <a:gd name="connsiteY10" fmla="*/ 2314098 h 2897194"/>
                  <a:gd name="connsiteX0" fmla="*/ 0 w 5122982"/>
                  <a:gd name="connsiteY0" fmla="*/ 2314098 h 2897194"/>
                  <a:gd name="connsiteX1" fmla="*/ 702365 w 5122982"/>
                  <a:gd name="connsiteY1" fmla="*/ 1996047 h 2897194"/>
                  <a:gd name="connsiteX2" fmla="*/ 2358887 w 5122982"/>
                  <a:gd name="connsiteY2" fmla="*/ 2049057 h 2897194"/>
                  <a:gd name="connsiteX3" fmla="*/ 2610678 w 5122982"/>
                  <a:gd name="connsiteY3" fmla="*/ 1134656 h 2897194"/>
                  <a:gd name="connsiteX4" fmla="*/ 1736035 w 5122982"/>
                  <a:gd name="connsiteY4" fmla="*/ 1094902 h 2897194"/>
                  <a:gd name="connsiteX5" fmla="*/ 3684106 w 5122982"/>
                  <a:gd name="connsiteY5" fmla="*/ 61230 h 2897194"/>
                  <a:gd name="connsiteX6" fmla="*/ 4240696 w 5122982"/>
                  <a:gd name="connsiteY6" fmla="*/ 180503 h 2897194"/>
                  <a:gd name="connsiteX7" fmla="*/ 4850295 w 5122982"/>
                  <a:gd name="connsiteY7" fmla="*/ 988885 h 2897194"/>
                  <a:gd name="connsiteX8" fmla="*/ 5102086 w 5122982"/>
                  <a:gd name="connsiteY8" fmla="*/ 1770763 h 2897194"/>
                  <a:gd name="connsiteX9" fmla="*/ 3591339 w 5122982"/>
                  <a:gd name="connsiteY9" fmla="*/ 2897194 h 2897194"/>
                  <a:gd name="connsiteX10" fmla="*/ 304800 w 5122982"/>
                  <a:gd name="connsiteY10" fmla="*/ 2897194 h 2897194"/>
                  <a:gd name="connsiteX11" fmla="*/ 0 w 5122982"/>
                  <a:gd name="connsiteY11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3591339 w 5140891"/>
                  <a:gd name="connsiteY9" fmla="*/ 2897194 h 2897194"/>
                  <a:gd name="connsiteX10" fmla="*/ 304800 w 5140891"/>
                  <a:gd name="connsiteY10" fmla="*/ 2897194 h 2897194"/>
                  <a:gd name="connsiteX11" fmla="*/ 0 w 5140891"/>
                  <a:gd name="connsiteY11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591339 w 5140891"/>
                  <a:gd name="connsiteY10" fmla="*/ 2897194 h 2897194"/>
                  <a:gd name="connsiteX11" fmla="*/ 304800 w 5140891"/>
                  <a:gd name="connsiteY11" fmla="*/ 2897194 h 2897194"/>
                  <a:gd name="connsiteX12" fmla="*/ 0 w 5140891"/>
                  <a:gd name="connsiteY12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253947 w 5140891"/>
                  <a:gd name="connsiteY9" fmla="*/ 2314103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147930 w 5140891"/>
                  <a:gd name="connsiteY9" fmla="*/ 2473129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147930 w 5140891"/>
                  <a:gd name="connsiteY9" fmla="*/ 2473129 h 2897194"/>
                  <a:gd name="connsiteX10" fmla="*/ 3962399 w 5140891"/>
                  <a:gd name="connsiteY10" fmla="*/ 2102068 h 2897194"/>
                  <a:gd name="connsiteX11" fmla="*/ 3591339 w 5140891"/>
                  <a:gd name="connsiteY11" fmla="*/ 2897194 h 2897194"/>
                  <a:gd name="connsiteX12" fmla="*/ 304800 w 5140891"/>
                  <a:gd name="connsiteY12" fmla="*/ 2897194 h 2897194"/>
                  <a:gd name="connsiteX13" fmla="*/ 0 w 5140891"/>
                  <a:gd name="connsiteY13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147930 w 5140891"/>
                  <a:gd name="connsiteY10" fmla="*/ 2473129 h 2897194"/>
                  <a:gd name="connsiteX11" fmla="*/ 3962399 w 5140891"/>
                  <a:gd name="connsiteY11" fmla="*/ 2102068 h 2897194"/>
                  <a:gd name="connsiteX12" fmla="*/ 3591339 w 5140891"/>
                  <a:gd name="connsiteY12" fmla="*/ 2897194 h 2897194"/>
                  <a:gd name="connsiteX13" fmla="*/ 304800 w 5140891"/>
                  <a:gd name="connsiteY13" fmla="*/ 2897194 h 2897194"/>
                  <a:gd name="connsiteX14" fmla="*/ 0 w 5140891"/>
                  <a:gd name="connsiteY14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280451 w 5140891"/>
                  <a:gd name="connsiteY10" fmla="*/ 2300850 h 2897194"/>
                  <a:gd name="connsiteX11" fmla="*/ 4147930 w 5140891"/>
                  <a:gd name="connsiteY11" fmla="*/ 2473129 h 2897194"/>
                  <a:gd name="connsiteX12" fmla="*/ 3962399 w 5140891"/>
                  <a:gd name="connsiteY12" fmla="*/ 2102068 h 2897194"/>
                  <a:gd name="connsiteX13" fmla="*/ 3591339 w 5140891"/>
                  <a:gd name="connsiteY13" fmla="*/ 2897194 h 2897194"/>
                  <a:gd name="connsiteX14" fmla="*/ 304800 w 5140891"/>
                  <a:gd name="connsiteY14" fmla="*/ 2897194 h 2897194"/>
                  <a:gd name="connsiteX15" fmla="*/ 0 w 5140891"/>
                  <a:gd name="connsiteY15" fmla="*/ 2314098 h 2897194"/>
                  <a:gd name="connsiteX0" fmla="*/ 0 w 5140891"/>
                  <a:gd name="connsiteY0" fmla="*/ 2314098 h 2897194"/>
                  <a:gd name="connsiteX1" fmla="*/ 702365 w 5140891"/>
                  <a:gd name="connsiteY1" fmla="*/ 1996047 h 2897194"/>
                  <a:gd name="connsiteX2" fmla="*/ 2358887 w 5140891"/>
                  <a:gd name="connsiteY2" fmla="*/ 2049057 h 2897194"/>
                  <a:gd name="connsiteX3" fmla="*/ 2610678 w 5140891"/>
                  <a:gd name="connsiteY3" fmla="*/ 1134656 h 2897194"/>
                  <a:gd name="connsiteX4" fmla="*/ 1736035 w 5140891"/>
                  <a:gd name="connsiteY4" fmla="*/ 1094902 h 2897194"/>
                  <a:gd name="connsiteX5" fmla="*/ 3684106 w 5140891"/>
                  <a:gd name="connsiteY5" fmla="*/ 61230 h 2897194"/>
                  <a:gd name="connsiteX6" fmla="*/ 4240696 w 5140891"/>
                  <a:gd name="connsiteY6" fmla="*/ 180503 h 2897194"/>
                  <a:gd name="connsiteX7" fmla="*/ 4850295 w 5140891"/>
                  <a:gd name="connsiteY7" fmla="*/ 988885 h 2897194"/>
                  <a:gd name="connsiteX8" fmla="*/ 5102086 w 5140891"/>
                  <a:gd name="connsiteY8" fmla="*/ 1770763 h 2897194"/>
                  <a:gd name="connsiteX9" fmla="*/ 4691269 w 5140891"/>
                  <a:gd name="connsiteY9" fmla="*/ 2075563 h 2897194"/>
                  <a:gd name="connsiteX10" fmla="*/ 4280451 w 5140891"/>
                  <a:gd name="connsiteY10" fmla="*/ 2300850 h 2897194"/>
                  <a:gd name="connsiteX11" fmla="*/ 4147930 w 5140891"/>
                  <a:gd name="connsiteY11" fmla="*/ 2473129 h 2897194"/>
                  <a:gd name="connsiteX12" fmla="*/ 3909390 w 5140891"/>
                  <a:gd name="connsiteY12" fmla="*/ 2088816 h 2897194"/>
                  <a:gd name="connsiteX13" fmla="*/ 3591339 w 5140891"/>
                  <a:gd name="connsiteY13" fmla="*/ 2897194 h 2897194"/>
                  <a:gd name="connsiteX14" fmla="*/ 304800 w 5140891"/>
                  <a:gd name="connsiteY14" fmla="*/ 2897194 h 2897194"/>
                  <a:gd name="connsiteX15" fmla="*/ 0 w 5140891"/>
                  <a:gd name="connsiteY15" fmla="*/ 2314098 h 2897194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3631095 w 5140891"/>
                  <a:gd name="connsiteY13" fmla="*/ 2777929 h 3559803"/>
                  <a:gd name="connsiteX14" fmla="*/ 2849217 w 5140891"/>
                  <a:gd name="connsiteY14" fmla="*/ 3559803 h 3559803"/>
                  <a:gd name="connsiteX15" fmla="*/ 304800 w 5140891"/>
                  <a:gd name="connsiteY15" fmla="*/ 2897194 h 3559803"/>
                  <a:gd name="connsiteX16" fmla="*/ 0 w 5140891"/>
                  <a:gd name="connsiteY16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3559803"/>
                  <a:gd name="connsiteX1" fmla="*/ 702365 w 5140891"/>
                  <a:gd name="connsiteY1" fmla="*/ 1996047 h 3559803"/>
                  <a:gd name="connsiteX2" fmla="*/ 2358887 w 5140891"/>
                  <a:gd name="connsiteY2" fmla="*/ 2049057 h 3559803"/>
                  <a:gd name="connsiteX3" fmla="*/ 2610678 w 5140891"/>
                  <a:gd name="connsiteY3" fmla="*/ 1134656 h 3559803"/>
                  <a:gd name="connsiteX4" fmla="*/ 1736035 w 5140891"/>
                  <a:gd name="connsiteY4" fmla="*/ 1094902 h 3559803"/>
                  <a:gd name="connsiteX5" fmla="*/ 3684106 w 5140891"/>
                  <a:gd name="connsiteY5" fmla="*/ 61230 h 3559803"/>
                  <a:gd name="connsiteX6" fmla="*/ 4240696 w 5140891"/>
                  <a:gd name="connsiteY6" fmla="*/ 180503 h 3559803"/>
                  <a:gd name="connsiteX7" fmla="*/ 4850295 w 5140891"/>
                  <a:gd name="connsiteY7" fmla="*/ 988885 h 3559803"/>
                  <a:gd name="connsiteX8" fmla="*/ 5102086 w 5140891"/>
                  <a:gd name="connsiteY8" fmla="*/ 1770763 h 3559803"/>
                  <a:gd name="connsiteX9" fmla="*/ 4691269 w 5140891"/>
                  <a:gd name="connsiteY9" fmla="*/ 2075563 h 3559803"/>
                  <a:gd name="connsiteX10" fmla="*/ 4280451 w 5140891"/>
                  <a:gd name="connsiteY10" fmla="*/ 2300850 h 3559803"/>
                  <a:gd name="connsiteX11" fmla="*/ 4147930 w 5140891"/>
                  <a:gd name="connsiteY11" fmla="*/ 2473129 h 3559803"/>
                  <a:gd name="connsiteX12" fmla="*/ 3909390 w 5140891"/>
                  <a:gd name="connsiteY12" fmla="*/ 2088816 h 3559803"/>
                  <a:gd name="connsiteX13" fmla="*/ 2849217 w 5140891"/>
                  <a:gd name="connsiteY13" fmla="*/ 3559803 h 3559803"/>
                  <a:gd name="connsiteX14" fmla="*/ 304800 w 5140891"/>
                  <a:gd name="connsiteY14" fmla="*/ 2897194 h 3559803"/>
                  <a:gd name="connsiteX15" fmla="*/ 0 w 5140891"/>
                  <a:gd name="connsiteY15" fmla="*/ 2314098 h 3559803"/>
                  <a:gd name="connsiteX0" fmla="*/ 0 w 5140891"/>
                  <a:gd name="connsiteY0" fmla="*/ 2314098 h 5164170"/>
                  <a:gd name="connsiteX1" fmla="*/ 702365 w 5140891"/>
                  <a:gd name="connsiteY1" fmla="*/ 1996047 h 5164170"/>
                  <a:gd name="connsiteX2" fmla="*/ 2358887 w 5140891"/>
                  <a:gd name="connsiteY2" fmla="*/ 2049057 h 5164170"/>
                  <a:gd name="connsiteX3" fmla="*/ 2610678 w 5140891"/>
                  <a:gd name="connsiteY3" fmla="*/ 1134656 h 5164170"/>
                  <a:gd name="connsiteX4" fmla="*/ 1736035 w 5140891"/>
                  <a:gd name="connsiteY4" fmla="*/ 1094902 h 5164170"/>
                  <a:gd name="connsiteX5" fmla="*/ 3684106 w 5140891"/>
                  <a:gd name="connsiteY5" fmla="*/ 61230 h 5164170"/>
                  <a:gd name="connsiteX6" fmla="*/ 4240696 w 5140891"/>
                  <a:gd name="connsiteY6" fmla="*/ 180503 h 5164170"/>
                  <a:gd name="connsiteX7" fmla="*/ 4850295 w 5140891"/>
                  <a:gd name="connsiteY7" fmla="*/ 988885 h 5164170"/>
                  <a:gd name="connsiteX8" fmla="*/ 5102086 w 5140891"/>
                  <a:gd name="connsiteY8" fmla="*/ 1770763 h 5164170"/>
                  <a:gd name="connsiteX9" fmla="*/ 4691269 w 5140891"/>
                  <a:gd name="connsiteY9" fmla="*/ 2075563 h 5164170"/>
                  <a:gd name="connsiteX10" fmla="*/ 4280451 w 5140891"/>
                  <a:gd name="connsiteY10" fmla="*/ 2300850 h 5164170"/>
                  <a:gd name="connsiteX11" fmla="*/ 4147930 w 5140891"/>
                  <a:gd name="connsiteY11" fmla="*/ 2473129 h 5164170"/>
                  <a:gd name="connsiteX12" fmla="*/ 3909390 w 5140891"/>
                  <a:gd name="connsiteY12" fmla="*/ 2088816 h 5164170"/>
                  <a:gd name="connsiteX13" fmla="*/ 2849217 w 5140891"/>
                  <a:gd name="connsiteY13" fmla="*/ 3559803 h 5164170"/>
                  <a:gd name="connsiteX14" fmla="*/ 2756451 w 5140891"/>
                  <a:gd name="connsiteY14" fmla="*/ 5163320 h 5164170"/>
                  <a:gd name="connsiteX15" fmla="*/ 304800 w 5140891"/>
                  <a:gd name="connsiteY15" fmla="*/ 2897194 h 5164170"/>
                  <a:gd name="connsiteX16" fmla="*/ 0 w 5140891"/>
                  <a:gd name="connsiteY16" fmla="*/ 2314098 h 5164170"/>
                  <a:gd name="connsiteX0" fmla="*/ 0 w 5140891"/>
                  <a:gd name="connsiteY0" fmla="*/ 2314098 h 5164352"/>
                  <a:gd name="connsiteX1" fmla="*/ 702365 w 5140891"/>
                  <a:gd name="connsiteY1" fmla="*/ 1996047 h 5164352"/>
                  <a:gd name="connsiteX2" fmla="*/ 2358887 w 5140891"/>
                  <a:gd name="connsiteY2" fmla="*/ 2049057 h 5164352"/>
                  <a:gd name="connsiteX3" fmla="*/ 2610678 w 5140891"/>
                  <a:gd name="connsiteY3" fmla="*/ 1134656 h 5164352"/>
                  <a:gd name="connsiteX4" fmla="*/ 1736035 w 5140891"/>
                  <a:gd name="connsiteY4" fmla="*/ 1094902 h 5164352"/>
                  <a:gd name="connsiteX5" fmla="*/ 3684106 w 5140891"/>
                  <a:gd name="connsiteY5" fmla="*/ 61230 h 5164352"/>
                  <a:gd name="connsiteX6" fmla="*/ 4240696 w 5140891"/>
                  <a:gd name="connsiteY6" fmla="*/ 180503 h 5164352"/>
                  <a:gd name="connsiteX7" fmla="*/ 4850295 w 5140891"/>
                  <a:gd name="connsiteY7" fmla="*/ 988885 h 5164352"/>
                  <a:gd name="connsiteX8" fmla="*/ 5102086 w 5140891"/>
                  <a:gd name="connsiteY8" fmla="*/ 1770763 h 5164352"/>
                  <a:gd name="connsiteX9" fmla="*/ 4691269 w 5140891"/>
                  <a:gd name="connsiteY9" fmla="*/ 2075563 h 5164352"/>
                  <a:gd name="connsiteX10" fmla="*/ 4280451 w 5140891"/>
                  <a:gd name="connsiteY10" fmla="*/ 2300850 h 5164352"/>
                  <a:gd name="connsiteX11" fmla="*/ 4147930 w 5140891"/>
                  <a:gd name="connsiteY11" fmla="*/ 2473129 h 5164352"/>
                  <a:gd name="connsiteX12" fmla="*/ 3909390 w 5140891"/>
                  <a:gd name="connsiteY12" fmla="*/ 2088816 h 5164352"/>
                  <a:gd name="connsiteX13" fmla="*/ 2849217 w 5140891"/>
                  <a:gd name="connsiteY13" fmla="*/ 3559803 h 5164352"/>
                  <a:gd name="connsiteX14" fmla="*/ 2756451 w 5140891"/>
                  <a:gd name="connsiteY14" fmla="*/ 5163320 h 5164352"/>
                  <a:gd name="connsiteX15" fmla="*/ 304800 w 5140891"/>
                  <a:gd name="connsiteY15" fmla="*/ 2897194 h 5164352"/>
                  <a:gd name="connsiteX16" fmla="*/ 0 w 5140891"/>
                  <a:gd name="connsiteY16" fmla="*/ 2314098 h 516435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304800 w 5140891"/>
                  <a:gd name="connsiteY15" fmla="*/ 2897194 h 5164392"/>
                  <a:gd name="connsiteX16" fmla="*/ 0 w 5140891"/>
                  <a:gd name="connsiteY16" fmla="*/ 2314098 h 516439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304800 w 5140891"/>
                  <a:gd name="connsiteY15" fmla="*/ 2897194 h 5164392"/>
                  <a:gd name="connsiteX16" fmla="*/ 0 w 5140891"/>
                  <a:gd name="connsiteY16" fmla="*/ 2314098 h 5164392"/>
                  <a:gd name="connsiteX0" fmla="*/ 0 w 5140891"/>
                  <a:gd name="connsiteY0" fmla="*/ 2314098 h 5164392"/>
                  <a:gd name="connsiteX1" fmla="*/ 702365 w 5140891"/>
                  <a:gd name="connsiteY1" fmla="*/ 1996047 h 5164392"/>
                  <a:gd name="connsiteX2" fmla="*/ 2358887 w 5140891"/>
                  <a:gd name="connsiteY2" fmla="*/ 2049057 h 5164392"/>
                  <a:gd name="connsiteX3" fmla="*/ 2610678 w 5140891"/>
                  <a:gd name="connsiteY3" fmla="*/ 1134656 h 5164392"/>
                  <a:gd name="connsiteX4" fmla="*/ 1736035 w 5140891"/>
                  <a:gd name="connsiteY4" fmla="*/ 1094902 h 5164392"/>
                  <a:gd name="connsiteX5" fmla="*/ 3684106 w 5140891"/>
                  <a:gd name="connsiteY5" fmla="*/ 61230 h 5164392"/>
                  <a:gd name="connsiteX6" fmla="*/ 4240696 w 5140891"/>
                  <a:gd name="connsiteY6" fmla="*/ 180503 h 5164392"/>
                  <a:gd name="connsiteX7" fmla="*/ 4850295 w 5140891"/>
                  <a:gd name="connsiteY7" fmla="*/ 988885 h 5164392"/>
                  <a:gd name="connsiteX8" fmla="*/ 5102086 w 5140891"/>
                  <a:gd name="connsiteY8" fmla="*/ 1770763 h 5164392"/>
                  <a:gd name="connsiteX9" fmla="*/ 4691269 w 5140891"/>
                  <a:gd name="connsiteY9" fmla="*/ 2075563 h 5164392"/>
                  <a:gd name="connsiteX10" fmla="*/ 4280451 w 5140891"/>
                  <a:gd name="connsiteY10" fmla="*/ 2300850 h 5164392"/>
                  <a:gd name="connsiteX11" fmla="*/ 4147930 w 5140891"/>
                  <a:gd name="connsiteY11" fmla="*/ 2473129 h 5164392"/>
                  <a:gd name="connsiteX12" fmla="*/ 3909390 w 5140891"/>
                  <a:gd name="connsiteY12" fmla="*/ 2088816 h 5164392"/>
                  <a:gd name="connsiteX13" fmla="*/ 2902226 w 5140891"/>
                  <a:gd name="connsiteY13" fmla="*/ 3612812 h 5164392"/>
                  <a:gd name="connsiteX14" fmla="*/ 2756451 w 5140891"/>
                  <a:gd name="connsiteY14" fmla="*/ 5163320 h 5164392"/>
                  <a:gd name="connsiteX15" fmla="*/ 2186608 w 5140891"/>
                  <a:gd name="connsiteY15" fmla="*/ 3599562 h 5164392"/>
                  <a:gd name="connsiteX16" fmla="*/ 304800 w 5140891"/>
                  <a:gd name="connsiteY16" fmla="*/ 2897194 h 5164392"/>
                  <a:gd name="connsiteX17" fmla="*/ 0 w 5140891"/>
                  <a:gd name="connsiteY17" fmla="*/ 2314098 h 5164392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304800 w 5140891"/>
                  <a:gd name="connsiteY16" fmla="*/ 2897194 h 5219409"/>
                  <a:gd name="connsiteX17" fmla="*/ 0 w 5140891"/>
                  <a:gd name="connsiteY17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304800 w 5140891"/>
                  <a:gd name="connsiteY17" fmla="*/ 2897194 h 5219409"/>
                  <a:gd name="connsiteX18" fmla="*/ 0 w 5140891"/>
                  <a:gd name="connsiteY18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57371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304800 w 5140891"/>
                  <a:gd name="connsiteY18" fmla="*/ 2897194 h 5219409"/>
                  <a:gd name="connsiteX19" fmla="*/ 0 w 5140891"/>
                  <a:gd name="connsiteY19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993912 w 5140891"/>
                  <a:gd name="connsiteY18" fmla="*/ 3135736 h 5219409"/>
                  <a:gd name="connsiteX19" fmla="*/ 304800 w 5140891"/>
                  <a:gd name="connsiteY19" fmla="*/ 2897194 h 5219409"/>
                  <a:gd name="connsiteX20" fmla="*/ 0 w 5140891"/>
                  <a:gd name="connsiteY20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993912 w 5140891"/>
                  <a:gd name="connsiteY18" fmla="*/ 3135736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33668 w 5140891"/>
                  <a:gd name="connsiteY18" fmla="*/ 3268258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07163 w 5140891"/>
                  <a:gd name="connsiteY18" fmla="*/ 3228501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304800 w 5140891"/>
                  <a:gd name="connsiteY20" fmla="*/ 2897194 h 5219409"/>
                  <a:gd name="connsiteX21" fmla="*/ 0 w 5140891"/>
                  <a:gd name="connsiteY21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304800 w 5140891"/>
                  <a:gd name="connsiteY21" fmla="*/ 2897194 h 5219409"/>
                  <a:gd name="connsiteX22" fmla="*/ 0 w 5140891"/>
                  <a:gd name="connsiteY22" fmla="*/ 2314098 h 5219409"/>
                  <a:gd name="connsiteX0" fmla="*/ 0 w 5140891"/>
                  <a:gd name="connsiteY0" fmla="*/ 2314098 h 5244304"/>
                  <a:gd name="connsiteX1" fmla="*/ 702365 w 5140891"/>
                  <a:gd name="connsiteY1" fmla="*/ 1996047 h 5244304"/>
                  <a:gd name="connsiteX2" fmla="*/ 2358887 w 5140891"/>
                  <a:gd name="connsiteY2" fmla="*/ 2049057 h 5244304"/>
                  <a:gd name="connsiteX3" fmla="*/ 2610678 w 5140891"/>
                  <a:gd name="connsiteY3" fmla="*/ 1134656 h 5244304"/>
                  <a:gd name="connsiteX4" fmla="*/ 1736035 w 5140891"/>
                  <a:gd name="connsiteY4" fmla="*/ 1094902 h 5244304"/>
                  <a:gd name="connsiteX5" fmla="*/ 3684106 w 5140891"/>
                  <a:gd name="connsiteY5" fmla="*/ 61230 h 5244304"/>
                  <a:gd name="connsiteX6" fmla="*/ 4240696 w 5140891"/>
                  <a:gd name="connsiteY6" fmla="*/ 180503 h 5244304"/>
                  <a:gd name="connsiteX7" fmla="*/ 4850295 w 5140891"/>
                  <a:gd name="connsiteY7" fmla="*/ 988885 h 5244304"/>
                  <a:gd name="connsiteX8" fmla="*/ 5102086 w 5140891"/>
                  <a:gd name="connsiteY8" fmla="*/ 1770763 h 5244304"/>
                  <a:gd name="connsiteX9" fmla="*/ 4691269 w 5140891"/>
                  <a:gd name="connsiteY9" fmla="*/ 2075563 h 5244304"/>
                  <a:gd name="connsiteX10" fmla="*/ 4280451 w 5140891"/>
                  <a:gd name="connsiteY10" fmla="*/ 2300850 h 5244304"/>
                  <a:gd name="connsiteX11" fmla="*/ 4147930 w 5140891"/>
                  <a:gd name="connsiteY11" fmla="*/ 2473129 h 5244304"/>
                  <a:gd name="connsiteX12" fmla="*/ 3909390 w 5140891"/>
                  <a:gd name="connsiteY12" fmla="*/ 2088816 h 5244304"/>
                  <a:gd name="connsiteX13" fmla="*/ 2902226 w 5140891"/>
                  <a:gd name="connsiteY13" fmla="*/ 3612812 h 5244304"/>
                  <a:gd name="connsiteX14" fmla="*/ 2756451 w 5140891"/>
                  <a:gd name="connsiteY14" fmla="*/ 5163320 h 5244304"/>
                  <a:gd name="connsiteX15" fmla="*/ 2186608 w 5140891"/>
                  <a:gd name="connsiteY15" fmla="*/ 3599562 h 5244304"/>
                  <a:gd name="connsiteX16" fmla="*/ 2173356 w 5140891"/>
                  <a:gd name="connsiteY16" fmla="*/ 3983875 h 5244304"/>
                  <a:gd name="connsiteX17" fmla="*/ 861390 w 5140891"/>
                  <a:gd name="connsiteY17" fmla="*/ 3930867 h 5244304"/>
                  <a:gd name="connsiteX18" fmla="*/ 1020416 w 5140891"/>
                  <a:gd name="connsiteY18" fmla="*/ 3334519 h 5244304"/>
                  <a:gd name="connsiteX19" fmla="*/ 530086 w 5140891"/>
                  <a:gd name="connsiteY19" fmla="*/ 4434449 h 5244304"/>
                  <a:gd name="connsiteX20" fmla="*/ 503582 w 5140891"/>
                  <a:gd name="connsiteY20" fmla="*/ 5097058 h 5244304"/>
                  <a:gd name="connsiteX21" fmla="*/ 185529 w 5140891"/>
                  <a:gd name="connsiteY21" fmla="*/ 5203075 h 5244304"/>
                  <a:gd name="connsiteX22" fmla="*/ 304800 w 5140891"/>
                  <a:gd name="connsiteY22" fmla="*/ 2897194 h 5244304"/>
                  <a:gd name="connsiteX23" fmla="*/ 0 w 5140891"/>
                  <a:gd name="connsiteY23" fmla="*/ 2314098 h 5244304"/>
                  <a:gd name="connsiteX0" fmla="*/ 0 w 5140891"/>
                  <a:gd name="connsiteY0" fmla="*/ 2314098 h 5244304"/>
                  <a:gd name="connsiteX1" fmla="*/ 702365 w 5140891"/>
                  <a:gd name="connsiteY1" fmla="*/ 1996047 h 5244304"/>
                  <a:gd name="connsiteX2" fmla="*/ 2358887 w 5140891"/>
                  <a:gd name="connsiteY2" fmla="*/ 2049057 h 5244304"/>
                  <a:gd name="connsiteX3" fmla="*/ 2610678 w 5140891"/>
                  <a:gd name="connsiteY3" fmla="*/ 1134656 h 5244304"/>
                  <a:gd name="connsiteX4" fmla="*/ 1736035 w 5140891"/>
                  <a:gd name="connsiteY4" fmla="*/ 1094902 h 5244304"/>
                  <a:gd name="connsiteX5" fmla="*/ 3684106 w 5140891"/>
                  <a:gd name="connsiteY5" fmla="*/ 61230 h 5244304"/>
                  <a:gd name="connsiteX6" fmla="*/ 4240696 w 5140891"/>
                  <a:gd name="connsiteY6" fmla="*/ 180503 h 5244304"/>
                  <a:gd name="connsiteX7" fmla="*/ 4850295 w 5140891"/>
                  <a:gd name="connsiteY7" fmla="*/ 988885 h 5244304"/>
                  <a:gd name="connsiteX8" fmla="*/ 5102086 w 5140891"/>
                  <a:gd name="connsiteY8" fmla="*/ 1770763 h 5244304"/>
                  <a:gd name="connsiteX9" fmla="*/ 4691269 w 5140891"/>
                  <a:gd name="connsiteY9" fmla="*/ 2075563 h 5244304"/>
                  <a:gd name="connsiteX10" fmla="*/ 4280451 w 5140891"/>
                  <a:gd name="connsiteY10" fmla="*/ 2300850 h 5244304"/>
                  <a:gd name="connsiteX11" fmla="*/ 4147930 w 5140891"/>
                  <a:gd name="connsiteY11" fmla="*/ 2473129 h 5244304"/>
                  <a:gd name="connsiteX12" fmla="*/ 3909390 w 5140891"/>
                  <a:gd name="connsiteY12" fmla="*/ 2088816 h 5244304"/>
                  <a:gd name="connsiteX13" fmla="*/ 2902226 w 5140891"/>
                  <a:gd name="connsiteY13" fmla="*/ 3612812 h 5244304"/>
                  <a:gd name="connsiteX14" fmla="*/ 2756451 w 5140891"/>
                  <a:gd name="connsiteY14" fmla="*/ 5163320 h 5244304"/>
                  <a:gd name="connsiteX15" fmla="*/ 2186608 w 5140891"/>
                  <a:gd name="connsiteY15" fmla="*/ 3599562 h 5244304"/>
                  <a:gd name="connsiteX16" fmla="*/ 2173356 w 5140891"/>
                  <a:gd name="connsiteY16" fmla="*/ 3983875 h 5244304"/>
                  <a:gd name="connsiteX17" fmla="*/ 861390 w 5140891"/>
                  <a:gd name="connsiteY17" fmla="*/ 3930867 h 5244304"/>
                  <a:gd name="connsiteX18" fmla="*/ 1020416 w 5140891"/>
                  <a:gd name="connsiteY18" fmla="*/ 3334519 h 5244304"/>
                  <a:gd name="connsiteX19" fmla="*/ 530086 w 5140891"/>
                  <a:gd name="connsiteY19" fmla="*/ 4434449 h 5244304"/>
                  <a:gd name="connsiteX20" fmla="*/ 503582 w 5140891"/>
                  <a:gd name="connsiteY20" fmla="*/ 5097058 h 5244304"/>
                  <a:gd name="connsiteX21" fmla="*/ 185529 w 5140891"/>
                  <a:gd name="connsiteY21" fmla="*/ 5203075 h 5244304"/>
                  <a:gd name="connsiteX22" fmla="*/ 53008 w 5140891"/>
                  <a:gd name="connsiteY22" fmla="*/ 4195909 h 5244304"/>
                  <a:gd name="connsiteX23" fmla="*/ 304800 w 5140891"/>
                  <a:gd name="connsiteY23" fmla="*/ 2897194 h 5244304"/>
                  <a:gd name="connsiteX24" fmla="*/ 0 w 5140891"/>
                  <a:gd name="connsiteY24" fmla="*/ 2314098 h 5244304"/>
                  <a:gd name="connsiteX0" fmla="*/ 21012 w 5161903"/>
                  <a:gd name="connsiteY0" fmla="*/ 2314098 h 5244304"/>
                  <a:gd name="connsiteX1" fmla="*/ 723377 w 5161903"/>
                  <a:gd name="connsiteY1" fmla="*/ 1996047 h 5244304"/>
                  <a:gd name="connsiteX2" fmla="*/ 2379899 w 5161903"/>
                  <a:gd name="connsiteY2" fmla="*/ 2049057 h 5244304"/>
                  <a:gd name="connsiteX3" fmla="*/ 2631690 w 5161903"/>
                  <a:gd name="connsiteY3" fmla="*/ 1134656 h 5244304"/>
                  <a:gd name="connsiteX4" fmla="*/ 1757047 w 5161903"/>
                  <a:gd name="connsiteY4" fmla="*/ 1094902 h 5244304"/>
                  <a:gd name="connsiteX5" fmla="*/ 3705118 w 5161903"/>
                  <a:gd name="connsiteY5" fmla="*/ 61230 h 5244304"/>
                  <a:gd name="connsiteX6" fmla="*/ 4261708 w 5161903"/>
                  <a:gd name="connsiteY6" fmla="*/ 180503 h 5244304"/>
                  <a:gd name="connsiteX7" fmla="*/ 4871307 w 5161903"/>
                  <a:gd name="connsiteY7" fmla="*/ 988885 h 5244304"/>
                  <a:gd name="connsiteX8" fmla="*/ 5123098 w 5161903"/>
                  <a:gd name="connsiteY8" fmla="*/ 1770763 h 5244304"/>
                  <a:gd name="connsiteX9" fmla="*/ 4712281 w 5161903"/>
                  <a:gd name="connsiteY9" fmla="*/ 2075563 h 5244304"/>
                  <a:gd name="connsiteX10" fmla="*/ 4301463 w 5161903"/>
                  <a:gd name="connsiteY10" fmla="*/ 2300850 h 5244304"/>
                  <a:gd name="connsiteX11" fmla="*/ 4168942 w 5161903"/>
                  <a:gd name="connsiteY11" fmla="*/ 2473129 h 5244304"/>
                  <a:gd name="connsiteX12" fmla="*/ 3930402 w 5161903"/>
                  <a:gd name="connsiteY12" fmla="*/ 2088816 h 5244304"/>
                  <a:gd name="connsiteX13" fmla="*/ 2923238 w 5161903"/>
                  <a:gd name="connsiteY13" fmla="*/ 3612812 h 5244304"/>
                  <a:gd name="connsiteX14" fmla="*/ 2777463 w 5161903"/>
                  <a:gd name="connsiteY14" fmla="*/ 5163320 h 5244304"/>
                  <a:gd name="connsiteX15" fmla="*/ 2207620 w 5161903"/>
                  <a:gd name="connsiteY15" fmla="*/ 3599562 h 5244304"/>
                  <a:gd name="connsiteX16" fmla="*/ 2194368 w 5161903"/>
                  <a:gd name="connsiteY16" fmla="*/ 3983875 h 5244304"/>
                  <a:gd name="connsiteX17" fmla="*/ 882402 w 5161903"/>
                  <a:gd name="connsiteY17" fmla="*/ 3930867 h 5244304"/>
                  <a:gd name="connsiteX18" fmla="*/ 1041428 w 5161903"/>
                  <a:gd name="connsiteY18" fmla="*/ 3334519 h 5244304"/>
                  <a:gd name="connsiteX19" fmla="*/ 551098 w 5161903"/>
                  <a:gd name="connsiteY19" fmla="*/ 4434449 h 5244304"/>
                  <a:gd name="connsiteX20" fmla="*/ 524594 w 5161903"/>
                  <a:gd name="connsiteY20" fmla="*/ 5097058 h 5244304"/>
                  <a:gd name="connsiteX21" fmla="*/ 206541 w 5161903"/>
                  <a:gd name="connsiteY21" fmla="*/ 5203075 h 5244304"/>
                  <a:gd name="connsiteX22" fmla="*/ 74020 w 5161903"/>
                  <a:gd name="connsiteY22" fmla="*/ 4195909 h 5244304"/>
                  <a:gd name="connsiteX23" fmla="*/ 325812 w 5161903"/>
                  <a:gd name="connsiteY23" fmla="*/ 2897194 h 5244304"/>
                  <a:gd name="connsiteX24" fmla="*/ 21012 w 5161903"/>
                  <a:gd name="connsiteY24" fmla="*/ 2314098 h 5244304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53008 w 5140891"/>
                  <a:gd name="connsiteY21" fmla="*/ 4195909 h 5219409"/>
                  <a:gd name="connsiteX22" fmla="*/ 304800 w 5140891"/>
                  <a:gd name="connsiteY22" fmla="*/ 2897194 h 5219409"/>
                  <a:gd name="connsiteX23" fmla="*/ 0 w 5140891"/>
                  <a:gd name="connsiteY23" fmla="*/ 2314098 h 5219409"/>
                  <a:gd name="connsiteX0" fmla="*/ 0 w 5140891"/>
                  <a:gd name="connsiteY0" fmla="*/ 2314098 h 5219409"/>
                  <a:gd name="connsiteX1" fmla="*/ 702365 w 5140891"/>
                  <a:gd name="connsiteY1" fmla="*/ 1996047 h 5219409"/>
                  <a:gd name="connsiteX2" fmla="*/ 2358887 w 5140891"/>
                  <a:gd name="connsiteY2" fmla="*/ 2049057 h 5219409"/>
                  <a:gd name="connsiteX3" fmla="*/ 2610678 w 5140891"/>
                  <a:gd name="connsiteY3" fmla="*/ 1134656 h 5219409"/>
                  <a:gd name="connsiteX4" fmla="*/ 1736035 w 5140891"/>
                  <a:gd name="connsiteY4" fmla="*/ 1094902 h 5219409"/>
                  <a:gd name="connsiteX5" fmla="*/ 3684106 w 5140891"/>
                  <a:gd name="connsiteY5" fmla="*/ 61230 h 5219409"/>
                  <a:gd name="connsiteX6" fmla="*/ 4240696 w 5140891"/>
                  <a:gd name="connsiteY6" fmla="*/ 180503 h 5219409"/>
                  <a:gd name="connsiteX7" fmla="*/ 4850295 w 5140891"/>
                  <a:gd name="connsiteY7" fmla="*/ 988885 h 5219409"/>
                  <a:gd name="connsiteX8" fmla="*/ 5102086 w 5140891"/>
                  <a:gd name="connsiteY8" fmla="*/ 1770763 h 5219409"/>
                  <a:gd name="connsiteX9" fmla="*/ 4691269 w 5140891"/>
                  <a:gd name="connsiteY9" fmla="*/ 2075563 h 5219409"/>
                  <a:gd name="connsiteX10" fmla="*/ 4280451 w 5140891"/>
                  <a:gd name="connsiteY10" fmla="*/ 2300850 h 5219409"/>
                  <a:gd name="connsiteX11" fmla="*/ 4147930 w 5140891"/>
                  <a:gd name="connsiteY11" fmla="*/ 2473129 h 5219409"/>
                  <a:gd name="connsiteX12" fmla="*/ 3909390 w 5140891"/>
                  <a:gd name="connsiteY12" fmla="*/ 2088816 h 5219409"/>
                  <a:gd name="connsiteX13" fmla="*/ 2902226 w 5140891"/>
                  <a:gd name="connsiteY13" fmla="*/ 3612812 h 5219409"/>
                  <a:gd name="connsiteX14" fmla="*/ 2756451 w 5140891"/>
                  <a:gd name="connsiteY14" fmla="*/ 5163320 h 5219409"/>
                  <a:gd name="connsiteX15" fmla="*/ 2186608 w 5140891"/>
                  <a:gd name="connsiteY15" fmla="*/ 3599562 h 5219409"/>
                  <a:gd name="connsiteX16" fmla="*/ 2173356 w 5140891"/>
                  <a:gd name="connsiteY16" fmla="*/ 3983875 h 5219409"/>
                  <a:gd name="connsiteX17" fmla="*/ 861390 w 5140891"/>
                  <a:gd name="connsiteY17" fmla="*/ 3930867 h 5219409"/>
                  <a:gd name="connsiteX18" fmla="*/ 1020416 w 5140891"/>
                  <a:gd name="connsiteY18" fmla="*/ 3334519 h 5219409"/>
                  <a:gd name="connsiteX19" fmla="*/ 530086 w 5140891"/>
                  <a:gd name="connsiteY19" fmla="*/ 4434449 h 5219409"/>
                  <a:gd name="connsiteX20" fmla="*/ 503582 w 5140891"/>
                  <a:gd name="connsiteY20" fmla="*/ 5097058 h 5219409"/>
                  <a:gd name="connsiteX21" fmla="*/ 53008 w 5140891"/>
                  <a:gd name="connsiteY21" fmla="*/ 4195909 h 5219409"/>
                  <a:gd name="connsiteX22" fmla="*/ 304800 w 5140891"/>
                  <a:gd name="connsiteY22" fmla="*/ 2897194 h 5219409"/>
                  <a:gd name="connsiteX23" fmla="*/ 0 w 5140891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198782 w 5339673"/>
                  <a:gd name="connsiteY0" fmla="*/ 2314098 h 5219409"/>
                  <a:gd name="connsiteX1" fmla="*/ 901147 w 5339673"/>
                  <a:gd name="connsiteY1" fmla="*/ 1996047 h 5219409"/>
                  <a:gd name="connsiteX2" fmla="*/ 2557669 w 5339673"/>
                  <a:gd name="connsiteY2" fmla="*/ 2049057 h 5219409"/>
                  <a:gd name="connsiteX3" fmla="*/ 2809460 w 5339673"/>
                  <a:gd name="connsiteY3" fmla="*/ 1134656 h 5219409"/>
                  <a:gd name="connsiteX4" fmla="*/ 1934817 w 5339673"/>
                  <a:gd name="connsiteY4" fmla="*/ 1094902 h 5219409"/>
                  <a:gd name="connsiteX5" fmla="*/ 3882888 w 5339673"/>
                  <a:gd name="connsiteY5" fmla="*/ 61230 h 5219409"/>
                  <a:gd name="connsiteX6" fmla="*/ 4439478 w 5339673"/>
                  <a:gd name="connsiteY6" fmla="*/ 180503 h 5219409"/>
                  <a:gd name="connsiteX7" fmla="*/ 5049077 w 5339673"/>
                  <a:gd name="connsiteY7" fmla="*/ 988885 h 5219409"/>
                  <a:gd name="connsiteX8" fmla="*/ 5300868 w 5339673"/>
                  <a:gd name="connsiteY8" fmla="*/ 1770763 h 5219409"/>
                  <a:gd name="connsiteX9" fmla="*/ 4890051 w 5339673"/>
                  <a:gd name="connsiteY9" fmla="*/ 2075563 h 5219409"/>
                  <a:gd name="connsiteX10" fmla="*/ 4479233 w 5339673"/>
                  <a:gd name="connsiteY10" fmla="*/ 2300850 h 5219409"/>
                  <a:gd name="connsiteX11" fmla="*/ 4346712 w 5339673"/>
                  <a:gd name="connsiteY11" fmla="*/ 2473129 h 5219409"/>
                  <a:gd name="connsiteX12" fmla="*/ 4108172 w 5339673"/>
                  <a:gd name="connsiteY12" fmla="*/ 2088816 h 5219409"/>
                  <a:gd name="connsiteX13" fmla="*/ 3101008 w 5339673"/>
                  <a:gd name="connsiteY13" fmla="*/ 3612812 h 5219409"/>
                  <a:gd name="connsiteX14" fmla="*/ 2955233 w 5339673"/>
                  <a:gd name="connsiteY14" fmla="*/ 5163320 h 5219409"/>
                  <a:gd name="connsiteX15" fmla="*/ 2385390 w 5339673"/>
                  <a:gd name="connsiteY15" fmla="*/ 3599562 h 5219409"/>
                  <a:gd name="connsiteX16" fmla="*/ 2372138 w 5339673"/>
                  <a:gd name="connsiteY16" fmla="*/ 3983875 h 5219409"/>
                  <a:gd name="connsiteX17" fmla="*/ 1060172 w 5339673"/>
                  <a:gd name="connsiteY17" fmla="*/ 3930867 h 5219409"/>
                  <a:gd name="connsiteX18" fmla="*/ 1219198 w 5339673"/>
                  <a:gd name="connsiteY18" fmla="*/ 3334519 h 5219409"/>
                  <a:gd name="connsiteX19" fmla="*/ 728868 w 5339673"/>
                  <a:gd name="connsiteY19" fmla="*/ 4434449 h 5219409"/>
                  <a:gd name="connsiteX20" fmla="*/ 702364 w 5339673"/>
                  <a:gd name="connsiteY20" fmla="*/ 5097058 h 5219409"/>
                  <a:gd name="connsiteX21" fmla="*/ 251790 w 5339673"/>
                  <a:gd name="connsiteY21" fmla="*/ 4195909 h 5219409"/>
                  <a:gd name="connsiteX22" fmla="*/ 0 w 5339673"/>
                  <a:gd name="connsiteY22" fmla="*/ 3056220 h 5219409"/>
                  <a:gd name="connsiteX23" fmla="*/ 198782 w 5339673"/>
                  <a:gd name="connsiteY23" fmla="*/ 2314098 h 5219409"/>
                  <a:gd name="connsiteX0" fmla="*/ 545476 w 5686367"/>
                  <a:gd name="connsiteY0" fmla="*/ 2314098 h 5219409"/>
                  <a:gd name="connsiteX1" fmla="*/ 1247841 w 5686367"/>
                  <a:gd name="connsiteY1" fmla="*/ 1996047 h 5219409"/>
                  <a:gd name="connsiteX2" fmla="*/ 2904363 w 5686367"/>
                  <a:gd name="connsiteY2" fmla="*/ 2049057 h 5219409"/>
                  <a:gd name="connsiteX3" fmla="*/ 3156154 w 5686367"/>
                  <a:gd name="connsiteY3" fmla="*/ 1134656 h 5219409"/>
                  <a:gd name="connsiteX4" fmla="*/ 2281511 w 5686367"/>
                  <a:gd name="connsiteY4" fmla="*/ 1094902 h 5219409"/>
                  <a:gd name="connsiteX5" fmla="*/ 4229582 w 5686367"/>
                  <a:gd name="connsiteY5" fmla="*/ 61230 h 5219409"/>
                  <a:gd name="connsiteX6" fmla="*/ 4786172 w 5686367"/>
                  <a:gd name="connsiteY6" fmla="*/ 180503 h 5219409"/>
                  <a:gd name="connsiteX7" fmla="*/ 5395771 w 5686367"/>
                  <a:gd name="connsiteY7" fmla="*/ 988885 h 5219409"/>
                  <a:gd name="connsiteX8" fmla="*/ 5647562 w 5686367"/>
                  <a:gd name="connsiteY8" fmla="*/ 1770763 h 5219409"/>
                  <a:gd name="connsiteX9" fmla="*/ 5236745 w 5686367"/>
                  <a:gd name="connsiteY9" fmla="*/ 2075563 h 5219409"/>
                  <a:gd name="connsiteX10" fmla="*/ 4825927 w 5686367"/>
                  <a:gd name="connsiteY10" fmla="*/ 2300850 h 5219409"/>
                  <a:gd name="connsiteX11" fmla="*/ 4693406 w 5686367"/>
                  <a:gd name="connsiteY11" fmla="*/ 2473129 h 5219409"/>
                  <a:gd name="connsiteX12" fmla="*/ 4454866 w 5686367"/>
                  <a:gd name="connsiteY12" fmla="*/ 2088816 h 5219409"/>
                  <a:gd name="connsiteX13" fmla="*/ 3447702 w 5686367"/>
                  <a:gd name="connsiteY13" fmla="*/ 3612812 h 5219409"/>
                  <a:gd name="connsiteX14" fmla="*/ 3301927 w 5686367"/>
                  <a:gd name="connsiteY14" fmla="*/ 5163320 h 5219409"/>
                  <a:gd name="connsiteX15" fmla="*/ 2732084 w 5686367"/>
                  <a:gd name="connsiteY15" fmla="*/ 3599562 h 5219409"/>
                  <a:gd name="connsiteX16" fmla="*/ 2718832 w 5686367"/>
                  <a:gd name="connsiteY16" fmla="*/ 3983875 h 5219409"/>
                  <a:gd name="connsiteX17" fmla="*/ 1406866 w 5686367"/>
                  <a:gd name="connsiteY17" fmla="*/ 3930867 h 5219409"/>
                  <a:gd name="connsiteX18" fmla="*/ 1565892 w 5686367"/>
                  <a:gd name="connsiteY18" fmla="*/ 3334519 h 5219409"/>
                  <a:gd name="connsiteX19" fmla="*/ 1075562 w 5686367"/>
                  <a:gd name="connsiteY19" fmla="*/ 4434449 h 5219409"/>
                  <a:gd name="connsiteX20" fmla="*/ 1049058 w 5686367"/>
                  <a:gd name="connsiteY20" fmla="*/ 5097058 h 5219409"/>
                  <a:gd name="connsiteX21" fmla="*/ 598484 w 5686367"/>
                  <a:gd name="connsiteY21" fmla="*/ 4195909 h 5219409"/>
                  <a:gd name="connsiteX22" fmla="*/ 346694 w 5686367"/>
                  <a:gd name="connsiteY22" fmla="*/ 3056220 h 5219409"/>
                  <a:gd name="connsiteX23" fmla="*/ 2136 w 5686367"/>
                  <a:gd name="connsiteY23" fmla="*/ 2512884 h 5219409"/>
                  <a:gd name="connsiteX24" fmla="*/ 545476 w 5686367"/>
                  <a:gd name="connsiteY24" fmla="*/ 2314098 h 5219409"/>
                  <a:gd name="connsiteX0" fmla="*/ 547531 w 5688422"/>
                  <a:gd name="connsiteY0" fmla="*/ 2314098 h 5219409"/>
                  <a:gd name="connsiteX1" fmla="*/ 1249896 w 5688422"/>
                  <a:gd name="connsiteY1" fmla="*/ 1996047 h 5219409"/>
                  <a:gd name="connsiteX2" fmla="*/ 2906418 w 5688422"/>
                  <a:gd name="connsiteY2" fmla="*/ 2049057 h 5219409"/>
                  <a:gd name="connsiteX3" fmla="*/ 3158209 w 5688422"/>
                  <a:gd name="connsiteY3" fmla="*/ 1134656 h 5219409"/>
                  <a:gd name="connsiteX4" fmla="*/ 2283566 w 5688422"/>
                  <a:gd name="connsiteY4" fmla="*/ 1094902 h 5219409"/>
                  <a:gd name="connsiteX5" fmla="*/ 4231637 w 5688422"/>
                  <a:gd name="connsiteY5" fmla="*/ 61230 h 5219409"/>
                  <a:gd name="connsiteX6" fmla="*/ 4788227 w 5688422"/>
                  <a:gd name="connsiteY6" fmla="*/ 180503 h 5219409"/>
                  <a:gd name="connsiteX7" fmla="*/ 5397826 w 5688422"/>
                  <a:gd name="connsiteY7" fmla="*/ 988885 h 5219409"/>
                  <a:gd name="connsiteX8" fmla="*/ 5649617 w 5688422"/>
                  <a:gd name="connsiteY8" fmla="*/ 1770763 h 5219409"/>
                  <a:gd name="connsiteX9" fmla="*/ 5238800 w 5688422"/>
                  <a:gd name="connsiteY9" fmla="*/ 2075563 h 5219409"/>
                  <a:gd name="connsiteX10" fmla="*/ 4827982 w 5688422"/>
                  <a:gd name="connsiteY10" fmla="*/ 2300850 h 5219409"/>
                  <a:gd name="connsiteX11" fmla="*/ 4695461 w 5688422"/>
                  <a:gd name="connsiteY11" fmla="*/ 2473129 h 5219409"/>
                  <a:gd name="connsiteX12" fmla="*/ 4456921 w 5688422"/>
                  <a:gd name="connsiteY12" fmla="*/ 2088816 h 5219409"/>
                  <a:gd name="connsiteX13" fmla="*/ 3449757 w 5688422"/>
                  <a:gd name="connsiteY13" fmla="*/ 3612812 h 5219409"/>
                  <a:gd name="connsiteX14" fmla="*/ 3303982 w 5688422"/>
                  <a:gd name="connsiteY14" fmla="*/ 5163320 h 5219409"/>
                  <a:gd name="connsiteX15" fmla="*/ 2734139 w 5688422"/>
                  <a:gd name="connsiteY15" fmla="*/ 3599562 h 5219409"/>
                  <a:gd name="connsiteX16" fmla="*/ 2720887 w 5688422"/>
                  <a:gd name="connsiteY16" fmla="*/ 3983875 h 5219409"/>
                  <a:gd name="connsiteX17" fmla="*/ 1408921 w 5688422"/>
                  <a:gd name="connsiteY17" fmla="*/ 3930867 h 5219409"/>
                  <a:gd name="connsiteX18" fmla="*/ 1567947 w 5688422"/>
                  <a:gd name="connsiteY18" fmla="*/ 3334519 h 5219409"/>
                  <a:gd name="connsiteX19" fmla="*/ 1077617 w 5688422"/>
                  <a:gd name="connsiteY19" fmla="*/ 4434449 h 5219409"/>
                  <a:gd name="connsiteX20" fmla="*/ 1051113 w 5688422"/>
                  <a:gd name="connsiteY20" fmla="*/ 5097058 h 5219409"/>
                  <a:gd name="connsiteX21" fmla="*/ 600539 w 5688422"/>
                  <a:gd name="connsiteY21" fmla="*/ 4195909 h 5219409"/>
                  <a:gd name="connsiteX22" fmla="*/ 348749 w 5688422"/>
                  <a:gd name="connsiteY22" fmla="*/ 3056220 h 5219409"/>
                  <a:gd name="connsiteX23" fmla="*/ 401756 w 5688422"/>
                  <a:gd name="connsiteY23" fmla="*/ 2685162 h 5219409"/>
                  <a:gd name="connsiteX24" fmla="*/ 4191 w 5688422"/>
                  <a:gd name="connsiteY24" fmla="*/ 2512884 h 5219409"/>
                  <a:gd name="connsiteX25" fmla="*/ 547531 w 5688422"/>
                  <a:gd name="connsiteY25" fmla="*/ 2314098 h 5219409"/>
                  <a:gd name="connsiteX0" fmla="*/ 548665 w 5689556"/>
                  <a:gd name="connsiteY0" fmla="*/ 2314098 h 5219409"/>
                  <a:gd name="connsiteX1" fmla="*/ 1251030 w 5689556"/>
                  <a:gd name="connsiteY1" fmla="*/ 1996047 h 5219409"/>
                  <a:gd name="connsiteX2" fmla="*/ 2907552 w 5689556"/>
                  <a:gd name="connsiteY2" fmla="*/ 2049057 h 5219409"/>
                  <a:gd name="connsiteX3" fmla="*/ 3159343 w 5689556"/>
                  <a:gd name="connsiteY3" fmla="*/ 1134656 h 5219409"/>
                  <a:gd name="connsiteX4" fmla="*/ 2284700 w 5689556"/>
                  <a:gd name="connsiteY4" fmla="*/ 1094902 h 5219409"/>
                  <a:gd name="connsiteX5" fmla="*/ 4232771 w 5689556"/>
                  <a:gd name="connsiteY5" fmla="*/ 61230 h 5219409"/>
                  <a:gd name="connsiteX6" fmla="*/ 4789361 w 5689556"/>
                  <a:gd name="connsiteY6" fmla="*/ 180503 h 5219409"/>
                  <a:gd name="connsiteX7" fmla="*/ 5398960 w 5689556"/>
                  <a:gd name="connsiteY7" fmla="*/ 988885 h 5219409"/>
                  <a:gd name="connsiteX8" fmla="*/ 5650751 w 5689556"/>
                  <a:gd name="connsiteY8" fmla="*/ 1770763 h 5219409"/>
                  <a:gd name="connsiteX9" fmla="*/ 5239934 w 5689556"/>
                  <a:gd name="connsiteY9" fmla="*/ 2075563 h 5219409"/>
                  <a:gd name="connsiteX10" fmla="*/ 4829116 w 5689556"/>
                  <a:gd name="connsiteY10" fmla="*/ 2300850 h 5219409"/>
                  <a:gd name="connsiteX11" fmla="*/ 4696595 w 5689556"/>
                  <a:gd name="connsiteY11" fmla="*/ 2473129 h 5219409"/>
                  <a:gd name="connsiteX12" fmla="*/ 4458055 w 5689556"/>
                  <a:gd name="connsiteY12" fmla="*/ 2088816 h 5219409"/>
                  <a:gd name="connsiteX13" fmla="*/ 3450891 w 5689556"/>
                  <a:gd name="connsiteY13" fmla="*/ 3612812 h 5219409"/>
                  <a:gd name="connsiteX14" fmla="*/ 3305116 w 5689556"/>
                  <a:gd name="connsiteY14" fmla="*/ 5163320 h 5219409"/>
                  <a:gd name="connsiteX15" fmla="*/ 2735273 w 5689556"/>
                  <a:gd name="connsiteY15" fmla="*/ 3599562 h 5219409"/>
                  <a:gd name="connsiteX16" fmla="*/ 2722021 w 5689556"/>
                  <a:gd name="connsiteY16" fmla="*/ 3983875 h 5219409"/>
                  <a:gd name="connsiteX17" fmla="*/ 1410055 w 5689556"/>
                  <a:gd name="connsiteY17" fmla="*/ 3930867 h 5219409"/>
                  <a:gd name="connsiteX18" fmla="*/ 1569081 w 5689556"/>
                  <a:gd name="connsiteY18" fmla="*/ 3334519 h 5219409"/>
                  <a:gd name="connsiteX19" fmla="*/ 1078751 w 5689556"/>
                  <a:gd name="connsiteY19" fmla="*/ 4434449 h 5219409"/>
                  <a:gd name="connsiteX20" fmla="*/ 1052247 w 5689556"/>
                  <a:gd name="connsiteY20" fmla="*/ 5097058 h 5219409"/>
                  <a:gd name="connsiteX21" fmla="*/ 601673 w 5689556"/>
                  <a:gd name="connsiteY21" fmla="*/ 4195909 h 5219409"/>
                  <a:gd name="connsiteX22" fmla="*/ 349883 w 5689556"/>
                  <a:gd name="connsiteY22" fmla="*/ 3056220 h 5219409"/>
                  <a:gd name="connsiteX23" fmla="*/ 402890 w 5689556"/>
                  <a:gd name="connsiteY23" fmla="*/ 2685162 h 5219409"/>
                  <a:gd name="connsiteX24" fmla="*/ 5325 w 5689556"/>
                  <a:gd name="connsiteY24" fmla="*/ 2512884 h 5219409"/>
                  <a:gd name="connsiteX25" fmla="*/ 548665 w 5689556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97036 w 5689997"/>
                  <a:gd name="connsiteY11" fmla="*/ 24731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97036 w 5689997"/>
                  <a:gd name="connsiteY11" fmla="*/ 24731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3451332 w 5689997"/>
                  <a:gd name="connsiteY13" fmla="*/ 3612812 h 5219409"/>
                  <a:gd name="connsiteX14" fmla="*/ 3305557 w 5689997"/>
                  <a:gd name="connsiteY14" fmla="*/ 5163320 h 5219409"/>
                  <a:gd name="connsiteX15" fmla="*/ 2735714 w 5689997"/>
                  <a:gd name="connsiteY15" fmla="*/ 3599562 h 5219409"/>
                  <a:gd name="connsiteX16" fmla="*/ 2722462 w 5689997"/>
                  <a:gd name="connsiteY16" fmla="*/ 3983875 h 5219409"/>
                  <a:gd name="connsiteX17" fmla="*/ 1410496 w 5689997"/>
                  <a:gd name="connsiteY17" fmla="*/ 3930867 h 5219409"/>
                  <a:gd name="connsiteX18" fmla="*/ 1569522 w 5689997"/>
                  <a:gd name="connsiteY18" fmla="*/ 3334519 h 5219409"/>
                  <a:gd name="connsiteX19" fmla="*/ 1079192 w 5689997"/>
                  <a:gd name="connsiteY19" fmla="*/ 4434449 h 5219409"/>
                  <a:gd name="connsiteX20" fmla="*/ 1052688 w 5689997"/>
                  <a:gd name="connsiteY20" fmla="*/ 5097058 h 5219409"/>
                  <a:gd name="connsiteX21" fmla="*/ 602114 w 5689997"/>
                  <a:gd name="connsiteY21" fmla="*/ 4195909 h 5219409"/>
                  <a:gd name="connsiteX22" fmla="*/ 350324 w 5689997"/>
                  <a:gd name="connsiteY22" fmla="*/ 3056220 h 5219409"/>
                  <a:gd name="connsiteX23" fmla="*/ 403331 w 5689997"/>
                  <a:gd name="connsiteY23" fmla="*/ 2685162 h 5219409"/>
                  <a:gd name="connsiteX24" fmla="*/ 5766 w 5689997"/>
                  <a:gd name="connsiteY24" fmla="*/ 2512884 h 5219409"/>
                  <a:gd name="connsiteX25" fmla="*/ 549106 w 5689997"/>
                  <a:gd name="connsiteY25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07993 w 5689997"/>
                  <a:gd name="connsiteY2" fmla="*/ 204905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49106 w 5689997"/>
                  <a:gd name="connsiteY0" fmla="*/ 2314098 h 5219409"/>
                  <a:gd name="connsiteX1" fmla="*/ 1251471 w 5689997"/>
                  <a:gd name="connsiteY1" fmla="*/ 1996047 h 5219409"/>
                  <a:gd name="connsiteX2" fmla="*/ 2930853 w 5689997"/>
                  <a:gd name="connsiteY2" fmla="*/ 2026197 h 5219409"/>
                  <a:gd name="connsiteX3" fmla="*/ 3159784 w 5689997"/>
                  <a:gd name="connsiteY3" fmla="*/ 1134656 h 5219409"/>
                  <a:gd name="connsiteX4" fmla="*/ 2285141 w 5689997"/>
                  <a:gd name="connsiteY4" fmla="*/ 1094902 h 5219409"/>
                  <a:gd name="connsiteX5" fmla="*/ 4233212 w 5689997"/>
                  <a:gd name="connsiteY5" fmla="*/ 61230 h 5219409"/>
                  <a:gd name="connsiteX6" fmla="*/ 4789802 w 5689997"/>
                  <a:gd name="connsiteY6" fmla="*/ 180503 h 5219409"/>
                  <a:gd name="connsiteX7" fmla="*/ 5399401 w 5689997"/>
                  <a:gd name="connsiteY7" fmla="*/ 988885 h 5219409"/>
                  <a:gd name="connsiteX8" fmla="*/ 5651192 w 5689997"/>
                  <a:gd name="connsiteY8" fmla="*/ 1770763 h 5219409"/>
                  <a:gd name="connsiteX9" fmla="*/ 5240375 w 5689997"/>
                  <a:gd name="connsiteY9" fmla="*/ 2075563 h 5219409"/>
                  <a:gd name="connsiteX10" fmla="*/ 4829557 w 5689997"/>
                  <a:gd name="connsiteY10" fmla="*/ 2300850 h 5219409"/>
                  <a:gd name="connsiteX11" fmla="*/ 4671636 w 5689997"/>
                  <a:gd name="connsiteY11" fmla="*/ 2536629 h 5219409"/>
                  <a:gd name="connsiteX12" fmla="*/ 4458496 w 5689997"/>
                  <a:gd name="connsiteY12" fmla="*/ 2088816 h 5219409"/>
                  <a:gd name="connsiteX13" fmla="*/ 4134813 w 5689997"/>
                  <a:gd name="connsiteY13" fmla="*/ 2914425 h 5219409"/>
                  <a:gd name="connsiteX14" fmla="*/ 3451332 w 5689997"/>
                  <a:gd name="connsiteY14" fmla="*/ 3612812 h 5219409"/>
                  <a:gd name="connsiteX15" fmla="*/ 3305557 w 5689997"/>
                  <a:gd name="connsiteY15" fmla="*/ 5163320 h 5219409"/>
                  <a:gd name="connsiteX16" fmla="*/ 2735714 w 5689997"/>
                  <a:gd name="connsiteY16" fmla="*/ 3599562 h 5219409"/>
                  <a:gd name="connsiteX17" fmla="*/ 2722462 w 5689997"/>
                  <a:gd name="connsiteY17" fmla="*/ 3983875 h 5219409"/>
                  <a:gd name="connsiteX18" fmla="*/ 1410496 w 5689997"/>
                  <a:gd name="connsiteY18" fmla="*/ 3930867 h 5219409"/>
                  <a:gd name="connsiteX19" fmla="*/ 1569522 w 5689997"/>
                  <a:gd name="connsiteY19" fmla="*/ 3334519 h 5219409"/>
                  <a:gd name="connsiteX20" fmla="*/ 1079192 w 5689997"/>
                  <a:gd name="connsiteY20" fmla="*/ 4434449 h 5219409"/>
                  <a:gd name="connsiteX21" fmla="*/ 1052688 w 5689997"/>
                  <a:gd name="connsiteY21" fmla="*/ 5097058 h 5219409"/>
                  <a:gd name="connsiteX22" fmla="*/ 602114 w 5689997"/>
                  <a:gd name="connsiteY22" fmla="*/ 4195909 h 5219409"/>
                  <a:gd name="connsiteX23" fmla="*/ 350324 w 5689997"/>
                  <a:gd name="connsiteY23" fmla="*/ 3056220 h 5219409"/>
                  <a:gd name="connsiteX24" fmla="*/ 403331 w 5689997"/>
                  <a:gd name="connsiteY24" fmla="*/ 2685162 h 5219409"/>
                  <a:gd name="connsiteX25" fmla="*/ 5766 w 5689997"/>
                  <a:gd name="connsiteY25" fmla="*/ 2512884 h 5219409"/>
                  <a:gd name="connsiteX26" fmla="*/ 549106 w 5689997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38779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3958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97058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599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980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19409"/>
                  <a:gd name="connsiteX1" fmla="*/ 1288943 w 5727469"/>
                  <a:gd name="connsiteY1" fmla="*/ 1996047 h 5219409"/>
                  <a:gd name="connsiteX2" fmla="*/ 2968325 w 5727469"/>
                  <a:gd name="connsiteY2" fmla="*/ 2026197 h 5219409"/>
                  <a:gd name="connsiteX3" fmla="*/ 3197256 w 5727469"/>
                  <a:gd name="connsiteY3" fmla="*/ 1134656 h 5219409"/>
                  <a:gd name="connsiteX4" fmla="*/ 2322613 w 5727469"/>
                  <a:gd name="connsiteY4" fmla="*/ 1094902 h 5219409"/>
                  <a:gd name="connsiteX5" fmla="*/ 4270684 w 5727469"/>
                  <a:gd name="connsiteY5" fmla="*/ 61230 h 5219409"/>
                  <a:gd name="connsiteX6" fmla="*/ 4827274 w 5727469"/>
                  <a:gd name="connsiteY6" fmla="*/ 180503 h 5219409"/>
                  <a:gd name="connsiteX7" fmla="*/ 5436873 w 5727469"/>
                  <a:gd name="connsiteY7" fmla="*/ 988885 h 5219409"/>
                  <a:gd name="connsiteX8" fmla="*/ 5688664 w 5727469"/>
                  <a:gd name="connsiteY8" fmla="*/ 1770763 h 5219409"/>
                  <a:gd name="connsiteX9" fmla="*/ 5277847 w 5727469"/>
                  <a:gd name="connsiteY9" fmla="*/ 2075563 h 5219409"/>
                  <a:gd name="connsiteX10" fmla="*/ 4867029 w 5727469"/>
                  <a:gd name="connsiteY10" fmla="*/ 2300850 h 5219409"/>
                  <a:gd name="connsiteX11" fmla="*/ 4709108 w 5727469"/>
                  <a:gd name="connsiteY11" fmla="*/ 2536629 h 5219409"/>
                  <a:gd name="connsiteX12" fmla="*/ 4495968 w 5727469"/>
                  <a:gd name="connsiteY12" fmla="*/ 2088816 h 5219409"/>
                  <a:gd name="connsiteX13" fmla="*/ 4172285 w 5727469"/>
                  <a:gd name="connsiteY13" fmla="*/ 2914425 h 5219409"/>
                  <a:gd name="connsiteX14" fmla="*/ 3488804 w 5727469"/>
                  <a:gd name="connsiteY14" fmla="*/ 3612812 h 5219409"/>
                  <a:gd name="connsiteX15" fmla="*/ 3343029 w 5727469"/>
                  <a:gd name="connsiteY15" fmla="*/ 5163320 h 5219409"/>
                  <a:gd name="connsiteX16" fmla="*/ 2773186 w 5727469"/>
                  <a:gd name="connsiteY16" fmla="*/ 3599562 h 5219409"/>
                  <a:gd name="connsiteX17" fmla="*/ 2798034 w 5727469"/>
                  <a:gd name="connsiteY17" fmla="*/ 3983875 h 5219409"/>
                  <a:gd name="connsiteX18" fmla="*/ 1447968 w 5727469"/>
                  <a:gd name="connsiteY18" fmla="*/ 3930867 h 5219409"/>
                  <a:gd name="connsiteX19" fmla="*/ 1606994 w 5727469"/>
                  <a:gd name="connsiteY19" fmla="*/ 3334519 h 5219409"/>
                  <a:gd name="connsiteX20" fmla="*/ 1116664 w 5727469"/>
                  <a:gd name="connsiteY20" fmla="*/ 4434449 h 5219409"/>
                  <a:gd name="connsiteX21" fmla="*/ 1090160 w 5727469"/>
                  <a:gd name="connsiteY21" fmla="*/ 5087533 h 5219409"/>
                  <a:gd name="connsiteX22" fmla="*/ 616726 w 5727469"/>
                  <a:gd name="connsiteY22" fmla="*/ 4195909 h 5219409"/>
                  <a:gd name="connsiteX23" fmla="*/ 410656 w 5727469"/>
                  <a:gd name="connsiteY23" fmla="*/ 3056220 h 5219409"/>
                  <a:gd name="connsiteX24" fmla="*/ 440803 w 5727469"/>
                  <a:gd name="connsiteY24" fmla="*/ 2685162 h 5219409"/>
                  <a:gd name="connsiteX25" fmla="*/ 5138 w 5727469"/>
                  <a:gd name="connsiteY25" fmla="*/ 2474784 h 5219409"/>
                  <a:gd name="connsiteX26" fmla="*/ 586578 w 5727469"/>
                  <a:gd name="connsiteY26" fmla="*/ 2314098 h 5219409"/>
                  <a:gd name="connsiteX0" fmla="*/ 586578 w 5727469"/>
                  <a:gd name="connsiteY0" fmla="*/ 2314098 h 5220024"/>
                  <a:gd name="connsiteX1" fmla="*/ 1288943 w 5727469"/>
                  <a:gd name="connsiteY1" fmla="*/ 1996047 h 5220024"/>
                  <a:gd name="connsiteX2" fmla="*/ 2968325 w 5727469"/>
                  <a:gd name="connsiteY2" fmla="*/ 2026197 h 5220024"/>
                  <a:gd name="connsiteX3" fmla="*/ 3197256 w 5727469"/>
                  <a:gd name="connsiteY3" fmla="*/ 1134656 h 5220024"/>
                  <a:gd name="connsiteX4" fmla="*/ 2322613 w 5727469"/>
                  <a:gd name="connsiteY4" fmla="*/ 1094902 h 5220024"/>
                  <a:gd name="connsiteX5" fmla="*/ 4270684 w 5727469"/>
                  <a:gd name="connsiteY5" fmla="*/ 61230 h 5220024"/>
                  <a:gd name="connsiteX6" fmla="*/ 4827274 w 5727469"/>
                  <a:gd name="connsiteY6" fmla="*/ 180503 h 5220024"/>
                  <a:gd name="connsiteX7" fmla="*/ 5436873 w 5727469"/>
                  <a:gd name="connsiteY7" fmla="*/ 988885 h 5220024"/>
                  <a:gd name="connsiteX8" fmla="*/ 5688664 w 5727469"/>
                  <a:gd name="connsiteY8" fmla="*/ 1770763 h 5220024"/>
                  <a:gd name="connsiteX9" fmla="*/ 5277847 w 5727469"/>
                  <a:gd name="connsiteY9" fmla="*/ 2075563 h 5220024"/>
                  <a:gd name="connsiteX10" fmla="*/ 4867029 w 5727469"/>
                  <a:gd name="connsiteY10" fmla="*/ 2300850 h 5220024"/>
                  <a:gd name="connsiteX11" fmla="*/ 4709108 w 5727469"/>
                  <a:gd name="connsiteY11" fmla="*/ 2536629 h 5220024"/>
                  <a:gd name="connsiteX12" fmla="*/ 4495968 w 5727469"/>
                  <a:gd name="connsiteY12" fmla="*/ 2088816 h 5220024"/>
                  <a:gd name="connsiteX13" fmla="*/ 4172285 w 5727469"/>
                  <a:gd name="connsiteY13" fmla="*/ 2914425 h 5220024"/>
                  <a:gd name="connsiteX14" fmla="*/ 3488804 w 5727469"/>
                  <a:gd name="connsiteY14" fmla="*/ 3612812 h 5220024"/>
                  <a:gd name="connsiteX15" fmla="*/ 3343029 w 5727469"/>
                  <a:gd name="connsiteY15" fmla="*/ 5163320 h 5220024"/>
                  <a:gd name="connsiteX16" fmla="*/ 2773186 w 5727469"/>
                  <a:gd name="connsiteY16" fmla="*/ 3599562 h 5220024"/>
                  <a:gd name="connsiteX17" fmla="*/ 2798034 w 5727469"/>
                  <a:gd name="connsiteY17" fmla="*/ 3983875 h 5220024"/>
                  <a:gd name="connsiteX18" fmla="*/ 1447968 w 5727469"/>
                  <a:gd name="connsiteY18" fmla="*/ 3930867 h 5220024"/>
                  <a:gd name="connsiteX19" fmla="*/ 1606994 w 5727469"/>
                  <a:gd name="connsiteY19" fmla="*/ 3334519 h 5220024"/>
                  <a:gd name="connsiteX20" fmla="*/ 1116664 w 5727469"/>
                  <a:gd name="connsiteY20" fmla="*/ 4434449 h 5220024"/>
                  <a:gd name="connsiteX21" fmla="*/ 1090160 w 5727469"/>
                  <a:gd name="connsiteY21" fmla="*/ 5087533 h 5220024"/>
                  <a:gd name="connsiteX22" fmla="*/ 616726 w 5727469"/>
                  <a:gd name="connsiteY22" fmla="*/ 4195909 h 5220024"/>
                  <a:gd name="connsiteX23" fmla="*/ 410656 w 5727469"/>
                  <a:gd name="connsiteY23" fmla="*/ 3056220 h 5220024"/>
                  <a:gd name="connsiteX24" fmla="*/ 440803 w 5727469"/>
                  <a:gd name="connsiteY24" fmla="*/ 2685162 h 5220024"/>
                  <a:gd name="connsiteX25" fmla="*/ 5138 w 5727469"/>
                  <a:gd name="connsiteY25" fmla="*/ 2474784 h 5220024"/>
                  <a:gd name="connsiteX26" fmla="*/ 586578 w 5727469"/>
                  <a:gd name="connsiteY26" fmla="*/ 2314098 h 5220024"/>
                  <a:gd name="connsiteX0" fmla="*/ 586578 w 5727469"/>
                  <a:gd name="connsiteY0" fmla="*/ 2314098 h 5220024"/>
                  <a:gd name="connsiteX1" fmla="*/ 1288943 w 5727469"/>
                  <a:gd name="connsiteY1" fmla="*/ 1996047 h 5220024"/>
                  <a:gd name="connsiteX2" fmla="*/ 2968325 w 5727469"/>
                  <a:gd name="connsiteY2" fmla="*/ 2026197 h 5220024"/>
                  <a:gd name="connsiteX3" fmla="*/ 3197256 w 5727469"/>
                  <a:gd name="connsiteY3" fmla="*/ 1134656 h 5220024"/>
                  <a:gd name="connsiteX4" fmla="*/ 2322613 w 5727469"/>
                  <a:gd name="connsiteY4" fmla="*/ 1094902 h 5220024"/>
                  <a:gd name="connsiteX5" fmla="*/ 4270684 w 5727469"/>
                  <a:gd name="connsiteY5" fmla="*/ 61230 h 5220024"/>
                  <a:gd name="connsiteX6" fmla="*/ 4827274 w 5727469"/>
                  <a:gd name="connsiteY6" fmla="*/ 180503 h 5220024"/>
                  <a:gd name="connsiteX7" fmla="*/ 5436873 w 5727469"/>
                  <a:gd name="connsiteY7" fmla="*/ 988885 h 5220024"/>
                  <a:gd name="connsiteX8" fmla="*/ 5688664 w 5727469"/>
                  <a:gd name="connsiteY8" fmla="*/ 1770763 h 5220024"/>
                  <a:gd name="connsiteX9" fmla="*/ 5277847 w 5727469"/>
                  <a:gd name="connsiteY9" fmla="*/ 2075563 h 5220024"/>
                  <a:gd name="connsiteX10" fmla="*/ 4867029 w 5727469"/>
                  <a:gd name="connsiteY10" fmla="*/ 2300850 h 5220024"/>
                  <a:gd name="connsiteX11" fmla="*/ 4709108 w 5727469"/>
                  <a:gd name="connsiteY11" fmla="*/ 2536629 h 5220024"/>
                  <a:gd name="connsiteX12" fmla="*/ 4495968 w 5727469"/>
                  <a:gd name="connsiteY12" fmla="*/ 2088816 h 5220024"/>
                  <a:gd name="connsiteX13" fmla="*/ 4172285 w 5727469"/>
                  <a:gd name="connsiteY13" fmla="*/ 2914425 h 5220024"/>
                  <a:gd name="connsiteX14" fmla="*/ 3488804 w 5727469"/>
                  <a:gd name="connsiteY14" fmla="*/ 3612812 h 5220024"/>
                  <a:gd name="connsiteX15" fmla="*/ 3343029 w 5727469"/>
                  <a:gd name="connsiteY15" fmla="*/ 5163320 h 5220024"/>
                  <a:gd name="connsiteX16" fmla="*/ 2773186 w 5727469"/>
                  <a:gd name="connsiteY16" fmla="*/ 3599562 h 5220024"/>
                  <a:gd name="connsiteX17" fmla="*/ 2798034 w 5727469"/>
                  <a:gd name="connsiteY17" fmla="*/ 3983875 h 5220024"/>
                  <a:gd name="connsiteX18" fmla="*/ 1447968 w 5727469"/>
                  <a:gd name="connsiteY18" fmla="*/ 3930867 h 5220024"/>
                  <a:gd name="connsiteX19" fmla="*/ 1606994 w 5727469"/>
                  <a:gd name="connsiteY19" fmla="*/ 3334519 h 5220024"/>
                  <a:gd name="connsiteX20" fmla="*/ 1116664 w 5727469"/>
                  <a:gd name="connsiteY20" fmla="*/ 4434449 h 5220024"/>
                  <a:gd name="connsiteX21" fmla="*/ 1090160 w 5727469"/>
                  <a:gd name="connsiteY21" fmla="*/ 5087533 h 5220024"/>
                  <a:gd name="connsiteX22" fmla="*/ 616726 w 5727469"/>
                  <a:gd name="connsiteY22" fmla="*/ 4195909 h 5220024"/>
                  <a:gd name="connsiteX23" fmla="*/ 410656 w 5727469"/>
                  <a:gd name="connsiteY23" fmla="*/ 3056220 h 5220024"/>
                  <a:gd name="connsiteX24" fmla="*/ 440803 w 5727469"/>
                  <a:gd name="connsiteY24" fmla="*/ 2685162 h 5220024"/>
                  <a:gd name="connsiteX25" fmla="*/ 5138 w 5727469"/>
                  <a:gd name="connsiteY25" fmla="*/ 2474784 h 5220024"/>
                  <a:gd name="connsiteX26" fmla="*/ 586578 w 5727469"/>
                  <a:gd name="connsiteY26" fmla="*/ 2314098 h 5220024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447968 w 5727469"/>
                  <a:gd name="connsiteY18" fmla="*/ 3930867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16664 w 5727469"/>
                  <a:gd name="connsiteY20" fmla="*/ 4434449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090160 w 5727469"/>
                  <a:gd name="connsiteY20" fmla="*/ 5087533 h 5219531"/>
                  <a:gd name="connsiteX21" fmla="*/ 616726 w 5727469"/>
                  <a:gd name="connsiteY21" fmla="*/ 4195909 h 5219531"/>
                  <a:gd name="connsiteX22" fmla="*/ 410656 w 5727469"/>
                  <a:gd name="connsiteY22" fmla="*/ 3056220 h 5219531"/>
                  <a:gd name="connsiteX23" fmla="*/ 440803 w 5727469"/>
                  <a:gd name="connsiteY23" fmla="*/ 2685162 h 5219531"/>
                  <a:gd name="connsiteX24" fmla="*/ 5138 w 5727469"/>
                  <a:gd name="connsiteY24" fmla="*/ 2474784 h 5219531"/>
                  <a:gd name="connsiteX25" fmla="*/ 586578 w 5727469"/>
                  <a:gd name="connsiteY25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76530 w 5727469"/>
                  <a:gd name="connsiteY18" fmla="*/ 39165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00330 w 5727469"/>
                  <a:gd name="connsiteY18" fmla="*/ 38911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3030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25730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1954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  <a:gd name="connsiteX0" fmla="*/ 586578 w 5727469"/>
                  <a:gd name="connsiteY0" fmla="*/ 2314098 h 5219531"/>
                  <a:gd name="connsiteX1" fmla="*/ 1288943 w 5727469"/>
                  <a:gd name="connsiteY1" fmla="*/ 1996047 h 5219531"/>
                  <a:gd name="connsiteX2" fmla="*/ 2968325 w 5727469"/>
                  <a:gd name="connsiteY2" fmla="*/ 2026197 h 5219531"/>
                  <a:gd name="connsiteX3" fmla="*/ 3197256 w 5727469"/>
                  <a:gd name="connsiteY3" fmla="*/ 1134656 h 5219531"/>
                  <a:gd name="connsiteX4" fmla="*/ 2322613 w 5727469"/>
                  <a:gd name="connsiteY4" fmla="*/ 1094902 h 5219531"/>
                  <a:gd name="connsiteX5" fmla="*/ 4270684 w 5727469"/>
                  <a:gd name="connsiteY5" fmla="*/ 61230 h 5219531"/>
                  <a:gd name="connsiteX6" fmla="*/ 4827274 w 5727469"/>
                  <a:gd name="connsiteY6" fmla="*/ 180503 h 5219531"/>
                  <a:gd name="connsiteX7" fmla="*/ 5436873 w 5727469"/>
                  <a:gd name="connsiteY7" fmla="*/ 988885 h 5219531"/>
                  <a:gd name="connsiteX8" fmla="*/ 5688664 w 5727469"/>
                  <a:gd name="connsiteY8" fmla="*/ 1770763 h 5219531"/>
                  <a:gd name="connsiteX9" fmla="*/ 5277847 w 5727469"/>
                  <a:gd name="connsiteY9" fmla="*/ 2075563 h 5219531"/>
                  <a:gd name="connsiteX10" fmla="*/ 4867029 w 5727469"/>
                  <a:gd name="connsiteY10" fmla="*/ 2300850 h 5219531"/>
                  <a:gd name="connsiteX11" fmla="*/ 4709108 w 5727469"/>
                  <a:gd name="connsiteY11" fmla="*/ 2536629 h 5219531"/>
                  <a:gd name="connsiteX12" fmla="*/ 4495968 w 5727469"/>
                  <a:gd name="connsiteY12" fmla="*/ 2088816 h 5219531"/>
                  <a:gd name="connsiteX13" fmla="*/ 4172285 w 5727469"/>
                  <a:gd name="connsiteY13" fmla="*/ 2914425 h 5219531"/>
                  <a:gd name="connsiteX14" fmla="*/ 3488804 w 5727469"/>
                  <a:gd name="connsiteY14" fmla="*/ 3612812 h 5219531"/>
                  <a:gd name="connsiteX15" fmla="*/ 3343029 w 5727469"/>
                  <a:gd name="connsiteY15" fmla="*/ 5163320 h 5219531"/>
                  <a:gd name="connsiteX16" fmla="*/ 2773186 w 5727469"/>
                  <a:gd name="connsiteY16" fmla="*/ 3599562 h 5219531"/>
                  <a:gd name="connsiteX17" fmla="*/ 2798034 w 5727469"/>
                  <a:gd name="connsiteY17" fmla="*/ 3983875 h 5219531"/>
                  <a:gd name="connsiteX18" fmla="*/ 1311954 w 5727469"/>
                  <a:gd name="connsiteY18" fmla="*/ 3903879 h 5219531"/>
                  <a:gd name="connsiteX19" fmla="*/ 1606994 w 5727469"/>
                  <a:gd name="connsiteY19" fmla="*/ 3334519 h 5219531"/>
                  <a:gd name="connsiteX20" fmla="*/ 1167465 w 5727469"/>
                  <a:gd name="connsiteY20" fmla="*/ 4192045 h 5219531"/>
                  <a:gd name="connsiteX21" fmla="*/ 1090160 w 5727469"/>
                  <a:gd name="connsiteY21" fmla="*/ 5087533 h 5219531"/>
                  <a:gd name="connsiteX22" fmla="*/ 616726 w 5727469"/>
                  <a:gd name="connsiteY22" fmla="*/ 4195909 h 5219531"/>
                  <a:gd name="connsiteX23" fmla="*/ 410656 w 5727469"/>
                  <a:gd name="connsiteY23" fmla="*/ 3056220 h 5219531"/>
                  <a:gd name="connsiteX24" fmla="*/ 440803 w 5727469"/>
                  <a:gd name="connsiteY24" fmla="*/ 2685162 h 5219531"/>
                  <a:gd name="connsiteX25" fmla="*/ 5138 w 5727469"/>
                  <a:gd name="connsiteY25" fmla="*/ 2474784 h 5219531"/>
                  <a:gd name="connsiteX26" fmla="*/ 586578 w 5727469"/>
                  <a:gd name="connsiteY26" fmla="*/ 2314098 h 521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727469" h="5219531">
                    <a:moveTo>
                      <a:pt x="586578" y="2314098"/>
                    </a:moveTo>
                    <a:cubicBezTo>
                      <a:pt x="789778" y="2115316"/>
                      <a:pt x="1085743" y="1982794"/>
                      <a:pt x="1288943" y="1996047"/>
                    </a:cubicBezTo>
                    <a:cubicBezTo>
                      <a:pt x="1854369" y="2022551"/>
                      <a:pt x="2402899" y="1999693"/>
                      <a:pt x="2968325" y="2026197"/>
                    </a:cubicBezTo>
                    <a:cubicBezTo>
                      <a:pt x="3339386" y="1783241"/>
                      <a:pt x="3232043" y="1583021"/>
                      <a:pt x="3197256" y="1134656"/>
                    </a:cubicBezTo>
                    <a:cubicBezTo>
                      <a:pt x="3265725" y="955752"/>
                      <a:pt x="2285065" y="1322398"/>
                      <a:pt x="2322613" y="1094902"/>
                    </a:cubicBezTo>
                    <a:cubicBezTo>
                      <a:pt x="2413170" y="854154"/>
                      <a:pt x="3868702" y="-272282"/>
                      <a:pt x="4270684" y="61230"/>
                    </a:cubicBezTo>
                    <a:cubicBezTo>
                      <a:pt x="4275101" y="167248"/>
                      <a:pt x="4743343" y="-111045"/>
                      <a:pt x="4827274" y="180503"/>
                    </a:cubicBezTo>
                    <a:cubicBezTo>
                      <a:pt x="5017221" y="374868"/>
                      <a:pt x="5386405" y="809760"/>
                      <a:pt x="5436873" y="988885"/>
                    </a:cubicBezTo>
                    <a:cubicBezTo>
                      <a:pt x="5600317" y="1311355"/>
                      <a:pt x="5816768" y="1580815"/>
                      <a:pt x="5688664" y="1770763"/>
                    </a:cubicBezTo>
                    <a:cubicBezTo>
                      <a:pt x="5560891" y="1947459"/>
                      <a:pt x="5436873" y="1958502"/>
                      <a:pt x="5277847" y="2075563"/>
                    </a:cubicBezTo>
                    <a:cubicBezTo>
                      <a:pt x="5151951" y="2177163"/>
                      <a:pt x="4957585" y="2234589"/>
                      <a:pt x="4867029" y="2300850"/>
                    </a:cubicBezTo>
                    <a:cubicBezTo>
                      <a:pt x="4776473" y="2367111"/>
                      <a:pt x="4716010" y="2443312"/>
                      <a:pt x="4709108" y="2536629"/>
                    </a:cubicBezTo>
                    <a:cubicBezTo>
                      <a:pt x="4508117" y="2684612"/>
                      <a:pt x="4644503" y="1928134"/>
                      <a:pt x="4495968" y="2088816"/>
                    </a:cubicBezTo>
                    <a:cubicBezTo>
                      <a:pt x="4383638" y="2151782"/>
                      <a:pt x="4340146" y="2660426"/>
                      <a:pt x="4172285" y="2914425"/>
                    </a:cubicBezTo>
                    <a:cubicBezTo>
                      <a:pt x="4004424" y="3168424"/>
                      <a:pt x="3748933" y="3344676"/>
                      <a:pt x="3488804" y="3612812"/>
                    </a:cubicBezTo>
                    <a:cubicBezTo>
                      <a:pt x="3422543" y="3873439"/>
                      <a:pt x="3492530" y="5159868"/>
                      <a:pt x="3343029" y="5163320"/>
                    </a:cubicBezTo>
                    <a:cubicBezTo>
                      <a:pt x="2777604" y="5560884"/>
                      <a:pt x="2915577" y="3723594"/>
                      <a:pt x="2773186" y="3599562"/>
                    </a:cubicBezTo>
                    <a:cubicBezTo>
                      <a:pt x="2767113" y="3587690"/>
                      <a:pt x="2921721" y="4028049"/>
                      <a:pt x="2798034" y="3983875"/>
                    </a:cubicBezTo>
                    <a:cubicBezTo>
                      <a:pt x="2722938" y="4019214"/>
                      <a:pt x="1612337" y="4067322"/>
                      <a:pt x="1311954" y="3903879"/>
                    </a:cubicBezTo>
                    <a:cubicBezTo>
                      <a:pt x="1325178" y="3786266"/>
                      <a:pt x="1575312" y="3442607"/>
                      <a:pt x="1606994" y="3334519"/>
                    </a:cubicBezTo>
                    <a:cubicBezTo>
                      <a:pt x="1603900" y="3403713"/>
                      <a:pt x="1253604" y="3899876"/>
                      <a:pt x="1167465" y="4192045"/>
                    </a:cubicBezTo>
                    <a:cubicBezTo>
                      <a:pt x="1081326" y="4484214"/>
                      <a:pt x="1213700" y="5110172"/>
                      <a:pt x="1090160" y="5087533"/>
                    </a:cubicBezTo>
                    <a:cubicBezTo>
                      <a:pt x="560073" y="5432089"/>
                      <a:pt x="649856" y="4562553"/>
                      <a:pt x="616726" y="4195909"/>
                    </a:cubicBezTo>
                    <a:cubicBezTo>
                      <a:pt x="686521" y="4014133"/>
                      <a:pt x="825890" y="3860185"/>
                      <a:pt x="410656" y="3056220"/>
                    </a:cubicBezTo>
                    <a:cubicBezTo>
                      <a:pt x="383710" y="2810282"/>
                      <a:pt x="498229" y="2775718"/>
                      <a:pt x="440803" y="2685162"/>
                    </a:cubicBezTo>
                    <a:cubicBezTo>
                      <a:pt x="264108" y="2819893"/>
                      <a:pt x="-43454" y="2565341"/>
                      <a:pt x="5138" y="2474784"/>
                    </a:cubicBezTo>
                    <a:cubicBezTo>
                      <a:pt x="226007" y="2541375"/>
                      <a:pt x="405465" y="2471800"/>
                      <a:pt x="586578" y="231409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B99B0E-27DF-09BD-6AF1-E5B26D37B6A9}"/>
                  </a:ext>
                </a:extLst>
              </p:cNvPr>
              <p:cNvSpPr/>
              <p:nvPr/>
            </p:nvSpPr>
            <p:spPr>
              <a:xfrm rot="19292538">
                <a:off x="737638" y="-537977"/>
                <a:ext cx="779781" cy="52678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Rectangle: Rounded Corners 9">
                <a:extLst>
                  <a:ext uri="{FF2B5EF4-FFF2-40B4-BE49-F238E27FC236}">
                    <a16:creationId xmlns:a16="http://schemas.microsoft.com/office/drawing/2014/main" id="{791CB8B9-FB5F-0BB4-3491-24B28B992D60}"/>
                  </a:ext>
                </a:extLst>
              </p:cNvPr>
              <p:cNvSpPr/>
              <p:nvPr/>
            </p:nvSpPr>
            <p:spPr>
              <a:xfrm>
                <a:off x="929552" y="-448541"/>
                <a:ext cx="174271" cy="192408"/>
              </a:xfrm>
              <a:custGeom>
                <a:avLst/>
                <a:gdLst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140478 w 140478"/>
                  <a:gd name="connsiteY4" fmla="*/ 127390 h 150803"/>
                  <a:gd name="connsiteX5" fmla="*/ 117065 w 140478"/>
                  <a:gd name="connsiteY5" fmla="*/ 150803 h 150803"/>
                  <a:gd name="connsiteX6" fmla="*/ 23413 w 140478"/>
                  <a:gd name="connsiteY6" fmla="*/ 150803 h 150803"/>
                  <a:gd name="connsiteX7" fmla="*/ 0 w 140478"/>
                  <a:gd name="connsiteY7" fmla="*/ 127390 h 150803"/>
                  <a:gd name="connsiteX8" fmla="*/ 0 w 140478"/>
                  <a:gd name="connsiteY8" fmla="*/ 23413 h 150803"/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140478 w 140478"/>
                  <a:gd name="connsiteY4" fmla="*/ 1273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7" fmla="*/ 0 w 140478"/>
                  <a:gd name="connsiteY7" fmla="*/ 23413 h 150803"/>
                  <a:gd name="connsiteX0" fmla="*/ 0 w 140478"/>
                  <a:gd name="connsiteY0" fmla="*/ 23413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96028 w 140478"/>
                  <a:gd name="connsiteY4" fmla="*/ 1019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7" fmla="*/ 0 w 140478"/>
                  <a:gd name="connsiteY7" fmla="*/ 23413 h 150803"/>
                  <a:gd name="connsiteX0" fmla="*/ 0 w 140478"/>
                  <a:gd name="connsiteY0" fmla="*/ 127390 h 150803"/>
                  <a:gd name="connsiteX1" fmla="*/ 23413 w 140478"/>
                  <a:gd name="connsiteY1" fmla="*/ 0 h 150803"/>
                  <a:gd name="connsiteX2" fmla="*/ 117065 w 140478"/>
                  <a:gd name="connsiteY2" fmla="*/ 0 h 150803"/>
                  <a:gd name="connsiteX3" fmla="*/ 140478 w 140478"/>
                  <a:gd name="connsiteY3" fmla="*/ 23413 h 150803"/>
                  <a:gd name="connsiteX4" fmla="*/ 96028 w 140478"/>
                  <a:gd name="connsiteY4" fmla="*/ 101990 h 150803"/>
                  <a:gd name="connsiteX5" fmla="*/ 23413 w 140478"/>
                  <a:gd name="connsiteY5" fmla="*/ 150803 h 150803"/>
                  <a:gd name="connsiteX6" fmla="*/ 0 w 140478"/>
                  <a:gd name="connsiteY6" fmla="*/ 127390 h 150803"/>
                  <a:gd name="connsiteX0" fmla="*/ 0 w 140478"/>
                  <a:gd name="connsiteY0" fmla="*/ 127390 h 150803"/>
                  <a:gd name="connsiteX1" fmla="*/ 117065 w 140478"/>
                  <a:gd name="connsiteY1" fmla="*/ 0 h 150803"/>
                  <a:gd name="connsiteX2" fmla="*/ 140478 w 140478"/>
                  <a:gd name="connsiteY2" fmla="*/ 23413 h 150803"/>
                  <a:gd name="connsiteX3" fmla="*/ 96028 w 140478"/>
                  <a:gd name="connsiteY3" fmla="*/ 101990 h 150803"/>
                  <a:gd name="connsiteX4" fmla="*/ 23413 w 140478"/>
                  <a:gd name="connsiteY4" fmla="*/ 150803 h 150803"/>
                  <a:gd name="connsiteX5" fmla="*/ 0 w 140478"/>
                  <a:gd name="connsiteY5" fmla="*/ 127390 h 150803"/>
                  <a:gd name="connsiteX0" fmla="*/ 0 w 140478"/>
                  <a:gd name="connsiteY0" fmla="*/ 127390 h 150803"/>
                  <a:gd name="connsiteX1" fmla="*/ 117065 w 140478"/>
                  <a:gd name="connsiteY1" fmla="*/ 0 h 150803"/>
                  <a:gd name="connsiteX2" fmla="*/ 140478 w 140478"/>
                  <a:gd name="connsiteY2" fmla="*/ 23413 h 150803"/>
                  <a:gd name="connsiteX3" fmla="*/ 96028 w 140478"/>
                  <a:gd name="connsiteY3" fmla="*/ 101990 h 150803"/>
                  <a:gd name="connsiteX4" fmla="*/ 23413 w 140478"/>
                  <a:gd name="connsiteY4" fmla="*/ 150803 h 150803"/>
                  <a:gd name="connsiteX5" fmla="*/ 0 w 140478"/>
                  <a:gd name="connsiteY5" fmla="*/ 127390 h 150803"/>
                  <a:gd name="connsiteX0" fmla="*/ 0 w 120001"/>
                  <a:gd name="connsiteY0" fmla="*/ 134650 h 158063"/>
                  <a:gd name="connsiteX1" fmla="*/ 117065 w 120001"/>
                  <a:gd name="connsiteY1" fmla="*/ 7260 h 158063"/>
                  <a:gd name="connsiteX2" fmla="*/ 96028 w 120001"/>
                  <a:gd name="connsiteY2" fmla="*/ 5273 h 158063"/>
                  <a:gd name="connsiteX3" fmla="*/ 96028 w 120001"/>
                  <a:gd name="connsiteY3" fmla="*/ 109250 h 158063"/>
                  <a:gd name="connsiteX4" fmla="*/ 23413 w 120001"/>
                  <a:gd name="connsiteY4" fmla="*/ 158063 h 158063"/>
                  <a:gd name="connsiteX5" fmla="*/ 0 w 120001"/>
                  <a:gd name="connsiteY5" fmla="*/ 134650 h 158063"/>
                  <a:gd name="connsiteX0" fmla="*/ 0 w 122725"/>
                  <a:gd name="connsiteY0" fmla="*/ 127550 h 150963"/>
                  <a:gd name="connsiteX1" fmla="*/ 117065 w 122725"/>
                  <a:gd name="connsiteY1" fmla="*/ 160 h 150963"/>
                  <a:gd name="connsiteX2" fmla="*/ 96028 w 122725"/>
                  <a:gd name="connsiteY2" fmla="*/ 102150 h 150963"/>
                  <a:gd name="connsiteX3" fmla="*/ 23413 w 122725"/>
                  <a:gd name="connsiteY3" fmla="*/ 150963 h 150963"/>
                  <a:gd name="connsiteX4" fmla="*/ 0 w 122725"/>
                  <a:gd name="connsiteY4" fmla="*/ 127550 h 150963"/>
                  <a:gd name="connsiteX0" fmla="*/ 111 w 122836"/>
                  <a:gd name="connsiteY0" fmla="*/ 127550 h 133740"/>
                  <a:gd name="connsiteX1" fmla="*/ 117176 w 122836"/>
                  <a:gd name="connsiteY1" fmla="*/ 160 h 133740"/>
                  <a:gd name="connsiteX2" fmla="*/ 96139 w 122836"/>
                  <a:gd name="connsiteY2" fmla="*/ 102150 h 133740"/>
                  <a:gd name="connsiteX3" fmla="*/ 111 w 122836"/>
                  <a:gd name="connsiteY3" fmla="*/ 127550 h 133740"/>
                  <a:gd name="connsiteX0" fmla="*/ 0 w 117065"/>
                  <a:gd name="connsiteY0" fmla="*/ 127390 h 127390"/>
                  <a:gd name="connsiteX1" fmla="*/ 117065 w 117065"/>
                  <a:gd name="connsiteY1" fmla="*/ 0 h 127390"/>
                  <a:gd name="connsiteX2" fmla="*/ 0 w 117065"/>
                  <a:gd name="connsiteY2" fmla="*/ 127390 h 127390"/>
                  <a:gd name="connsiteX0" fmla="*/ 0 w 125095"/>
                  <a:gd name="connsiteY0" fmla="*/ 127390 h 127390"/>
                  <a:gd name="connsiteX1" fmla="*/ 117065 w 125095"/>
                  <a:gd name="connsiteY1" fmla="*/ 0 h 127390"/>
                  <a:gd name="connsiteX2" fmla="*/ 0 w 125095"/>
                  <a:gd name="connsiteY2" fmla="*/ 127390 h 127390"/>
                  <a:gd name="connsiteX0" fmla="*/ 0 w 117065"/>
                  <a:gd name="connsiteY0" fmla="*/ 129567 h 129567"/>
                  <a:gd name="connsiteX1" fmla="*/ 117065 w 117065"/>
                  <a:gd name="connsiteY1" fmla="*/ 2177 h 129567"/>
                  <a:gd name="connsiteX2" fmla="*/ 0 w 117065"/>
                  <a:gd name="connsiteY2" fmla="*/ 129567 h 129567"/>
                  <a:gd name="connsiteX0" fmla="*/ 0 w 117317"/>
                  <a:gd name="connsiteY0" fmla="*/ 129567 h 129567"/>
                  <a:gd name="connsiteX1" fmla="*/ 117065 w 117317"/>
                  <a:gd name="connsiteY1" fmla="*/ 2177 h 129567"/>
                  <a:gd name="connsiteX2" fmla="*/ 0 w 117317"/>
                  <a:gd name="connsiteY2" fmla="*/ 129567 h 129567"/>
                  <a:gd name="connsiteX0" fmla="*/ 0 w 122490"/>
                  <a:gd name="connsiteY0" fmla="*/ 129567 h 129567"/>
                  <a:gd name="connsiteX1" fmla="*/ 117065 w 122490"/>
                  <a:gd name="connsiteY1" fmla="*/ 2177 h 129567"/>
                  <a:gd name="connsiteX2" fmla="*/ 0 w 122490"/>
                  <a:gd name="connsiteY2" fmla="*/ 129567 h 129567"/>
                  <a:gd name="connsiteX0" fmla="*/ 0 w 128031"/>
                  <a:gd name="connsiteY0" fmla="*/ 129567 h 139446"/>
                  <a:gd name="connsiteX1" fmla="*/ 117065 w 128031"/>
                  <a:gd name="connsiteY1" fmla="*/ 2177 h 139446"/>
                  <a:gd name="connsiteX2" fmla="*/ 0 w 128031"/>
                  <a:gd name="connsiteY2" fmla="*/ 129567 h 139446"/>
                  <a:gd name="connsiteX0" fmla="*/ 0 w 123336"/>
                  <a:gd name="connsiteY0" fmla="*/ 129567 h 139446"/>
                  <a:gd name="connsiteX1" fmla="*/ 117065 w 123336"/>
                  <a:gd name="connsiteY1" fmla="*/ 2177 h 139446"/>
                  <a:gd name="connsiteX2" fmla="*/ 0 w 123336"/>
                  <a:gd name="connsiteY2" fmla="*/ 129567 h 139446"/>
                  <a:gd name="connsiteX0" fmla="*/ 2695 w 126031"/>
                  <a:gd name="connsiteY0" fmla="*/ 129268 h 139147"/>
                  <a:gd name="connsiteX1" fmla="*/ 119760 w 126031"/>
                  <a:gd name="connsiteY1" fmla="*/ 1878 h 139147"/>
                  <a:gd name="connsiteX2" fmla="*/ 2695 w 126031"/>
                  <a:gd name="connsiteY2" fmla="*/ 129268 h 139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6031" h="139147">
                    <a:moveTo>
                      <a:pt x="2695" y="129268"/>
                    </a:moveTo>
                    <a:cubicBezTo>
                      <a:pt x="-15433" y="61405"/>
                      <a:pt x="61688" y="-12809"/>
                      <a:pt x="119760" y="1878"/>
                    </a:cubicBezTo>
                    <a:cubicBezTo>
                      <a:pt x="150588" y="107841"/>
                      <a:pt x="60767" y="163005"/>
                      <a:pt x="2695" y="12926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E23D588-91A7-A563-13C3-55FB17C95E3C}"/>
                  </a:ext>
                </a:extLst>
              </p:cNvPr>
              <p:cNvSpPr/>
              <p:nvPr/>
            </p:nvSpPr>
            <p:spPr>
              <a:xfrm>
                <a:off x="1127528" y="-516331"/>
                <a:ext cx="63219" cy="63219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2B383FE-800B-9E3A-21D0-E179F76BFAD8}"/>
                  </a:ext>
                </a:extLst>
              </p:cNvPr>
              <p:cNvSpPr/>
              <p:nvPr/>
            </p:nvSpPr>
            <p:spPr>
              <a:xfrm>
                <a:off x="1866310" y="360623"/>
                <a:ext cx="1034804" cy="698654"/>
              </a:xfrm>
              <a:custGeom>
                <a:avLst/>
                <a:gdLst>
                  <a:gd name="connsiteX0" fmla="*/ 0 w 752231"/>
                  <a:gd name="connsiteY0" fmla="*/ 134525 h 507662"/>
                  <a:gd name="connsiteX1" fmla="*/ 228600 w 752231"/>
                  <a:gd name="connsiteY1" fmla="*/ 452025 h 507662"/>
                  <a:gd name="connsiteX2" fmla="*/ 698500 w 752231"/>
                  <a:gd name="connsiteY2" fmla="*/ 490125 h 507662"/>
                  <a:gd name="connsiteX3" fmla="*/ 736600 w 752231"/>
                  <a:gd name="connsiteY3" fmla="*/ 261525 h 507662"/>
                  <a:gd name="connsiteX4" fmla="*/ 736600 w 752231"/>
                  <a:gd name="connsiteY4" fmla="*/ 109125 h 507662"/>
                  <a:gd name="connsiteX5" fmla="*/ 546100 w 752231"/>
                  <a:gd name="connsiteY5" fmla="*/ 7525 h 507662"/>
                  <a:gd name="connsiteX6" fmla="*/ 520700 w 752231"/>
                  <a:gd name="connsiteY6" fmla="*/ 7525 h 507662"/>
                  <a:gd name="connsiteX7" fmla="*/ 520700 w 752231"/>
                  <a:gd name="connsiteY7" fmla="*/ 7525 h 507662"/>
                  <a:gd name="connsiteX0" fmla="*/ 0 w 759075"/>
                  <a:gd name="connsiteY0" fmla="*/ 134525 h 518903"/>
                  <a:gd name="connsiteX1" fmla="*/ 228600 w 759075"/>
                  <a:gd name="connsiteY1" fmla="*/ 452025 h 518903"/>
                  <a:gd name="connsiteX2" fmla="*/ 698500 w 759075"/>
                  <a:gd name="connsiteY2" fmla="*/ 490125 h 518903"/>
                  <a:gd name="connsiteX3" fmla="*/ 736600 w 759075"/>
                  <a:gd name="connsiteY3" fmla="*/ 109125 h 518903"/>
                  <a:gd name="connsiteX4" fmla="*/ 546100 w 759075"/>
                  <a:gd name="connsiteY4" fmla="*/ 7525 h 518903"/>
                  <a:gd name="connsiteX5" fmla="*/ 520700 w 759075"/>
                  <a:gd name="connsiteY5" fmla="*/ 7525 h 518903"/>
                  <a:gd name="connsiteX6" fmla="*/ 520700 w 759075"/>
                  <a:gd name="connsiteY6" fmla="*/ 7525 h 518903"/>
                  <a:gd name="connsiteX0" fmla="*/ 0 w 748359"/>
                  <a:gd name="connsiteY0" fmla="*/ 134525 h 505259"/>
                  <a:gd name="connsiteX1" fmla="*/ 228600 w 748359"/>
                  <a:gd name="connsiteY1" fmla="*/ 452025 h 505259"/>
                  <a:gd name="connsiteX2" fmla="*/ 673100 w 748359"/>
                  <a:gd name="connsiteY2" fmla="*/ 471075 h 505259"/>
                  <a:gd name="connsiteX3" fmla="*/ 736600 w 748359"/>
                  <a:gd name="connsiteY3" fmla="*/ 109125 h 505259"/>
                  <a:gd name="connsiteX4" fmla="*/ 546100 w 748359"/>
                  <a:gd name="connsiteY4" fmla="*/ 7525 h 505259"/>
                  <a:gd name="connsiteX5" fmla="*/ 520700 w 748359"/>
                  <a:gd name="connsiteY5" fmla="*/ 7525 h 505259"/>
                  <a:gd name="connsiteX6" fmla="*/ 520700 w 748359"/>
                  <a:gd name="connsiteY6" fmla="*/ 7525 h 505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8359" h="505259">
                    <a:moveTo>
                      <a:pt x="0" y="134525"/>
                    </a:moveTo>
                    <a:cubicBezTo>
                      <a:pt x="56091" y="263641"/>
                      <a:pt x="116417" y="395933"/>
                      <a:pt x="228600" y="452025"/>
                    </a:cubicBezTo>
                    <a:cubicBezTo>
                      <a:pt x="340783" y="508117"/>
                      <a:pt x="588433" y="528225"/>
                      <a:pt x="673100" y="471075"/>
                    </a:cubicBezTo>
                    <a:cubicBezTo>
                      <a:pt x="757767" y="413925"/>
                      <a:pt x="757767" y="186383"/>
                      <a:pt x="736600" y="109125"/>
                    </a:cubicBezTo>
                    <a:cubicBezTo>
                      <a:pt x="715433" y="31867"/>
                      <a:pt x="546100" y="7525"/>
                      <a:pt x="546100" y="7525"/>
                    </a:cubicBezTo>
                    <a:cubicBezTo>
                      <a:pt x="510117" y="-9408"/>
                      <a:pt x="520700" y="7525"/>
                      <a:pt x="520700" y="7525"/>
                    </a:cubicBezTo>
                    <a:lnTo>
                      <a:pt x="520700" y="7525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Rectangle: Rounded Corners 15">
                <a:extLst>
                  <a:ext uri="{FF2B5EF4-FFF2-40B4-BE49-F238E27FC236}">
                    <a16:creationId xmlns:a16="http://schemas.microsoft.com/office/drawing/2014/main" id="{44014CD4-7F15-4546-3891-8526F7228175}"/>
                  </a:ext>
                </a:extLst>
              </p:cNvPr>
              <p:cNvSpPr/>
              <p:nvPr/>
            </p:nvSpPr>
            <p:spPr>
              <a:xfrm>
                <a:off x="-3807458" y="5124168"/>
                <a:ext cx="620950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Rectangle: Rounded Corners 15">
                <a:extLst>
                  <a:ext uri="{FF2B5EF4-FFF2-40B4-BE49-F238E27FC236}">
                    <a16:creationId xmlns:a16="http://schemas.microsoft.com/office/drawing/2014/main" id="{B549747E-A920-84ED-3A15-44707D88694C}"/>
                  </a:ext>
                </a:extLst>
              </p:cNvPr>
              <p:cNvSpPr/>
              <p:nvPr/>
            </p:nvSpPr>
            <p:spPr>
              <a:xfrm>
                <a:off x="-2923498" y="4815435"/>
                <a:ext cx="700029" cy="372516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5847 w 412109"/>
                  <a:gd name="connsiteY0" fmla="*/ 66887 h 263494"/>
                  <a:gd name="connsiteX1" fmla="*/ 153277 w 412109"/>
                  <a:gd name="connsiteY1" fmla="*/ 14706 h 263494"/>
                  <a:gd name="connsiteX2" fmla="*/ 326590 w 412109"/>
                  <a:gd name="connsiteY2" fmla="*/ 419 h 263494"/>
                  <a:gd name="connsiteX3" fmla="*/ 407346 w 412109"/>
                  <a:gd name="connsiteY3" fmla="*/ 14500 h 263494"/>
                  <a:gd name="connsiteX4" fmla="*/ 412109 w 412109"/>
                  <a:gd name="connsiteY4" fmla="*/ 166070 h 263494"/>
                  <a:gd name="connsiteX5" fmla="*/ 36385 w 412109"/>
                  <a:gd name="connsiteY5" fmla="*/ 261114 h 263494"/>
                  <a:gd name="connsiteX6" fmla="*/ 5847 w 412109"/>
                  <a:gd name="connsiteY6" fmla="*/ 66887 h 263494"/>
                  <a:gd name="connsiteX0" fmla="*/ 5847 w 412109"/>
                  <a:gd name="connsiteY0" fmla="*/ 66887 h 267544"/>
                  <a:gd name="connsiteX1" fmla="*/ 153277 w 412109"/>
                  <a:gd name="connsiteY1" fmla="*/ 14706 h 267544"/>
                  <a:gd name="connsiteX2" fmla="*/ 326590 w 412109"/>
                  <a:gd name="connsiteY2" fmla="*/ 419 h 267544"/>
                  <a:gd name="connsiteX3" fmla="*/ 407346 w 412109"/>
                  <a:gd name="connsiteY3" fmla="*/ 14500 h 267544"/>
                  <a:gd name="connsiteX4" fmla="*/ 412109 w 412109"/>
                  <a:gd name="connsiteY4" fmla="*/ 166070 h 267544"/>
                  <a:gd name="connsiteX5" fmla="*/ 36385 w 412109"/>
                  <a:gd name="connsiteY5" fmla="*/ 261114 h 267544"/>
                  <a:gd name="connsiteX6" fmla="*/ 5847 w 412109"/>
                  <a:gd name="connsiteY6" fmla="*/ 66887 h 267544"/>
                  <a:gd name="connsiteX0" fmla="*/ 54 w 503727"/>
                  <a:gd name="connsiteY0" fmla="*/ 81174 h 267544"/>
                  <a:gd name="connsiteX1" fmla="*/ 244895 w 503727"/>
                  <a:gd name="connsiteY1" fmla="*/ 14706 h 267544"/>
                  <a:gd name="connsiteX2" fmla="*/ 418208 w 503727"/>
                  <a:gd name="connsiteY2" fmla="*/ 419 h 267544"/>
                  <a:gd name="connsiteX3" fmla="*/ 498964 w 503727"/>
                  <a:gd name="connsiteY3" fmla="*/ 14500 h 267544"/>
                  <a:gd name="connsiteX4" fmla="*/ 503727 w 503727"/>
                  <a:gd name="connsiteY4" fmla="*/ 166070 h 267544"/>
                  <a:gd name="connsiteX5" fmla="*/ 128003 w 503727"/>
                  <a:gd name="connsiteY5" fmla="*/ 261114 h 267544"/>
                  <a:gd name="connsiteX6" fmla="*/ 54 w 503727"/>
                  <a:gd name="connsiteY6" fmla="*/ 81174 h 26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3727" h="267544">
                    <a:moveTo>
                      <a:pt x="54" y="81174"/>
                    </a:moveTo>
                    <a:cubicBezTo>
                      <a:pt x="54" y="62876"/>
                      <a:pt x="226597" y="14706"/>
                      <a:pt x="244895" y="14706"/>
                    </a:cubicBezTo>
                    <a:lnTo>
                      <a:pt x="418208" y="419"/>
                    </a:lnTo>
                    <a:cubicBezTo>
                      <a:pt x="436506" y="419"/>
                      <a:pt x="498964" y="-3798"/>
                      <a:pt x="498964" y="14500"/>
                    </a:cubicBezTo>
                    <a:cubicBezTo>
                      <a:pt x="498964" y="58673"/>
                      <a:pt x="503727" y="121897"/>
                      <a:pt x="503727" y="166070"/>
                    </a:cubicBezTo>
                    <a:cubicBezTo>
                      <a:pt x="462970" y="203997"/>
                      <a:pt x="297995" y="291932"/>
                      <a:pt x="128003" y="261114"/>
                    </a:cubicBezTo>
                    <a:cubicBezTo>
                      <a:pt x="74546" y="239062"/>
                      <a:pt x="-2327" y="121448"/>
                      <a:pt x="54" y="8117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Rectangle: Rounded Corners 15">
                <a:extLst>
                  <a:ext uri="{FF2B5EF4-FFF2-40B4-BE49-F238E27FC236}">
                    <a16:creationId xmlns:a16="http://schemas.microsoft.com/office/drawing/2014/main" id="{554F0DA1-E062-4965-4108-6C6CB509D443}"/>
                  </a:ext>
                </a:extLst>
              </p:cNvPr>
              <p:cNvSpPr/>
              <p:nvPr/>
            </p:nvSpPr>
            <p:spPr>
              <a:xfrm>
                <a:off x="-607367" y="5187951"/>
                <a:ext cx="556521" cy="339577"/>
              </a:xfrm>
              <a:custGeom>
                <a:avLst/>
                <a:gdLst>
                  <a:gd name="connsiteX0" fmla="*/ 0 w 225287"/>
                  <a:gd name="connsiteY0" fmla="*/ 33131 h 198782"/>
                  <a:gd name="connsiteX1" fmla="*/ 33131 w 225287"/>
                  <a:gd name="connsiteY1" fmla="*/ 0 h 198782"/>
                  <a:gd name="connsiteX2" fmla="*/ 192156 w 225287"/>
                  <a:gd name="connsiteY2" fmla="*/ 0 h 198782"/>
                  <a:gd name="connsiteX3" fmla="*/ 225287 w 225287"/>
                  <a:gd name="connsiteY3" fmla="*/ 33131 h 198782"/>
                  <a:gd name="connsiteX4" fmla="*/ 225287 w 225287"/>
                  <a:gd name="connsiteY4" fmla="*/ 165651 h 198782"/>
                  <a:gd name="connsiteX5" fmla="*/ 192156 w 225287"/>
                  <a:gd name="connsiteY5" fmla="*/ 198782 h 198782"/>
                  <a:gd name="connsiteX6" fmla="*/ 33131 w 225287"/>
                  <a:gd name="connsiteY6" fmla="*/ 198782 h 198782"/>
                  <a:gd name="connsiteX7" fmla="*/ 0 w 225287"/>
                  <a:gd name="connsiteY7" fmla="*/ 165651 h 198782"/>
                  <a:gd name="connsiteX8" fmla="*/ 0 w 225287"/>
                  <a:gd name="connsiteY8" fmla="*/ 33131 h 198782"/>
                  <a:gd name="connsiteX0" fmla="*/ 0 w 277675"/>
                  <a:gd name="connsiteY0" fmla="*/ 33131 h 198782"/>
                  <a:gd name="connsiteX1" fmla="*/ 33131 w 277675"/>
                  <a:gd name="connsiteY1" fmla="*/ 0 h 198782"/>
                  <a:gd name="connsiteX2" fmla="*/ 192156 w 277675"/>
                  <a:gd name="connsiteY2" fmla="*/ 0 h 198782"/>
                  <a:gd name="connsiteX3" fmla="*/ 225287 w 277675"/>
                  <a:gd name="connsiteY3" fmla="*/ 33131 h 198782"/>
                  <a:gd name="connsiteX4" fmla="*/ 277675 w 277675"/>
                  <a:gd name="connsiteY4" fmla="*/ 165651 h 198782"/>
                  <a:gd name="connsiteX5" fmla="*/ 192156 w 277675"/>
                  <a:gd name="connsiteY5" fmla="*/ 198782 h 198782"/>
                  <a:gd name="connsiteX6" fmla="*/ 33131 w 277675"/>
                  <a:gd name="connsiteY6" fmla="*/ 198782 h 198782"/>
                  <a:gd name="connsiteX7" fmla="*/ 0 w 277675"/>
                  <a:gd name="connsiteY7" fmla="*/ 165651 h 198782"/>
                  <a:gd name="connsiteX8" fmla="*/ 0 w 277675"/>
                  <a:gd name="connsiteY8" fmla="*/ 33131 h 198782"/>
                  <a:gd name="connsiteX0" fmla="*/ 0 w 277675"/>
                  <a:gd name="connsiteY0" fmla="*/ 33550 h 199201"/>
                  <a:gd name="connsiteX1" fmla="*/ 33131 w 277675"/>
                  <a:gd name="connsiteY1" fmla="*/ 419 h 199201"/>
                  <a:gd name="connsiteX2" fmla="*/ 192156 w 277675"/>
                  <a:gd name="connsiteY2" fmla="*/ 419 h 199201"/>
                  <a:gd name="connsiteX3" fmla="*/ 263387 w 277675"/>
                  <a:gd name="connsiteY3" fmla="*/ 14500 h 199201"/>
                  <a:gd name="connsiteX4" fmla="*/ 277675 w 277675"/>
                  <a:gd name="connsiteY4" fmla="*/ 166070 h 199201"/>
                  <a:gd name="connsiteX5" fmla="*/ 192156 w 277675"/>
                  <a:gd name="connsiteY5" fmla="*/ 199201 h 199201"/>
                  <a:gd name="connsiteX6" fmla="*/ 33131 w 277675"/>
                  <a:gd name="connsiteY6" fmla="*/ 199201 h 199201"/>
                  <a:gd name="connsiteX7" fmla="*/ 0 w 277675"/>
                  <a:gd name="connsiteY7" fmla="*/ 166070 h 199201"/>
                  <a:gd name="connsiteX8" fmla="*/ 0 w 277675"/>
                  <a:gd name="connsiteY8" fmla="*/ 33550 h 199201"/>
                  <a:gd name="connsiteX0" fmla="*/ 0 w 406262"/>
                  <a:gd name="connsiteY0" fmla="*/ 66887 h 199201"/>
                  <a:gd name="connsiteX1" fmla="*/ 161718 w 406262"/>
                  <a:gd name="connsiteY1" fmla="*/ 419 h 199201"/>
                  <a:gd name="connsiteX2" fmla="*/ 320743 w 406262"/>
                  <a:gd name="connsiteY2" fmla="*/ 419 h 199201"/>
                  <a:gd name="connsiteX3" fmla="*/ 391974 w 406262"/>
                  <a:gd name="connsiteY3" fmla="*/ 14500 h 199201"/>
                  <a:gd name="connsiteX4" fmla="*/ 406262 w 406262"/>
                  <a:gd name="connsiteY4" fmla="*/ 166070 h 199201"/>
                  <a:gd name="connsiteX5" fmla="*/ 320743 w 406262"/>
                  <a:gd name="connsiteY5" fmla="*/ 199201 h 199201"/>
                  <a:gd name="connsiteX6" fmla="*/ 161718 w 406262"/>
                  <a:gd name="connsiteY6" fmla="*/ 199201 h 199201"/>
                  <a:gd name="connsiteX7" fmla="*/ 128587 w 406262"/>
                  <a:gd name="connsiteY7" fmla="*/ 166070 h 199201"/>
                  <a:gd name="connsiteX8" fmla="*/ 0 w 406262"/>
                  <a:gd name="connsiteY8" fmla="*/ 66887 h 199201"/>
                  <a:gd name="connsiteX0" fmla="*/ 0 w 406262"/>
                  <a:gd name="connsiteY0" fmla="*/ 66887 h 199620"/>
                  <a:gd name="connsiteX1" fmla="*/ 161718 w 406262"/>
                  <a:gd name="connsiteY1" fmla="*/ 419 h 199620"/>
                  <a:gd name="connsiteX2" fmla="*/ 320743 w 406262"/>
                  <a:gd name="connsiteY2" fmla="*/ 419 h 199620"/>
                  <a:gd name="connsiteX3" fmla="*/ 391974 w 406262"/>
                  <a:gd name="connsiteY3" fmla="*/ 14500 h 199620"/>
                  <a:gd name="connsiteX4" fmla="*/ 406262 w 406262"/>
                  <a:gd name="connsiteY4" fmla="*/ 166070 h 199620"/>
                  <a:gd name="connsiteX5" fmla="*/ 320743 w 406262"/>
                  <a:gd name="connsiteY5" fmla="*/ 199201 h 199620"/>
                  <a:gd name="connsiteX6" fmla="*/ 161718 w 406262"/>
                  <a:gd name="connsiteY6" fmla="*/ 199201 h 199620"/>
                  <a:gd name="connsiteX7" fmla="*/ 76200 w 406262"/>
                  <a:gd name="connsiteY7" fmla="*/ 185120 h 199620"/>
                  <a:gd name="connsiteX8" fmla="*/ 0 w 406262"/>
                  <a:gd name="connsiteY8" fmla="*/ 66887 h 199620"/>
                  <a:gd name="connsiteX0" fmla="*/ 0 w 406262"/>
                  <a:gd name="connsiteY0" fmla="*/ 66887 h 242064"/>
                  <a:gd name="connsiteX1" fmla="*/ 161718 w 406262"/>
                  <a:gd name="connsiteY1" fmla="*/ 419 h 242064"/>
                  <a:gd name="connsiteX2" fmla="*/ 320743 w 406262"/>
                  <a:gd name="connsiteY2" fmla="*/ 419 h 242064"/>
                  <a:gd name="connsiteX3" fmla="*/ 391974 w 406262"/>
                  <a:gd name="connsiteY3" fmla="*/ 14500 h 242064"/>
                  <a:gd name="connsiteX4" fmla="*/ 406262 w 406262"/>
                  <a:gd name="connsiteY4" fmla="*/ 166070 h 242064"/>
                  <a:gd name="connsiteX5" fmla="*/ 320743 w 406262"/>
                  <a:gd name="connsiteY5" fmla="*/ 199201 h 242064"/>
                  <a:gd name="connsiteX6" fmla="*/ 147430 w 406262"/>
                  <a:gd name="connsiteY6" fmla="*/ 242064 h 242064"/>
                  <a:gd name="connsiteX7" fmla="*/ 76200 w 406262"/>
                  <a:gd name="connsiteY7" fmla="*/ 185120 h 242064"/>
                  <a:gd name="connsiteX8" fmla="*/ 0 w 406262"/>
                  <a:gd name="connsiteY8" fmla="*/ 66887 h 242064"/>
                  <a:gd name="connsiteX0" fmla="*/ 0 w 406262"/>
                  <a:gd name="connsiteY0" fmla="*/ 66887 h 243573"/>
                  <a:gd name="connsiteX1" fmla="*/ 161718 w 406262"/>
                  <a:gd name="connsiteY1" fmla="*/ 419 h 243573"/>
                  <a:gd name="connsiteX2" fmla="*/ 320743 w 406262"/>
                  <a:gd name="connsiteY2" fmla="*/ 419 h 243573"/>
                  <a:gd name="connsiteX3" fmla="*/ 391974 w 406262"/>
                  <a:gd name="connsiteY3" fmla="*/ 14500 h 243573"/>
                  <a:gd name="connsiteX4" fmla="*/ 406262 w 406262"/>
                  <a:gd name="connsiteY4" fmla="*/ 166070 h 243573"/>
                  <a:gd name="connsiteX5" fmla="*/ 320743 w 406262"/>
                  <a:gd name="connsiteY5" fmla="*/ 199201 h 243573"/>
                  <a:gd name="connsiteX6" fmla="*/ 147430 w 406262"/>
                  <a:gd name="connsiteY6" fmla="*/ 242064 h 243573"/>
                  <a:gd name="connsiteX7" fmla="*/ 76200 w 406262"/>
                  <a:gd name="connsiteY7" fmla="*/ 185120 h 243573"/>
                  <a:gd name="connsiteX8" fmla="*/ 0 w 406262"/>
                  <a:gd name="connsiteY8" fmla="*/ 66887 h 243573"/>
                  <a:gd name="connsiteX0" fmla="*/ 43 w 406305"/>
                  <a:gd name="connsiteY0" fmla="*/ 66887 h 243573"/>
                  <a:gd name="connsiteX1" fmla="*/ 161761 w 406305"/>
                  <a:gd name="connsiteY1" fmla="*/ 419 h 243573"/>
                  <a:gd name="connsiteX2" fmla="*/ 320786 w 406305"/>
                  <a:gd name="connsiteY2" fmla="*/ 419 h 243573"/>
                  <a:gd name="connsiteX3" fmla="*/ 392017 w 406305"/>
                  <a:gd name="connsiteY3" fmla="*/ 14500 h 243573"/>
                  <a:gd name="connsiteX4" fmla="*/ 406305 w 406305"/>
                  <a:gd name="connsiteY4" fmla="*/ 166070 h 243573"/>
                  <a:gd name="connsiteX5" fmla="*/ 320786 w 406305"/>
                  <a:gd name="connsiteY5" fmla="*/ 199201 h 243573"/>
                  <a:gd name="connsiteX6" fmla="*/ 147473 w 406305"/>
                  <a:gd name="connsiteY6" fmla="*/ 242064 h 243573"/>
                  <a:gd name="connsiteX7" fmla="*/ 43 w 406305"/>
                  <a:gd name="connsiteY7" fmla="*/ 66887 h 243573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392017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61761 w 406305"/>
                  <a:gd name="connsiteY1" fmla="*/ 419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43 w 406305"/>
                  <a:gd name="connsiteY0" fmla="*/ 66887 h 245100"/>
                  <a:gd name="connsiteX1" fmla="*/ 147473 w 406305"/>
                  <a:gd name="connsiteY1" fmla="*/ 14706 h 245100"/>
                  <a:gd name="connsiteX2" fmla="*/ 320786 w 406305"/>
                  <a:gd name="connsiteY2" fmla="*/ 419 h 245100"/>
                  <a:gd name="connsiteX3" fmla="*/ 401542 w 406305"/>
                  <a:gd name="connsiteY3" fmla="*/ 14500 h 245100"/>
                  <a:gd name="connsiteX4" fmla="*/ 406305 w 406305"/>
                  <a:gd name="connsiteY4" fmla="*/ 166070 h 245100"/>
                  <a:gd name="connsiteX5" fmla="*/ 147473 w 406305"/>
                  <a:gd name="connsiteY5" fmla="*/ 242064 h 245100"/>
                  <a:gd name="connsiteX6" fmla="*/ 43 w 406305"/>
                  <a:gd name="connsiteY6" fmla="*/ 66887 h 245100"/>
                  <a:gd name="connsiteX0" fmla="*/ 70 w 406332"/>
                  <a:gd name="connsiteY0" fmla="*/ 66887 h 245100"/>
                  <a:gd name="connsiteX1" fmla="*/ 147500 w 406332"/>
                  <a:gd name="connsiteY1" fmla="*/ 14706 h 245100"/>
                  <a:gd name="connsiteX2" fmla="*/ 320813 w 406332"/>
                  <a:gd name="connsiteY2" fmla="*/ 419 h 245100"/>
                  <a:gd name="connsiteX3" fmla="*/ 401569 w 406332"/>
                  <a:gd name="connsiteY3" fmla="*/ 14500 h 245100"/>
                  <a:gd name="connsiteX4" fmla="*/ 406332 w 406332"/>
                  <a:gd name="connsiteY4" fmla="*/ 166070 h 245100"/>
                  <a:gd name="connsiteX5" fmla="*/ 147500 w 406332"/>
                  <a:gd name="connsiteY5" fmla="*/ 242064 h 245100"/>
                  <a:gd name="connsiteX6" fmla="*/ 70 w 406332"/>
                  <a:gd name="connsiteY6" fmla="*/ 66887 h 245100"/>
                  <a:gd name="connsiteX0" fmla="*/ 70 w 401569"/>
                  <a:gd name="connsiteY0" fmla="*/ 66887 h 244733"/>
                  <a:gd name="connsiteX1" fmla="*/ 147500 w 401569"/>
                  <a:gd name="connsiteY1" fmla="*/ 14706 h 244733"/>
                  <a:gd name="connsiteX2" fmla="*/ 320813 w 401569"/>
                  <a:gd name="connsiteY2" fmla="*/ 419 h 244733"/>
                  <a:gd name="connsiteX3" fmla="*/ 401569 w 401569"/>
                  <a:gd name="connsiteY3" fmla="*/ 14500 h 244733"/>
                  <a:gd name="connsiteX4" fmla="*/ 392045 w 401569"/>
                  <a:gd name="connsiteY4" fmla="*/ 156545 h 244733"/>
                  <a:gd name="connsiteX5" fmla="*/ 147500 w 401569"/>
                  <a:gd name="connsiteY5" fmla="*/ 242064 h 244733"/>
                  <a:gd name="connsiteX6" fmla="*/ 70 w 401569"/>
                  <a:gd name="connsiteY6" fmla="*/ 66887 h 244733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1569"/>
                  <a:gd name="connsiteY0" fmla="*/ 66887 h 245578"/>
                  <a:gd name="connsiteX1" fmla="*/ 147500 w 401569"/>
                  <a:gd name="connsiteY1" fmla="*/ 14706 h 245578"/>
                  <a:gd name="connsiteX2" fmla="*/ 320813 w 401569"/>
                  <a:gd name="connsiteY2" fmla="*/ 419 h 245578"/>
                  <a:gd name="connsiteX3" fmla="*/ 401569 w 401569"/>
                  <a:gd name="connsiteY3" fmla="*/ 14500 h 245578"/>
                  <a:gd name="connsiteX4" fmla="*/ 368232 w 401569"/>
                  <a:gd name="connsiteY4" fmla="*/ 175595 h 245578"/>
                  <a:gd name="connsiteX5" fmla="*/ 147500 w 401569"/>
                  <a:gd name="connsiteY5" fmla="*/ 242064 h 245578"/>
                  <a:gd name="connsiteX6" fmla="*/ 70 w 401569"/>
                  <a:gd name="connsiteY6" fmla="*/ 66887 h 245578"/>
                  <a:gd name="connsiteX0" fmla="*/ 70 w 402470"/>
                  <a:gd name="connsiteY0" fmla="*/ 66887 h 245578"/>
                  <a:gd name="connsiteX1" fmla="*/ 147500 w 402470"/>
                  <a:gd name="connsiteY1" fmla="*/ 14706 h 245578"/>
                  <a:gd name="connsiteX2" fmla="*/ 320813 w 402470"/>
                  <a:gd name="connsiteY2" fmla="*/ 419 h 245578"/>
                  <a:gd name="connsiteX3" fmla="*/ 401569 w 402470"/>
                  <a:gd name="connsiteY3" fmla="*/ 14500 h 245578"/>
                  <a:gd name="connsiteX4" fmla="*/ 368232 w 402470"/>
                  <a:gd name="connsiteY4" fmla="*/ 175595 h 245578"/>
                  <a:gd name="connsiteX5" fmla="*/ 147500 w 402470"/>
                  <a:gd name="connsiteY5" fmla="*/ 242064 h 245578"/>
                  <a:gd name="connsiteX6" fmla="*/ 70 w 402470"/>
                  <a:gd name="connsiteY6" fmla="*/ 66887 h 24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2470" h="245578">
                    <a:moveTo>
                      <a:pt x="70" y="66887"/>
                    </a:moveTo>
                    <a:cubicBezTo>
                      <a:pt x="70" y="48589"/>
                      <a:pt x="129202" y="14706"/>
                      <a:pt x="147500" y="14706"/>
                    </a:cubicBezTo>
                    <a:lnTo>
                      <a:pt x="320813" y="419"/>
                    </a:lnTo>
                    <a:cubicBezTo>
                      <a:pt x="339111" y="419"/>
                      <a:pt x="401569" y="-3798"/>
                      <a:pt x="401569" y="14500"/>
                    </a:cubicBezTo>
                    <a:cubicBezTo>
                      <a:pt x="401569" y="58673"/>
                      <a:pt x="411095" y="145709"/>
                      <a:pt x="368232" y="175595"/>
                    </a:cubicBezTo>
                    <a:cubicBezTo>
                      <a:pt x="327475" y="213522"/>
                      <a:pt x="215210" y="258594"/>
                      <a:pt x="147500" y="242064"/>
                    </a:cubicBezTo>
                    <a:cubicBezTo>
                      <a:pt x="55943" y="220012"/>
                      <a:pt x="-2311" y="107161"/>
                      <a:pt x="70" y="6688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8E7D72E-40F3-F8D7-648F-AB731D5B502A}"/>
                  </a:ext>
                </a:extLst>
              </p:cNvPr>
              <p:cNvSpPr/>
              <p:nvPr/>
            </p:nvSpPr>
            <p:spPr>
              <a:xfrm rot="711288">
                <a:off x="1450294" y="1148300"/>
                <a:ext cx="832032" cy="749858"/>
              </a:xfrm>
              <a:custGeom>
                <a:avLst/>
                <a:gdLst>
                  <a:gd name="connsiteX0" fmla="*/ 168847 w 832032"/>
                  <a:gd name="connsiteY0" fmla="*/ 33410 h 749858"/>
                  <a:gd name="connsiteX1" fmla="*/ 428610 w 832032"/>
                  <a:gd name="connsiteY1" fmla="*/ 0 h 749858"/>
                  <a:gd name="connsiteX2" fmla="*/ 801737 w 832032"/>
                  <a:gd name="connsiteY2" fmla="*/ 72608 h 749858"/>
                  <a:gd name="connsiteX3" fmla="*/ 832032 w 832032"/>
                  <a:gd name="connsiteY3" fmla="*/ 88533 h 749858"/>
                  <a:gd name="connsiteX4" fmla="*/ 746719 w 832032"/>
                  <a:gd name="connsiteY4" fmla="*/ 156301 h 749858"/>
                  <a:gd name="connsiteX5" fmla="*/ 514911 w 832032"/>
                  <a:gd name="connsiteY5" fmla="*/ 345390 h 749858"/>
                  <a:gd name="connsiteX6" fmla="*/ 368179 w 832032"/>
                  <a:gd name="connsiteY6" fmla="*/ 709323 h 749858"/>
                  <a:gd name="connsiteX7" fmla="*/ 5568 w 832032"/>
                  <a:gd name="connsiteY7" fmla="*/ 123305 h 749858"/>
                  <a:gd name="connsiteX8" fmla="*/ 4627 w 832032"/>
                  <a:gd name="connsiteY8" fmla="*/ 123555 h 749858"/>
                  <a:gd name="connsiteX9" fmla="*/ 1235 w 832032"/>
                  <a:gd name="connsiteY9" fmla="*/ 102116 h 749858"/>
                  <a:gd name="connsiteX10" fmla="*/ 0 w 832032"/>
                  <a:gd name="connsiteY10" fmla="*/ 99580 h 749858"/>
                  <a:gd name="connsiteX11" fmla="*/ 4114 w 832032"/>
                  <a:gd name="connsiteY11" fmla="*/ 97082 h 749858"/>
                  <a:gd name="connsiteX12" fmla="*/ 168847 w 832032"/>
                  <a:gd name="connsiteY12" fmla="*/ 33410 h 749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032" h="749858">
                    <a:moveTo>
                      <a:pt x="168847" y="33410"/>
                    </a:moveTo>
                    <a:cubicBezTo>
                      <a:pt x="248689" y="11897"/>
                      <a:pt x="336471" y="0"/>
                      <a:pt x="428610" y="0"/>
                    </a:cubicBezTo>
                    <a:cubicBezTo>
                      <a:pt x="566824" y="0"/>
                      <a:pt x="695226" y="26767"/>
                      <a:pt x="801737" y="72608"/>
                    </a:cubicBezTo>
                    <a:lnTo>
                      <a:pt x="832032" y="88533"/>
                    </a:lnTo>
                    <a:lnTo>
                      <a:pt x="746719" y="156301"/>
                    </a:lnTo>
                    <a:cubicBezTo>
                      <a:pt x="654386" y="225614"/>
                      <a:pt x="566777" y="287693"/>
                      <a:pt x="514911" y="345390"/>
                    </a:cubicBezTo>
                    <a:cubicBezTo>
                      <a:pt x="411189" y="460784"/>
                      <a:pt x="351012" y="581080"/>
                      <a:pt x="368179" y="709323"/>
                    </a:cubicBezTo>
                    <a:cubicBezTo>
                      <a:pt x="166964" y="934509"/>
                      <a:pt x="118599" y="149209"/>
                      <a:pt x="5568" y="123305"/>
                    </a:cubicBezTo>
                    <a:lnTo>
                      <a:pt x="4627" y="123555"/>
                    </a:lnTo>
                    <a:lnTo>
                      <a:pt x="1235" y="102116"/>
                    </a:lnTo>
                    <a:lnTo>
                      <a:pt x="0" y="99580"/>
                    </a:lnTo>
                    <a:lnTo>
                      <a:pt x="4114" y="97082"/>
                    </a:lnTo>
                    <a:cubicBezTo>
                      <a:pt x="53553" y="71089"/>
                      <a:pt x="108967" y="49545"/>
                      <a:pt x="168847" y="3341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" name="Oval 80">
                <a:extLst>
                  <a:ext uri="{FF2B5EF4-FFF2-40B4-BE49-F238E27FC236}">
                    <a16:creationId xmlns:a16="http://schemas.microsoft.com/office/drawing/2014/main" id="{E612DD24-0969-0958-8C3C-A9D5AC85F268}"/>
                  </a:ext>
                </a:extLst>
              </p:cNvPr>
              <p:cNvSpPr/>
              <p:nvPr/>
            </p:nvSpPr>
            <p:spPr>
              <a:xfrm rot="20092496">
                <a:off x="2591008" y="235608"/>
                <a:ext cx="508095" cy="295463"/>
              </a:xfrm>
              <a:custGeom>
                <a:avLst/>
                <a:gdLst>
                  <a:gd name="connsiteX0" fmla="*/ 0 w 510617"/>
                  <a:gd name="connsiteY0" fmla="*/ 263393 h 526786"/>
                  <a:gd name="connsiteX1" fmla="*/ 255309 w 510617"/>
                  <a:gd name="connsiteY1" fmla="*/ 0 h 526786"/>
                  <a:gd name="connsiteX2" fmla="*/ 510618 w 510617"/>
                  <a:gd name="connsiteY2" fmla="*/ 263393 h 526786"/>
                  <a:gd name="connsiteX3" fmla="*/ 255309 w 510617"/>
                  <a:gd name="connsiteY3" fmla="*/ 526786 h 526786"/>
                  <a:gd name="connsiteX4" fmla="*/ 0 w 510617"/>
                  <a:gd name="connsiteY4" fmla="*/ 263393 h 526786"/>
                  <a:gd name="connsiteX0" fmla="*/ 0 w 517714"/>
                  <a:gd name="connsiteY0" fmla="*/ 32925 h 296318"/>
                  <a:gd name="connsiteX1" fmla="*/ 510618 w 517714"/>
                  <a:gd name="connsiteY1" fmla="*/ 32925 h 296318"/>
                  <a:gd name="connsiteX2" fmla="*/ 255309 w 517714"/>
                  <a:gd name="connsiteY2" fmla="*/ 296318 h 296318"/>
                  <a:gd name="connsiteX3" fmla="*/ 0 w 517714"/>
                  <a:gd name="connsiteY3" fmla="*/ 32925 h 296318"/>
                  <a:gd name="connsiteX0" fmla="*/ 5031 w 508095"/>
                  <a:gd name="connsiteY0" fmla="*/ 32070 h 295463"/>
                  <a:gd name="connsiteX1" fmla="*/ 502267 w 508095"/>
                  <a:gd name="connsiteY1" fmla="*/ 33605 h 295463"/>
                  <a:gd name="connsiteX2" fmla="*/ 260340 w 508095"/>
                  <a:gd name="connsiteY2" fmla="*/ 295463 h 295463"/>
                  <a:gd name="connsiteX3" fmla="*/ 5031 w 508095"/>
                  <a:gd name="connsiteY3" fmla="*/ 32070 h 295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95" h="295463">
                    <a:moveTo>
                      <a:pt x="5031" y="32070"/>
                    </a:moveTo>
                    <a:cubicBezTo>
                      <a:pt x="45352" y="-11573"/>
                      <a:pt x="459716" y="-10294"/>
                      <a:pt x="502267" y="33605"/>
                    </a:cubicBezTo>
                    <a:cubicBezTo>
                      <a:pt x="544818" y="77504"/>
                      <a:pt x="343213" y="295719"/>
                      <a:pt x="260340" y="295463"/>
                    </a:cubicBezTo>
                    <a:cubicBezTo>
                      <a:pt x="177467" y="295207"/>
                      <a:pt x="-35290" y="75713"/>
                      <a:pt x="5031" y="3207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55AE8CF-6D63-5F1C-624B-5B92C8D7871C}"/>
                </a:ext>
              </a:extLst>
            </p:cNvPr>
            <p:cNvSpPr/>
            <p:nvPr/>
          </p:nvSpPr>
          <p:spPr>
            <a:xfrm>
              <a:off x="-351747" y="-493660"/>
              <a:ext cx="384175" cy="327025"/>
            </a:xfrm>
            <a:custGeom>
              <a:avLst/>
              <a:gdLst>
                <a:gd name="connsiteX0" fmla="*/ 0 w 317500"/>
                <a:gd name="connsiteY0" fmla="*/ 215900 h 215900"/>
                <a:gd name="connsiteX1" fmla="*/ 317500 w 317500"/>
                <a:gd name="connsiteY1" fmla="*/ 0 h 215900"/>
                <a:gd name="connsiteX2" fmla="*/ 317500 w 317500"/>
                <a:gd name="connsiteY2" fmla="*/ 0 h 215900"/>
                <a:gd name="connsiteX0" fmla="*/ 0 w 317500"/>
                <a:gd name="connsiteY0" fmla="*/ 215900 h 215900"/>
                <a:gd name="connsiteX1" fmla="*/ 317500 w 317500"/>
                <a:gd name="connsiteY1" fmla="*/ 0 h 215900"/>
                <a:gd name="connsiteX2" fmla="*/ 317500 w 317500"/>
                <a:gd name="connsiteY2" fmla="*/ 0 h 215900"/>
                <a:gd name="connsiteX0" fmla="*/ 0 w 384175"/>
                <a:gd name="connsiteY0" fmla="*/ 327025 h 327025"/>
                <a:gd name="connsiteX1" fmla="*/ 317500 w 384175"/>
                <a:gd name="connsiteY1" fmla="*/ 111125 h 327025"/>
                <a:gd name="connsiteX2" fmla="*/ 384175 w 384175"/>
                <a:gd name="connsiteY2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  <a:gd name="connsiteX0" fmla="*/ 0 w 384175"/>
                <a:gd name="connsiteY0" fmla="*/ 327025 h 327025"/>
                <a:gd name="connsiteX1" fmla="*/ 384175 w 384175"/>
                <a:gd name="connsiteY1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4175" h="327025">
                  <a:moveTo>
                    <a:pt x="0" y="327025"/>
                  </a:moveTo>
                  <a:cubicBezTo>
                    <a:pt x="191558" y="237067"/>
                    <a:pt x="300567" y="118533"/>
                    <a:pt x="384175" y="0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91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361661-25F8-F9A7-308E-4211572A2DBB}"/>
              </a:ext>
            </a:extLst>
          </p:cNvPr>
          <p:cNvGrpSpPr/>
          <p:nvPr/>
        </p:nvGrpSpPr>
        <p:grpSpPr>
          <a:xfrm>
            <a:off x="491409" y="652631"/>
            <a:ext cx="4302939" cy="5834197"/>
            <a:chOff x="3805601" y="576854"/>
            <a:chExt cx="4302939" cy="5834197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20FBFCE1-9BC0-59E3-A133-C77FBA18A087}"/>
                </a:ext>
              </a:extLst>
            </p:cNvPr>
            <p:cNvSpPr/>
            <p:nvPr/>
          </p:nvSpPr>
          <p:spPr>
            <a:xfrm>
              <a:off x="5170191" y="5086350"/>
              <a:ext cx="764368" cy="1324701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368" h="1324701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13612" y="973930"/>
                    <a:pt x="763883" y="1038224"/>
                  </a:cubicBezTo>
                  <a:cubicBezTo>
                    <a:pt x="776054" y="1083468"/>
                    <a:pt x="554334" y="1089025"/>
                    <a:pt x="673397" y="1228725"/>
                  </a:cubicBezTo>
                  <a:cubicBezTo>
                    <a:pt x="349547" y="1177925"/>
                    <a:pt x="492736" y="1336675"/>
                    <a:pt x="435272" y="1323975"/>
                  </a:cubicBezTo>
                  <a:cubicBezTo>
                    <a:pt x="310819" y="1209675"/>
                    <a:pt x="162553" y="1185862"/>
                    <a:pt x="61913" y="981075"/>
                  </a:cubicBezTo>
                  <a:cubicBezTo>
                    <a:pt x="136525" y="415925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0CFA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871FD6E5-BC24-2FD2-0B50-A5670FE50797}"/>
                </a:ext>
              </a:extLst>
            </p:cNvPr>
            <p:cNvSpPr/>
            <p:nvPr/>
          </p:nvSpPr>
          <p:spPr>
            <a:xfrm>
              <a:off x="6096000" y="4956445"/>
              <a:ext cx="773866" cy="1310239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95251 w 764368"/>
                <a:gd name="connsiteY6" fmla="*/ 1004888 h 1324701"/>
                <a:gd name="connsiteX7" fmla="*/ 0 w 764368"/>
                <a:gd name="connsiteY7" fmla="*/ 0 h 1324701"/>
                <a:gd name="connsiteX0" fmla="*/ 0 w 773874"/>
                <a:gd name="connsiteY0" fmla="*/ 0 h 1324701"/>
                <a:gd name="connsiteX1" fmla="*/ 395583 w 773874"/>
                <a:gd name="connsiteY1" fmla="*/ 14288 h 1324701"/>
                <a:gd name="connsiteX2" fmla="*/ 371770 w 773874"/>
                <a:gd name="connsiteY2" fmla="*/ 819150 h 1324701"/>
                <a:gd name="connsiteX3" fmla="*/ 773408 w 773874"/>
                <a:gd name="connsiteY3" fmla="*/ 981074 h 1324701"/>
                <a:gd name="connsiteX4" fmla="*/ 673397 w 773874"/>
                <a:gd name="connsiteY4" fmla="*/ 1228725 h 1324701"/>
                <a:gd name="connsiteX5" fmla="*/ 435272 w 773874"/>
                <a:gd name="connsiteY5" fmla="*/ 1323975 h 1324701"/>
                <a:gd name="connsiteX6" fmla="*/ 95251 w 773874"/>
                <a:gd name="connsiteY6" fmla="*/ 1004888 h 1324701"/>
                <a:gd name="connsiteX7" fmla="*/ 0 w 773874"/>
                <a:gd name="connsiteY7" fmla="*/ 0 h 1324701"/>
                <a:gd name="connsiteX0" fmla="*/ 0 w 774095"/>
                <a:gd name="connsiteY0" fmla="*/ 0 h 1324493"/>
                <a:gd name="connsiteX1" fmla="*/ 395583 w 774095"/>
                <a:gd name="connsiteY1" fmla="*/ 14288 h 1324493"/>
                <a:gd name="connsiteX2" fmla="*/ 371770 w 774095"/>
                <a:gd name="connsiteY2" fmla="*/ 819150 h 1324493"/>
                <a:gd name="connsiteX3" fmla="*/ 773408 w 774095"/>
                <a:gd name="connsiteY3" fmla="*/ 981074 h 1324493"/>
                <a:gd name="connsiteX4" fmla="*/ 749597 w 774095"/>
                <a:gd name="connsiteY4" fmla="*/ 1162050 h 1324493"/>
                <a:gd name="connsiteX5" fmla="*/ 435272 w 774095"/>
                <a:gd name="connsiteY5" fmla="*/ 1323975 h 1324493"/>
                <a:gd name="connsiteX6" fmla="*/ 95251 w 774095"/>
                <a:gd name="connsiteY6" fmla="*/ 1004888 h 1324493"/>
                <a:gd name="connsiteX7" fmla="*/ 0 w 774095"/>
                <a:gd name="connsiteY7" fmla="*/ 0 h 1324493"/>
                <a:gd name="connsiteX0" fmla="*/ 0 w 774095"/>
                <a:gd name="connsiteY0" fmla="*/ 0 h 1310239"/>
                <a:gd name="connsiteX1" fmla="*/ 395583 w 774095"/>
                <a:gd name="connsiteY1" fmla="*/ 14288 h 1310239"/>
                <a:gd name="connsiteX2" fmla="*/ 371770 w 774095"/>
                <a:gd name="connsiteY2" fmla="*/ 819150 h 1310239"/>
                <a:gd name="connsiteX3" fmla="*/ 773408 w 774095"/>
                <a:gd name="connsiteY3" fmla="*/ 981074 h 1310239"/>
                <a:gd name="connsiteX4" fmla="*/ 749597 w 774095"/>
                <a:gd name="connsiteY4" fmla="*/ 1162050 h 1310239"/>
                <a:gd name="connsiteX5" fmla="*/ 559097 w 774095"/>
                <a:gd name="connsiteY5" fmla="*/ 1309687 h 1310239"/>
                <a:gd name="connsiteX6" fmla="*/ 95251 w 774095"/>
                <a:gd name="connsiteY6" fmla="*/ 1004888 h 1310239"/>
                <a:gd name="connsiteX7" fmla="*/ 0 w 774095"/>
                <a:gd name="connsiteY7" fmla="*/ 0 h 1310239"/>
                <a:gd name="connsiteX0" fmla="*/ 0 w 773866"/>
                <a:gd name="connsiteY0" fmla="*/ 0 h 1310239"/>
                <a:gd name="connsiteX1" fmla="*/ 395583 w 773866"/>
                <a:gd name="connsiteY1" fmla="*/ 14288 h 1310239"/>
                <a:gd name="connsiteX2" fmla="*/ 371770 w 773866"/>
                <a:gd name="connsiteY2" fmla="*/ 819150 h 1310239"/>
                <a:gd name="connsiteX3" fmla="*/ 773408 w 773866"/>
                <a:gd name="connsiteY3" fmla="*/ 981074 h 1310239"/>
                <a:gd name="connsiteX4" fmla="*/ 749597 w 773866"/>
                <a:gd name="connsiteY4" fmla="*/ 1162050 h 1310239"/>
                <a:gd name="connsiteX5" fmla="*/ 559097 w 773866"/>
                <a:gd name="connsiteY5" fmla="*/ 1309687 h 1310239"/>
                <a:gd name="connsiteX6" fmla="*/ 95251 w 773866"/>
                <a:gd name="connsiteY6" fmla="*/ 1004888 h 1310239"/>
                <a:gd name="connsiteX7" fmla="*/ 0 w 773866"/>
                <a:gd name="connsiteY7" fmla="*/ 0 h 131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3866" h="1310239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23137" y="916780"/>
                    <a:pt x="773408" y="981074"/>
                  </a:cubicBezTo>
                  <a:cubicBezTo>
                    <a:pt x="785579" y="1026318"/>
                    <a:pt x="549572" y="965200"/>
                    <a:pt x="749597" y="1162050"/>
                  </a:cubicBezTo>
                  <a:cubicBezTo>
                    <a:pt x="425747" y="1111250"/>
                    <a:pt x="616561" y="1322387"/>
                    <a:pt x="559097" y="1309687"/>
                  </a:cubicBezTo>
                  <a:cubicBezTo>
                    <a:pt x="434644" y="1195387"/>
                    <a:pt x="195891" y="1209675"/>
                    <a:pt x="95251" y="1004888"/>
                  </a:cubicBezTo>
                  <a:cubicBezTo>
                    <a:pt x="169863" y="439738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0CFA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FB082167-C5A8-9221-44D3-6F532E7F5699}"/>
                </a:ext>
              </a:extLst>
            </p:cNvPr>
            <p:cNvSpPr/>
            <p:nvPr/>
          </p:nvSpPr>
          <p:spPr>
            <a:xfrm>
              <a:off x="3805601" y="576854"/>
              <a:ext cx="3905100" cy="4810476"/>
            </a:xfrm>
            <a:custGeom>
              <a:avLst/>
              <a:gdLst>
                <a:gd name="connsiteX0" fmla="*/ 0 w 704850"/>
                <a:gd name="connsiteY0" fmla="*/ 0 h 247650"/>
                <a:gd name="connsiteX1" fmla="*/ 704850 w 704850"/>
                <a:gd name="connsiteY1" fmla="*/ 0 h 247650"/>
                <a:gd name="connsiteX2" fmla="*/ 704850 w 704850"/>
                <a:gd name="connsiteY2" fmla="*/ 247650 h 247650"/>
                <a:gd name="connsiteX3" fmla="*/ 0 w 704850"/>
                <a:gd name="connsiteY3" fmla="*/ 247650 h 247650"/>
                <a:gd name="connsiteX4" fmla="*/ 0 w 704850"/>
                <a:gd name="connsiteY4" fmla="*/ 0 h 247650"/>
                <a:gd name="connsiteX0" fmla="*/ 532263 w 1237113"/>
                <a:gd name="connsiteY0" fmla="*/ 0 h 1899030"/>
                <a:gd name="connsiteX1" fmla="*/ 1237113 w 1237113"/>
                <a:gd name="connsiteY1" fmla="*/ 0 h 1899030"/>
                <a:gd name="connsiteX2" fmla="*/ 1237113 w 1237113"/>
                <a:gd name="connsiteY2" fmla="*/ 247650 h 1899030"/>
                <a:gd name="connsiteX3" fmla="*/ 0 w 1237113"/>
                <a:gd name="connsiteY3" fmla="*/ 1899030 h 1899030"/>
                <a:gd name="connsiteX4" fmla="*/ 532263 w 1237113"/>
                <a:gd name="connsiteY4" fmla="*/ 0 h 1899030"/>
                <a:gd name="connsiteX0" fmla="*/ 2019869 w 2724719"/>
                <a:gd name="connsiteY0" fmla="*/ 0 h 2171985"/>
                <a:gd name="connsiteX1" fmla="*/ 2724719 w 2724719"/>
                <a:gd name="connsiteY1" fmla="*/ 0 h 2171985"/>
                <a:gd name="connsiteX2" fmla="*/ 2724719 w 2724719"/>
                <a:gd name="connsiteY2" fmla="*/ 247650 h 2171985"/>
                <a:gd name="connsiteX3" fmla="*/ 0 w 2724719"/>
                <a:gd name="connsiteY3" fmla="*/ 2171985 h 2171985"/>
                <a:gd name="connsiteX4" fmla="*/ 2019869 w 2724719"/>
                <a:gd name="connsiteY4" fmla="*/ 0 h 2171985"/>
                <a:gd name="connsiteX0" fmla="*/ 2019869 w 2724719"/>
                <a:gd name="connsiteY0" fmla="*/ 0 h 4067886"/>
                <a:gd name="connsiteX1" fmla="*/ 2724719 w 2724719"/>
                <a:gd name="connsiteY1" fmla="*/ 0 h 4067886"/>
                <a:gd name="connsiteX2" fmla="*/ 2724719 w 2724719"/>
                <a:gd name="connsiteY2" fmla="*/ 247650 h 4067886"/>
                <a:gd name="connsiteX3" fmla="*/ 1742366 w 2724719"/>
                <a:gd name="connsiteY3" fmla="*/ 4067886 h 4067886"/>
                <a:gd name="connsiteX4" fmla="*/ 0 w 2724719"/>
                <a:gd name="connsiteY4" fmla="*/ 2171985 h 4067886"/>
                <a:gd name="connsiteX5" fmla="*/ 2019869 w 2724719"/>
                <a:gd name="connsiteY5" fmla="*/ 0 h 4067886"/>
                <a:gd name="connsiteX0" fmla="*/ 2679509 w 3384359"/>
                <a:gd name="connsiteY0" fmla="*/ 0 h 4067886"/>
                <a:gd name="connsiteX1" fmla="*/ 3384359 w 3384359"/>
                <a:gd name="connsiteY1" fmla="*/ 0 h 4067886"/>
                <a:gd name="connsiteX2" fmla="*/ 3384359 w 3384359"/>
                <a:gd name="connsiteY2" fmla="*/ 247650 h 4067886"/>
                <a:gd name="connsiteX3" fmla="*/ 2402006 w 3384359"/>
                <a:gd name="connsiteY3" fmla="*/ 4067886 h 4067886"/>
                <a:gd name="connsiteX4" fmla="*/ 0 w 3384359"/>
                <a:gd name="connsiteY4" fmla="*/ 1693174 h 4067886"/>
                <a:gd name="connsiteX5" fmla="*/ 659640 w 3384359"/>
                <a:gd name="connsiteY5" fmla="*/ 2171985 h 4067886"/>
                <a:gd name="connsiteX6" fmla="*/ 2679509 w 3384359"/>
                <a:gd name="connsiteY6" fmla="*/ 0 h 4067886"/>
                <a:gd name="connsiteX0" fmla="*/ 2861722 w 3566572"/>
                <a:gd name="connsiteY0" fmla="*/ 0 h 4111883"/>
                <a:gd name="connsiteX1" fmla="*/ 3566572 w 3566572"/>
                <a:gd name="connsiteY1" fmla="*/ 0 h 4111883"/>
                <a:gd name="connsiteX2" fmla="*/ 3566572 w 3566572"/>
                <a:gd name="connsiteY2" fmla="*/ 247650 h 4111883"/>
                <a:gd name="connsiteX3" fmla="*/ 2584219 w 3566572"/>
                <a:gd name="connsiteY3" fmla="*/ 4067886 h 4111883"/>
                <a:gd name="connsiteX4" fmla="*/ 182213 w 3566572"/>
                <a:gd name="connsiteY4" fmla="*/ 2361915 h 4111883"/>
                <a:gd name="connsiteX5" fmla="*/ 182213 w 3566572"/>
                <a:gd name="connsiteY5" fmla="*/ 1693174 h 4111883"/>
                <a:gd name="connsiteX6" fmla="*/ 841853 w 3566572"/>
                <a:gd name="connsiteY6" fmla="*/ 2171985 h 4111883"/>
                <a:gd name="connsiteX7" fmla="*/ 2861722 w 3566572"/>
                <a:gd name="connsiteY7" fmla="*/ 0 h 4111883"/>
                <a:gd name="connsiteX0" fmla="*/ 2861722 w 3566572"/>
                <a:gd name="connsiteY0" fmla="*/ 0 h 4118153"/>
                <a:gd name="connsiteX1" fmla="*/ 3566572 w 3566572"/>
                <a:gd name="connsiteY1" fmla="*/ 0 h 4118153"/>
                <a:gd name="connsiteX2" fmla="*/ 3566572 w 3566572"/>
                <a:gd name="connsiteY2" fmla="*/ 247650 h 4118153"/>
                <a:gd name="connsiteX3" fmla="*/ 2584219 w 3566572"/>
                <a:gd name="connsiteY3" fmla="*/ 4067886 h 4118153"/>
                <a:gd name="connsiteX4" fmla="*/ 182213 w 3566572"/>
                <a:gd name="connsiteY4" fmla="*/ 2361915 h 4118153"/>
                <a:gd name="connsiteX5" fmla="*/ 182213 w 3566572"/>
                <a:gd name="connsiteY5" fmla="*/ 1693174 h 4118153"/>
                <a:gd name="connsiteX6" fmla="*/ 841853 w 3566572"/>
                <a:gd name="connsiteY6" fmla="*/ 2171985 h 4118153"/>
                <a:gd name="connsiteX7" fmla="*/ 2861722 w 3566572"/>
                <a:gd name="connsiteY7" fmla="*/ 0 h 4118153"/>
                <a:gd name="connsiteX0" fmla="*/ 2861722 w 3566572"/>
                <a:gd name="connsiteY0" fmla="*/ 0 h 4156882"/>
                <a:gd name="connsiteX1" fmla="*/ 3566572 w 3566572"/>
                <a:gd name="connsiteY1" fmla="*/ 0 h 4156882"/>
                <a:gd name="connsiteX2" fmla="*/ 3566572 w 3566572"/>
                <a:gd name="connsiteY2" fmla="*/ 247650 h 4156882"/>
                <a:gd name="connsiteX3" fmla="*/ 2584219 w 3566572"/>
                <a:gd name="connsiteY3" fmla="*/ 4067886 h 4156882"/>
                <a:gd name="connsiteX4" fmla="*/ 223156 w 3566572"/>
                <a:gd name="connsiteY4" fmla="*/ 2962416 h 4156882"/>
                <a:gd name="connsiteX5" fmla="*/ 182213 w 3566572"/>
                <a:gd name="connsiteY5" fmla="*/ 2361915 h 4156882"/>
                <a:gd name="connsiteX6" fmla="*/ 182213 w 3566572"/>
                <a:gd name="connsiteY6" fmla="*/ 1693174 h 4156882"/>
                <a:gd name="connsiteX7" fmla="*/ 841853 w 3566572"/>
                <a:gd name="connsiteY7" fmla="*/ 2171985 h 4156882"/>
                <a:gd name="connsiteX8" fmla="*/ 2861722 w 3566572"/>
                <a:gd name="connsiteY8" fmla="*/ 0 h 4156882"/>
                <a:gd name="connsiteX0" fmla="*/ 2861722 w 3566572"/>
                <a:gd name="connsiteY0" fmla="*/ 0 h 4291236"/>
                <a:gd name="connsiteX1" fmla="*/ 3566572 w 3566572"/>
                <a:gd name="connsiteY1" fmla="*/ 0 h 4291236"/>
                <a:gd name="connsiteX2" fmla="*/ 3566572 w 3566572"/>
                <a:gd name="connsiteY2" fmla="*/ 247650 h 4291236"/>
                <a:gd name="connsiteX3" fmla="*/ 2584219 w 3566572"/>
                <a:gd name="connsiteY3" fmla="*/ 4067886 h 4291236"/>
                <a:gd name="connsiteX4" fmla="*/ 810010 w 3566572"/>
                <a:gd name="connsiteY4" fmla="*/ 3849520 h 4291236"/>
                <a:gd name="connsiteX5" fmla="*/ 223156 w 3566572"/>
                <a:gd name="connsiteY5" fmla="*/ 2962416 h 4291236"/>
                <a:gd name="connsiteX6" fmla="*/ 182213 w 3566572"/>
                <a:gd name="connsiteY6" fmla="*/ 2361915 h 4291236"/>
                <a:gd name="connsiteX7" fmla="*/ 182213 w 3566572"/>
                <a:gd name="connsiteY7" fmla="*/ 1693174 h 4291236"/>
                <a:gd name="connsiteX8" fmla="*/ 841853 w 3566572"/>
                <a:gd name="connsiteY8" fmla="*/ 2171985 h 4291236"/>
                <a:gd name="connsiteX9" fmla="*/ 2861722 w 3566572"/>
                <a:gd name="connsiteY9" fmla="*/ 0 h 4291236"/>
                <a:gd name="connsiteX0" fmla="*/ 2861722 w 3566572"/>
                <a:gd name="connsiteY0" fmla="*/ 0 h 4291236"/>
                <a:gd name="connsiteX1" fmla="*/ 3566572 w 3566572"/>
                <a:gd name="connsiteY1" fmla="*/ 0 h 4291236"/>
                <a:gd name="connsiteX2" fmla="*/ 3566572 w 3566572"/>
                <a:gd name="connsiteY2" fmla="*/ 247650 h 4291236"/>
                <a:gd name="connsiteX3" fmla="*/ 2584219 w 3566572"/>
                <a:gd name="connsiteY3" fmla="*/ 4067886 h 4291236"/>
                <a:gd name="connsiteX4" fmla="*/ 810010 w 3566572"/>
                <a:gd name="connsiteY4" fmla="*/ 3849520 h 4291236"/>
                <a:gd name="connsiteX5" fmla="*/ 223156 w 3566572"/>
                <a:gd name="connsiteY5" fmla="*/ 2962416 h 4291236"/>
                <a:gd name="connsiteX6" fmla="*/ 182213 w 3566572"/>
                <a:gd name="connsiteY6" fmla="*/ 2361915 h 4291236"/>
                <a:gd name="connsiteX7" fmla="*/ 182213 w 3566572"/>
                <a:gd name="connsiteY7" fmla="*/ 1693174 h 4291236"/>
                <a:gd name="connsiteX8" fmla="*/ 841853 w 3566572"/>
                <a:gd name="connsiteY8" fmla="*/ 2171985 h 4291236"/>
                <a:gd name="connsiteX9" fmla="*/ 2311263 w 3566572"/>
                <a:gd name="connsiteY9" fmla="*/ 1843299 h 4291236"/>
                <a:gd name="connsiteX10" fmla="*/ 2861722 w 3566572"/>
                <a:gd name="connsiteY10" fmla="*/ 0 h 4291236"/>
                <a:gd name="connsiteX0" fmla="*/ 2861722 w 3634811"/>
                <a:gd name="connsiteY0" fmla="*/ 0 h 4291236"/>
                <a:gd name="connsiteX1" fmla="*/ 3634811 w 3634811"/>
                <a:gd name="connsiteY1" fmla="*/ 27296 h 4291236"/>
                <a:gd name="connsiteX2" fmla="*/ 3566572 w 3634811"/>
                <a:gd name="connsiteY2" fmla="*/ 247650 h 4291236"/>
                <a:gd name="connsiteX3" fmla="*/ 2584219 w 3634811"/>
                <a:gd name="connsiteY3" fmla="*/ 4067886 h 4291236"/>
                <a:gd name="connsiteX4" fmla="*/ 810010 w 3634811"/>
                <a:gd name="connsiteY4" fmla="*/ 3849520 h 4291236"/>
                <a:gd name="connsiteX5" fmla="*/ 223156 w 3634811"/>
                <a:gd name="connsiteY5" fmla="*/ 2962416 h 4291236"/>
                <a:gd name="connsiteX6" fmla="*/ 182213 w 3634811"/>
                <a:gd name="connsiteY6" fmla="*/ 2361915 h 4291236"/>
                <a:gd name="connsiteX7" fmla="*/ 182213 w 3634811"/>
                <a:gd name="connsiteY7" fmla="*/ 1693174 h 4291236"/>
                <a:gd name="connsiteX8" fmla="*/ 841853 w 3634811"/>
                <a:gd name="connsiteY8" fmla="*/ 2171985 h 4291236"/>
                <a:gd name="connsiteX9" fmla="*/ 2311263 w 3634811"/>
                <a:gd name="connsiteY9" fmla="*/ 1843299 h 4291236"/>
                <a:gd name="connsiteX10" fmla="*/ 2861722 w 3634811"/>
                <a:gd name="connsiteY10" fmla="*/ 0 h 4291236"/>
                <a:gd name="connsiteX0" fmla="*/ 2311263 w 3634811"/>
                <a:gd name="connsiteY0" fmla="*/ 1816003 h 4263940"/>
                <a:gd name="connsiteX1" fmla="*/ 3634811 w 3634811"/>
                <a:gd name="connsiteY1" fmla="*/ 0 h 4263940"/>
                <a:gd name="connsiteX2" fmla="*/ 3566572 w 3634811"/>
                <a:gd name="connsiteY2" fmla="*/ 220354 h 4263940"/>
                <a:gd name="connsiteX3" fmla="*/ 2584219 w 3634811"/>
                <a:gd name="connsiteY3" fmla="*/ 4040590 h 4263940"/>
                <a:gd name="connsiteX4" fmla="*/ 810010 w 3634811"/>
                <a:gd name="connsiteY4" fmla="*/ 3822224 h 4263940"/>
                <a:gd name="connsiteX5" fmla="*/ 223156 w 3634811"/>
                <a:gd name="connsiteY5" fmla="*/ 2935120 h 4263940"/>
                <a:gd name="connsiteX6" fmla="*/ 182213 w 3634811"/>
                <a:gd name="connsiteY6" fmla="*/ 2334619 h 4263940"/>
                <a:gd name="connsiteX7" fmla="*/ 182213 w 3634811"/>
                <a:gd name="connsiteY7" fmla="*/ 1665878 h 4263940"/>
                <a:gd name="connsiteX8" fmla="*/ 841853 w 3634811"/>
                <a:gd name="connsiteY8" fmla="*/ 2144689 h 4263940"/>
                <a:gd name="connsiteX9" fmla="*/ 2311263 w 3634811"/>
                <a:gd name="connsiteY9" fmla="*/ 1816003 h 4263940"/>
                <a:gd name="connsiteX0" fmla="*/ 2311263 w 3634811"/>
                <a:gd name="connsiteY0" fmla="*/ 1816003 h 4263940"/>
                <a:gd name="connsiteX1" fmla="*/ 3634811 w 3634811"/>
                <a:gd name="connsiteY1" fmla="*/ 0 h 4263940"/>
                <a:gd name="connsiteX2" fmla="*/ 3566572 w 3634811"/>
                <a:gd name="connsiteY2" fmla="*/ 220354 h 4263940"/>
                <a:gd name="connsiteX3" fmla="*/ 2584219 w 3634811"/>
                <a:gd name="connsiteY3" fmla="*/ 4040590 h 4263940"/>
                <a:gd name="connsiteX4" fmla="*/ 810010 w 3634811"/>
                <a:gd name="connsiteY4" fmla="*/ 3822224 h 4263940"/>
                <a:gd name="connsiteX5" fmla="*/ 223156 w 3634811"/>
                <a:gd name="connsiteY5" fmla="*/ 2935120 h 4263940"/>
                <a:gd name="connsiteX6" fmla="*/ 182213 w 3634811"/>
                <a:gd name="connsiteY6" fmla="*/ 2334619 h 4263940"/>
                <a:gd name="connsiteX7" fmla="*/ 182213 w 3634811"/>
                <a:gd name="connsiteY7" fmla="*/ 1665878 h 4263940"/>
                <a:gd name="connsiteX8" fmla="*/ 841853 w 3634811"/>
                <a:gd name="connsiteY8" fmla="*/ 2144689 h 4263940"/>
                <a:gd name="connsiteX9" fmla="*/ 2311263 w 3634811"/>
                <a:gd name="connsiteY9" fmla="*/ 1816003 h 4263940"/>
                <a:gd name="connsiteX0" fmla="*/ 2311263 w 3756769"/>
                <a:gd name="connsiteY0" fmla="*/ 2155249 h 4603186"/>
                <a:gd name="connsiteX1" fmla="*/ 3634811 w 3756769"/>
                <a:gd name="connsiteY1" fmla="*/ 339246 h 4603186"/>
                <a:gd name="connsiteX2" fmla="*/ 3566572 w 3756769"/>
                <a:gd name="connsiteY2" fmla="*/ 559600 h 4603186"/>
                <a:gd name="connsiteX3" fmla="*/ 2584219 w 3756769"/>
                <a:gd name="connsiteY3" fmla="*/ 4379836 h 4603186"/>
                <a:gd name="connsiteX4" fmla="*/ 810010 w 3756769"/>
                <a:gd name="connsiteY4" fmla="*/ 4161470 h 4603186"/>
                <a:gd name="connsiteX5" fmla="*/ 223156 w 3756769"/>
                <a:gd name="connsiteY5" fmla="*/ 3274366 h 4603186"/>
                <a:gd name="connsiteX6" fmla="*/ 182213 w 3756769"/>
                <a:gd name="connsiteY6" fmla="*/ 2673865 h 4603186"/>
                <a:gd name="connsiteX7" fmla="*/ 182213 w 3756769"/>
                <a:gd name="connsiteY7" fmla="*/ 2005124 h 4603186"/>
                <a:gd name="connsiteX8" fmla="*/ 841853 w 3756769"/>
                <a:gd name="connsiteY8" fmla="*/ 2483935 h 4603186"/>
                <a:gd name="connsiteX9" fmla="*/ 2311263 w 3756769"/>
                <a:gd name="connsiteY9" fmla="*/ 2155249 h 4603186"/>
                <a:gd name="connsiteX0" fmla="*/ 2311263 w 3634811"/>
                <a:gd name="connsiteY0" fmla="*/ 240995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311263 w 3634811"/>
                <a:gd name="connsiteY10" fmla="*/ 240995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314345 h 4885112"/>
                <a:gd name="connsiteX1" fmla="*/ 2816230 w 3634811"/>
                <a:gd name="connsiteY1" fmla="*/ 89760 h 4885112"/>
                <a:gd name="connsiteX2" fmla="*/ 3634811 w 3634811"/>
                <a:gd name="connsiteY2" fmla="*/ 621172 h 4885112"/>
                <a:gd name="connsiteX3" fmla="*/ 3566572 w 3634811"/>
                <a:gd name="connsiteY3" fmla="*/ 841526 h 4885112"/>
                <a:gd name="connsiteX4" fmla="*/ 2584219 w 3634811"/>
                <a:gd name="connsiteY4" fmla="*/ 4661762 h 4885112"/>
                <a:gd name="connsiteX5" fmla="*/ 810010 w 3634811"/>
                <a:gd name="connsiteY5" fmla="*/ 4443396 h 4885112"/>
                <a:gd name="connsiteX6" fmla="*/ 223156 w 3634811"/>
                <a:gd name="connsiteY6" fmla="*/ 3556292 h 4885112"/>
                <a:gd name="connsiteX7" fmla="*/ 182213 w 3634811"/>
                <a:gd name="connsiteY7" fmla="*/ 2955791 h 4885112"/>
                <a:gd name="connsiteX8" fmla="*/ 182213 w 3634811"/>
                <a:gd name="connsiteY8" fmla="*/ 2287050 h 4885112"/>
                <a:gd name="connsiteX9" fmla="*/ 855501 w 3634811"/>
                <a:gd name="connsiteY9" fmla="*/ 2724918 h 4885112"/>
                <a:gd name="connsiteX10" fmla="*/ 2502331 w 3634811"/>
                <a:gd name="connsiteY10" fmla="*/ 2314345 h 4885112"/>
                <a:gd name="connsiteX0" fmla="*/ 2502331 w 3634811"/>
                <a:gd name="connsiteY0" fmla="*/ 2309662 h 4880429"/>
                <a:gd name="connsiteX1" fmla="*/ 2816230 w 3634811"/>
                <a:gd name="connsiteY1" fmla="*/ 85077 h 4880429"/>
                <a:gd name="connsiteX2" fmla="*/ 3634811 w 3634811"/>
                <a:gd name="connsiteY2" fmla="*/ 616489 h 4880429"/>
                <a:gd name="connsiteX3" fmla="*/ 3566572 w 3634811"/>
                <a:gd name="connsiteY3" fmla="*/ 836843 h 4880429"/>
                <a:gd name="connsiteX4" fmla="*/ 2584219 w 3634811"/>
                <a:gd name="connsiteY4" fmla="*/ 4657079 h 4880429"/>
                <a:gd name="connsiteX5" fmla="*/ 810010 w 3634811"/>
                <a:gd name="connsiteY5" fmla="*/ 4438713 h 4880429"/>
                <a:gd name="connsiteX6" fmla="*/ 223156 w 3634811"/>
                <a:gd name="connsiteY6" fmla="*/ 3551609 h 4880429"/>
                <a:gd name="connsiteX7" fmla="*/ 182213 w 3634811"/>
                <a:gd name="connsiteY7" fmla="*/ 2951108 h 4880429"/>
                <a:gd name="connsiteX8" fmla="*/ 182213 w 3634811"/>
                <a:gd name="connsiteY8" fmla="*/ 2282367 h 4880429"/>
                <a:gd name="connsiteX9" fmla="*/ 855501 w 3634811"/>
                <a:gd name="connsiteY9" fmla="*/ 2720235 h 4880429"/>
                <a:gd name="connsiteX10" fmla="*/ 2502331 w 3634811"/>
                <a:gd name="connsiteY10" fmla="*/ 2309662 h 4880429"/>
                <a:gd name="connsiteX0" fmla="*/ 2502331 w 3634811"/>
                <a:gd name="connsiteY0" fmla="*/ 2348426 h 4919193"/>
                <a:gd name="connsiteX1" fmla="*/ 2816230 w 3634811"/>
                <a:gd name="connsiteY1" fmla="*/ 123841 h 4919193"/>
                <a:gd name="connsiteX2" fmla="*/ 3634811 w 3634811"/>
                <a:gd name="connsiteY2" fmla="*/ 655253 h 4919193"/>
                <a:gd name="connsiteX3" fmla="*/ 3566572 w 3634811"/>
                <a:gd name="connsiteY3" fmla="*/ 875607 h 4919193"/>
                <a:gd name="connsiteX4" fmla="*/ 2584219 w 3634811"/>
                <a:gd name="connsiteY4" fmla="*/ 4695843 h 4919193"/>
                <a:gd name="connsiteX5" fmla="*/ 810010 w 3634811"/>
                <a:gd name="connsiteY5" fmla="*/ 4477477 h 4919193"/>
                <a:gd name="connsiteX6" fmla="*/ 223156 w 3634811"/>
                <a:gd name="connsiteY6" fmla="*/ 3590373 h 4919193"/>
                <a:gd name="connsiteX7" fmla="*/ 182213 w 3634811"/>
                <a:gd name="connsiteY7" fmla="*/ 2989872 h 4919193"/>
                <a:gd name="connsiteX8" fmla="*/ 182213 w 3634811"/>
                <a:gd name="connsiteY8" fmla="*/ 2321131 h 4919193"/>
                <a:gd name="connsiteX9" fmla="*/ 855501 w 3634811"/>
                <a:gd name="connsiteY9" fmla="*/ 2758999 h 4919193"/>
                <a:gd name="connsiteX10" fmla="*/ 2502331 w 3634811"/>
                <a:gd name="connsiteY10" fmla="*/ 2348426 h 4919193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92360"/>
                <a:gd name="connsiteX1" fmla="*/ 2816230 w 3866823"/>
                <a:gd name="connsiteY1" fmla="*/ 119182 h 4992360"/>
                <a:gd name="connsiteX2" fmla="*/ 3866823 w 3866823"/>
                <a:gd name="connsiteY2" fmla="*/ 705185 h 4992360"/>
                <a:gd name="connsiteX3" fmla="*/ 3566572 w 3866823"/>
                <a:gd name="connsiteY3" fmla="*/ 870948 h 4992360"/>
                <a:gd name="connsiteX4" fmla="*/ 2584219 w 3866823"/>
                <a:gd name="connsiteY4" fmla="*/ 4691184 h 4992360"/>
                <a:gd name="connsiteX5" fmla="*/ 2106547 w 3866823"/>
                <a:gd name="connsiteY5" fmla="*/ 4663886 h 4992360"/>
                <a:gd name="connsiteX6" fmla="*/ 810010 w 3866823"/>
                <a:gd name="connsiteY6" fmla="*/ 4472818 h 4992360"/>
                <a:gd name="connsiteX7" fmla="*/ 223156 w 3866823"/>
                <a:gd name="connsiteY7" fmla="*/ 3585714 h 4992360"/>
                <a:gd name="connsiteX8" fmla="*/ 182213 w 3866823"/>
                <a:gd name="connsiteY8" fmla="*/ 2985213 h 4992360"/>
                <a:gd name="connsiteX9" fmla="*/ 182213 w 3866823"/>
                <a:gd name="connsiteY9" fmla="*/ 2316472 h 4992360"/>
                <a:gd name="connsiteX10" fmla="*/ 855501 w 3866823"/>
                <a:gd name="connsiteY10" fmla="*/ 2754340 h 4992360"/>
                <a:gd name="connsiteX11" fmla="*/ 2502331 w 3866823"/>
                <a:gd name="connsiteY11" fmla="*/ 2343767 h 4992360"/>
                <a:gd name="connsiteX0" fmla="*/ 2451563 w 3816055"/>
                <a:gd name="connsiteY0" fmla="*/ 2343767 h 4992360"/>
                <a:gd name="connsiteX1" fmla="*/ 2765462 w 3816055"/>
                <a:gd name="connsiteY1" fmla="*/ 119182 h 4992360"/>
                <a:gd name="connsiteX2" fmla="*/ 3816055 w 3816055"/>
                <a:gd name="connsiteY2" fmla="*/ 705185 h 4992360"/>
                <a:gd name="connsiteX3" fmla="*/ 3515804 w 3816055"/>
                <a:gd name="connsiteY3" fmla="*/ 870948 h 4992360"/>
                <a:gd name="connsiteX4" fmla="*/ 2533451 w 3816055"/>
                <a:gd name="connsiteY4" fmla="*/ 4691184 h 4992360"/>
                <a:gd name="connsiteX5" fmla="*/ 2055779 w 3816055"/>
                <a:gd name="connsiteY5" fmla="*/ 4663886 h 4992360"/>
                <a:gd name="connsiteX6" fmla="*/ 759242 w 3816055"/>
                <a:gd name="connsiteY6" fmla="*/ 4472818 h 4992360"/>
                <a:gd name="connsiteX7" fmla="*/ 172388 w 3816055"/>
                <a:gd name="connsiteY7" fmla="*/ 3585714 h 4992360"/>
                <a:gd name="connsiteX8" fmla="*/ 131445 w 3816055"/>
                <a:gd name="connsiteY8" fmla="*/ 2985213 h 4992360"/>
                <a:gd name="connsiteX9" fmla="*/ 131445 w 3816055"/>
                <a:gd name="connsiteY9" fmla="*/ 2316472 h 4992360"/>
                <a:gd name="connsiteX10" fmla="*/ 804733 w 3816055"/>
                <a:gd name="connsiteY10" fmla="*/ 2754340 h 4992360"/>
                <a:gd name="connsiteX11" fmla="*/ 2451563 w 3816055"/>
                <a:gd name="connsiteY11" fmla="*/ 2343767 h 4992360"/>
                <a:gd name="connsiteX0" fmla="*/ 2556546 w 3921038"/>
                <a:gd name="connsiteY0" fmla="*/ 2343767 h 4992360"/>
                <a:gd name="connsiteX1" fmla="*/ 2870445 w 3921038"/>
                <a:gd name="connsiteY1" fmla="*/ 119182 h 4992360"/>
                <a:gd name="connsiteX2" fmla="*/ 3921038 w 3921038"/>
                <a:gd name="connsiteY2" fmla="*/ 705185 h 4992360"/>
                <a:gd name="connsiteX3" fmla="*/ 3620787 w 3921038"/>
                <a:gd name="connsiteY3" fmla="*/ 870948 h 4992360"/>
                <a:gd name="connsiteX4" fmla="*/ 2638434 w 3921038"/>
                <a:gd name="connsiteY4" fmla="*/ 4691184 h 4992360"/>
                <a:gd name="connsiteX5" fmla="*/ 2160762 w 3921038"/>
                <a:gd name="connsiteY5" fmla="*/ 4663886 h 4992360"/>
                <a:gd name="connsiteX6" fmla="*/ 864225 w 3921038"/>
                <a:gd name="connsiteY6" fmla="*/ 4472818 h 4992360"/>
                <a:gd name="connsiteX7" fmla="*/ 277371 w 3921038"/>
                <a:gd name="connsiteY7" fmla="*/ 3585714 h 4992360"/>
                <a:gd name="connsiteX8" fmla="*/ 236428 w 3921038"/>
                <a:gd name="connsiteY8" fmla="*/ 2985213 h 4992360"/>
                <a:gd name="connsiteX9" fmla="*/ 236428 w 3921038"/>
                <a:gd name="connsiteY9" fmla="*/ 2316472 h 4992360"/>
                <a:gd name="connsiteX10" fmla="*/ 909716 w 3921038"/>
                <a:gd name="connsiteY10" fmla="*/ 2754340 h 4992360"/>
                <a:gd name="connsiteX11" fmla="*/ 2556546 w 3921038"/>
                <a:gd name="connsiteY11" fmla="*/ 2343767 h 4992360"/>
                <a:gd name="connsiteX0" fmla="*/ 2451563 w 3816055"/>
                <a:gd name="connsiteY0" fmla="*/ 2343767 h 4992360"/>
                <a:gd name="connsiteX1" fmla="*/ 2765462 w 3816055"/>
                <a:gd name="connsiteY1" fmla="*/ 119182 h 4992360"/>
                <a:gd name="connsiteX2" fmla="*/ 3816055 w 3816055"/>
                <a:gd name="connsiteY2" fmla="*/ 705185 h 4992360"/>
                <a:gd name="connsiteX3" fmla="*/ 3515804 w 3816055"/>
                <a:gd name="connsiteY3" fmla="*/ 870948 h 4992360"/>
                <a:gd name="connsiteX4" fmla="*/ 2533451 w 3816055"/>
                <a:gd name="connsiteY4" fmla="*/ 4691184 h 4992360"/>
                <a:gd name="connsiteX5" fmla="*/ 2055779 w 3816055"/>
                <a:gd name="connsiteY5" fmla="*/ 4663886 h 4992360"/>
                <a:gd name="connsiteX6" fmla="*/ 759242 w 3816055"/>
                <a:gd name="connsiteY6" fmla="*/ 4472818 h 4992360"/>
                <a:gd name="connsiteX7" fmla="*/ 172388 w 3816055"/>
                <a:gd name="connsiteY7" fmla="*/ 3585714 h 4992360"/>
                <a:gd name="connsiteX8" fmla="*/ 131445 w 3816055"/>
                <a:gd name="connsiteY8" fmla="*/ 2985213 h 4992360"/>
                <a:gd name="connsiteX9" fmla="*/ 131445 w 3816055"/>
                <a:gd name="connsiteY9" fmla="*/ 2316472 h 4992360"/>
                <a:gd name="connsiteX10" fmla="*/ 804733 w 3816055"/>
                <a:gd name="connsiteY10" fmla="*/ 2754340 h 4992360"/>
                <a:gd name="connsiteX11" fmla="*/ 2451563 w 3816055"/>
                <a:gd name="connsiteY11" fmla="*/ 2343767 h 4992360"/>
                <a:gd name="connsiteX0" fmla="*/ 2513527 w 3878019"/>
                <a:gd name="connsiteY0" fmla="*/ 2343767 h 4992360"/>
                <a:gd name="connsiteX1" fmla="*/ 2827426 w 3878019"/>
                <a:gd name="connsiteY1" fmla="*/ 119182 h 4992360"/>
                <a:gd name="connsiteX2" fmla="*/ 3878019 w 3878019"/>
                <a:gd name="connsiteY2" fmla="*/ 705185 h 4992360"/>
                <a:gd name="connsiteX3" fmla="*/ 3577768 w 3878019"/>
                <a:gd name="connsiteY3" fmla="*/ 870948 h 4992360"/>
                <a:gd name="connsiteX4" fmla="*/ 2595415 w 3878019"/>
                <a:gd name="connsiteY4" fmla="*/ 4691184 h 4992360"/>
                <a:gd name="connsiteX5" fmla="*/ 2117743 w 3878019"/>
                <a:gd name="connsiteY5" fmla="*/ 4663886 h 4992360"/>
                <a:gd name="connsiteX6" fmla="*/ 821206 w 3878019"/>
                <a:gd name="connsiteY6" fmla="*/ 4472818 h 4992360"/>
                <a:gd name="connsiteX7" fmla="*/ 234352 w 3878019"/>
                <a:gd name="connsiteY7" fmla="*/ 3585714 h 4992360"/>
                <a:gd name="connsiteX8" fmla="*/ 179 w 3878019"/>
                <a:gd name="connsiteY8" fmla="*/ 2905486 h 4992360"/>
                <a:gd name="connsiteX9" fmla="*/ 193409 w 3878019"/>
                <a:gd name="connsiteY9" fmla="*/ 2985213 h 4992360"/>
                <a:gd name="connsiteX10" fmla="*/ 193409 w 3878019"/>
                <a:gd name="connsiteY10" fmla="*/ 2316472 h 4992360"/>
                <a:gd name="connsiteX11" fmla="*/ 866697 w 3878019"/>
                <a:gd name="connsiteY11" fmla="*/ 2754340 h 4992360"/>
                <a:gd name="connsiteX12" fmla="*/ 2513527 w 3878019"/>
                <a:gd name="connsiteY12" fmla="*/ 2343767 h 4992360"/>
                <a:gd name="connsiteX0" fmla="*/ 2513571 w 3878063"/>
                <a:gd name="connsiteY0" fmla="*/ 2343767 h 4992360"/>
                <a:gd name="connsiteX1" fmla="*/ 2827470 w 3878063"/>
                <a:gd name="connsiteY1" fmla="*/ 119182 h 4992360"/>
                <a:gd name="connsiteX2" fmla="*/ 3878063 w 3878063"/>
                <a:gd name="connsiteY2" fmla="*/ 705185 h 4992360"/>
                <a:gd name="connsiteX3" fmla="*/ 3577812 w 3878063"/>
                <a:gd name="connsiteY3" fmla="*/ 870948 h 4992360"/>
                <a:gd name="connsiteX4" fmla="*/ 2595459 w 3878063"/>
                <a:gd name="connsiteY4" fmla="*/ 4691184 h 4992360"/>
                <a:gd name="connsiteX5" fmla="*/ 2117787 w 3878063"/>
                <a:gd name="connsiteY5" fmla="*/ 4663886 h 4992360"/>
                <a:gd name="connsiteX6" fmla="*/ 821250 w 3878063"/>
                <a:gd name="connsiteY6" fmla="*/ 4472818 h 4992360"/>
                <a:gd name="connsiteX7" fmla="*/ 234396 w 3878063"/>
                <a:gd name="connsiteY7" fmla="*/ 3585714 h 4992360"/>
                <a:gd name="connsiteX8" fmla="*/ 223 w 3878063"/>
                <a:gd name="connsiteY8" fmla="*/ 2905486 h 4992360"/>
                <a:gd name="connsiteX9" fmla="*/ 193453 w 3878063"/>
                <a:gd name="connsiteY9" fmla="*/ 2985213 h 4992360"/>
                <a:gd name="connsiteX10" fmla="*/ 193453 w 3878063"/>
                <a:gd name="connsiteY10" fmla="*/ 2316472 h 4992360"/>
                <a:gd name="connsiteX11" fmla="*/ 866741 w 3878063"/>
                <a:gd name="connsiteY11" fmla="*/ 2754340 h 4992360"/>
                <a:gd name="connsiteX12" fmla="*/ 2513571 w 3878063"/>
                <a:gd name="connsiteY12" fmla="*/ 2343767 h 4992360"/>
                <a:gd name="connsiteX0" fmla="*/ 2513348 w 3877840"/>
                <a:gd name="connsiteY0" fmla="*/ 2343767 h 4992360"/>
                <a:gd name="connsiteX1" fmla="*/ 2827247 w 3877840"/>
                <a:gd name="connsiteY1" fmla="*/ 119182 h 4992360"/>
                <a:gd name="connsiteX2" fmla="*/ 3877840 w 3877840"/>
                <a:gd name="connsiteY2" fmla="*/ 705185 h 4992360"/>
                <a:gd name="connsiteX3" fmla="*/ 3577589 w 3877840"/>
                <a:gd name="connsiteY3" fmla="*/ 870948 h 4992360"/>
                <a:gd name="connsiteX4" fmla="*/ 2595236 w 3877840"/>
                <a:gd name="connsiteY4" fmla="*/ 4691184 h 4992360"/>
                <a:gd name="connsiteX5" fmla="*/ 2117564 w 3877840"/>
                <a:gd name="connsiteY5" fmla="*/ 4663886 h 4992360"/>
                <a:gd name="connsiteX6" fmla="*/ 821027 w 3877840"/>
                <a:gd name="connsiteY6" fmla="*/ 4472818 h 4992360"/>
                <a:gd name="connsiteX7" fmla="*/ 234173 w 3877840"/>
                <a:gd name="connsiteY7" fmla="*/ 3585714 h 4992360"/>
                <a:gd name="connsiteX8" fmla="*/ 0 w 3877840"/>
                <a:gd name="connsiteY8" fmla="*/ 2905486 h 4992360"/>
                <a:gd name="connsiteX9" fmla="*/ 193230 w 3877840"/>
                <a:gd name="connsiteY9" fmla="*/ 2985213 h 4992360"/>
                <a:gd name="connsiteX10" fmla="*/ 193230 w 3877840"/>
                <a:gd name="connsiteY10" fmla="*/ 2316472 h 4992360"/>
                <a:gd name="connsiteX11" fmla="*/ 866518 w 3877840"/>
                <a:gd name="connsiteY11" fmla="*/ 2754340 h 4992360"/>
                <a:gd name="connsiteX12" fmla="*/ 2513348 w 3877840"/>
                <a:gd name="connsiteY12" fmla="*/ 2343767 h 4992360"/>
                <a:gd name="connsiteX0" fmla="*/ 2536046 w 3900538"/>
                <a:gd name="connsiteY0" fmla="*/ 2343767 h 4992360"/>
                <a:gd name="connsiteX1" fmla="*/ 2849945 w 3900538"/>
                <a:gd name="connsiteY1" fmla="*/ 119182 h 4992360"/>
                <a:gd name="connsiteX2" fmla="*/ 3900538 w 3900538"/>
                <a:gd name="connsiteY2" fmla="*/ 705185 h 4992360"/>
                <a:gd name="connsiteX3" fmla="*/ 3600287 w 3900538"/>
                <a:gd name="connsiteY3" fmla="*/ 870948 h 4992360"/>
                <a:gd name="connsiteX4" fmla="*/ 2617934 w 3900538"/>
                <a:gd name="connsiteY4" fmla="*/ 4691184 h 4992360"/>
                <a:gd name="connsiteX5" fmla="*/ 2140262 w 3900538"/>
                <a:gd name="connsiteY5" fmla="*/ 4663886 h 4992360"/>
                <a:gd name="connsiteX6" fmla="*/ 843725 w 3900538"/>
                <a:gd name="connsiteY6" fmla="*/ 4472818 h 4992360"/>
                <a:gd name="connsiteX7" fmla="*/ 256871 w 3900538"/>
                <a:gd name="connsiteY7" fmla="*/ 3585714 h 4992360"/>
                <a:gd name="connsiteX8" fmla="*/ 22698 w 3900538"/>
                <a:gd name="connsiteY8" fmla="*/ 2905486 h 4992360"/>
                <a:gd name="connsiteX9" fmla="*/ 215928 w 3900538"/>
                <a:gd name="connsiteY9" fmla="*/ 2985213 h 4992360"/>
                <a:gd name="connsiteX10" fmla="*/ 215928 w 3900538"/>
                <a:gd name="connsiteY10" fmla="*/ 2316472 h 4992360"/>
                <a:gd name="connsiteX11" fmla="*/ 889216 w 3900538"/>
                <a:gd name="connsiteY11" fmla="*/ 2754340 h 4992360"/>
                <a:gd name="connsiteX12" fmla="*/ 2536046 w 3900538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848287 w 3905100"/>
                <a:gd name="connsiteY6" fmla="*/ 4472818 h 4992360"/>
                <a:gd name="connsiteX7" fmla="*/ 261433 w 3905100"/>
                <a:gd name="connsiteY7" fmla="*/ 3585714 h 4992360"/>
                <a:gd name="connsiteX8" fmla="*/ 27260 w 3905100"/>
                <a:gd name="connsiteY8" fmla="*/ 2905486 h 4992360"/>
                <a:gd name="connsiteX9" fmla="*/ 220490 w 3905100"/>
                <a:gd name="connsiteY9" fmla="*/ 2985213 h 4992360"/>
                <a:gd name="connsiteX10" fmla="*/ 220490 w 3905100"/>
                <a:gd name="connsiteY10" fmla="*/ 2316472 h 4992360"/>
                <a:gd name="connsiteX11" fmla="*/ 893778 w 3905100"/>
                <a:gd name="connsiteY11" fmla="*/ 2754340 h 4992360"/>
                <a:gd name="connsiteX12" fmla="*/ 2540608 w 3905100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848287 w 3905100"/>
                <a:gd name="connsiteY6" fmla="*/ 4472818 h 4992360"/>
                <a:gd name="connsiteX7" fmla="*/ 261433 w 3905100"/>
                <a:gd name="connsiteY7" fmla="*/ 3585714 h 4992360"/>
                <a:gd name="connsiteX8" fmla="*/ 27260 w 3905100"/>
                <a:gd name="connsiteY8" fmla="*/ 2905486 h 4992360"/>
                <a:gd name="connsiteX9" fmla="*/ 220490 w 3905100"/>
                <a:gd name="connsiteY9" fmla="*/ 2985213 h 4992360"/>
                <a:gd name="connsiteX10" fmla="*/ 220490 w 3905100"/>
                <a:gd name="connsiteY10" fmla="*/ 2316472 h 4992360"/>
                <a:gd name="connsiteX11" fmla="*/ 893778 w 3905100"/>
                <a:gd name="connsiteY11" fmla="*/ 2754340 h 4992360"/>
                <a:gd name="connsiteX12" fmla="*/ 2540608 w 3905100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100" h="4810476">
                  <a:moveTo>
                    <a:pt x="2540608" y="2343767"/>
                  </a:moveTo>
                  <a:cubicBezTo>
                    <a:pt x="3138078" y="1499691"/>
                    <a:pt x="2210835" y="476440"/>
                    <a:pt x="2854507" y="119182"/>
                  </a:cubicBezTo>
                  <a:cubicBezTo>
                    <a:pt x="3866669" y="-360905"/>
                    <a:pt x="3843733" y="768685"/>
                    <a:pt x="3905100" y="705185"/>
                  </a:cubicBezTo>
                  <a:lnTo>
                    <a:pt x="3604849" y="870948"/>
                  </a:lnTo>
                  <a:cubicBezTo>
                    <a:pt x="2922557" y="1257257"/>
                    <a:pt x="4574030" y="3554248"/>
                    <a:pt x="2622496" y="4691184"/>
                  </a:cubicBezTo>
                  <a:cubicBezTo>
                    <a:pt x="2231422" y="4787438"/>
                    <a:pt x="2288125" y="4730760"/>
                    <a:pt x="2144824" y="4663886"/>
                  </a:cubicBezTo>
                  <a:cubicBezTo>
                    <a:pt x="1912945" y="4648210"/>
                    <a:pt x="1729248" y="5025211"/>
                    <a:pt x="1215979" y="4627606"/>
                  </a:cubicBezTo>
                  <a:cubicBezTo>
                    <a:pt x="999890" y="4595761"/>
                    <a:pt x="1078498" y="4618527"/>
                    <a:pt x="848287" y="4472818"/>
                  </a:cubicBezTo>
                  <a:cubicBezTo>
                    <a:pt x="534256" y="4266149"/>
                    <a:pt x="49021" y="3483716"/>
                    <a:pt x="261433" y="3585714"/>
                  </a:cubicBezTo>
                  <a:cubicBezTo>
                    <a:pt x="92845" y="3382912"/>
                    <a:pt x="-64976" y="3051289"/>
                    <a:pt x="27260" y="2905486"/>
                  </a:cubicBezTo>
                  <a:cubicBezTo>
                    <a:pt x="43296" y="2858743"/>
                    <a:pt x="171775" y="3019882"/>
                    <a:pt x="220490" y="2985213"/>
                  </a:cubicBezTo>
                  <a:cubicBezTo>
                    <a:pt x="-65544" y="2604668"/>
                    <a:pt x="201535" y="2327655"/>
                    <a:pt x="220490" y="2316472"/>
                  </a:cubicBezTo>
                  <a:cubicBezTo>
                    <a:pt x="399427" y="2517019"/>
                    <a:pt x="441886" y="2567441"/>
                    <a:pt x="893778" y="2754340"/>
                  </a:cubicBezTo>
                  <a:cubicBezTo>
                    <a:pt x="1679284" y="2344527"/>
                    <a:pt x="2464787" y="2466978"/>
                    <a:pt x="2540608" y="2343767"/>
                  </a:cubicBezTo>
                  <a:close/>
                </a:path>
              </a:pathLst>
            </a:custGeom>
            <a:solidFill>
              <a:srgbClr val="FBF6F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93C7FD2D-B6D7-BACA-F7D4-EF894E24E5D6}"/>
                </a:ext>
              </a:extLst>
            </p:cNvPr>
            <p:cNvSpPr/>
            <p:nvPr/>
          </p:nvSpPr>
          <p:spPr>
            <a:xfrm>
              <a:off x="7312263" y="1132928"/>
              <a:ext cx="796277" cy="626809"/>
            </a:xfrm>
            <a:custGeom>
              <a:avLst/>
              <a:gdLst>
                <a:gd name="connsiteX0" fmla="*/ 0 w 306601"/>
                <a:gd name="connsiteY0" fmla="*/ 0 h 292100"/>
                <a:gd name="connsiteX1" fmla="*/ 306601 w 306601"/>
                <a:gd name="connsiteY1" fmla="*/ 0 h 292100"/>
                <a:gd name="connsiteX2" fmla="*/ 306601 w 306601"/>
                <a:gd name="connsiteY2" fmla="*/ 292100 h 292100"/>
                <a:gd name="connsiteX3" fmla="*/ 0 w 306601"/>
                <a:gd name="connsiteY3" fmla="*/ 292100 h 292100"/>
                <a:gd name="connsiteX4" fmla="*/ 0 w 306601"/>
                <a:gd name="connsiteY4" fmla="*/ 0 h 292100"/>
                <a:gd name="connsiteX0" fmla="*/ 0 w 354226"/>
                <a:gd name="connsiteY0" fmla="*/ 9525 h 301625"/>
                <a:gd name="connsiteX1" fmla="*/ 354226 w 354226"/>
                <a:gd name="connsiteY1" fmla="*/ 0 h 301625"/>
                <a:gd name="connsiteX2" fmla="*/ 306601 w 354226"/>
                <a:gd name="connsiteY2" fmla="*/ 301625 h 301625"/>
                <a:gd name="connsiteX3" fmla="*/ 0 w 354226"/>
                <a:gd name="connsiteY3" fmla="*/ 301625 h 301625"/>
                <a:gd name="connsiteX4" fmla="*/ 0 w 354226"/>
                <a:gd name="connsiteY4" fmla="*/ 9525 h 301625"/>
                <a:gd name="connsiteX0" fmla="*/ 0 w 516151"/>
                <a:gd name="connsiteY0" fmla="*/ 280988 h 301625"/>
                <a:gd name="connsiteX1" fmla="*/ 516151 w 516151"/>
                <a:gd name="connsiteY1" fmla="*/ 0 h 301625"/>
                <a:gd name="connsiteX2" fmla="*/ 468526 w 516151"/>
                <a:gd name="connsiteY2" fmla="*/ 301625 h 301625"/>
                <a:gd name="connsiteX3" fmla="*/ 161925 w 516151"/>
                <a:gd name="connsiteY3" fmla="*/ 301625 h 301625"/>
                <a:gd name="connsiteX4" fmla="*/ 0 w 516151"/>
                <a:gd name="connsiteY4" fmla="*/ 280988 h 301625"/>
                <a:gd name="connsiteX0" fmla="*/ 0 w 516151"/>
                <a:gd name="connsiteY0" fmla="*/ 330672 h 351309"/>
                <a:gd name="connsiteX1" fmla="*/ 516151 w 516151"/>
                <a:gd name="connsiteY1" fmla="*/ 49684 h 351309"/>
                <a:gd name="connsiteX2" fmla="*/ 468526 w 516151"/>
                <a:gd name="connsiteY2" fmla="*/ 351309 h 351309"/>
                <a:gd name="connsiteX3" fmla="*/ 161925 w 516151"/>
                <a:gd name="connsiteY3" fmla="*/ 351309 h 351309"/>
                <a:gd name="connsiteX4" fmla="*/ 0 w 516151"/>
                <a:gd name="connsiteY4" fmla="*/ 330672 h 351309"/>
                <a:gd name="connsiteX0" fmla="*/ 0 w 516151"/>
                <a:gd name="connsiteY0" fmla="*/ 424740 h 445377"/>
                <a:gd name="connsiteX1" fmla="*/ 516151 w 516151"/>
                <a:gd name="connsiteY1" fmla="*/ 143752 h 445377"/>
                <a:gd name="connsiteX2" fmla="*/ 468526 w 516151"/>
                <a:gd name="connsiteY2" fmla="*/ 445377 h 445377"/>
                <a:gd name="connsiteX3" fmla="*/ 161925 w 516151"/>
                <a:gd name="connsiteY3" fmla="*/ 445377 h 445377"/>
                <a:gd name="connsiteX4" fmla="*/ 0 w 516151"/>
                <a:gd name="connsiteY4" fmla="*/ 424740 h 445377"/>
                <a:gd name="connsiteX0" fmla="*/ 0 w 673314"/>
                <a:gd name="connsiteY0" fmla="*/ 424740 h 445377"/>
                <a:gd name="connsiteX1" fmla="*/ 516151 w 673314"/>
                <a:gd name="connsiteY1" fmla="*/ 143752 h 445377"/>
                <a:gd name="connsiteX2" fmla="*/ 673314 w 673314"/>
                <a:gd name="connsiteY2" fmla="*/ 350127 h 445377"/>
                <a:gd name="connsiteX3" fmla="*/ 161925 w 673314"/>
                <a:gd name="connsiteY3" fmla="*/ 445377 h 445377"/>
                <a:gd name="connsiteX4" fmla="*/ 0 w 673314"/>
                <a:gd name="connsiteY4" fmla="*/ 424740 h 445377"/>
                <a:gd name="connsiteX0" fmla="*/ 0 w 673314"/>
                <a:gd name="connsiteY0" fmla="*/ 424740 h 424740"/>
                <a:gd name="connsiteX1" fmla="*/ 516151 w 673314"/>
                <a:gd name="connsiteY1" fmla="*/ 143752 h 424740"/>
                <a:gd name="connsiteX2" fmla="*/ 673314 w 673314"/>
                <a:gd name="connsiteY2" fmla="*/ 350127 h 424740"/>
                <a:gd name="connsiteX3" fmla="*/ 0 w 673314"/>
                <a:gd name="connsiteY3" fmla="*/ 424740 h 424740"/>
                <a:gd name="connsiteX0" fmla="*/ 0 w 673314"/>
                <a:gd name="connsiteY0" fmla="*/ 424740 h 595632"/>
                <a:gd name="connsiteX1" fmla="*/ 516151 w 673314"/>
                <a:gd name="connsiteY1" fmla="*/ 143752 h 595632"/>
                <a:gd name="connsiteX2" fmla="*/ 673314 w 673314"/>
                <a:gd name="connsiteY2" fmla="*/ 350127 h 595632"/>
                <a:gd name="connsiteX3" fmla="*/ 0 w 673314"/>
                <a:gd name="connsiteY3" fmla="*/ 424740 h 595632"/>
                <a:gd name="connsiteX0" fmla="*/ 0 w 804659"/>
                <a:gd name="connsiteY0" fmla="*/ 424740 h 622585"/>
                <a:gd name="connsiteX1" fmla="*/ 516151 w 804659"/>
                <a:gd name="connsiteY1" fmla="*/ 143752 h 622585"/>
                <a:gd name="connsiteX2" fmla="*/ 673314 w 804659"/>
                <a:gd name="connsiteY2" fmla="*/ 350127 h 622585"/>
                <a:gd name="connsiteX3" fmla="*/ 0 w 804659"/>
                <a:gd name="connsiteY3" fmla="*/ 424740 h 622585"/>
                <a:gd name="connsiteX0" fmla="*/ 0 w 796277"/>
                <a:gd name="connsiteY0" fmla="*/ 424740 h 626809"/>
                <a:gd name="connsiteX1" fmla="*/ 516151 w 796277"/>
                <a:gd name="connsiteY1" fmla="*/ 143752 h 626809"/>
                <a:gd name="connsiteX2" fmla="*/ 673314 w 796277"/>
                <a:gd name="connsiteY2" fmla="*/ 350127 h 626809"/>
                <a:gd name="connsiteX3" fmla="*/ 0 w 796277"/>
                <a:gd name="connsiteY3" fmla="*/ 424740 h 62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277" h="626809">
                  <a:moveTo>
                    <a:pt x="0" y="424740"/>
                  </a:moveTo>
                  <a:cubicBezTo>
                    <a:pt x="133950" y="-168985"/>
                    <a:pt x="472688" y="-14997"/>
                    <a:pt x="516151" y="143752"/>
                  </a:cubicBezTo>
                  <a:lnTo>
                    <a:pt x="673314" y="350127"/>
                  </a:lnTo>
                  <a:cubicBezTo>
                    <a:pt x="1087051" y="498823"/>
                    <a:pt x="353025" y="847544"/>
                    <a:pt x="0" y="424740"/>
                  </a:cubicBezTo>
                  <a:close/>
                </a:path>
              </a:pathLst>
            </a:custGeom>
            <a:solidFill>
              <a:srgbClr val="F0CFA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91B2C3B-B13D-85C6-4F2A-C47BB2B5FB8C}"/>
                </a:ext>
              </a:extLst>
            </p:cNvPr>
            <p:cNvSpPr/>
            <p:nvPr/>
          </p:nvSpPr>
          <p:spPr>
            <a:xfrm rot="1206432">
              <a:off x="6944471" y="888952"/>
              <a:ext cx="247542" cy="33572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95C1EC-E783-397E-E4C8-7EF8C3636172}"/>
                </a:ext>
              </a:extLst>
            </p:cNvPr>
            <p:cNvSpPr/>
            <p:nvPr/>
          </p:nvSpPr>
          <p:spPr>
            <a:xfrm rot="1206432">
              <a:off x="6982117" y="1002904"/>
              <a:ext cx="87454" cy="118606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F88157A-AC68-F65A-D705-2F8F8B574E74}"/>
                </a:ext>
              </a:extLst>
            </p:cNvPr>
            <p:cNvSpPr/>
            <p:nvPr/>
          </p:nvSpPr>
          <p:spPr>
            <a:xfrm rot="1206432">
              <a:off x="7064433" y="940305"/>
              <a:ext cx="45719" cy="62005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65F381-ACDA-6807-B9A7-1421C187A171}"/>
                </a:ext>
              </a:extLst>
            </p:cNvPr>
            <p:cNvSpPr/>
            <p:nvPr/>
          </p:nvSpPr>
          <p:spPr>
            <a:xfrm>
              <a:off x="4505809" y="3438260"/>
              <a:ext cx="1760646" cy="1366518"/>
            </a:xfrm>
            <a:custGeom>
              <a:avLst/>
              <a:gdLst>
                <a:gd name="connsiteX0" fmla="*/ 0 w 589071"/>
                <a:gd name="connsiteY0" fmla="*/ 0 h 890590"/>
                <a:gd name="connsiteX1" fmla="*/ 589071 w 589071"/>
                <a:gd name="connsiteY1" fmla="*/ 0 h 890590"/>
                <a:gd name="connsiteX2" fmla="*/ 589071 w 589071"/>
                <a:gd name="connsiteY2" fmla="*/ 890590 h 890590"/>
                <a:gd name="connsiteX3" fmla="*/ 0 w 589071"/>
                <a:gd name="connsiteY3" fmla="*/ 890590 h 890590"/>
                <a:gd name="connsiteX4" fmla="*/ 0 w 589071"/>
                <a:gd name="connsiteY4" fmla="*/ 0 h 890590"/>
                <a:gd name="connsiteX0" fmla="*/ 0 w 2017821"/>
                <a:gd name="connsiteY0" fmla="*/ 542925 h 890590"/>
                <a:gd name="connsiteX1" fmla="*/ 2017821 w 2017821"/>
                <a:gd name="connsiteY1" fmla="*/ 0 h 890590"/>
                <a:gd name="connsiteX2" fmla="*/ 2017821 w 2017821"/>
                <a:gd name="connsiteY2" fmla="*/ 890590 h 890590"/>
                <a:gd name="connsiteX3" fmla="*/ 1428750 w 2017821"/>
                <a:gd name="connsiteY3" fmla="*/ 890590 h 890590"/>
                <a:gd name="connsiteX4" fmla="*/ 0 w 2017821"/>
                <a:gd name="connsiteY4" fmla="*/ 542925 h 890590"/>
                <a:gd name="connsiteX0" fmla="*/ 0 w 2017821"/>
                <a:gd name="connsiteY0" fmla="*/ 542925 h 890590"/>
                <a:gd name="connsiteX1" fmla="*/ 404329 w 2017821"/>
                <a:gd name="connsiteY1" fmla="*/ 455494 h 890590"/>
                <a:gd name="connsiteX2" fmla="*/ 2017821 w 2017821"/>
                <a:gd name="connsiteY2" fmla="*/ 0 h 890590"/>
                <a:gd name="connsiteX3" fmla="*/ 2017821 w 2017821"/>
                <a:gd name="connsiteY3" fmla="*/ 890590 h 890590"/>
                <a:gd name="connsiteX4" fmla="*/ 1428750 w 2017821"/>
                <a:gd name="connsiteY4" fmla="*/ 890590 h 890590"/>
                <a:gd name="connsiteX5" fmla="*/ 0 w 2017821"/>
                <a:gd name="connsiteY5" fmla="*/ 542925 h 890590"/>
                <a:gd name="connsiteX0" fmla="*/ 0 w 2017821"/>
                <a:gd name="connsiteY0" fmla="*/ 409575 h 757240"/>
                <a:gd name="connsiteX1" fmla="*/ 404329 w 2017821"/>
                <a:gd name="connsiteY1" fmla="*/ 322144 h 757240"/>
                <a:gd name="connsiteX2" fmla="*/ 1451083 w 2017821"/>
                <a:gd name="connsiteY2" fmla="*/ 0 h 757240"/>
                <a:gd name="connsiteX3" fmla="*/ 2017821 w 2017821"/>
                <a:gd name="connsiteY3" fmla="*/ 757240 h 757240"/>
                <a:gd name="connsiteX4" fmla="*/ 1428750 w 2017821"/>
                <a:gd name="connsiteY4" fmla="*/ 757240 h 757240"/>
                <a:gd name="connsiteX5" fmla="*/ 0 w 2017821"/>
                <a:gd name="connsiteY5" fmla="*/ 409575 h 757240"/>
                <a:gd name="connsiteX0" fmla="*/ 0 w 1760646"/>
                <a:gd name="connsiteY0" fmla="*/ 409575 h 1033465"/>
                <a:gd name="connsiteX1" fmla="*/ 404329 w 1760646"/>
                <a:gd name="connsiteY1" fmla="*/ 322144 h 1033465"/>
                <a:gd name="connsiteX2" fmla="*/ 1451083 w 1760646"/>
                <a:gd name="connsiteY2" fmla="*/ 0 h 1033465"/>
                <a:gd name="connsiteX3" fmla="*/ 1760646 w 1760646"/>
                <a:gd name="connsiteY3" fmla="*/ 1033465 h 1033465"/>
                <a:gd name="connsiteX4" fmla="*/ 1428750 w 1760646"/>
                <a:gd name="connsiteY4" fmla="*/ 757240 h 1033465"/>
                <a:gd name="connsiteX5" fmla="*/ 0 w 1760646"/>
                <a:gd name="connsiteY5" fmla="*/ 409575 h 1033465"/>
                <a:gd name="connsiteX0" fmla="*/ 0 w 1760646"/>
                <a:gd name="connsiteY0" fmla="*/ 409575 h 1195390"/>
                <a:gd name="connsiteX1" fmla="*/ 404329 w 1760646"/>
                <a:gd name="connsiteY1" fmla="*/ 322144 h 1195390"/>
                <a:gd name="connsiteX2" fmla="*/ 1451083 w 1760646"/>
                <a:gd name="connsiteY2" fmla="*/ 0 h 1195390"/>
                <a:gd name="connsiteX3" fmla="*/ 1760646 w 1760646"/>
                <a:gd name="connsiteY3" fmla="*/ 1033465 h 1195390"/>
                <a:gd name="connsiteX4" fmla="*/ 985838 w 1760646"/>
                <a:gd name="connsiteY4" fmla="*/ 1195390 h 1195390"/>
                <a:gd name="connsiteX5" fmla="*/ 0 w 1760646"/>
                <a:gd name="connsiteY5" fmla="*/ 409575 h 1195390"/>
                <a:gd name="connsiteX0" fmla="*/ 0 w 1760646"/>
                <a:gd name="connsiteY0" fmla="*/ 409575 h 1195390"/>
                <a:gd name="connsiteX1" fmla="*/ 404329 w 1760646"/>
                <a:gd name="connsiteY1" fmla="*/ 322144 h 1195390"/>
                <a:gd name="connsiteX2" fmla="*/ 1451083 w 1760646"/>
                <a:gd name="connsiteY2" fmla="*/ 0 h 1195390"/>
                <a:gd name="connsiteX3" fmla="*/ 1760646 w 1760646"/>
                <a:gd name="connsiteY3" fmla="*/ 1033465 h 1195390"/>
                <a:gd name="connsiteX4" fmla="*/ 985838 w 1760646"/>
                <a:gd name="connsiteY4" fmla="*/ 1195390 h 1195390"/>
                <a:gd name="connsiteX5" fmla="*/ 637691 w 1760646"/>
                <a:gd name="connsiteY5" fmla="*/ 926981 h 1195390"/>
                <a:gd name="connsiteX6" fmla="*/ 0 w 1760646"/>
                <a:gd name="connsiteY6" fmla="*/ 409575 h 1195390"/>
                <a:gd name="connsiteX0" fmla="*/ 0 w 1760646"/>
                <a:gd name="connsiteY0" fmla="*/ 419024 h 1204839"/>
                <a:gd name="connsiteX1" fmla="*/ 404329 w 1760646"/>
                <a:gd name="connsiteY1" fmla="*/ 331593 h 1204839"/>
                <a:gd name="connsiteX2" fmla="*/ 1451083 w 1760646"/>
                <a:gd name="connsiteY2" fmla="*/ 9449 h 1204839"/>
                <a:gd name="connsiteX3" fmla="*/ 1760646 w 1760646"/>
                <a:gd name="connsiteY3" fmla="*/ 1042914 h 1204839"/>
                <a:gd name="connsiteX4" fmla="*/ 985838 w 1760646"/>
                <a:gd name="connsiteY4" fmla="*/ 1204839 h 1204839"/>
                <a:gd name="connsiteX5" fmla="*/ 637691 w 1760646"/>
                <a:gd name="connsiteY5" fmla="*/ 936430 h 1204839"/>
                <a:gd name="connsiteX6" fmla="*/ 0 w 1760646"/>
                <a:gd name="connsiteY6" fmla="*/ 419024 h 120483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9518"/>
                <a:gd name="connsiteX1" fmla="*/ 404329 w 1760646"/>
                <a:gd name="connsiteY1" fmla="*/ 333643 h 1209518"/>
                <a:gd name="connsiteX2" fmla="*/ 1451083 w 1760646"/>
                <a:gd name="connsiteY2" fmla="*/ 11499 h 1209518"/>
                <a:gd name="connsiteX3" fmla="*/ 1760646 w 1760646"/>
                <a:gd name="connsiteY3" fmla="*/ 1044964 h 1209518"/>
                <a:gd name="connsiteX4" fmla="*/ 985838 w 1760646"/>
                <a:gd name="connsiteY4" fmla="*/ 1206889 h 1209518"/>
                <a:gd name="connsiteX5" fmla="*/ 637691 w 1760646"/>
                <a:gd name="connsiteY5" fmla="*/ 938480 h 1209518"/>
                <a:gd name="connsiteX6" fmla="*/ 0 w 1760646"/>
                <a:gd name="connsiteY6" fmla="*/ 421074 h 1209518"/>
                <a:gd name="connsiteX0" fmla="*/ 0 w 1760646"/>
                <a:gd name="connsiteY0" fmla="*/ 421074 h 1226213"/>
                <a:gd name="connsiteX1" fmla="*/ 404329 w 1760646"/>
                <a:gd name="connsiteY1" fmla="*/ 333643 h 1226213"/>
                <a:gd name="connsiteX2" fmla="*/ 1451083 w 1760646"/>
                <a:gd name="connsiteY2" fmla="*/ 11499 h 1226213"/>
                <a:gd name="connsiteX3" fmla="*/ 1760646 w 1760646"/>
                <a:gd name="connsiteY3" fmla="*/ 1044964 h 1226213"/>
                <a:gd name="connsiteX4" fmla="*/ 985838 w 1760646"/>
                <a:gd name="connsiteY4" fmla="*/ 1206889 h 1226213"/>
                <a:gd name="connsiteX5" fmla="*/ 637691 w 1760646"/>
                <a:gd name="connsiteY5" fmla="*/ 938480 h 1226213"/>
                <a:gd name="connsiteX6" fmla="*/ 0 w 1760646"/>
                <a:gd name="connsiteY6" fmla="*/ 421074 h 1226213"/>
                <a:gd name="connsiteX0" fmla="*/ 0 w 1760646"/>
                <a:gd name="connsiteY0" fmla="*/ 421074 h 1328262"/>
                <a:gd name="connsiteX1" fmla="*/ 404329 w 1760646"/>
                <a:gd name="connsiteY1" fmla="*/ 333643 h 1328262"/>
                <a:gd name="connsiteX2" fmla="*/ 1451083 w 1760646"/>
                <a:gd name="connsiteY2" fmla="*/ 11499 h 1328262"/>
                <a:gd name="connsiteX3" fmla="*/ 1760646 w 1760646"/>
                <a:gd name="connsiteY3" fmla="*/ 1044964 h 1328262"/>
                <a:gd name="connsiteX4" fmla="*/ 985838 w 1760646"/>
                <a:gd name="connsiteY4" fmla="*/ 1206889 h 1328262"/>
                <a:gd name="connsiteX5" fmla="*/ 637691 w 1760646"/>
                <a:gd name="connsiteY5" fmla="*/ 938480 h 1328262"/>
                <a:gd name="connsiteX6" fmla="*/ 0 w 1760646"/>
                <a:gd name="connsiteY6" fmla="*/ 421074 h 1328262"/>
                <a:gd name="connsiteX0" fmla="*/ 0 w 1760646"/>
                <a:gd name="connsiteY0" fmla="*/ 421074 h 1343837"/>
                <a:gd name="connsiteX1" fmla="*/ 404329 w 1760646"/>
                <a:gd name="connsiteY1" fmla="*/ 333643 h 1343837"/>
                <a:gd name="connsiteX2" fmla="*/ 1451083 w 1760646"/>
                <a:gd name="connsiteY2" fmla="*/ 11499 h 1343837"/>
                <a:gd name="connsiteX3" fmla="*/ 1760646 w 1760646"/>
                <a:gd name="connsiteY3" fmla="*/ 1044964 h 1343837"/>
                <a:gd name="connsiteX4" fmla="*/ 985838 w 1760646"/>
                <a:gd name="connsiteY4" fmla="*/ 1206889 h 1343837"/>
                <a:gd name="connsiteX5" fmla="*/ 637691 w 1760646"/>
                <a:gd name="connsiteY5" fmla="*/ 938480 h 1343837"/>
                <a:gd name="connsiteX6" fmla="*/ 0 w 1760646"/>
                <a:gd name="connsiteY6" fmla="*/ 421074 h 1343837"/>
                <a:gd name="connsiteX0" fmla="*/ 0 w 1760646"/>
                <a:gd name="connsiteY0" fmla="*/ 421074 h 1308613"/>
                <a:gd name="connsiteX1" fmla="*/ 404329 w 1760646"/>
                <a:gd name="connsiteY1" fmla="*/ 333643 h 1308613"/>
                <a:gd name="connsiteX2" fmla="*/ 1451083 w 1760646"/>
                <a:gd name="connsiteY2" fmla="*/ 11499 h 1308613"/>
                <a:gd name="connsiteX3" fmla="*/ 1760646 w 1760646"/>
                <a:gd name="connsiteY3" fmla="*/ 1044964 h 1308613"/>
                <a:gd name="connsiteX4" fmla="*/ 985838 w 1760646"/>
                <a:gd name="connsiteY4" fmla="*/ 1206889 h 1308613"/>
                <a:gd name="connsiteX5" fmla="*/ 637691 w 1760646"/>
                <a:gd name="connsiteY5" fmla="*/ 938480 h 1308613"/>
                <a:gd name="connsiteX6" fmla="*/ 0 w 1760646"/>
                <a:gd name="connsiteY6" fmla="*/ 421074 h 1308613"/>
                <a:gd name="connsiteX0" fmla="*/ 0 w 1760646"/>
                <a:gd name="connsiteY0" fmla="*/ 421074 h 1366518"/>
                <a:gd name="connsiteX1" fmla="*/ 404329 w 1760646"/>
                <a:gd name="connsiteY1" fmla="*/ 333643 h 1366518"/>
                <a:gd name="connsiteX2" fmla="*/ 1451083 w 1760646"/>
                <a:gd name="connsiteY2" fmla="*/ 11499 h 1366518"/>
                <a:gd name="connsiteX3" fmla="*/ 1760646 w 1760646"/>
                <a:gd name="connsiteY3" fmla="*/ 1044964 h 1366518"/>
                <a:gd name="connsiteX4" fmla="*/ 985838 w 1760646"/>
                <a:gd name="connsiteY4" fmla="*/ 1206889 h 1366518"/>
                <a:gd name="connsiteX5" fmla="*/ 637691 w 1760646"/>
                <a:gd name="connsiteY5" fmla="*/ 938480 h 1366518"/>
                <a:gd name="connsiteX6" fmla="*/ 0 w 1760646"/>
                <a:gd name="connsiteY6" fmla="*/ 421074 h 136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0646" h="1366518">
                  <a:moveTo>
                    <a:pt x="0" y="421074"/>
                  </a:moveTo>
                  <a:cubicBezTo>
                    <a:pt x="128426" y="387168"/>
                    <a:pt x="194941" y="405649"/>
                    <a:pt x="404329" y="333643"/>
                  </a:cubicBezTo>
                  <a:cubicBezTo>
                    <a:pt x="586559" y="164349"/>
                    <a:pt x="978340" y="-52570"/>
                    <a:pt x="1451083" y="11499"/>
                  </a:cubicBezTo>
                  <a:lnTo>
                    <a:pt x="1760646" y="1044964"/>
                  </a:lnTo>
                  <a:cubicBezTo>
                    <a:pt x="1407127" y="1641864"/>
                    <a:pt x="343994" y="1229114"/>
                    <a:pt x="985838" y="1206889"/>
                  </a:cubicBezTo>
                  <a:cubicBezTo>
                    <a:pt x="693577" y="1242832"/>
                    <a:pt x="34602" y="897775"/>
                    <a:pt x="637691" y="938480"/>
                  </a:cubicBezTo>
                  <a:cubicBezTo>
                    <a:pt x="96514" y="823161"/>
                    <a:pt x="126839" y="641168"/>
                    <a:pt x="0" y="421074"/>
                  </a:cubicBezTo>
                  <a:close/>
                </a:path>
              </a:pathLst>
            </a:custGeom>
            <a:solidFill>
              <a:srgbClr val="FBF6F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0A53A8-D429-86AD-BEF2-5723B8C50FCA}"/>
                </a:ext>
              </a:extLst>
            </p:cNvPr>
            <p:cNvSpPr/>
            <p:nvPr/>
          </p:nvSpPr>
          <p:spPr>
            <a:xfrm rot="20576937">
              <a:off x="5823031" y="3221609"/>
              <a:ext cx="773866" cy="1440733"/>
            </a:xfrm>
            <a:custGeom>
              <a:avLst/>
              <a:gdLst>
                <a:gd name="connsiteX0" fmla="*/ 0 w 773866"/>
                <a:gd name="connsiteY0" fmla="*/ 0 h 1310239"/>
                <a:gd name="connsiteX1" fmla="*/ 773866 w 773866"/>
                <a:gd name="connsiteY1" fmla="*/ 0 h 1310239"/>
                <a:gd name="connsiteX2" fmla="*/ 773866 w 773866"/>
                <a:gd name="connsiteY2" fmla="*/ 1310239 h 1310239"/>
                <a:gd name="connsiteX3" fmla="*/ 0 w 773866"/>
                <a:gd name="connsiteY3" fmla="*/ 1310239 h 1310239"/>
                <a:gd name="connsiteX4" fmla="*/ 0 w 773866"/>
                <a:gd name="connsiteY4" fmla="*/ 0 h 1310239"/>
                <a:gd name="connsiteX0" fmla="*/ 0 w 773866"/>
                <a:gd name="connsiteY0" fmla="*/ 0 h 1376300"/>
                <a:gd name="connsiteX1" fmla="*/ 773866 w 773866"/>
                <a:gd name="connsiteY1" fmla="*/ 0 h 1376300"/>
                <a:gd name="connsiteX2" fmla="*/ 773866 w 773866"/>
                <a:gd name="connsiteY2" fmla="*/ 1310239 h 1376300"/>
                <a:gd name="connsiteX3" fmla="*/ 258701 w 773866"/>
                <a:gd name="connsiteY3" fmla="*/ 1376300 h 1376300"/>
                <a:gd name="connsiteX4" fmla="*/ 0 w 773866"/>
                <a:gd name="connsiteY4" fmla="*/ 0 h 1376300"/>
                <a:gd name="connsiteX0" fmla="*/ 0 w 773866"/>
                <a:gd name="connsiteY0" fmla="*/ 0 h 1427621"/>
                <a:gd name="connsiteX1" fmla="*/ 773866 w 773866"/>
                <a:gd name="connsiteY1" fmla="*/ 0 h 1427621"/>
                <a:gd name="connsiteX2" fmla="*/ 773866 w 773866"/>
                <a:gd name="connsiteY2" fmla="*/ 1310239 h 1427621"/>
                <a:gd name="connsiteX3" fmla="*/ 296097 w 773866"/>
                <a:gd name="connsiteY3" fmla="*/ 1427621 h 1427621"/>
                <a:gd name="connsiteX4" fmla="*/ 0 w 773866"/>
                <a:gd name="connsiteY4" fmla="*/ 0 h 1427621"/>
                <a:gd name="connsiteX0" fmla="*/ 0 w 773866"/>
                <a:gd name="connsiteY0" fmla="*/ 0 h 1440733"/>
                <a:gd name="connsiteX1" fmla="*/ 773866 w 773866"/>
                <a:gd name="connsiteY1" fmla="*/ 0 h 1440733"/>
                <a:gd name="connsiteX2" fmla="*/ 773866 w 773866"/>
                <a:gd name="connsiteY2" fmla="*/ 1310239 h 1440733"/>
                <a:gd name="connsiteX3" fmla="*/ 252224 w 773866"/>
                <a:gd name="connsiteY3" fmla="*/ 1440733 h 1440733"/>
                <a:gd name="connsiteX4" fmla="*/ 0 w 773866"/>
                <a:gd name="connsiteY4" fmla="*/ 0 h 144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866" h="1440733">
                  <a:moveTo>
                    <a:pt x="0" y="0"/>
                  </a:moveTo>
                  <a:lnTo>
                    <a:pt x="773866" y="0"/>
                  </a:lnTo>
                  <a:lnTo>
                    <a:pt x="773866" y="1310239"/>
                  </a:lnTo>
                  <a:lnTo>
                    <a:pt x="252224" y="1440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6F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1357B9-5EB1-23CE-C872-D91991275AC6}"/>
              </a:ext>
            </a:extLst>
          </p:cNvPr>
          <p:cNvGrpSpPr/>
          <p:nvPr/>
        </p:nvGrpSpPr>
        <p:grpSpPr>
          <a:xfrm>
            <a:off x="4443576" y="969101"/>
            <a:ext cx="4302939" cy="5834197"/>
            <a:chOff x="3805601" y="576854"/>
            <a:chExt cx="4302939" cy="5834197"/>
          </a:xfrm>
        </p:grpSpPr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41946A23-B21D-F365-26A3-B6B57AD32FA1}"/>
                </a:ext>
              </a:extLst>
            </p:cNvPr>
            <p:cNvSpPr/>
            <p:nvPr/>
          </p:nvSpPr>
          <p:spPr>
            <a:xfrm>
              <a:off x="5170191" y="5086350"/>
              <a:ext cx="764368" cy="1324701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368" h="1324701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13612" y="973930"/>
                    <a:pt x="763883" y="1038224"/>
                  </a:cubicBezTo>
                  <a:cubicBezTo>
                    <a:pt x="776054" y="1083468"/>
                    <a:pt x="554334" y="1089025"/>
                    <a:pt x="673397" y="1228725"/>
                  </a:cubicBezTo>
                  <a:cubicBezTo>
                    <a:pt x="349547" y="1177925"/>
                    <a:pt x="492736" y="1336675"/>
                    <a:pt x="435272" y="1323975"/>
                  </a:cubicBezTo>
                  <a:cubicBezTo>
                    <a:pt x="310819" y="1209675"/>
                    <a:pt x="162553" y="1185862"/>
                    <a:pt x="61913" y="981075"/>
                  </a:cubicBezTo>
                  <a:cubicBezTo>
                    <a:pt x="136525" y="415925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0CFA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78DA819D-ED45-7C7B-8EA1-26DE61E1B088}"/>
                </a:ext>
              </a:extLst>
            </p:cNvPr>
            <p:cNvSpPr/>
            <p:nvPr/>
          </p:nvSpPr>
          <p:spPr>
            <a:xfrm>
              <a:off x="6096000" y="4956445"/>
              <a:ext cx="773866" cy="1310239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95251 w 764368"/>
                <a:gd name="connsiteY6" fmla="*/ 1004888 h 1324701"/>
                <a:gd name="connsiteX7" fmla="*/ 0 w 764368"/>
                <a:gd name="connsiteY7" fmla="*/ 0 h 1324701"/>
                <a:gd name="connsiteX0" fmla="*/ 0 w 773874"/>
                <a:gd name="connsiteY0" fmla="*/ 0 h 1324701"/>
                <a:gd name="connsiteX1" fmla="*/ 395583 w 773874"/>
                <a:gd name="connsiteY1" fmla="*/ 14288 h 1324701"/>
                <a:gd name="connsiteX2" fmla="*/ 371770 w 773874"/>
                <a:gd name="connsiteY2" fmla="*/ 819150 h 1324701"/>
                <a:gd name="connsiteX3" fmla="*/ 773408 w 773874"/>
                <a:gd name="connsiteY3" fmla="*/ 981074 h 1324701"/>
                <a:gd name="connsiteX4" fmla="*/ 673397 w 773874"/>
                <a:gd name="connsiteY4" fmla="*/ 1228725 h 1324701"/>
                <a:gd name="connsiteX5" fmla="*/ 435272 w 773874"/>
                <a:gd name="connsiteY5" fmla="*/ 1323975 h 1324701"/>
                <a:gd name="connsiteX6" fmla="*/ 95251 w 773874"/>
                <a:gd name="connsiteY6" fmla="*/ 1004888 h 1324701"/>
                <a:gd name="connsiteX7" fmla="*/ 0 w 773874"/>
                <a:gd name="connsiteY7" fmla="*/ 0 h 1324701"/>
                <a:gd name="connsiteX0" fmla="*/ 0 w 774095"/>
                <a:gd name="connsiteY0" fmla="*/ 0 h 1324493"/>
                <a:gd name="connsiteX1" fmla="*/ 395583 w 774095"/>
                <a:gd name="connsiteY1" fmla="*/ 14288 h 1324493"/>
                <a:gd name="connsiteX2" fmla="*/ 371770 w 774095"/>
                <a:gd name="connsiteY2" fmla="*/ 819150 h 1324493"/>
                <a:gd name="connsiteX3" fmla="*/ 773408 w 774095"/>
                <a:gd name="connsiteY3" fmla="*/ 981074 h 1324493"/>
                <a:gd name="connsiteX4" fmla="*/ 749597 w 774095"/>
                <a:gd name="connsiteY4" fmla="*/ 1162050 h 1324493"/>
                <a:gd name="connsiteX5" fmla="*/ 435272 w 774095"/>
                <a:gd name="connsiteY5" fmla="*/ 1323975 h 1324493"/>
                <a:gd name="connsiteX6" fmla="*/ 95251 w 774095"/>
                <a:gd name="connsiteY6" fmla="*/ 1004888 h 1324493"/>
                <a:gd name="connsiteX7" fmla="*/ 0 w 774095"/>
                <a:gd name="connsiteY7" fmla="*/ 0 h 1324493"/>
                <a:gd name="connsiteX0" fmla="*/ 0 w 774095"/>
                <a:gd name="connsiteY0" fmla="*/ 0 h 1310239"/>
                <a:gd name="connsiteX1" fmla="*/ 395583 w 774095"/>
                <a:gd name="connsiteY1" fmla="*/ 14288 h 1310239"/>
                <a:gd name="connsiteX2" fmla="*/ 371770 w 774095"/>
                <a:gd name="connsiteY2" fmla="*/ 819150 h 1310239"/>
                <a:gd name="connsiteX3" fmla="*/ 773408 w 774095"/>
                <a:gd name="connsiteY3" fmla="*/ 981074 h 1310239"/>
                <a:gd name="connsiteX4" fmla="*/ 749597 w 774095"/>
                <a:gd name="connsiteY4" fmla="*/ 1162050 h 1310239"/>
                <a:gd name="connsiteX5" fmla="*/ 559097 w 774095"/>
                <a:gd name="connsiteY5" fmla="*/ 1309687 h 1310239"/>
                <a:gd name="connsiteX6" fmla="*/ 95251 w 774095"/>
                <a:gd name="connsiteY6" fmla="*/ 1004888 h 1310239"/>
                <a:gd name="connsiteX7" fmla="*/ 0 w 774095"/>
                <a:gd name="connsiteY7" fmla="*/ 0 h 1310239"/>
                <a:gd name="connsiteX0" fmla="*/ 0 w 773866"/>
                <a:gd name="connsiteY0" fmla="*/ 0 h 1310239"/>
                <a:gd name="connsiteX1" fmla="*/ 395583 w 773866"/>
                <a:gd name="connsiteY1" fmla="*/ 14288 h 1310239"/>
                <a:gd name="connsiteX2" fmla="*/ 371770 w 773866"/>
                <a:gd name="connsiteY2" fmla="*/ 819150 h 1310239"/>
                <a:gd name="connsiteX3" fmla="*/ 773408 w 773866"/>
                <a:gd name="connsiteY3" fmla="*/ 981074 h 1310239"/>
                <a:gd name="connsiteX4" fmla="*/ 749597 w 773866"/>
                <a:gd name="connsiteY4" fmla="*/ 1162050 h 1310239"/>
                <a:gd name="connsiteX5" fmla="*/ 559097 w 773866"/>
                <a:gd name="connsiteY5" fmla="*/ 1309687 h 1310239"/>
                <a:gd name="connsiteX6" fmla="*/ 95251 w 773866"/>
                <a:gd name="connsiteY6" fmla="*/ 1004888 h 1310239"/>
                <a:gd name="connsiteX7" fmla="*/ 0 w 773866"/>
                <a:gd name="connsiteY7" fmla="*/ 0 h 131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3866" h="1310239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23137" y="916780"/>
                    <a:pt x="773408" y="981074"/>
                  </a:cubicBezTo>
                  <a:cubicBezTo>
                    <a:pt x="785579" y="1026318"/>
                    <a:pt x="549572" y="965200"/>
                    <a:pt x="749597" y="1162050"/>
                  </a:cubicBezTo>
                  <a:cubicBezTo>
                    <a:pt x="425747" y="1111250"/>
                    <a:pt x="616561" y="1322387"/>
                    <a:pt x="559097" y="1309687"/>
                  </a:cubicBezTo>
                  <a:cubicBezTo>
                    <a:pt x="434644" y="1195387"/>
                    <a:pt x="195891" y="1209675"/>
                    <a:pt x="95251" y="1004888"/>
                  </a:cubicBezTo>
                  <a:cubicBezTo>
                    <a:pt x="169863" y="439738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0CFA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90728BB3-CC69-DE40-BC04-2928705E392C}"/>
                </a:ext>
              </a:extLst>
            </p:cNvPr>
            <p:cNvSpPr/>
            <p:nvPr/>
          </p:nvSpPr>
          <p:spPr>
            <a:xfrm>
              <a:off x="3805601" y="576854"/>
              <a:ext cx="3905100" cy="4810476"/>
            </a:xfrm>
            <a:custGeom>
              <a:avLst/>
              <a:gdLst>
                <a:gd name="connsiteX0" fmla="*/ 0 w 704850"/>
                <a:gd name="connsiteY0" fmla="*/ 0 h 247650"/>
                <a:gd name="connsiteX1" fmla="*/ 704850 w 704850"/>
                <a:gd name="connsiteY1" fmla="*/ 0 h 247650"/>
                <a:gd name="connsiteX2" fmla="*/ 704850 w 704850"/>
                <a:gd name="connsiteY2" fmla="*/ 247650 h 247650"/>
                <a:gd name="connsiteX3" fmla="*/ 0 w 704850"/>
                <a:gd name="connsiteY3" fmla="*/ 247650 h 247650"/>
                <a:gd name="connsiteX4" fmla="*/ 0 w 704850"/>
                <a:gd name="connsiteY4" fmla="*/ 0 h 247650"/>
                <a:gd name="connsiteX0" fmla="*/ 532263 w 1237113"/>
                <a:gd name="connsiteY0" fmla="*/ 0 h 1899030"/>
                <a:gd name="connsiteX1" fmla="*/ 1237113 w 1237113"/>
                <a:gd name="connsiteY1" fmla="*/ 0 h 1899030"/>
                <a:gd name="connsiteX2" fmla="*/ 1237113 w 1237113"/>
                <a:gd name="connsiteY2" fmla="*/ 247650 h 1899030"/>
                <a:gd name="connsiteX3" fmla="*/ 0 w 1237113"/>
                <a:gd name="connsiteY3" fmla="*/ 1899030 h 1899030"/>
                <a:gd name="connsiteX4" fmla="*/ 532263 w 1237113"/>
                <a:gd name="connsiteY4" fmla="*/ 0 h 1899030"/>
                <a:gd name="connsiteX0" fmla="*/ 2019869 w 2724719"/>
                <a:gd name="connsiteY0" fmla="*/ 0 h 2171985"/>
                <a:gd name="connsiteX1" fmla="*/ 2724719 w 2724719"/>
                <a:gd name="connsiteY1" fmla="*/ 0 h 2171985"/>
                <a:gd name="connsiteX2" fmla="*/ 2724719 w 2724719"/>
                <a:gd name="connsiteY2" fmla="*/ 247650 h 2171985"/>
                <a:gd name="connsiteX3" fmla="*/ 0 w 2724719"/>
                <a:gd name="connsiteY3" fmla="*/ 2171985 h 2171985"/>
                <a:gd name="connsiteX4" fmla="*/ 2019869 w 2724719"/>
                <a:gd name="connsiteY4" fmla="*/ 0 h 2171985"/>
                <a:gd name="connsiteX0" fmla="*/ 2019869 w 2724719"/>
                <a:gd name="connsiteY0" fmla="*/ 0 h 4067886"/>
                <a:gd name="connsiteX1" fmla="*/ 2724719 w 2724719"/>
                <a:gd name="connsiteY1" fmla="*/ 0 h 4067886"/>
                <a:gd name="connsiteX2" fmla="*/ 2724719 w 2724719"/>
                <a:gd name="connsiteY2" fmla="*/ 247650 h 4067886"/>
                <a:gd name="connsiteX3" fmla="*/ 1742366 w 2724719"/>
                <a:gd name="connsiteY3" fmla="*/ 4067886 h 4067886"/>
                <a:gd name="connsiteX4" fmla="*/ 0 w 2724719"/>
                <a:gd name="connsiteY4" fmla="*/ 2171985 h 4067886"/>
                <a:gd name="connsiteX5" fmla="*/ 2019869 w 2724719"/>
                <a:gd name="connsiteY5" fmla="*/ 0 h 4067886"/>
                <a:gd name="connsiteX0" fmla="*/ 2679509 w 3384359"/>
                <a:gd name="connsiteY0" fmla="*/ 0 h 4067886"/>
                <a:gd name="connsiteX1" fmla="*/ 3384359 w 3384359"/>
                <a:gd name="connsiteY1" fmla="*/ 0 h 4067886"/>
                <a:gd name="connsiteX2" fmla="*/ 3384359 w 3384359"/>
                <a:gd name="connsiteY2" fmla="*/ 247650 h 4067886"/>
                <a:gd name="connsiteX3" fmla="*/ 2402006 w 3384359"/>
                <a:gd name="connsiteY3" fmla="*/ 4067886 h 4067886"/>
                <a:gd name="connsiteX4" fmla="*/ 0 w 3384359"/>
                <a:gd name="connsiteY4" fmla="*/ 1693174 h 4067886"/>
                <a:gd name="connsiteX5" fmla="*/ 659640 w 3384359"/>
                <a:gd name="connsiteY5" fmla="*/ 2171985 h 4067886"/>
                <a:gd name="connsiteX6" fmla="*/ 2679509 w 3384359"/>
                <a:gd name="connsiteY6" fmla="*/ 0 h 4067886"/>
                <a:gd name="connsiteX0" fmla="*/ 2861722 w 3566572"/>
                <a:gd name="connsiteY0" fmla="*/ 0 h 4111883"/>
                <a:gd name="connsiteX1" fmla="*/ 3566572 w 3566572"/>
                <a:gd name="connsiteY1" fmla="*/ 0 h 4111883"/>
                <a:gd name="connsiteX2" fmla="*/ 3566572 w 3566572"/>
                <a:gd name="connsiteY2" fmla="*/ 247650 h 4111883"/>
                <a:gd name="connsiteX3" fmla="*/ 2584219 w 3566572"/>
                <a:gd name="connsiteY3" fmla="*/ 4067886 h 4111883"/>
                <a:gd name="connsiteX4" fmla="*/ 182213 w 3566572"/>
                <a:gd name="connsiteY4" fmla="*/ 2361915 h 4111883"/>
                <a:gd name="connsiteX5" fmla="*/ 182213 w 3566572"/>
                <a:gd name="connsiteY5" fmla="*/ 1693174 h 4111883"/>
                <a:gd name="connsiteX6" fmla="*/ 841853 w 3566572"/>
                <a:gd name="connsiteY6" fmla="*/ 2171985 h 4111883"/>
                <a:gd name="connsiteX7" fmla="*/ 2861722 w 3566572"/>
                <a:gd name="connsiteY7" fmla="*/ 0 h 4111883"/>
                <a:gd name="connsiteX0" fmla="*/ 2861722 w 3566572"/>
                <a:gd name="connsiteY0" fmla="*/ 0 h 4118153"/>
                <a:gd name="connsiteX1" fmla="*/ 3566572 w 3566572"/>
                <a:gd name="connsiteY1" fmla="*/ 0 h 4118153"/>
                <a:gd name="connsiteX2" fmla="*/ 3566572 w 3566572"/>
                <a:gd name="connsiteY2" fmla="*/ 247650 h 4118153"/>
                <a:gd name="connsiteX3" fmla="*/ 2584219 w 3566572"/>
                <a:gd name="connsiteY3" fmla="*/ 4067886 h 4118153"/>
                <a:gd name="connsiteX4" fmla="*/ 182213 w 3566572"/>
                <a:gd name="connsiteY4" fmla="*/ 2361915 h 4118153"/>
                <a:gd name="connsiteX5" fmla="*/ 182213 w 3566572"/>
                <a:gd name="connsiteY5" fmla="*/ 1693174 h 4118153"/>
                <a:gd name="connsiteX6" fmla="*/ 841853 w 3566572"/>
                <a:gd name="connsiteY6" fmla="*/ 2171985 h 4118153"/>
                <a:gd name="connsiteX7" fmla="*/ 2861722 w 3566572"/>
                <a:gd name="connsiteY7" fmla="*/ 0 h 4118153"/>
                <a:gd name="connsiteX0" fmla="*/ 2861722 w 3566572"/>
                <a:gd name="connsiteY0" fmla="*/ 0 h 4156882"/>
                <a:gd name="connsiteX1" fmla="*/ 3566572 w 3566572"/>
                <a:gd name="connsiteY1" fmla="*/ 0 h 4156882"/>
                <a:gd name="connsiteX2" fmla="*/ 3566572 w 3566572"/>
                <a:gd name="connsiteY2" fmla="*/ 247650 h 4156882"/>
                <a:gd name="connsiteX3" fmla="*/ 2584219 w 3566572"/>
                <a:gd name="connsiteY3" fmla="*/ 4067886 h 4156882"/>
                <a:gd name="connsiteX4" fmla="*/ 223156 w 3566572"/>
                <a:gd name="connsiteY4" fmla="*/ 2962416 h 4156882"/>
                <a:gd name="connsiteX5" fmla="*/ 182213 w 3566572"/>
                <a:gd name="connsiteY5" fmla="*/ 2361915 h 4156882"/>
                <a:gd name="connsiteX6" fmla="*/ 182213 w 3566572"/>
                <a:gd name="connsiteY6" fmla="*/ 1693174 h 4156882"/>
                <a:gd name="connsiteX7" fmla="*/ 841853 w 3566572"/>
                <a:gd name="connsiteY7" fmla="*/ 2171985 h 4156882"/>
                <a:gd name="connsiteX8" fmla="*/ 2861722 w 3566572"/>
                <a:gd name="connsiteY8" fmla="*/ 0 h 4156882"/>
                <a:gd name="connsiteX0" fmla="*/ 2861722 w 3566572"/>
                <a:gd name="connsiteY0" fmla="*/ 0 h 4291236"/>
                <a:gd name="connsiteX1" fmla="*/ 3566572 w 3566572"/>
                <a:gd name="connsiteY1" fmla="*/ 0 h 4291236"/>
                <a:gd name="connsiteX2" fmla="*/ 3566572 w 3566572"/>
                <a:gd name="connsiteY2" fmla="*/ 247650 h 4291236"/>
                <a:gd name="connsiteX3" fmla="*/ 2584219 w 3566572"/>
                <a:gd name="connsiteY3" fmla="*/ 4067886 h 4291236"/>
                <a:gd name="connsiteX4" fmla="*/ 810010 w 3566572"/>
                <a:gd name="connsiteY4" fmla="*/ 3849520 h 4291236"/>
                <a:gd name="connsiteX5" fmla="*/ 223156 w 3566572"/>
                <a:gd name="connsiteY5" fmla="*/ 2962416 h 4291236"/>
                <a:gd name="connsiteX6" fmla="*/ 182213 w 3566572"/>
                <a:gd name="connsiteY6" fmla="*/ 2361915 h 4291236"/>
                <a:gd name="connsiteX7" fmla="*/ 182213 w 3566572"/>
                <a:gd name="connsiteY7" fmla="*/ 1693174 h 4291236"/>
                <a:gd name="connsiteX8" fmla="*/ 841853 w 3566572"/>
                <a:gd name="connsiteY8" fmla="*/ 2171985 h 4291236"/>
                <a:gd name="connsiteX9" fmla="*/ 2861722 w 3566572"/>
                <a:gd name="connsiteY9" fmla="*/ 0 h 4291236"/>
                <a:gd name="connsiteX0" fmla="*/ 2861722 w 3566572"/>
                <a:gd name="connsiteY0" fmla="*/ 0 h 4291236"/>
                <a:gd name="connsiteX1" fmla="*/ 3566572 w 3566572"/>
                <a:gd name="connsiteY1" fmla="*/ 0 h 4291236"/>
                <a:gd name="connsiteX2" fmla="*/ 3566572 w 3566572"/>
                <a:gd name="connsiteY2" fmla="*/ 247650 h 4291236"/>
                <a:gd name="connsiteX3" fmla="*/ 2584219 w 3566572"/>
                <a:gd name="connsiteY3" fmla="*/ 4067886 h 4291236"/>
                <a:gd name="connsiteX4" fmla="*/ 810010 w 3566572"/>
                <a:gd name="connsiteY4" fmla="*/ 3849520 h 4291236"/>
                <a:gd name="connsiteX5" fmla="*/ 223156 w 3566572"/>
                <a:gd name="connsiteY5" fmla="*/ 2962416 h 4291236"/>
                <a:gd name="connsiteX6" fmla="*/ 182213 w 3566572"/>
                <a:gd name="connsiteY6" fmla="*/ 2361915 h 4291236"/>
                <a:gd name="connsiteX7" fmla="*/ 182213 w 3566572"/>
                <a:gd name="connsiteY7" fmla="*/ 1693174 h 4291236"/>
                <a:gd name="connsiteX8" fmla="*/ 841853 w 3566572"/>
                <a:gd name="connsiteY8" fmla="*/ 2171985 h 4291236"/>
                <a:gd name="connsiteX9" fmla="*/ 2311263 w 3566572"/>
                <a:gd name="connsiteY9" fmla="*/ 1843299 h 4291236"/>
                <a:gd name="connsiteX10" fmla="*/ 2861722 w 3566572"/>
                <a:gd name="connsiteY10" fmla="*/ 0 h 4291236"/>
                <a:gd name="connsiteX0" fmla="*/ 2861722 w 3634811"/>
                <a:gd name="connsiteY0" fmla="*/ 0 h 4291236"/>
                <a:gd name="connsiteX1" fmla="*/ 3634811 w 3634811"/>
                <a:gd name="connsiteY1" fmla="*/ 27296 h 4291236"/>
                <a:gd name="connsiteX2" fmla="*/ 3566572 w 3634811"/>
                <a:gd name="connsiteY2" fmla="*/ 247650 h 4291236"/>
                <a:gd name="connsiteX3" fmla="*/ 2584219 w 3634811"/>
                <a:gd name="connsiteY3" fmla="*/ 4067886 h 4291236"/>
                <a:gd name="connsiteX4" fmla="*/ 810010 w 3634811"/>
                <a:gd name="connsiteY4" fmla="*/ 3849520 h 4291236"/>
                <a:gd name="connsiteX5" fmla="*/ 223156 w 3634811"/>
                <a:gd name="connsiteY5" fmla="*/ 2962416 h 4291236"/>
                <a:gd name="connsiteX6" fmla="*/ 182213 w 3634811"/>
                <a:gd name="connsiteY6" fmla="*/ 2361915 h 4291236"/>
                <a:gd name="connsiteX7" fmla="*/ 182213 w 3634811"/>
                <a:gd name="connsiteY7" fmla="*/ 1693174 h 4291236"/>
                <a:gd name="connsiteX8" fmla="*/ 841853 w 3634811"/>
                <a:gd name="connsiteY8" fmla="*/ 2171985 h 4291236"/>
                <a:gd name="connsiteX9" fmla="*/ 2311263 w 3634811"/>
                <a:gd name="connsiteY9" fmla="*/ 1843299 h 4291236"/>
                <a:gd name="connsiteX10" fmla="*/ 2861722 w 3634811"/>
                <a:gd name="connsiteY10" fmla="*/ 0 h 4291236"/>
                <a:gd name="connsiteX0" fmla="*/ 2311263 w 3634811"/>
                <a:gd name="connsiteY0" fmla="*/ 1816003 h 4263940"/>
                <a:gd name="connsiteX1" fmla="*/ 3634811 w 3634811"/>
                <a:gd name="connsiteY1" fmla="*/ 0 h 4263940"/>
                <a:gd name="connsiteX2" fmla="*/ 3566572 w 3634811"/>
                <a:gd name="connsiteY2" fmla="*/ 220354 h 4263940"/>
                <a:gd name="connsiteX3" fmla="*/ 2584219 w 3634811"/>
                <a:gd name="connsiteY3" fmla="*/ 4040590 h 4263940"/>
                <a:gd name="connsiteX4" fmla="*/ 810010 w 3634811"/>
                <a:gd name="connsiteY4" fmla="*/ 3822224 h 4263940"/>
                <a:gd name="connsiteX5" fmla="*/ 223156 w 3634811"/>
                <a:gd name="connsiteY5" fmla="*/ 2935120 h 4263940"/>
                <a:gd name="connsiteX6" fmla="*/ 182213 w 3634811"/>
                <a:gd name="connsiteY6" fmla="*/ 2334619 h 4263940"/>
                <a:gd name="connsiteX7" fmla="*/ 182213 w 3634811"/>
                <a:gd name="connsiteY7" fmla="*/ 1665878 h 4263940"/>
                <a:gd name="connsiteX8" fmla="*/ 841853 w 3634811"/>
                <a:gd name="connsiteY8" fmla="*/ 2144689 h 4263940"/>
                <a:gd name="connsiteX9" fmla="*/ 2311263 w 3634811"/>
                <a:gd name="connsiteY9" fmla="*/ 1816003 h 4263940"/>
                <a:gd name="connsiteX0" fmla="*/ 2311263 w 3634811"/>
                <a:gd name="connsiteY0" fmla="*/ 1816003 h 4263940"/>
                <a:gd name="connsiteX1" fmla="*/ 3634811 w 3634811"/>
                <a:gd name="connsiteY1" fmla="*/ 0 h 4263940"/>
                <a:gd name="connsiteX2" fmla="*/ 3566572 w 3634811"/>
                <a:gd name="connsiteY2" fmla="*/ 220354 h 4263940"/>
                <a:gd name="connsiteX3" fmla="*/ 2584219 w 3634811"/>
                <a:gd name="connsiteY3" fmla="*/ 4040590 h 4263940"/>
                <a:gd name="connsiteX4" fmla="*/ 810010 w 3634811"/>
                <a:gd name="connsiteY4" fmla="*/ 3822224 h 4263940"/>
                <a:gd name="connsiteX5" fmla="*/ 223156 w 3634811"/>
                <a:gd name="connsiteY5" fmla="*/ 2935120 h 4263940"/>
                <a:gd name="connsiteX6" fmla="*/ 182213 w 3634811"/>
                <a:gd name="connsiteY6" fmla="*/ 2334619 h 4263940"/>
                <a:gd name="connsiteX7" fmla="*/ 182213 w 3634811"/>
                <a:gd name="connsiteY7" fmla="*/ 1665878 h 4263940"/>
                <a:gd name="connsiteX8" fmla="*/ 841853 w 3634811"/>
                <a:gd name="connsiteY8" fmla="*/ 2144689 h 4263940"/>
                <a:gd name="connsiteX9" fmla="*/ 2311263 w 3634811"/>
                <a:gd name="connsiteY9" fmla="*/ 1816003 h 4263940"/>
                <a:gd name="connsiteX0" fmla="*/ 2311263 w 3756769"/>
                <a:gd name="connsiteY0" fmla="*/ 2155249 h 4603186"/>
                <a:gd name="connsiteX1" fmla="*/ 3634811 w 3756769"/>
                <a:gd name="connsiteY1" fmla="*/ 339246 h 4603186"/>
                <a:gd name="connsiteX2" fmla="*/ 3566572 w 3756769"/>
                <a:gd name="connsiteY2" fmla="*/ 559600 h 4603186"/>
                <a:gd name="connsiteX3" fmla="*/ 2584219 w 3756769"/>
                <a:gd name="connsiteY3" fmla="*/ 4379836 h 4603186"/>
                <a:gd name="connsiteX4" fmla="*/ 810010 w 3756769"/>
                <a:gd name="connsiteY4" fmla="*/ 4161470 h 4603186"/>
                <a:gd name="connsiteX5" fmla="*/ 223156 w 3756769"/>
                <a:gd name="connsiteY5" fmla="*/ 3274366 h 4603186"/>
                <a:gd name="connsiteX6" fmla="*/ 182213 w 3756769"/>
                <a:gd name="connsiteY6" fmla="*/ 2673865 h 4603186"/>
                <a:gd name="connsiteX7" fmla="*/ 182213 w 3756769"/>
                <a:gd name="connsiteY7" fmla="*/ 2005124 h 4603186"/>
                <a:gd name="connsiteX8" fmla="*/ 841853 w 3756769"/>
                <a:gd name="connsiteY8" fmla="*/ 2483935 h 4603186"/>
                <a:gd name="connsiteX9" fmla="*/ 2311263 w 3756769"/>
                <a:gd name="connsiteY9" fmla="*/ 2155249 h 4603186"/>
                <a:gd name="connsiteX0" fmla="*/ 2311263 w 3634811"/>
                <a:gd name="connsiteY0" fmla="*/ 240995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311263 w 3634811"/>
                <a:gd name="connsiteY10" fmla="*/ 240995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314345 h 4885112"/>
                <a:gd name="connsiteX1" fmla="*/ 2816230 w 3634811"/>
                <a:gd name="connsiteY1" fmla="*/ 89760 h 4885112"/>
                <a:gd name="connsiteX2" fmla="*/ 3634811 w 3634811"/>
                <a:gd name="connsiteY2" fmla="*/ 621172 h 4885112"/>
                <a:gd name="connsiteX3" fmla="*/ 3566572 w 3634811"/>
                <a:gd name="connsiteY3" fmla="*/ 841526 h 4885112"/>
                <a:gd name="connsiteX4" fmla="*/ 2584219 w 3634811"/>
                <a:gd name="connsiteY4" fmla="*/ 4661762 h 4885112"/>
                <a:gd name="connsiteX5" fmla="*/ 810010 w 3634811"/>
                <a:gd name="connsiteY5" fmla="*/ 4443396 h 4885112"/>
                <a:gd name="connsiteX6" fmla="*/ 223156 w 3634811"/>
                <a:gd name="connsiteY6" fmla="*/ 3556292 h 4885112"/>
                <a:gd name="connsiteX7" fmla="*/ 182213 w 3634811"/>
                <a:gd name="connsiteY7" fmla="*/ 2955791 h 4885112"/>
                <a:gd name="connsiteX8" fmla="*/ 182213 w 3634811"/>
                <a:gd name="connsiteY8" fmla="*/ 2287050 h 4885112"/>
                <a:gd name="connsiteX9" fmla="*/ 855501 w 3634811"/>
                <a:gd name="connsiteY9" fmla="*/ 2724918 h 4885112"/>
                <a:gd name="connsiteX10" fmla="*/ 2502331 w 3634811"/>
                <a:gd name="connsiteY10" fmla="*/ 2314345 h 4885112"/>
                <a:gd name="connsiteX0" fmla="*/ 2502331 w 3634811"/>
                <a:gd name="connsiteY0" fmla="*/ 2309662 h 4880429"/>
                <a:gd name="connsiteX1" fmla="*/ 2816230 w 3634811"/>
                <a:gd name="connsiteY1" fmla="*/ 85077 h 4880429"/>
                <a:gd name="connsiteX2" fmla="*/ 3634811 w 3634811"/>
                <a:gd name="connsiteY2" fmla="*/ 616489 h 4880429"/>
                <a:gd name="connsiteX3" fmla="*/ 3566572 w 3634811"/>
                <a:gd name="connsiteY3" fmla="*/ 836843 h 4880429"/>
                <a:gd name="connsiteX4" fmla="*/ 2584219 w 3634811"/>
                <a:gd name="connsiteY4" fmla="*/ 4657079 h 4880429"/>
                <a:gd name="connsiteX5" fmla="*/ 810010 w 3634811"/>
                <a:gd name="connsiteY5" fmla="*/ 4438713 h 4880429"/>
                <a:gd name="connsiteX6" fmla="*/ 223156 w 3634811"/>
                <a:gd name="connsiteY6" fmla="*/ 3551609 h 4880429"/>
                <a:gd name="connsiteX7" fmla="*/ 182213 w 3634811"/>
                <a:gd name="connsiteY7" fmla="*/ 2951108 h 4880429"/>
                <a:gd name="connsiteX8" fmla="*/ 182213 w 3634811"/>
                <a:gd name="connsiteY8" fmla="*/ 2282367 h 4880429"/>
                <a:gd name="connsiteX9" fmla="*/ 855501 w 3634811"/>
                <a:gd name="connsiteY9" fmla="*/ 2720235 h 4880429"/>
                <a:gd name="connsiteX10" fmla="*/ 2502331 w 3634811"/>
                <a:gd name="connsiteY10" fmla="*/ 2309662 h 4880429"/>
                <a:gd name="connsiteX0" fmla="*/ 2502331 w 3634811"/>
                <a:gd name="connsiteY0" fmla="*/ 2348426 h 4919193"/>
                <a:gd name="connsiteX1" fmla="*/ 2816230 w 3634811"/>
                <a:gd name="connsiteY1" fmla="*/ 123841 h 4919193"/>
                <a:gd name="connsiteX2" fmla="*/ 3634811 w 3634811"/>
                <a:gd name="connsiteY2" fmla="*/ 655253 h 4919193"/>
                <a:gd name="connsiteX3" fmla="*/ 3566572 w 3634811"/>
                <a:gd name="connsiteY3" fmla="*/ 875607 h 4919193"/>
                <a:gd name="connsiteX4" fmla="*/ 2584219 w 3634811"/>
                <a:gd name="connsiteY4" fmla="*/ 4695843 h 4919193"/>
                <a:gd name="connsiteX5" fmla="*/ 810010 w 3634811"/>
                <a:gd name="connsiteY5" fmla="*/ 4477477 h 4919193"/>
                <a:gd name="connsiteX6" fmla="*/ 223156 w 3634811"/>
                <a:gd name="connsiteY6" fmla="*/ 3590373 h 4919193"/>
                <a:gd name="connsiteX7" fmla="*/ 182213 w 3634811"/>
                <a:gd name="connsiteY7" fmla="*/ 2989872 h 4919193"/>
                <a:gd name="connsiteX8" fmla="*/ 182213 w 3634811"/>
                <a:gd name="connsiteY8" fmla="*/ 2321131 h 4919193"/>
                <a:gd name="connsiteX9" fmla="*/ 855501 w 3634811"/>
                <a:gd name="connsiteY9" fmla="*/ 2758999 h 4919193"/>
                <a:gd name="connsiteX10" fmla="*/ 2502331 w 3634811"/>
                <a:gd name="connsiteY10" fmla="*/ 2348426 h 4919193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92360"/>
                <a:gd name="connsiteX1" fmla="*/ 2816230 w 3866823"/>
                <a:gd name="connsiteY1" fmla="*/ 119182 h 4992360"/>
                <a:gd name="connsiteX2" fmla="*/ 3866823 w 3866823"/>
                <a:gd name="connsiteY2" fmla="*/ 705185 h 4992360"/>
                <a:gd name="connsiteX3" fmla="*/ 3566572 w 3866823"/>
                <a:gd name="connsiteY3" fmla="*/ 870948 h 4992360"/>
                <a:gd name="connsiteX4" fmla="*/ 2584219 w 3866823"/>
                <a:gd name="connsiteY4" fmla="*/ 4691184 h 4992360"/>
                <a:gd name="connsiteX5" fmla="*/ 2106547 w 3866823"/>
                <a:gd name="connsiteY5" fmla="*/ 4663886 h 4992360"/>
                <a:gd name="connsiteX6" fmla="*/ 810010 w 3866823"/>
                <a:gd name="connsiteY6" fmla="*/ 4472818 h 4992360"/>
                <a:gd name="connsiteX7" fmla="*/ 223156 w 3866823"/>
                <a:gd name="connsiteY7" fmla="*/ 3585714 h 4992360"/>
                <a:gd name="connsiteX8" fmla="*/ 182213 w 3866823"/>
                <a:gd name="connsiteY8" fmla="*/ 2985213 h 4992360"/>
                <a:gd name="connsiteX9" fmla="*/ 182213 w 3866823"/>
                <a:gd name="connsiteY9" fmla="*/ 2316472 h 4992360"/>
                <a:gd name="connsiteX10" fmla="*/ 855501 w 3866823"/>
                <a:gd name="connsiteY10" fmla="*/ 2754340 h 4992360"/>
                <a:gd name="connsiteX11" fmla="*/ 2502331 w 3866823"/>
                <a:gd name="connsiteY11" fmla="*/ 2343767 h 4992360"/>
                <a:gd name="connsiteX0" fmla="*/ 2451563 w 3816055"/>
                <a:gd name="connsiteY0" fmla="*/ 2343767 h 4992360"/>
                <a:gd name="connsiteX1" fmla="*/ 2765462 w 3816055"/>
                <a:gd name="connsiteY1" fmla="*/ 119182 h 4992360"/>
                <a:gd name="connsiteX2" fmla="*/ 3816055 w 3816055"/>
                <a:gd name="connsiteY2" fmla="*/ 705185 h 4992360"/>
                <a:gd name="connsiteX3" fmla="*/ 3515804 w 3816055"/>
                <a:gd name="connsiteY3" fmla="*/ 870948 h 4992360"/>
                <a:gd name="connsiteX4" fmla="*/ 2533451 w 3816055"/>
                <a:gd name="connsiteY4" fmla="*/ 4691184 h 4992360"/>
                <a:gd name="connsiteX5" fmla="*/ 2055779 w 3816055"/>
                <a:gd name="connsiteY5" fmla="*/ 4663886 h 4992360"/>
                <a:gd name="connsiteX6" fmla="*/ 759242 w 3816055"/>
                <a:gd name="connsiteY6" fmla="*/ 4472818 h 4992360"/>
                <a:gd name="connsiteX7" fmla="*/ 172388 w 3816055"/>
                <a:gd name="connsiteY7" fmla="*/ 3585714 h 4992360"/>
                <a:gd name="connsiteX8" fmla="*/ 131445 w 3816055"/>
                <a:gd name="connsiteY8" fmla="*/ 2985213 h 4992360"/>
                <a:gd name="connsiteX9" fmla="*/ 131445 w 3816055"/>
                <a:gd name="connsiteY9" fmla="*/ 2316472 h 4992360"/>
                <a:gd name="connsiteX10" fmla="*/ 804733 w 3816055"/>
                <a:gd name="connsiteY10" fmla="*/ 2754340 h 4992360"/>
                <a:gd name="connsiteX11" fmla="*/ 2451563 w 3816055"/>
                <a:gd name="connsiteY11" fmla="*/ 2343767 h 4992360"/>
                <a:gd name="connsiteX0" fmla="*/ 2556546 w 3921038"/>
                <a:gd name="connsiteY0" fmla="*/ 2343767 h 4992360"/>
                <a:gd name="connsiteX1" fmla="*/ 2870445 w 3921038"/>
                <a:gd name="connsiteY1" fmla="*/ 119182 h 4992360"/>
                <a:gd name="connsiteX2" fmla="*/ 3921038 w 3921038"/>
                <a:gd name="connsiteY2" fmla="*/ 705185 h 4992360"/>
                <a:gd name="connsiteX3" fmla="*/ 3620787 w 3921038"/>
                <a:gd name="connsiteY3" fmla="*/ 870948 h 4992360"/>
                <a:gd name="connsiteX4" fmla="*/ 2638434 w 3921038"/>
                <a:gd name="connsiteY4" fmla="*/ 4691184 h 4992360"/>
                <a:gd name="connsiteX5" fmla="*/ 2160762 w 3921038"/>
                <a:gd name="connsiteY5" fmla="*/ 4663886 h 4992360"/>
                <a:gd name="connsiteX6" fmla="*/ 864225 w 3921038"/>
                <a:gd name="connsiteY6" fmla="*/ 4472818 h 4992360"/>
                <a:gd name="connsiteX7" fmla="*/ 277371 w 3921038"/>
                <a:gd name="connsiteY7" fmla="*/ 3585714 h 4992360"/>
                <a:gd name="connsiteX8" fmla="*/ 236428 w 3921038"/>
                <a:gd name="connsiteY8" fmla="*/ 2985213 h 4992360"/>
                <a:gd name="connsiteX9" fmla="*/ 236428 w 3921038"/>
                <a:gd name="connsiteY9" fmla="*/ 2316472 h 4992360"/>
                <a:gd name="connsiteX10" fmla="*/ 909716 w 3921038"/>
                <a:gd name="connsiteY10" fmla="*/ 2754340 h 4992360"/>
                <a:gd name="connsiteX11" fmla="*/ 2556546 w 3921038"/>
                <a:gd name="connsiteY11" fmla="*/ 2343767 h 4992360"/>
                <a:gd name="connsiteX0" fmla="*/ 2451563 w 3816055"/>
                <a:gd name="connsiteY0" fmla="*/ 2343767 h 4992360"/>
                <a:gd name="connsiteX1" fmla="*/ 2765462 w 3816055"/>
                <a:gd name="connsiteY1" fmla="*/ 119182 h 4992360"/>
                <a:gd name="connsiteX2" fmla="*/ 3816055 w 3816055"/>
                <a:gd name="connsiteY2" fmla="*/ 705185 h 4992360"/>
                <a:gd name="connsiteX3" fmla="*/ 3515804 w 3816055"/>
                <a:gd name="connsiteY3" fmla="*/ 870948 h 4992360"/>
                <a:gd name="connsiteX4" fmla="*/ 2533451 w 3816055"/>
                <a:gd name="connsiteY4" fmla="*/ 4691184 h 4992360"/>
                <a:gd name="connsiteX5" fmla="*/ 2055779 w 3816055"/>
                <a:gd name="connsiteY5" fmla="*/ 4663886 h 4992360"/>
                <a:gd name="connsiteX6" fmla="*/ 759242 w 3816055"/>
                <a:gd name="connsiteY6" fmla="*/ 4472818 h 4992360"/>
                <a:gd name="connsiteX7" fmla="*/ 172388 w 3816055"/>
                <a:gd name="connsiteY7" fmla="*/ 3585714 h 4992360"/>
                <a:gd name="connsiteX8" fmla="*/ 131445 w 3816055"/>
                <a:gd name="connsiteY8" fmla="*/ 2985213 h 4992360"/>
                <a:gd name="connsiteX9" fmla="*/ 131445 w 3816055"/>
                <a:gd name="connsiteY9" fmla="*/ 2316472 h 4992360"/>
                <a:gd name="connsiteX10" fmla="*/ 804733 w 3816055"/>
                <a:gd name="connsiteY10" fmla="*/ 2754340 h 4992360"/>
                <a:gd name="connsiteX11" fmla="*/ 2451563 w 3816055"/>
                <a:gd name="connsiteY11" fmla="*/ 2343767 h 4992360"/>
                <a:gd name="connsiteX0" fmla="*/ 2513527 w 3878019"/>
                <a:gd name="connsiteY0" fmla="*/ 2343767 h 4992360"/>
                <a:gd name="connsiteX1" fmla="*/ 2827426 w 3878019"/>
                <a:gd name="connsiteY1" fmla="*/ 119182 h 4992360"/>
                <a:gd name="connsiteX2" fmla="*/ 3878019 w 3878019"/>
                <a:gd name="connsiteY2" fmla="*/ 705185 h 4992360"/>
                <a:gd name="connsiteX3" fmla="*/ 3577768 w 3878019"/>
                <a:gd name="connsiteY3" fmla="*/ 870948 h 4992360"/>
                <a:gd name="connsiteX4" fmla="*/ 2595415 w 3878019"/>
                <a:gd name="connsiteY4" fmla="*/ 4691184 h 4992360"/>
                <a:gd name="connsiteX5" fmla="*/ 2117743 w 3878019"/>
                <a:gd name="connsiteY5" fmla="*/ 4663886 h 4992360"/>
                <a:gd name="connsiteX6" fmla="*/ 821206 w 3878019"/>
                <a:gd name="connsiteY6" fmla="*/ 4472818 h 4992360"/>
                <a:gd name="connsiteX7" fmla="*/ 234352 w 3878019"/>
                <a:gd name="connsiteY7" fmla="*/ 3585714 h 4992360"/>
                <a:gd name="connsiteX8" fmla="*/ 179 w 3878019"/>
                <a:gd name="connsiteY8" fmla="*/ 2905486 h 4992360"/>
                <a:gd name="connsiteX9" fmla="*/ 193409 w 3878019"/>
                <a:gd name="connsiteY9" fmla="*/ 2985213 h 4992360"/>
                <a:gd name="connsiteX10" fmla="*/ 193409 w 3878019"/>
                <a:gd name="connsiteY10" fmla="*/ 2316472 h 4992360"/>
                <a:gd name="connsiteX11" fmla="*/ 866697 w 3878019"/>
                <a:gd name="connsiteY11" fmla="*/ 2754340 h 4992360"/>
                <a:gd name="connsiteX12" fmla="*/ 2513527 w 3878019"/>
                <a:gd name="connsiteY12" fmla="*/ 2343767 h 4992360"/>
                <a:gd name="connsiteX0" fmla="*/ 2513571 w 3878063"/>
                <a:gd name="connsiteY0" fmla="*/ 2343767 h 4992360"/>
                <a:gd name="connsiteX1" fmla="*/ 2827470 w 3878063"/>
                <a:gd name="connsiteY1" fmla="*/ 119182 h 4992360"/>
                <a:gd name="connsiteX2" fmla="*/ 3878063 w 3878063"/>
                <a:gd name="connsiteY2" fmla="*/ 705185 h 4992360"/>
                <a:gd name="connsiteX3" fmla="*/ 3577812 w 3878063"/>
                <a:gd name="connsiteY3" fmla="*/ 870948 h 4992360"/>
                <a:gd name="connsiteX4" fmla="*/ 2595459 w 3878063"/>
                <a:gd name="connsiteY4" fmla="*/ 4691184 h 4992360"/>
                <a:gd name="connsiteX5" fmla="*/ 2117787 w 3878063"/>
                <a:gd name="connsiteY5" fmla="*/ 4663886 h 4992360"/>
                <a:gd name="connsiteX6" fmla="*/ 821250 w 3878063"/>
                <a:gd name="connsiteY6" fmla="*/ 4472818 h 4992360"/>
                <a:gd name="connsiteX7" fmla="*/ 234396 w 3878063"/>
                <a:gd name="connsiteY7" fmla="*/ 3585714 h 4992360"/>
                <a:gd name="connsiteX8" fmla="*/ 223 w 3878063"/>
                <a:gd name="connsiteY8" fmla="*/ 2905486 h 4992360"/>
                <a:gd name="connsiteX9" fmla="*/ 193453 w 3878063"/>
                <a:gd name="connsiteY9" fmla="*/ 2985213 h 4992360"/>
                <a:gd name="connsiteX10" fmla="*/ 193453 w 3878063"/>
                <a:gd name="connsiteY10" fmla="*/ 2316472 h 4992360"/>
                <a:gd name="connsiteX11" fmla="*/ 866741 w 3878063"/>
                <a:gd name="connsiteY11" fmla="*/ 2754340 h 4992360"/>
                <a:gd name="connsiteX12" fmla="*/ 2513571 w 3878063"/>
                <a:gd name="connsiteY12" fmla="*/ 2343767 h 4992360"/>
                <a:gd name="connsiteX0" fmla="*/ 2513348 w 3877840"/>
                <a:gd name="connsiteY0" fmla="*/ 2343767 h 4992360"/>
                <a:gd name="connsiteX1" fmla="*/ 2827247 w 3877840"/>
                <a:gd name="connsiteY1" fmla="*/ 119182 h 4992360"/>
                <a:gd name="connsiteX2" fmla="*/ 3877840 w 3877840"/>
                <a:gd name="connsiteY2" fmla="*/ 705185 h 4992360"/>
                <a:gd name="connsiteX3" fmla="*/ 3577589 w 3877840"/>
                <a:gd name="connsiteY3" fmla="*/ 870948 h 4992360"/>
                <a:gd name="connsiteX4" fmla="*/ 2595236 w 3877840"/>
                <a:gd name="connsiteY4" fmla="*/ 4691184 h 4992360"/>
                <a:gd name="connsiteX5" fmla="*/ 2117564 w 3877840"/>
                <a:gd name="connsiteY5" fmla="*/ 4663886 h 4992360"/>
                <a:gd name="connsiteX6" fmla="*/ 821027 w 3877840"/>
                <a:gd name="connsiteY6" fmla="*/ 4472818 h 4992360"/>
                <a:gd name="connsiteX7" fmla="*/ 234173 w 3877840"/>
                <a:gd name="connsiteY7" fmla="*/ 3585714 h 4992360"/>
                <a:gd name="connsiteX8" fmla="*/ 0 w 3877840"/>
                <a:gd name="connsiteY8" fmla="*/ 2905486 h 4992360"/>
                <a:gd name="connsiteX9" fmla="*/ 193230 w 3877840"/>
                <a:gd name="connsiteY9" fmla="*/ 2985213 h 4992360"/>
                <a:gd name="connsiteX10" fmla="*/ 193230 w 3877840"/>
                <a:gd name="connsiteY10" fmla="*/ 2316472 h 4992360"/>
                <a:gd name="connsiteX11" fmla="*/ 866518 w 3877840"/>
                <a:gd name="connsiteY11" fmla="*/ 2754340 h 4992360"/>
                <a:gd name="connsiteX12" fmla="*/ 2513348 w 3877840"/>
                <a:gd name="connsiteY12" fmla="*/ 2343767 h 4992360"/>
                <a:gd name="connsiteX0" fmla="*/ 2536046 w 3900538"/>
                <a:gd name="connsiteY0" fmla="*/ 2343767 h 4992360"/>
                <a:gd name="connsiteX1" fmla="*/ 2849945 w 3900538"/>
                <a:gd name="connsiteY1" fmla="*/ 119182 h 4992360"/>
                <a:gd name="connsiteX2" fmla="*/ 3900538 w 3900538"/>
                <a:gd name="connsiteY2" fmla="*/ 705185 h 4992360"/>
                <a:gd name="connsiteX3" fmla="*/ 3600287 w 3900538"/>
                <a:gd name="connsiteY3" fmla="*/ 870948 h 4992360"/>
                <a:gd name="connsiteX4" fmla="*/ 2617934 w 3900538"/>
                <a:gd name="connsiteY4" fmla="*/ 4691184 h 4992360"/>
                <a:gd name="connsiteX5" fmla="*/ 2140262 w 3900538"/>
                <a:gd name="connsiteY5" fmla="*/ 4663886 h 4992360"/>
                <a:gd name="connsiteX6" fmla="*/ 843725 w 3900538"/>
                <a:gd name="connsiteY6" fmla="*/ 4472818 h 4992360"/>
                <a:gd name="connsiteX7" fmla="*/ 256871 w 3900538"/>
                <a:gd name="connsiteY7" fmla="*/ 3585714 h 4992360"/>
                <a:gd name="connsiteX8" fmla="*/ 22698 w 3900538"/>
                <a:gd name="connsiteY8" fmla="*/ 2905486 h 4992360"/>
                <a:gd name="connsiteX9" fmla="*/ 215928 w 3900538"/>
                <a:gd name="connsiteY9" fmla="*/ 2985213 h 4992360"/>
                <a:gd name="connsiteX10" fmla="*/ 215928 w 3900538"/>
                <a:gd name="connsiteY10" fmla="*/ 2316472 h 4992360"/>
                <a:gd name="connsiteX11" fmla="*/ 889216 w 3900538"/>
                <a:gd name="connsiteY11" fmla="*/ 2754340 h 4992360"/>
                <a:gd name="connsiteX12" fmla="*/ 2536046 w 3900538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848287 w 3905100"/>
                <a:gd name="connsiteY6" fmla="*/ 4472818 h 4992360"/>
                <a:gd name="connsiteX7" fmla="*/ 261433 w 3905100"/>
                <a:gd name="connsiteY7" fmla="*/ 3585714 h 4992360"/>
                <a:gd name="connsiteX8" fmla="*/ 27260 w 3905100"/>
                <a:gd name="connsiteY8" fmla="*/ 2905486 h 4992360"/>
                <a:gd name="connsiteX9" fmla="*/ 220490 w 3905100"/>
                <a:gd name="connsiteY9" fmla="*/ 2985213 h 4992360"/>
                <a:gd name="connsiteX10" fmla="*/ 220490 w 3905100"/>
                <a:gd name="connsiteY10" fmla="*/ 2316472 h 4992360"/>
                <a:gd name="connsiteX11" fmla="*/ 893778 w 3905100"/>
                <a:gd name="connsiteY11" fmla="*/ 2754340 h 4992360"/>
                <a:gd name="connsiteX12" fmla="*/ 2540608 w 3905100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848287 w 3905100"/>
                <a:gd name="connsiteY6" fmla="*/ 4472818 h 4992360"/>
                <a:gd name="connsiteX7" fmla="*/ 261433 w 3905100"/>
                <a:gd name="connsiteY7" fmla="*/ 3585714 h 4992360"/>
                <a:gd name="connsiteX8" fmla="*/ 27260 w 3905100"/>
                <a:gd name="connsiteY8" fmla="*/ 2905486 h 4992360"/>
                <a:gd name="connsiteX9" fmla="*/ 220490 w 3905100"/>
                <a:gd name="connsiteY9" fmla="*/ 2985213 h 4992360"/>
                <a:gd name="connsiteX10" fmla="*/ 220490 w 3905100"/>
                <a:gd name="connsiteY10" fmla="*/ 2316472 h 4992360"/>
                <a:gd name="connsiteX11" fmla="*/ 893778 w 3905100"/>
                <a:gd name="connsiteY11" fmla="*/ 2754340 h 4992360"/>
                <a:gd name="connsiteX12" fmla="*/ 2540608 w 3905100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100" h="4810476">
                  <a:moveTo>
                    <a:pt x="2540608" y="2343767"/>
                  </a:moveTo>
                  <a:cubicBezTo>
                    <a:pt x="3138078" y="1499691"/>
                    <a:pt x="2210835" y="476440"/>
                    <a:pt x="2854507" y="119182"/>
                  </a:cubicBezTo>
                  <a:cubicBezTo>
                    <a:pt x="3866669" y="-360905"/>
                    <a:pt x="3843733" y="768685"/>
                    <a:pt x="3905100" y="705185"/>
                  </a:cubicBezTo>
                  <a:lnTo>
                    <a:pt x="3604849" y="870948"/>
                  </a:lnTo>
                  <a:cubicBezTo>
                    <a:pt x="2922557" y="1257257"/>
                    <a:pt x="4574030" y="3554248"/>
                    <a:pt x="2622496" y="4691184"/>
                  </a:cubicBezTo>
                  <a:cubicBezTo>
                    <a:pt x="2231422" y="4787438"/>
                    <a:pt x="2288125" y="4730760"/>
                    <a:pt x="2144824" y="4663886"/>
                  </a:cubicBezTo>
                  <a:cubicBezTo>
                    <a:pt x="1912945" y="4648210"/>
                    <a:pt x="1729248" y="5025211"/>
                    <a:pt x="1215979" y="4627606"/>
                  </a:cubicBezTo>
                  <a:cubicBezTo>
                    <a:pt x="999890" y="4595761"/>
                    <a:pt x="1078498" y="4618527"/>
                    <a:pt x="848287" y="4472818"/>
                  </a:cubicBezTo>
                  <a:cubicBezTo>
                    <a:pt x="534256" y="4266149"/>
                    <a:pt x="49021" y="3483716"/>
                    <a:pt x="261433" y="3585714"/>
                  </a:cubicBezTo>
                  <a:cubicBezTo>
                    <a:pt x="92845" y="3382912"/>
                    <a:pt x="-64976" y="3051289"/>
                    <a:pt x="27260" y="2905486"/>
                  </a:cubicBezTo>
                  <a:cubicBezTo>
                    <a:pt x="43296" y="2858743"/>
                    <a:pt x="171775" y="3019882"/>
                    <a:pt x="220490" y="2985213"/>
                  </a:cubicBezTo>
                  <a:cubicBezTo>
                    <a:pt x="-65544" y="2604668"/>
                    <a:pt x="201535" y="2327655"/>
                    <a:pt x="220490" y="2316472"/>
                  </a:cubicBezTo>
                  <a:cubicBezTo>
                    <a:pt x="399427" y="2517019"/>
                    <a:pt x="441886" y="2567441"/>
                    <a:pt x="893778" y="2754340"/>
                  </a:cubicBezTo>
                  <a:cubicBezTo>
                    <a:pt x="1679284" y="2344527"/>
                    <a:pt x="2464787" y="2466978"/>
                    <a:pt x="2540608" y="2343767"/>
                  </a:cubicBezTo>
                  <a:close/>
                </a:path>
              </a:pathLst>
            </a:custGeom>
            <a:solidFill>
              <a:srgbClr val="FBF6F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83325A0-E1D2-DE40-3054-83A8A18E15C6}"/>
                </a:ext>
              </a:extLst>
            </p:cNvPr>
            <p:cNvSpPr/>
            <p:nvPr/>
          </p:nvSpPr>
          <p:spPr>
            <a:xfrm>
              <a:off x="7312263" y="1132928"/>
              <a:ext cx="796277" cy="626809"/>
            </a:xfrm>
            <a:custGeom>
              <a:avLst/>
              <a:gdLst>
                <a:gd name="connsiteX0" fmla="*/ 0 w 306601"/>
                <a:gd name="connsiteY0" fmla="*/ 0 h 292100"/>
                <a:gd name="connsiteX1" fmla="*/ 306601 w 306601"/>
                <a:gd name="connsiteY1" fmla="*/ 0 h 292100"/>
                <a:gd name="connsiteX2" fmla="*/ 306601 w 306601"/>
                <a:gd name="connsiteY2" fmla="*/ 292100 h 292100"/>
                <a:gd name="connsiteX3" fmla="*/ 0 w 306601"/>
                <a:gd name="connsiteY3" fmla="*/ 292100 h 292100"/>
                <a:gd name="connsiteX4" fmla="*/ 0 w 306601"/>
                <a:gd name="connsiteY4" fmla="*/ 0 h 292100"/>
                <a:gd name="connsiteX0" fmla="*/ 0 w 354226"/>
                <a:gd name="connsiteY0" fmla="*/ 9525 h 301625"/>
                <a:gd name="connsiteX1" fmla="*/ 354226 w 354226"/>
                <a:gd name="connsiteY1" fmla="*/ 0 h 301625"/>
                <a:gd name="connsiteX2" fmla="*/ 306601 w 354226"/>
                <a:gd name="connsiteY2" fmla="*/ 301625 h 301625"/>
                <a:gd name="connsiteX3" fmla="*/ 0 w 354226"/>
                <a:gd name="connsiteY3" fmla="*/ 301625 h 301625"/>
                <a:gd name="connsiteX4" fmla="*/ 0 w 354226"/>
                <a:gd name="connsiteY4" fmla="*/ 9525 h 301625"/>
                <a:gd name="connsiteX0" fmla="*/ 0 w 516151"/>
                <a:gd name="connsiteY0" fmla="*/ 280988 h 301625"/>
                <a:gd name="connsiteX1" fmla="*/ 516151 w 516151"/>
                <a:gd name="connsiteY1" fmla="*/ 0 h 301625"/>
                <a:gd name="connsiteX2" fmla="*/ 468526 w 516151"/>
                <a:gd name="connsiteY2" fmla="*/ 301625 h 301625"/>
                <a:gd name="connsiteX3" fmla="*/ 161925 w 516151"/>
                <a:gd name="connsiteY3" fmla="*/ 301625 h 301625"/>
                <a:gd name="connsiteX4" fmla="*/ 0 w 516151"/>
                <a:gd name="connsiteY4" fmla="*/ 280988 h 301625"/>
                <a:gd name="connsiteX0" fmla="*/ 0 w 516151"/>
                <a:gd name="connsiteY0" fmla="*/ 330672 h 351309"/>
                <a:gd name="connsiteX1" fmla="*/ 516151 w 516151"/>
                <a:gd name="connsiteY1" fmla="*/ 49684 h 351309"/>
                <a:gd name="connsiteX2" fmla="*/ 468526 w 516151"/>
                <a:gd name="connsiteY2" fmla="*/ 351309 h 351309"/>
                <a:gd name="connsiteX3" fmla="*/ 161925 w 516151"/>
                <a:gd name="connsiteY3" fmla="*/ 351309 h 351309"/>
                <a:gd name="connsiteX4" fmla="*/ 0 w 516151"/>
                <a:gd name="connsiteY4" fmla="*/ 330672 h 351309"/>
                <a:gd name="connsiteX0" fmla="*/ 0 w 516151"/>
                <a:gd name="connsiteY0" fmla="*/ 424740 h 445377"/>
                <a:gd name="connsiteX1" fmla="*/ 516151 w 516151"/>
                <a:gd name="connsiteY1" fmla="*/ 143752 h 445377"/>
                <a:gd name="connsiteX2" fmla="*/ 468526 w 516151"/>
                <a:gd name="connsiteY2" fmla="*/ 445377 h 445377"/>
                <a:gd name="connsiteX3" fmla="*/ 161925 w 516151"/>
                <a:gd name="connsiteY3" fmla="*/ 445377 h 445377"/>
                <a:gd name="connsiteX4" fmla="*/ 0 w 516151"/>
                <a:gd name="connsiteY4" fmla="*/ 424740 h 445377"/>
                <a:gd name="connsiteX0" fmla="*/ 0 w 673314"/>
                <a:gd name="connsiteY0" fmla="*/ 424740 h 445377"/>
                <a:gd name="connsiteX1" fmla="*/ 516151 w 673314"/>
                <a:gd name="connsiteY1" fmla="*/ 143752 h 445377"/>
                <a:gd name="connsiteX2" fmla="*/ 673314 w 673314"/>
                <a:gd name="connsiteY2" fmla="*/ 350127 h 445377"/>
                <a:gd name="connsiteX3" fmla="*/ 161925 w 673314"/>
                <a:gd name="connsiteY3" fmla="*/ 445377 h 445377"/>
                <a:gd name="connsiteX4" fmla="*/ 0 w 673314"/>
                <a:gd name="connsiteY4" fmla="*/ 424740 h 445377"/>
                <a:gd name="connsiteX0" fmla="*/ 0 w 673314"/>
                <a:gd name="connsiteY0" fmla="*/ 424740 h 424740"/>
                <a:gd name="connsiteX1" fmla="*/ 516151 w 673314"/>
                <a:gd name="connsiteY1" fmla="*/ 143752 h 424740"/>
                <a:gd name="connsiteX2" fmla="*/ 673314 w 673314"/>
                <a:gd name="connsiteY2" fmla="*/ 350127 h 424740"/>
                <a:gd name="connsiteX3" fmla="*/ 0 w 673314"/>
                <a:gd name="connsiteY3" fmla="*/ 424740 h 424740"/>
                <a:gd name="connsiteX0" fmla="*/ 0 w 673314"/>
                <a:gd name="connsiteY0" fmla="*/ 424740 h 595632"/>
                <a:gd name="connsiteX1" fmla="*/ 516151 w 673314"/>
                <a:gd name="connsiteY1" fmla="*/ 143752 h 595632"/>
                <a:gd name="connsiteX2" fmla="*/ 673314 w 673314"/>
                <a:gd name="connsiteY2" fmla="*/ 350127 h 595632"/>
                <a:gd name="connsiteX3" fmla="*/ 0 w 673314"/>
                <a:gd name="connsiteY3" fmla="*/ 424740 h 595632"/>
                <a:gd name="connsiteX0" fmla="*/ 0 w 804659"/>
                <a:gd name="connsiteY0" fmla="*/ 424740 h 622585"/>
                <a:gd name="connsiteX1" fmla="*/ 516151 w 804659"/>
                <a:gd name="connsiteY1" fmla="*/ 143752 h 622585"/>
                <a:gd name="connsiteX2" fmla="*/ 673314 w 804659"/>
                <a:gd name="connsiteY2" fmla="*/ 350127 h 622585"/>
                <a:gd name="connsiteX3" fmla="*/ 0 w 804659"/>
                <a:gd name="connsiteY3" fmla="*/ 424740 h 622585"/>
                <a:gd name="connsiteX0" fmla="*/ 0 w 796277"/>
                <a:gd name="connsiteY0" fmla="*/ 424740 h 626809"/>
                <a:gd name="connsiteX1" fmla="*/ 516151 w 796277"/>
                <a:gd name="connsiteY1" fmla="*/ 143752 h 626809"/>
                <a:gd name="connsiteX2" fmla="*/ 673314 w 796277"/>
                <a:gd name="connsiteY2" fmla="*/ 350127 h 626809"/>
                <a:gd name="connsiteX3" fmla="*/ 0 w 796277"/>
                <a:gd name="connsiteY3" fmla="*/ 424740 h 62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277" h="626809">
                  <a:moveTo>
                    <a:pt x="0" y="424740"/>
                  </a:moveTo>
                  <a:cubicBezTo>
                    <a:pt x="133950" y="-168985"/>
                    <a:pt x="472688" y="-14997"/>
                    <a:pt x="516151" y="143752"/>
                  </a:cubicBezTo>
                  <a:lnTo>
                    <a:pt x="673314" y="350127"/>
                  </a:lnTo>
                  <a:cubicBezTo>
                    <a:pt x="1087051" y="498823"/>
                    <a:pt x="353025" y="847544"/>
                    <a:pt x="0" y="424740"/>
                  </a:cubicBezTo>
                  <a:close/>
                </a:path>
              </a:pathLst>
            </a:custGeom>
            <a:solidFill>
              <a:srgbClr val="F0CFA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3CEB36-353F-5850-C51E-F6045E890488}"/>
                </a:ext>
              </a:extLst>
            </p:cNvPr>
            <p:cNvSpPr/>
            <p:nvPr/>
          </p:nvSpPr>
          <p:spPr>
            <a:xfrm rot="1206432">
              <a:off x="6944471" y="888952"/>
              <a:ext cx="247542" cy="33572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94E5B94-5BB7-87E0-7778-675BF753AA54}"/>
                </a:ext>
              </a:extLst>
            </p:cNvPr>
            <p:cNvSpPr/>
            <p:nvPr/>
          </p:nvSpPr>
          <p:spPr>
            <a:xfrm rot="1206432">
              <a:off x="6982117" y="1002904"/>
              <a:ext cx="87454" cy="118606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F79ECD6-DA9C-DDC3-F5DA-E1C0126868A0}"/>
                </a:ext>
              </a:extLst>
            </p:cNvPr>
            <p:cNvSpPr/>
            <p:nvPr/>
          </p:nvSpPr>
          <p:spPr>
            <a:xfrm rot="1206432">
              <a:off x="7064433" y="940305"/>
              <a:ext cx="45719" cy="62005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220110D6-413E-6532-730A-84AFE7B47D50}"/>
                </a:ext>
              </a:extLst>
            </p:cNvPr>
            <p:cNvSpPr/>
            <p:nvPr/>
          </p:nvSpPr>
          <p:spPr>
            <a:xfrm>
              <a:off x="4505809" y="3438260"/>
              <a:ext cx="1760646" cy="1366518"/>
            </a:xfrm>
            <a:custGeom>
              <a:avLst/>
              <a:gdLst>
                <a:gd name="connsiteX0" fmla="*/ 0 w 589071"/>
                <a:gd name="connsiteY0" fmla="*/ 0 h 890590"/>
                <a:gd name="connsiteX1" fmla="*/ 589071 w 589071"/>
                <a:gd name="connsiteY1" fmla="*/ 0 h 890590"/>
                <a:gd name="connsiteX2" fmla="*/ 589071 w 589071"/>
                <a:gd name="connsiteY2" fmla="*/ 890590 h 890590"/>
                <a:gd name="connsiteX3" fmla="*/ 0 w 589071"/>
                <a:gd name="connsiteY3" fmla="*/ 890590 h 890590"/>
                <a:gd name="connsiteX4" fmla="*/ 0 w 589071"/>
                <a:gd name="connsiteY4" fmla="*/ 0 h 890590"/>
                <a:gd name="connsiteX0" fmla="*/ 0 w 2017821"/>
                <a:gd name="connsiteY0" fmla="*/ 542925 h 890590"/>
                <a:gd name="connsiteX1" fmla="*/ 2017821 w 2017821"/>
                <a:gd name="connsiteY1" fmla="*/ 0 h 890590"/>
                <a:gd name="connsiteX2" fmla="*/ 2017821 w 2017821"/>
                <a:gd name="connsiteY2" fmla="*/ 890590 h 890590"/>
                <a:gd name="connsiteX3" fmla="*/ 1428750 w 2017821"/>
                <a:gd name="connsiteY3" fmla="*/ 890590 h 890590"/>
                <a:gd name="connsiteX4" fmla="*/ 0 w 2017821"/>
                <a:gd name="connsiteY4" fmla="*/ 542925 h 890590"/>
                <a:gd name="connsiteX0" fmla="*/ 0 w 2017821"/>
                <a:gd name="connsiteY0" fmla="*/ 542925 h 890590"/>
                <a:gd name="connsiteX1" fmla="*/ 404329 w 2017821"/>
                <a:gd name="connsiteY1" fmla="*/ 455494 h 890590"/>
                <a:gd name="connsiteX2" fmla="*/ 2017821 w 2017821"/>
                <a:gd name="connsiteY2" fmla="*/ 0 h 890590"/>
                <a:gd name="connsiteX3" fmla="*/ 2017821 w 2017821"/>
                <a:gd name="connsiteY3" fmla="*/ 890590 h 890590"/>
                <a:gd name="connsiteX4" fmla="*/ 1428750 w 2017821"/>
                <a:gd name="connsiteY4" fmla="*/ 890590 h 890590"/>
                <a:gd name="connsiteX5" fmla="*/ 0 w 2017821"/>
                <a:gd name="connsiteY5" fmla="*/ 542925 h 890590"/>
                <a:gd name="connsiteX0" fmla="*/ 0 w 2017821"/>
                <a:gd name="connsiteY0" fmla="*/ 409575 h 757240"/>
                <a:gd name="connsiteX1" fmla="*/ 404329 w 2017821"/>
                <a:gd name="connsiteY1" fmla="*/ 322144 h 757240"/>
                <a:gd name="connsiteX2" fmla="*/ 1451083 w 2017821"/>
                <a:gd name="connsiteY2" fmla="*/ 0 h 757240"/>
                <a:gd name="connsiteX3" fmla="*/ 2017821 w 2017821"/>
                <a:gd name="connsiteY3" fmla="*/ 757240 h 757240"/>
                <a:gd name="connsiteX4" fmla="*/ 1428750 w 2017821"/>
                <a:gd name="connsiteY4" fmla="*/ 757240 h 757240"/>
                <a:gd name="connsiteX5" fmla="*/ 0 w 2017821"/>
                <a:gd name="connsiteY5" fmla="*/ 409575 h 757240"/>
                <a:gd name="connsiteX0" fmla="*/ 0 w 1760646"/>
                <a:gd name="connsiteY0" fmla="*/ 409575 h 1033465"/>
                <a:gd name="connsiteX1" fmla="*/ 404329 w 1760646"/>
                <a:gd name="connsiteY1" fmla="*/ 322144 h 1033465"/>
                <a:gd name="connsiteX2" fmla="*/ 1451083 w 1760646"/>
                <a:gd name="connsiteY2" fmla="*/ 0 h 1033465"/>
                <a:gd name="connsiteX3" fmla="*/ 1760646 w 1760646"/>
                <a:gd name="connsiteY3" fmla="*/ 1033465 h 1033465"/>
                <a:gd name="connsiteX4" fmla="*/ 1428750 w 1760646"/>
                <a:gd name="connsiteY4" fmla="*/ 757240 h 1033465"/>
                <a:gd name="connsiteX5" fmla="*/ 0 w 1760646"/>
                <a:gd name="connsiteY5" fmla="*/ 409575 h 1033465"/>
                <a:gd name="connsiteX0" fmla="*/ 0 w 1760646"/>
                <a:gd name="connsiteY0" fmla="*/ 409575 h 1195390"/>
                <a:gd name="connsiteX1" fmla="*/ 404329 w 1760646"/>
                <a:gd name="connsiteY1" fmla="*/ 322144 h 1195390"/>
                <a:gd name="connsiteX2" fmla="*/ 1451083 w 1760646"/>
                <a:gd name="connsiteY2" fmla="*/ 0 h 1195390"/>
                <a:gd name="connsiteX3" fmla="*/ 1760646 w 1760646"/>
                <a:gd name="connsiteY3" fmla="*/ 1033465 h 1195390"/>
                <a:gd name="connsiteX4" fmla="*/ 985838 w 1760646"/>
                <a:gd name="connsiteY4" fmla="*/ 1195390 h 1195390"/>
                <a:gd name="connsiteX5" fmla="*/ 0 w 1760646"/>
                <a:gd name="connsiteY5" fmla="*/ 409575 h 1195390"/>
                <a:gd name="connsiteX0" fmla="*/ 0 w 1760646"/>
                <a:gd name="connsiteY0" fmla="*/ 409575 h 1195390"/>
                <a:gd name="connsiteX1" fmla="*/ 404329 w 1760646"/>
                <a:gd name="connsiteY1" fmla="*/ 322144 h 1195390"/>
                <a:gd name="connsiteX2" fmla="*/ 1451083 w 1760646"/>
                <a:gd name="connsiteY2" fmla="*/ 0 h 1195390"/>
                <a:gd name="connsiteX3" fmla="*/ 1760646 w 1760646"/>
                <a:gd name="connsiteY3" fmla="*/ 1033465 h 1195390"/>
                <a:gd name="connsiteX4" fmla="*/ 985838 w 1760646"/>
                <a:gd name="connsiteY4" fmla="*/ 1195390 h 1195390"/>
                <a:gd name="connsiteX5" fmla="*/ 637691 w 1760646"/>
                <a:gd name="connsiteY5" fmla="*/ 926981 h 1195390"/>
                <a:gd name="connsiteX6" fmla="*/ 0 w 1760646"/>
                <a:gd name="connsiteY6" fmla="*/ 409575 h 1195390"/>
                <a:gd name="connsiteX0" fmla="*/ 0 w 1760646"/>
                <a:gd name="connsiteY0" fmla="*/ 419024 h 1204839"/>
                <a:gd name="connsiteX1" fmla="*/ 404329 w 1760646"/>
                <a:gd name="connsiteY1" fmla="*/ 331593 h 1204839"/>
                <a:gd name="connsiteX2" fmla="*/ 1451083 w 1760646"/>
                <a:gd name="connsiteY2" fmla="*/ 9449 h 1204839"/>
                <a:gd name="connsiteX3" fmla="*/ 1760646 w 1760646"/>
                <a:gd name="connsiteY3" fmla="*/ 1042914 h 1204839"/>
                <a:gd name="connsiteX4" fmla="*/ 985838 w 1760646"/>
                <a:gd name="connsiteY4" fmla="*/ 1204839 h 1204839"/>
                <a:gd name="connsiteX5" fmla="*/ 637691 w 1760646"/>
                <a:gd name="connsiteY5" fmla="*/ 936430 h 1204839"/>
                <a:gd name="connsiteX6" fmla="*/ 0 w 1760646"/>
                <a:gd name="connsiteY6" fmla="*/ 419024 h 120483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9518"/>
                <a:gd name="connsiteX1" fmla="*/ 404329 w 1760646"/>
                <a:gd name="connsiteY1" fmla="*/ 333643 h 1209518"/>
                <a:gd name="connsiteX2" fmla="*/ 1451083 w 1760646"/>
                <a:gd name="connsiteY2" fmla="*/ 11499 h 1209518"/>
                <a:gd name="connsiteX3" fmla="*/ 1760646 w 1760646"/>
                <a:gd name="connsiteY3" fmla="*/ 1044964 h 1209518"/>
                <a:gd name="connsiteX4" fmla="*/ 985838 w 1760646"/>
                <a:gd name="connsiteY4" fmla="*/ 1206889 h 1209518"/>
                <a:gd name="connsiteX5" fmla="*/ 637691 w 1760646"/>
                <a:gd name="connsiteY5" fmla="*/ 938480 h 1209518"/>
                <a:gd name="connsiteX6" fmla="*/ 0 w 1760646"/>
                <a:gd name="connsiteY6" fmla="*/ 421074 h 1209518"/>
                <a:gd name="connsiteX0" fmla="*/ 0 w 1760646"/>
                <a:gd name="connsiteY0" fmla="*/ 421074 h 1226213"/>
                <a:gd name="connsiteX1" fmla="*/ 404329 w 1760646"/>
                <a:gd name="connsiteY1" fmla="*/ 333643 h 1226213"/>
                <a:gd name="connsiteX2" fmla="*/ 1451083 w 1760646"/>
                <a:gd name="connsiteY2" fmla="*/ 11499 h 1226213"/>
                <a:gd name="connsiteX3" fmla="*/ 1760646 w 1760646"/>
                <a:gd name="connsiteY3" fmla="*/ 1044964 h 1226213"/>
                <a:gd name="connsiteX4" fmla="*/ 985838 w 1760646"/>
                <a:gd name="connsiteY4" fmla="*/ 1206889 h 1226213"/>
                <a:gd name="connsiteX5" fmla="*/ 637691 w 1760646"/>
                <a:gd name="connsiteY5" fmla="*/ 938480 h 1226213"/>
                <a:gd name="connsiteX6" fmla="*/ 0 w 1760646"/>
                <a:gd name="connsiteY6" fmla="*/ 421074 h 1226213"/>
                <a:gd name="connsiteX0" fmla="*/ 0 w 1760646"/>
                <a:gd name="connsiteY0" fmla="*/ 421074 h 1328262"/>
                <a:gd name="connsiteX1" fmla="*/ 404329 w 1760646"/>
                <a:gd name="connsiteY1" fmla="*/ 333643 h 1328262"/>
                <a:gd name="connsiteX2" fmla="*/ 1451083 w 1760646"/>
                <a:gd name="connsiteY2" fmla="*/ 11499 h 1328262"/>
                <a:gd name="connsiteX3" fmla="*/ 1760646 w 1760646"/>
                <a:gd name="connsiteY3" fmla="*/ 1044964 h 1328262"/>
                <a:gd name="connsiteX4" fmla="*/ 985838 w 1760646"/>
                <a:gd name="connsiteY4" fmla="*/ 1206889 h 1328262"/>
                <a:gd name="connsiteX5" fmla="*/ 637691 w 1760646"/>
                <a:gd name="connsiteY5" fmla="*/ 938480 h 1328262"/>
                <a:gd name="connsiteX6" fmla="*/ 0 w 1760646"/>
                <a:gd name="connsiteY6" fmla="*/ 421074 h 1328262"/>
                <a:gd name="connsiteX0" fmla="*/ 0 w 1760646"/>
                <a:gd name="connsiteY0" fmla="*/ 421074 h 1343837"/>
                <a:gd name="connsiteX1" fmla="*/ 404329 w 1760646"/>
                <a:gd name="connsiteY1" fmla="*/ 333643 h 1343837"/>
                <a:gd name="connsiteX2" fmla="*/ 1451083 w 1760646"/>
                <a:gd name="connsiteY2" fmla="*/ 11499 h 1343837"/>
                <a:gd name="connsiteX3" fmla="*/ 1760646 w 1760646"/>
                <a:gd name="connsiteY3" fmla="*/ 1044964 h 1343837"/>
                <a:gd name="connsiteX4" fmla="*/ 985838 w 1760646"/>
                <a:gd name="connsiteY4" fmla="*/ 1206889 h 1343837"/>
                <a:gd name="connsiteX5" fmla="*/ 637691 w 1760646"/>
                <a:gd name="connsiteY5" fmla="*/ 938480 h 1343837"/>
                <a:gd name="connsiteX6" fmla="*/ 0 w 1760646"/>
                <a:gd name="connsiteY6" fmla="*/ 421074 h 1343837"/>
                <a:gd name="connsiteX0" fmla="*/ 0 w 1760646"/>
                <a:gd name="connsiteY0" fmla="*/ 421074 h 1308613"/>
                <a:gd name="connsiteX1" fmla="*/ 404329 w 1760646"/>
                <a:gd name="connsiteY1" fmla="*/ 333643 h 1308613"/>
                <a:gd name="connsiteX2" fmla="*/ 1451083 w 1760646"/>
                <a:gd name="connsiteY2" fmla="*/ 11499 h 1308613"/>
                <a:gd name="connsiteX3" fmla="*/ 1760646 w 1760646"/>
                <a:gd name="connsiteY3" fmla="*/ 1044964 h 1308613"/>
                <a:gd name="connsiteX4" fmla="*/ 985838 w 1760646"/>
                <a:gd name="connsiteY4" fmla="*/ 1206889 h 1308613"/>
                <a:gd name="connsiteX5" fmla="*/ 637691 w 1760646"/>
                <a:gd name="connsiteY5" fmla="*/ 938480 h 1308613"/>
                <a:gd name="connsiteX6" fmla="*/ 0 w 1760646"/>
                <a:gd name="connsiteY6" fmla="*/ 421074 h 1308613"/>
                <a:gd name="connsiteX0" fmla="*/ 0 w 1760646"/>
                <a:gd name="connsiteY0" fmla="*/ 421074 h 1366518"/>
                <a:gd name="connsiteX1" fmla="*/ 404329 w 1760646"/>
                <a:gd name="connsiteY1" fmla="*/ 333643 h 1366518"/>
                <a:gd name="connsiteX2" fmla="*/ 1451083 w 1760646"/>
                <a:gd name="connsiteY2" fmla="*/ 11499 h 1366518"/>
                <a:gd name="connsiteX3" fmla="*/ 1760646 w 1760646"/>
                <a:gd name="connsiteY3" fmla="*/ 1044964 h 1366518"/>
                <a:gd name="connsiteX4" fmla="*/ 985838 w 1760646"/>
                <a:gd name="connsiteY4" fmla="*/ 1206889 h 1366518"/>
                <a:gd name="connsiteX5" fmla="*/ 637691 w 1760646"/>
                <a:gd name="connsiteY5" fmla="*/ 938480 h 1366518"/>
                <a:gd name="connsiteX6" fmla="*/ 0 w 1760646"/>
                <a:gd name="connsiteY6" fmla="*/ 421074 h 136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0646" h="1366518">
                  <a:moveTo>
                    <a:pt x="0" y="421074"/>
                  </a:moveTo>
                  <a:cubicBezTo>
                    <a:pt x="128426" y="387168"/>
                    <a:pt x="194941" y="405649"/>
                    <a:pt x="404329" y="333643"/>
                  </a:cubicBezTo>
                  <a:cubicBezTo>
                    <a:pt x="586559" y="164349"/>
                    <a:pt x="978340" y="-52570"/>
                    <a:pt x="1451083" y="11499"/>
                  </a:cubicBezTo>
                  <a:lnTo>
                    <a:pt x="1760646" y="1044964"/>
                  </a:lnTo>
                  <a:cubicBezTo>
                    <a:pt x="1407127" y="1641864"/>
                    <a:pt x="343994" y="1229114"/>
                    <a:pt x="985838" y="1206889"/>
                  </a:cubicBezTo>
                  <a:cubicBezTo>
                    <a:pt x="693577" y="1242832"/>
                    <a:pt x="34602" y="897775"/>
                    <a:pt x="637691" y="938480"/>
                  </a:cubicBezTo>
                  <a:cubicBezTo>
                    <a:pt x="96514" y="823161"/>
                    <a:pt x="126839" y="641168"/>
                    <a:pt x="0" y="421074"/>
                  </a:cubicBezTo>
                  <a:close/>
                </a:path>
              </a:pathLst>
            </a:custGeom>
            <a:solidFill>
              <a:srgbClr val="FBF6F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123611DC-6320-F85A-E73A-B605674815AF}"/>
                </a:ext>
              </a:extLst>
            </p:cNvPr>
            <p:cNvSpPr/>
            <p:nvPr/>
          </p:nvSpPr>
          <p:spPr>
            <a:xfrm rot="20576937">
              <a:off x="5823031" y="3221609"/>
              <a:ext cx="773866" cy="1440733"/>
            </a:xfrm>
            <a:custGeom>
              <a:avLst/>
              <a:gdLst>
                <a:gd name="connsiteX0" fmla="*/ 0 w 773866"/>
                <a:gd name="connsiteY0" fmla="*/ 0 h 1310239"/>
                <a:gd name="connsiteX1" fmla="*/ 773866 w 773866"/>
                <a:gd name="connsiteY1" fmla="*/ 0 h 1310239"/>
                <a:gd name="connsiteX2" fmla="*/ 773866 w 773866"/>
                <a:gd name="connsiteY2" fmla="*/ 1310239 h 1310239"/>
                <a:gd name="connsiteX3" fmla="*/ 0 w 773866"/>
                <a:gd name="connsiteY3" fmla="*/ 1310239 h 1310239"/>
                <a:gd name="connsiteX4" fmla="*/ 0 w 773866"/>
                <a:gd name="connsiteY4" fmla="*/ 0 h 1310239"/>
                <a:gd name="connsiteX0" fmla="*/ 0 w 773866"/>
                <a:gd name="connsiteY0" fmla="*/ 0 h 1376300"/>
                <a:gd name="connsiteX1" fmla="*/ 773866 w 773866"/>
                <a:gd name="connsiteY1" fmla="*/ 0 h 1376300"/>
                <a:gd name="connsiteX2" fmla="*/ 773866 w 773866"/>
                <a:gd name="connsiteY2" fmla="*/ 1310239 h 1376300"/>
                <a:gd name="connsiteX3" fmla="*/ 258701 w 773866"/>
                <a:gd name="connsiteY3" fmla="*/ 1376300 h 1376300"/>
                <a:gd name="connsiteX4" fmla="*/ 0 w 773866"/>
                <a:gd name="connsiteY4" fmla="*/ 0 h 1376300"/>
                <a:gd name="connsiteX0" fmla="*/ 0 w 773866"/>
                <a:gd name="connsiteY0" fmla="*/ 0 h 1427621"/>
                <a:gd name="connsiteX1" fmla="*/ 773866 w 773866"/>
                <a:gd name="connsiteY1" fmla="*/ 0 h 1427621"/>
                <a:gd name="connsiteX2" fmla="*/ 773866 w 773866"/>
                <a:gd name="connsiteY2" fmla="*/ 1310239 h 1427621"/>
                <a:gd name="connsiteX3" fmla="*/ 296097 w 773866"/>
                <a:gd name="connsiteY3" fmla="*/ 1427621 h 1427621"/>
                <a:gd name="connsiteX4" fmla="*/ 0 w 773866"/>
                <a:gd name="connsiteY4" fmla="*/ 0 h 1427621"/>
                <a:gd name="connsiteX0" fmla="*/ 0 w 773866"/>
                <a:gd name="connsiteY0" fmla="*/ 0 h 1440733"/>
                <a:gd name="connsiteX1" fmla="*/ 773866 w 773866"/>
                <a:gd name="connsiteY1" fmla="*/ 0 h 1440733"/>
                <a:gd name="connsiteX2" fmla="*/ 773866 w 773866"/>
                <a:gd name="connsiteY2" fmla="*/ 1310239 h 1440733"/>
                <a:gd name="connsiteX3" fmla="*/ 252224 w 773866"/>
                <a:gd name="connsiteY3" fmla="*/ 1440733 h 1440733"/>
                <a:gd name="connsiteX4" fmla="*/ 0 w 773866"/>
                <a:gd name="connsiteY4" fmla="*/ 0 h 144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866" h="1440733">
                  <a:moveTo>
                    <a:pt x="0" y="0"/>
                  </a:moveTo>
                  <a:lnTo>
                    <a:pt x="773866" y="0"/>
                  </a:lnTo>
                  <a:lnTo>
                    <a:pt x="773866" y="1310239"/>
                  </a:lnTo>
                  <a:lnTo>
                    <a:pt x="252224" y="1440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6F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16CC4C5-5B34-B956-95FF-DFDEC5CD1E97}"/>
              </a:ext>
            </a:extLst>
          </p:cNvPr>
          <p:cNvGrpSpPr/>
          <p:nvPr/>
        </p:nvGrpSpPr>
        <p:grpSpPr>
          <a:xfrm>
            <a:off x="-209467" y="824734"/>
            <a:ext cx="4302939" cy="5834197"/>
            <a:chOff x="3805601" y="576854"/>
            <a:chExt cx="4302939" cy="5834197"/>
          </a:xfrm>
          <a:solidFill>
            <a:schemeClr val="bg1"/>
          </a:solidFill>
        </p:grpSpPr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9232F4B-4B85-AB79-F15B-B6C250AA01A7}"/>
                </a:ext>
              </a:extLst>
            </p:cNvPr>
            <p:cNvSpPr/>
            <p:nvPr/>
          </p:nvSpPr>
          <p:spPr>
            <a:xfrm>
              <a:off x="5170191" y="5086350"/>
              <a:ext cx="764368" cy="1324701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368" h="1324701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13612" y="973930"/>
                    <a:pt x="763883" y="1038224"/>
                  </a:cubicBezTo>
                  <a:cubicBezTo>
                    <a:pt x="776054" y="1083468"/>
                    <a:pt x="554334" y="1089025"/>
                    <a:pt x="673397" y="1228725"/>
                  </a:cubicBezTo>
                  <a:cubicBezTo>
                    <a:pt x="349547" y="1177925"/>
                    <a:pt x="492736" y="1336675"/>
                    <a:pt x="435272" y="1323975"/>
                  </a:cubicBezTo>
                  <a:cubicBezTo>
                    <a:pt x="310819" y="1209675"/>
                    <a:pt x="162553" y="1185862"/>
                    <a:pt x="61913" y="981075"/>
                  </a:cubicBezTo>
                  <a:cubicBezTo>
                    <a:pt x="136525" y="415925"/>
                    <a:pt x="20638" y="327025"/>
                    <a:pt x="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06BB4AB8-F5AC-61EF-43E5-856D4E1B9D54}"/>
                </a:ext>
              </a:extLst>
            </p:cNvPr>
            <p:cNvSpPr/>
            <p:nvPr/>
          </p:nvSpPr>
          <p:spPr>
            <a:xfrm>
              <a:off x="6096000" y="4956445"/>
              <a:ext cx="773866" cy="1310239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95251 w 764368"/>
                <a:gd name="connsiteY6" fmla="*/ 1004888 h 1324701"/>
                <a:gd name="connsiteX7" fmla="*/ 0 w 764368"/>
                <a:gd name="connsiteY7" fmla="*/ 0 h 1324701"/>
                <a:gd name="connsiteX0" fmla="*/ 0 w 773874"/>
                <a:gd name="connsiteY0" fmla="*/ 0 h 1324701"/>
                <a:gd name="connsiteX1" fmla="*/ 395583 w 773874"/>
                <a:gd name="connsiteY1" fmla="*/ 14288 h 1324701"/>
                <a:gd name="connsiteX2" fmla="*/ 371770 w 773874"/>
                <a:gd name="connsiteY2" fmla="*/ 819150 h 1324701"/>
                <a:gd name="connsiteX3" fmla="*/ 773408 w 773874"/>
                <a:gd name="connsiteY3" fmla="*/ 981074 h 1324701"/>
                <a:gd name="connsiteX4" fmla="*/ 673397 w 773874"/>
                <a:gd name="connsiteY4" fmla="*/ 1228725 h 1324701"/>
                <a:gd name="connsiteX5" fmla="*/ 435272 w 773874"/>
                <a:gd name="connsiteY5" fmla="*/ 1323975 h 1324701"/>
                <a:gd name="connsiteX6" fmla="*/ 95251 w 773874"/>
                <a:gd name="connsiteY6" fmla="*/ 1004888 h 1324701"/>
                <a:gd name="connsiteX7" fmla="*/ 0 w 773874"/>
                <a:gd name="connsiteY7" fmla="*/ 0 h 1324701"/>
                <a:gd name="connsiteX0" fmla="*/ 0 w 774095"/>
                <a:gd name="connsiteY0" fmla="*/ 0 h 1324493"/>
                <a:gd name="connsiteX1" fmla="*/ 395583 w 774095"/>
                <a:gd name="connsiteY1" fmla="*/ 14288 h 1324493"/>
                <a:gd name="connsiteX2" fmla="*/ 371770 w 774095"/>
                <a:gd name="connsiteY2" fmla="*/ 819150 h 1324493"/>
                <a:gd name="connsiteX3" fmla="*/ 773408 w 774095"/>
                <a:gd name="connsiteY3" fmla="*/ 981074 h 1324493"/>
                <a:gd name="connsiteX4" fmla="*/ 749597 w 774095"/>
                <a:gd name="connsiteY4" fmla="*/ 1162050 h 1324493"/>
                <a:gd name="connsiteX5" fmla="*/ 435272 w 774095"/>
                <a:gd name="connsiteY5" fmla="*/ 1323975 h 1324493"/>
                <a:gd name="connsiteX6" fmla="*/ 95251 w 774095"/>
                <a:gd name="connsiteY6" fmla="*/ 1004888 h 1324493"/>
                <a:gd name="connsiteX7" fmla="*/ 0 w 774095"/>
                <a:gd name="connsiteY7" fmla="*/ 0 h 1324493"/>
                <a:gd name="connsiteX0" fmla="*/ 0 w 774095"/>
                <a:gd name="connsiteY0" fmla="*/ 0 h 1310239"/>
                <a:gd name="connsiteX1" fmla="*/ 395583 w 774095"/>
                <a:gd name="connsiteY1" fmla="*/ 14288 h 1310239"/>
                <a:gd name="connsiteX2" fmla="*/ 371770 w 774095"/>
                <a:gd name="connsiteY2" fmla="*/ 819150 h 1310239"/>
                <a:gd name="connsiteX3" fmla="*/ 773408 w 774095"/>
                <a:gd name="connsiteY3" fmla="*/ 981074 h 1310239"/>
                <a:gd name="connsiteX4" fmla="*/ 749597 w 774095"/>
                <a:gd name="connsiteY4" fmla="*/ 1162050 h 1310239"/>
                <a:gd name="connsiteX5" fmla="*/ 559097 w 774095"/>
                <a:gd name="connsiteY5" fmla="*/ 1309687 h 1310239"/>
                <a:gd name="connsiteX6" fmla="*/ 95251 w 774095"/>
                <a:gd name="connsiteY6" fmla="*/ 1004888 h 1310239"/>
                <a:gd name="connsiteX7" fmla="*/ 0 w 774095"/>
                <a:gd name="connsiteY7" fmla="*/ 0 h 1310239"/>
                <a:gd name="connsiteX0" fmla="*/ 0 w 773866"/>
                <a:gd name="connsiteY0" fmla="*/ 0 h 1310239"/>
                <a:gd name="connsiteX1" fmla="*/ 395583 w 773866"/>
                <a:gd name="connsiteY1" fmla="*/ 14288 h 1310239"/>
                <a:gd name="connsiteX2" fmla="*/ 371770 w 773866"/>
                <a:gd name="connsiteY2" fmla="*/ 819150 h 1310239"/>
                <a:gd name="connsiteX3" fmla="*/ 773408 w 773866"/>
                <a:gd name="connsiteY3" fmla="*/ 981074 h 1310239"/>
                <a:gd name="connsiteX4" fmla="*/ 749597 w 773866"/>
                <a:gd name="connsiteY4" fmla="*/ 1162050 h 1310239"/>
                <a:gd name="connsiteX5" fmla="*/ 559097 w 773866"/>
                <a:gd name="connsiteY5" fmla="*/ 1309687 h 1310239"/>
                <a:gd name="connsiteX6" fmla="*/ 95251 w 773866"/>
                <a:gd name="connsiteY6" fmla="*/ 1004888 h 1310239"/>
                <a:gd name="connsiteX7" fmla="*/ 0 w 773866"/>
                <a:gd name="connsiteY7" fmla="*/ 0 h 131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3866" h="1310239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23137" y="916780"/>
                    <a:pt x="773408" y="981074"/>
                  </a:cubicBezTo>
                  <a:cubicBezTo>
                    <a:pt x="785579" y="1026318"/>
                    <a:pt x="549572" y="965200"/>
                    <a:pt x="749597" y="1162050"/>
                  </a:cubicBezTo>
                  <a:cubicBezTo>
                    <a:pt x="425747" y="1111250"/>
                    <a:pt x="616561" y="1322387"/>
                    <a:pt x="559097" y="1309687"/>
                  </a:cubicBezTo>
                  <a:cubicBezTo>
                    <a:pt x="434644" y="1195387"/>
                    <a:pt x="195891" y="1209675"/>
                    <a:pt x="95251" y="1004888"/>
                  </a:cubicBezTo>
                  <a:cubicBezTo>
                    <a:pt x="169863" y="439738"/>
                    <a:pt x="20638" y="327025"/>
                    <a:pt x="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85CA17FA-98E6-1C41-AF2D-EAFA7C2C1729}"/>
                </a:ext>
              </a:extLst>
            </p:cNvPr>
            <p:cNvSpPr/>
            <p:nvPr/>
          </p:nvSpPr>
          <p:spPr>
            <a:xfrm>
              <a:off x="3805601" y="576854"/>
              <a:ext cx="3905100" cy="4810476"/>
            </a:xfrm>
            <a:custGeom>
              <a:avLst/>
              <a:gdLst>
                <a:gd name="connsiteX0" fmla="*/ 0 w 704850"/>
                <a:gd name="connsiteY0" fmla="*/ 0 h 247650"/>
                <a:gd name="connsiteX1" fmla="*/ 704850 w 704850"/>
                <a:gd name="connsiteY1" fmla="*/ 0 h 247650"/>
                <a:gd name="connsiteX2" fmla="*/ 704850 w 704850"/>
                <a:gd name="connsiteY2" fmla="*/ 247650 h 247650"/>
                <a:gd name="connsiteX3" fmla="*/ 0 w 704850"/>
                <a:gd name="connsiteY3" fmla="*/ 247650 h 247650"/>
                <a:gd name="connsiteX4" fmla="*/ 0 w 704850"/>
                <a:gd name="connsiteY4" fmla="*/ 0 h 247650"/>
                <a:gd name="connsiteX0" fmla="*/ 532263 w 1237113"/>
                <a:gd name="connsiteY0" fmla="*/ 0 h 1899030"/>
                <a:gd name="connsiteX1" fmla="*/ 1237113 w 1237113"/>
                <a:gd name="connsiteY1" fmla="*/ 0 h 1899030"/>
                <a:gd name="connsiteX2" fmla="*/ 1237113 w 1237113"/>
                <a:gd name="connsiteY2" fmla="*/ 247650 h 1899030"/>
                <a:gd name="connsiteX3" fmla="*/ 0 w 1237113"/>
                <a:gd name="connsiteY3" fmla="*/ 1899030 h 1899030"/>
                <a:gd name="connsiteX4" fmla="*/ 532263 w 1237113"/>
                <a:gd name="connsiteY4" fmla="*/ 0 h 1899030"/>
                <a:gd name="connsiteX0" fmla="*/ 2019869 w 2724719"/>
                <a:gd name="connsiteY0" fmla="*/ 0 h 2171985"/>
                <a:gd name="connsiteX1" fmla="*/ 2724719 w 2724719"/>
                <a:gd name="connsiteY1" fmla="*/ 0 h 2171985"/>
                <a:gd name="connsiteX2" fmla="*/ 2724719 w 2724719"/>
                <a:gd name="connsiteY2" fmla="*/ 247650 h 2171985"/>
                <a:gd name="connsiteX3" fmla="*/ 0 w 2724719"/>
                <a:gd name="connsiteY3" fmla="*/ 2171985 h 2171985"/>
                <a:gd name="connsiteX4" fmla="*/ 2019869 w 2724719"/>
                <a:gd name="connsiteY4" fmla="*/ 0 h 2171985"/>
                <a:gd name="connsiteX0" fmla="*/ 2019869 w 2724719"/>
                <a:gd name="connsiteY0" fmla="*/ 0 h 4067886"/>
                <a:gd name="connsiteX1" fmla="*/ 2724719 w 2724719"/>
                <a:gd name="connsiteY1" fmla="*/ 0 h 4067886"/>
                <a:gd name="connsiteX2" fmla="*/ 2724719 w 2724719"/>
                <a:gd name="connsiteY2" fmla="*/ 247650 h 4067886"/>
                <a:gd name="connsiteX3" fmla="*/ 1742366 w 2724719"/>
                <a:gd name="connsiteY3" fmla="*/ 4067886 h 4067886"/>
                <a:gd name="connsiteX4" fmla="*/ 0 w 2724719"/>
                <a:gd name="connsiteY4" fmla="*/ 2171985 h 4067886"/>
                <a:gd name="connsiteX5" fmla="*/ 2019869 w 2724719"/>
                <a:gd name="connsiteY5" fmla="*/ 0 h 4067886"/>
                <a:gd name="connsiteX0" fmla="*/ 2679509 w 3384359"/>
                <a:gd name="connsiteY0" fmla="*/ 0 h 4067886"/>
                <a:gd name="connsiteX1" fmla="*/ 3384359 w 3384359"/>
                <a:gd name="connsiteY1" fmla="*/ 0 h 4067886"/>
                <a:gd name="connsiteX2" fmla="*/ 3384359 w 3384359"/>
                <a:gd name="connsiteY2" fmla="*/ 247650 h 4067886"/>
                <a:gd name="connsiteX3" fmla="*/ 2402006 w 3384359"/>
                <a:gd name="connsiteY3" fmla="*/ 4067886 h 4067886"/>
                <a:gd name="connsiteX4" fmla="*/ 0 w 3384359"/>
                <a:gd name="connsiteY4" fmla="*/ 1693174 h 4067886"/>
                <a:gd name="connsiteX5" fmla="*/ 659640 w 3384359"/>
                <a:gd name="connsiteY5" fmla="*/ 2171985 h 4067886"/>
                <a:gd name="connsiteX6" fmla="*/ 2679509 w 3384359"/>
                <a:gd name="connsiteY6" fmla="*/ 0 h 4067886"/>
                <a:gd name="connsiteX0" fmla="*/ 2861722 w 3566572"/>
                <a:gd name="connsiteY0" fmla="*/ 0 h 4111883"/>
                <a:gd name="connsiteX1" fmla="*/ 3566572 w 3566572"/>
                <a:gd name="connsiteY1" fmla="*/ 0 h 4111883"/>
                <a:gd name="connsiteX2" fmla="*/ 3566572 w 3566572"/>
                <a:gd name="connsiteY2" fmla="*/ 247650 h 4111883"/>
                <a:gd name="connsiteX3" fmla="*/ 2584219 w 3566572"/>
                <a:gd name="connsiteY3" fmla="*/ 4067886 h 4111883"/>
                <a:gd name="connsiteX4" fmla="*/ 182213 w 3566572"/>
                <a:gd name="connsiteY4" fmla="*/ 2361915 h 4111883"/>
                <a:gd name="connsiteX5" fmla="*/ 182213 w 3566572"/>
                <a:gd name="connsiteY5" fmla="*/ 1693174 h 4111883"/>
                <a:gd name="connsiteX6" fmla="*/ 841853 w 3566572"/>
                <a:gd name="connsiteY6" fmla="*/ 2171985 h 4111883"/>
                <a:gd name="connsiteX7" fmla="*/ 2861722 w 3566572"/>
                <a:gd name="connsiteY7" fmla="*/ 0 h 4111883"/>
                <a:gd name="connsiteX0" fmla="*/ 2861722 w 3566572"/>
                <a:gd name="connsiteY0" fmla="*/ 0 h 4118153"/>
                <a:gd name="connsiteX1" fmla="*/ 3566572 w 3566572"/>
                <a:gd name="connsiteY1" fmla="*/ 0 h 4118153"/>
                <a:gd name="connsiteX2" fmla="*/ 3566572 w 3566572"/>
                <a:gd name="connsiteY2" fmla="*/ 247650 h 4118153"/>
                <a:gd name="connsiteX3" fmla="*/ 2584219 w 3566572"/>
                <a:gd name="connsiteY3" fmla="*/ 4067886 h 4118153"/>
                <a:gd name="connsiteX4" fmla="*/ 182213 w 3566572"/>
                <a:gd name="connsiteY4" fmla="*/ 2361915 h 4118153"/>
                <a:gd name="connsiteX5" fmla="*/ 182213 w 3566572"/>
                <a:gd name="connsiteY5" fmla="*/ 1693174 h 4118153"/>
                <a:gd name="connsiteX6" fmla="*/ 841853 w 3566572"/>
                <a:gd name="connsiteY6" fmla="*/ 2171985 h 4118153"/>
                <a:gd name="connsiteX7" fmla="*/ 2861722 w 3566572"/>
                <a:gd name="connsiteY7" fmla="*/ 0 h 4118153"/>
                <a:gd name="connsiteX0" fmla="*/ 2861722 w 3566572"/>
                <a:gd name="connsiteY0" fmla="*/ 0 h 4156882"/>
                <a:gd name="connsiteX1" fmla="*/ 3566572 w 3566572"/>
                <a:gd name="connsiteY1" fmla="*/ 0 h 4156882"/>
                <a:gd name="connsiteX2" fmla="*/ 3566572 w 3566572"/>
                <a:gd name="connsiteY2" fmla="*/ 247650 h 4156882"/>
                <a:gd name="connsiteX3" fmla="*/ 2584219 w 3566572"/>
                <a:gd name="connsiteY3" fmla="*/ 4067886 h 4156882"/>
                <a:gd name="connsiteX4" fmla="*/ 223156 w 3566572"/>
                <a:gd name="connsiteY4" fmla="*/ 2962416 h 4156882"/>
                <a:gd name="connsiteX5" fmla="*/ 182213 w 3566572"/>
                <a:gd name="connsiteY5" fmla="*/ 2361915 h 4156882"/>
                <a:gd name="connsiteX6" fmla="*/ 182213 w 3566572"/>
                <a:gd name="connsiteY6" fmla="*/ 1693174 h 4156882"/>
                <a:gd name="connsiteX7" fmla="*/ 841853 w 3566572"/>
                <a:gd name="connsiteY7" fmla="*/ 2171985 h 4156882"/>
                <a:gd name="connsiteX8" fmla="*/ 2861722 w 3566572"/>
                <a:gd name="connsiteY8" fmla="*/ 0 h 4156882"/>
                <a:gd name="connsiteX0" fmla="*/ 2861722 w 3566572"/>
                <a:gd name="connsiteY0" fmla="*/ 0 h 4291236"/>
                <a:gd name="connsiteX1" fmla="*/ 3566572 w 3566572"/>
                <a:gd name="connsiteY1" fmla="*/ 0 h 4291236"/>
                <a:gd name="connsiteX2" fmla="*/ 3566572 w 3566572"/>
                <a:gd name="connsiteY2" fmla="*/ 247650 h 4291236"/>
                <a:gd name="connsiteX3" fmla="*/ 2584219 w 3566572"/>
                <a:gd name="connsiteY3" fmla="*/ 4067886 h 4291236"/>
                <a:gd name="connsiteX4" fmla="*/ 810010 w 3566572"/>
                <a:gd name="connsiteY4" fmla="*/ 3849520 h 4291236"/>
                <a:gd name="connsiteX5" fmla="*/ 223156 w 3566572"/>
                <a:gd name="connsiteY5" fmla="*/ 2962416 h 4291236"/>
                <a:gd name="connsiteX6" fmla="*/ 182213 w 3566572"/>
                <a:gd name="connsiteY6" fmla="*/ 2361915 h 4291236"/>
                <a:gd name="connsiteX7" fmla="*/ 182213 w 3566572"/>
                <a:gd name="connsiteY7" fmla="*/ 1693174 h 4291236"/>
                <a:gd name="connsiteX8" fmla="*/ 841853 w 3566572"/>
                <a:gd name="connsiteY8" fmla="*/ 2171985 h 4291236"/>
                <a:gd name="connsiteX9" fmla="*/ 2861722 w 3566572"/>
                <a:gd name="connsiteY9" fmla="*/ 0 h 4291236"/>
                <a:gd name="connsiteX0" fmla="*/ 2861722 w 3566572"/>
                <a:gd name="connsiteY0" fmla="*/ 0 h 4291236"/>
                <a:gd name="connsiteX1" fmla="*/ 3566572 w 3566572"/>
                <a:gd name="connsiteY1" fmla="*/ 0 h 4291236"/>
                <a:gd name="connsiteX2" fmla="*/ 3566572 w 3566572"/>
                <a:gd name="connsiteY2" fmla="*/ 247650 h 4291236"/>
                <a:gd name="connsiteX3" fmla="*/ 2584219 w 3566572"/>
                <a:gd name="connsiteY3" fmla="*/ 4067886 h 4291236"/>
                <a:gd name="connsiteX4" fmla="*/ 810010 w 3566572"/>
                <a:gd name="connsiteY4" fmla="*/ 3849520 h 4291236"/>
                <a:gd name="connsiteX5" fmla="*/ 223156 w 3566572"/>
                <a:gd name="connsiteY5" fmla="*/ 2962416 h 4291236"/>
                <a:gd name="connsiteX6" fmla="*/ 182213 w 3566572"/>
                <a:gd name="connsiteY6" fmla="*/ 2361915 h 4291236"/>
                <a:gd name="connsiteX7" fmla="*/ 182213 w 3566572"/>
                <a:gd name="connsiteY7" fmla="*/ 1693174 h 4291236"/>
                <a:gd name="connsiteX8" fmla="*/ 841853 w 3566572"/>
                <a:gd name="connsiteY8" fmla="*/ 2171985 h 4291236"/>
                <a:gd name="connsiteX9" fmla="*/ 2311263 w 3566572"/>
                <a:gd name="connsiteY9" fmla="*/ 1843299 h 4291236"/>
                <a:gd name="connsiteX10" fmla="*/ 2861722 w 3566572"/>
                <a:gd name="connsiteY10" fmla="*/ 0 h 4291236"/>
                <a:gd name="connsiteX0" fmla="*/ 2861722 w 3634811"/>
                <a:gd name="connsiteY0" fmla="*/ 0 h 4291236"/>
                <a:gd name="connsiteX1" fmla="*/ 3634811 w 3634811"/>
                <a:gd name="connsiteY1" fmla="*/ 27296 h 4291236"/>
                <a:gd name="connsiteX2" fmla="*/ 3566572 w 3634811"/>
                <a:gd name="connsiteY2" fmla="*/ 247650 h 4291236"/>
                <a:gd name="connsiteX3" fmla="*/ 2584219 w 3634811"/>
                <a:gd name="connsiteY3" fmla="*/ 4067886 h 4291236"/>
                <a:gd name="connsiteX4" fmla="*/ 810010 w 3634811"/>
                <a:gd name="connsiteY4" fmla="*/ 3849520 h 4291236"/>
                <a:gd name="connsiteX5" fmla="*/ 223156 w 3634811"/>
                <a:gd name="connsiteY5" fmla="*/ 2962416 h 4291236"/>
                <a:gd name="connsiteX6" fmla="*/ 182213 w 3634811"/>
                <a:gd name="connsiteY6" fmla="*/ 2361915 h 4291236"/>
                <a:gd name="connsiteX7" fmla="*/ 182213 w 3634811"/>
                <a:gd name="connsiteY7" fmla="*/ 1693174 h 4291236"/>
                <a:gd name="connsiteX8" fmla="*/ 841853 w 3634811"/>
                <a:gd name="connsiteY8" fmla="*/ 2171985 h 4291236"/>
                <a:gd name="connsiteX9" fmla="*/ 2311263 w 3634811"/>
                <a:gd name="connsiteY9" fmla="*/ 1843299 h 4291236"/>
                <a:gd name="connsiteX10" fmla="*/ 2861722 w 3634811"/>
                <a:gd name="connsiteY10" fmla="*/ 0 h 4291236"/>
                <a:gd name="connsiteX0" fmla="*/ 2311263 w 3634811"/>
                <a:gd name="connsiteY0" fmla="*/ 1816003 h 4263940"/>
                <a:gd name="connsiteX1" fmla="*/ 3634811 w 3634811"/>
                <a:gd name="connsiteY1" fmla="*/ 0 h 4263940"/>
                <a:gd name="connsiteX2" fmla="*/ 3566572 w 3634811"/>
                <a:gd name="connsiteY2" fmla="*/ 220354 h 4263940"/>
                <a:gd name="connsiteX3" fmla="*/ 2584219 w 3634811"/>
                <a:gd name="connsiteY3" fmla="*/ 4040590 h 4263940"/>
                <a:gd name="connsiteX4" fmla="*/ 810010 w 3634811"/>
                <a:gd name="connsiteY4" fmla="*/ 3822224 h 4263940"/>
                <a:gd name="connsiteX5" fmla="*/ 223156 w 3634811"/>
                <a:gd name="connsiteY5" fmla="*/ 2935120 h 4263940"/>
                <a:gd name="connsiteX6" fmla="*/ 182213 w 3634811"/>
                <a:gd name="connsiteY6" fmla="*/ 2334619 h 4263940"/>
                <a:gd name="connsiteX7" fmla="*/ 182213 w 3634811"/>
                <a:gd name="connsiteY7" fmla="*/ 1665878 h 4263940"/>
                <a:gd name="connsiteX8" fmla="*/ 841853 w 3634811"/>
                <a:gd name="connsiteY8" fmla="*/ 2144689 h 4263940"/>
                <a:gd name="connsiteX9" fmla="*/ 2311263 w 3634811"/>
                <a:gd name="connsiteY9" fmla="*/ 1816003 h 4263940"/>
                <a:gd name="connsiteX0" fmla="*/ 2311263 w 3634811"/>
                <a:gd name="connsiteY0" fmla="*/ 1816003 h 4263940"/>
                <a:gd name="connsiteX1" fmla="*/ 3634811 w 3634811"/>
                <a:gd name="connsiteY1" fmla="*/ 0 h 4263940"/>
                <a:gd name="connsiteX2" fmla="*/ 3566572 w 3634811"/>
                <a:gd name="connsiteY2" fmla="*/ 220354 h 4263940"/>
                <a:gd name="connsiteX3" fmla="*/ 2584219 w 3634811"/>
                <a:gd name="connsiteY3" fmla="*/ 4040590 h 4263940"/>
                <a:gd name="connsiteX4" fmla="*/ 810010 w 3634811"/>
                <a:gd name="connsiteY4" fmla="*/ 3822224 h 4263940"/>
                <a:gd name="connsiteX5" fmla="*/ 223156 w 3634811"/>
                <a:gd name="connsiteY5" fmla="*/ 2935120 h 4263940"/>
                <a:gd name="connsiteX6" fmla="*/ 182213 w 3634811"/>
                <a:gd name="connsiteY6" fmla="*/ 2334619 h 4263940"/>
                <a:gd name="connsiteX7" fmla="*/ 182213 w 3634811"/>
                <a:gd name="connsiteY7" fmla="*/ 1665878 h 4263940"/>
                <a:gd name="connsiteX8" fmla="*/ 841853 w 3634811"/>
                <a:gd name="connsiteY8" fmla="*/ 2144689 h 4263940"/>
                <a:gd name="connsiteX9" fmla="*/ 2311263 w 3634811"/>
                <a:gd name="connsiteY9" fmla="*/ 1816003 h 4263940"/>
                <a:gd name="connsiteX0" fmla="*/ 2311263 w 3756769"/>
                <a:gd name="connsiteY0" fmla="*/ 2155249 h 4603186"/>
                <a:gd name="connsiteX1" fmla="*/ 3634811 w 3756769"/>
                <a:gd name="connsiteY1" fmla="*/ 339246 h 4603186"/>
                <a:gd name="connsiteX2" fmla="*/ 3566572 w 3756769"/>
                <a:gd name="connsiteY2" fmla="*/ 559600 h 4603186"/>
                <a:gd name="connsiteX3" fmla="*/ 2584219 w 3756769"/>
                <a:gd name="connsiteY3" fmla="*/ 4379836 h 4603186"/>
                <a:gd name="connsiteX4" fmla="*/ 810010 w 3756769"/>
                <a:gd name="connsiteY4" fmla="*/ 4161470 h 4603186"/>
                <a:gd name="connsiteX5" fmla="*/ 223156 w 3756769"/>
                <a:gd name="connsiteY5" fmla="*/ 3274366 h 4603186"/>
                <a:gd name="connsiteX6" fmla="*/ 182213 w 3756769"/>
                <a:gd name="connsiteY6" fmla="*/ 2673865 h 4603186"/>
                <a:gd name="connsiteX7" fmla="*/ 182213 w 3756769"/>
                <a:gd name="connsiteY7" fmla="*/ 2005124 h 4603186"/>
                <a:gd name="connsiteX8" fmla="*/ 841853 w 3756769"/>
                <a:gd name="connsiteY8" fmla="*/ 2483935 h 4603186"/>
                <a:gd name="connsiteX9" fmla="*/ 2311263 w 3756769"/>
                <a:gd name="connsiteY9" fmla="*/ 2155249 h 4603186"/>
                <a:gd name="connsiteX0" fmla="*/ 2311263 w 3634811"/>
                <a:gd name="connsiteY0" fmla="*/ 240995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311263 w 3634811"/>
                <a:gd name="connsiteY10" fmla="*/ 240995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41853 w 3634811"/>
                <a:gd name="connsiteY9" fmla="*/ 2738644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287128 h 4857895"/>
                <a:gd name="connsiteX1" fmla="*/ 2816230 w 3634811"/>
                <a:gd name="connsiteY1" fmla="*/ 62543 h 4857895"/>
                <a:gd name="connsiteX2" fmla="*/ 3634811 w 3634811"/>
                <a:gd name="connsiteY2" fmla="*/ 593955 h 4857895"/>
                <a:gd name="connsiteX3" fmla="*/ 3566572 w 3634811"/>
                <a:gd name="connsiteY3" fmla="*/ 814309 h 4857895"/>
                <a:gd name="connsiteX4" fmla="*/ 2584219 w 3634811"/>
                <a:gd name="connsiteY4" fmla="*/ 4634545 h 4857895"/>
                <a:gd name="connsiteX5" fmla="*/ 810010 w 3634811"/>
                <a:gd name="connsiteY5" fmla="*/ 4416179 h 4857895"/>
                <a:gd name="connsiteX6" fmla="*/ 223156 w 3634811"/>
                <a:gd name="connsiteY6" fmla="*/ 3529075 h 4857895"/>
                <a:gd name="connsiteX7" fmla="*/ 182213 w 3634811"/>
                <a:gd name="connsiteY7" fmla="*/ 2928574 h 4857895"/>
                <a:gd name="connsiteX8" fmla="*/ 182213 w 3634811"/>
                <a:gd name="connsiteY8" fmla="*/ 2259833 h 4857895"/>
                <a:gd name="connsiteX9" fmla="*/ 855501 w 3634811"/>
                <a:gd name="connsiteY9" fmla="*/ 2697701 h 4857895"/>
                <a:gd name="connsiteX10" fmla="*/ 2502331 w 3634811"/>
                <a:gd name="connsiteY10" fmla="*/ 2287128 h 4857895"/>
                <a:gd name="connsiteX0" fmla="*/ 2502331 w 3634811"/>
                <a:gd name="connsiteY0" fmla="*/ 2314345 h 4885112"/>
                <a:gd name="connsiteX1" fmla="*/ 2816230 w 3634811"/>
                <a:gd name="connsiteY1" fmla="*/ 89760 h 4885112"/>
                <a:gd name="connsiteX2" fmla="*/ 3634811 w 3634811"/>
                <a:gd name="connsiteY2" fmla="*/ 621172 h 4885112"/>
                <a:gd name="connsiteX3" fmla="*/ 3566572 w 3634811"/>
                <a:gd name="connsiteY3" fmla="*/ 841526 h 4885112"/>
                <a:gd name="connsiteX4" fmla="*/ 2584219 w 3634811"/>
                <a:gd name="connsiteY4" fmla="*/ 4661762 h 4885112"/>
                <a:gd name="connsiteX5" fmla="*/ 810010 w 3634811"/>
                <a:gd name="connsiteY5" fmla="*/ 4443396 h 4885112"/>
                <a:gd name="connsiteX6" fmla="*/ 223156 w 3634811"/>
                <a:gd name="connsiteY6" fmla="*/ 3556292 h 4885112"/>
                <a:gd name="connsiteX7" fmla="*/ 182213 w 3634811"/>
                <a:gd name="connsiteY7" fmla="*/ 2955791 h 4885112"/>
                <a:gd name="connsiteX8" fmla="*/ 182213 w 3634811"/>
                <a:gd name="connsiteY8" fmla="*/ 2287050 h 4885112"/>
                <a:gd name="connsiteX9" fmla="*/ 855501 w 3634811"/>
                <a:gd name="connsiteY9" fmla="*/ 2724918 h 4885112"/>
                <a:gd name="connsiteX10" fmla="*/ 2502331 w 3634811"/>
                <a:gd name="connsiteY10" fmla="*/ 2314345 h 4885112"/>
                <a:gd name="connsiteX0" fmla="*/ 2502331 w 3634811"/>
                <a:gd name="connsiteY0" fmla="*/ 2309662 h 4880429"/>
                <a:gd name="connsiteX1" fmla="*/ 2816230 w 3634811"/>
                <a:gd name="connsiteY1" fmla="*/ 85077 h 4880429"/>
                <a:gd name="connsiteX2" fmla="*/ 3634811 w 3634811"/>
                <a:gd name="connsiteY2" fmla="*/ 616489 h 4880429"/>
                <a:gd name="connsiteX3" fmla="*/ 3566572 w 3634811"/>
                <a:gd name="connsiteY3" fmla="*/ 836843 h 4880429"/>
                <a:gd name="connsiteX4" fmla="*/ 2584219 w 3634811"/>
                <a:gd name="connsiteY4" fmla="*/ 4657079 h 4880429"/>
                <a:gd name="connsiteX5" fmla="*/ 810010 w 3634811"/>
                <a:gd name="connsiteY5" fmla="*/ 4438713 h 4880429"/>
                <a:gd name="connsiteX6" fmla="*/ 223156 w 3634811"/>
                <a:gd name="connsiteY6" fmla="*/ 3551609 h 4880429"/>
                <a:gd name="connsiteX7" fmla="*/ 182213 w 3634811"/>
                <a:gd name="connsiteY7" fmla="*/ 2951108 h 4880429"/>
                <a:gd name="connsiteX8" fmla="*/ 182213 w 3634811"/>
                <a:gd name="connsiteY8" fmla="*/ 2282367 h 4880429"/>
                <a:gd name="connsiteX9" fmla="*/ 855501 w 3634811"/>
                <a:gd name="connsiteY9" fmla="*/ 2720235 h 4880429"/>
                <a:gd name="connsiteX10" fmla="*/ 2502331 w 3634811"/>
                <a:gd name="connsiteY10" fmla="*/ 2309662 h 4880429"/>
                <a:gd name="connsiteX0" fmla="*/ 2502331 w 3634811"/>
                <a:gd name="connsiteY0" fmla="*/ 2348426 h 4919193"/>
                <a:gd name="connsiteX1" fmla="*/ 2816230 w 3634811"/>
                <a:gd name="connsiteY1" fmla="*/ 123841 h 4919193"/>
                <a:gd name="connsiteX2" fmla="*/ 3634811 w 3634811"/>
                <a:gd name="connsiteY2" fmla="*/ 655253 h 4919193"/>
                <a:gd name="connsiteX3" fmla="*/ 3566572 w 3634811"/>
                <a:gd name="connsiteY3" fmla="*/ 875607 h 4919193"/>
                <a:gd name="connsiteX4" fmla="*/ 2584219 w 3634811"/>
                <a:gd name="connsiteY4" fmla="*/ 4695843 h 4919193"/>
                <a:gd name="connsiteX5" fmla="*/ 810010 w 3634811"/>
                <a:gd name="connsiteY5" fmla="*/ 4477477 h 4919193"/>
                <a:gd name="connsiteX6" fmla="*/ 223156 w 3634811"/>
                <a:gd name="connsiteY6" fmla="*/ 3590373 h 4919193"/>
                <a:gd name="connsiteX7" fmla="*/ 182213 w 3634811"/>
                <a:gd name="connsiteY7" fmla="*/ 2989872 h 4919193"/>
                <a:gd name="connsiteX8" fmla="*/ 182213 w 3634811"/>
                <a:gd name="connsiteY8" fmla="*/ 2321131 h 4919193"/>
                <a:gd name="connsiteX9" fmla="*/ 855501 w 3634811"/>
                <a:gd name="connsiteY9" fmla="*/ 2758999 h 4919193"/>
                <a:gd name="connsiteX10" fmla="*/ 2502331 w 3634811"/>
                <a:gd name="connsiteY10" fmla="*/ 2348426 h 4919193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14534"/>
                <a:gd name="connsiteX1" fmla="*/ 2816230 w 3866823"/>
                <a:gd name="connsiteY1" fmla="*/ 119182 h 4914534"/>
                <a:gd name="connsiteX2" fmla="*/ 3866823 w 3866823"/>
                <a:gd name="connsiteY2" fmla="*/ 705185 h 4914534"/>
                <a:gd name="connsiteX3" fmla="*/ 3566572 w 3866823"/>
                <a:gd name="connsiteY3" fmla="*/ 870948 h 4914534"/>
                <a:gd name="connsiteX4" fmla="*/ 2584219 w 3866823"/>
                <a:gd name="connsiteY4" fmla="*/ 4691184 h 4914534"/>
                <a:gd name="connsiteX5" fmla="*/ 810010 w 3866823"/>
                <a:gd name="connsiteY5" fmla="*/ 4472818 h 4914534"/>
                <a:gd name="connsiteX6" fmla="*/ 223156 w 3866823"/>
                <a:gd name="connsiteY6" fmla="*/ 3585714 h 4914534"/>
                <a:gd name="connsiteX7" fmla="*/ 182213 w 3866823"/>
                <a:gd name="connsiteY7" fmla="*/ 2985213 h 4914534"/>
                <a:gd name="connsiteX8" fmla="*/ 182213 w 3866823"/>
                <a:gd name="connsiteY8" fmla="*/ 2316472 h 4914534"/>
                <a:gd name="connsiteX9" fmla="*/ 855501 w 3866823"/>
                <a:gd name="connsiteY9" fmla="*/ 2754340 h 4914534"/>
                <a:gd name="connsiteX10" fmla="*/ 2502331 w 3866823"/>
                <a:gd name="connsiteY10" fmla="*/ 2343767 h 4914534"/>
                <a:gd name="connsiteX0" fmla="*/ 2502331 w 3866823"/>
                <a:gd name="connsiteY0" fmla="*/ 2343767 h 4992360"/>
                <a:gd name="connsiteX1" fmla="*/ 2816230 w 3866823"/>
                <a:gd name="connsiteY1" fmla="*/ 119182 h 4992360"/>
                <a:gd name="connsiteX2" fmla="*/ 3866823 w 3866823"/>
                <a:gd name="connsiteY2" fmla="*/ 705185 h 4992360"/>
                <a:gd name="connsiteX3" fmla="*/ 3566572 w 3866823"/>
                <a:gd name="connsiteY3" fmla="*/ 870948 h 4992360"/>
                <a:gd name="connsiteX4" fmla="*/ 2584219 w 3866823"/>
                <a:gd name="connsiteY4" fmla="*/ 4691184 h 4992360"/>
                <a:gd name="connsiteX5" fmla="*/ 2106547 w 3866823"/>
                <a:gd name="connsiteY5" fmla="*/ 4663886 h 4992360"/>
                <a:gd name="connsiteX6" fmla="*/ 810010 w 3866823"/>
                <a:gd name="connsiteY6" fmla="*/ 4472818 h 4992360"/>
                <a:gd name="connsiteX7" fmla="*/ 223156 w 3866823"/>
                <a:gd name="connsiteY7" fmla="*/ 3585714 h 4992360"/>
                <a:gd name="connsiteX8" fmla="*/ 182213 w 3866823"/>
                <a:gd name="connsiteY8" fmla="*/ 2985213 h 4992360"/>
                <a:gd name="connsiteX9" fmla="*/ 182213 w 3866823"/>
                <a:gd name="connsiteY9" fmla="*/ 2316472 h 4992360"/>
                <a:gd name="connsiteX10" fmla="*/ 855501 w 3866823"/>
                <a:gd name="connsiteY10" fmla="*/ 2754340 h 4992360"/>
                <a:gd name="connsiteX11" fmla="*/ 2502331 w 3866823"/>
                <a:gd name="connsiteY11" fmla="*/ 2343767 h 4992360"/>
                <a:gd name="connsiteX0" fmla="*/ 2451563 w 3816055"/>
                <a:gd name="connsiteY0" fmla="*/ 2343767 h 4992360"/>
                <a:gd name="connsiteX1" fmla="*/ 2765462 w 3816055"/>
                <a:gd name="connsiteY1" fmla="*/ 119182 h 4992360"/>
                <a:gd name="connsiteX2" fmla="*/ 3816055 w 3816055"/>
                <a:gd name="connsiteY2" fmla="*/ 705185 h 4992360"/>
                <a:gd name="connsiteX3" fmla="*/ 3515804 w 3816055"/>
                <a:gd name="connsiteY3" fmla="*/ 870948 h 4992360"/>
                <a:gd name="connsiteX4" fmla="*/ 2533451 w 3816055"/>
                <a:gd name="connsiteY4" fmla="*/ 4691184 h 4992360"/>
                <a:gd name="connsiteX5" fmla="*/ 2055779 w 3816055"/>
                <a:gd name="connsiteY5" fmla="*/ 4663886 h 4992360"/>
                <a:gd name="connsiteX6" fmla="*/ 759242 w 3816055"/>
                <a:gd name="connsiteY6" fmla="*/ 4472818 h 4992360"/>
                <a:gd name="connsiteX7" fmla="*/ 172388 w 3816055"/>
                <a:gd name="connsiteY7" fmla="*/ 3585714 h 4992360"/>
                <a:gd name="connsiteX8" fmla="*/ 131445 w 3816055"/>
                <a:gd name="connsiteY8" fmla="*/ 2985213 h 4992360"/>
                <a:gd name="connsiteX9" fmla="*/ 131445 w 3816055"/>
                <a:gd name="connsiteY9" fmla="*/ 2316472 h 4992360"/>
                <a:gd name="connsiteX10" fmla="*/ 804733 w 3816055"/>
                <a:gd name="connsiteY10" fmla="*/ 2754340 h 4992360"/>
                <a:gd name="connsiteX11" fmla="*/ 2451563 w 3816055"/>
                <a:gd name="connsiteY11" fmla="*/ 2343767 h 4992360"/>
                <a:gd name="connsiteX0" fmla="*/ 2556546 w 3921038"/>
                <a:gd name="connsiteY0" fmla="*/ 2343767 h 4992360"/>
                <a:gd name="connsiteX1" fmla="*/ 2870445 w 3921038"/>
                <a:gd name="connsiteY1" fmla="*/ 119182 h 4992360"/>
                <a:gd name="connsiteX2" fmla="*/ 3921038 w 3921038"/>
                <a:gd name="connsiteY2" fmla="*/ 705185 h 4992360"/>
                <a:gd name="connsiteX3" fmla="*/ 3620787 w 3921038"/>
                <a:gd name="connsiteY3" fmla="*/ 870948 h 4992360"/>
                <a:gd name="connsiteX4" fmla="*/ 2638434 w 3921038"/>
                <a:gd name="connsiteY4" fmla="*/ 4691184 h 4992360"/>
                <a:gd name="connsiteX5" fmla="*/ 2160762 w 3921038"/>
                <a:gd name="connsiteY5" fmla="*/ 4663886 h 4992360"/>
                <a:gd name="connsiteX6" fmla="*/ 864225 w 3921038"/>
                <a:gd name="connsiteY6" fmla="*/ 4472818 h 4992360"/>
                <a:gd name="connsiteX7" fmla="*/ 277371 w 3921038"/>
                <a:gd name="connsiteY7" fmla="*/ 3585714 h 4992360"/>
                <a:gd name="connsiteX8" fmla="*/ 236428 w 3921038"/>
                <a:gd name="connsiteY8" fmla="*/ 2985213 h 4992360"/>
                <a:gd name="connsiteX9" fmla="*/ 236428 w 3921038"/>
                <a:gd name="connsiteY9" fmla="*/ 2316472 h 4992360"/>
                <a:gd name="connsiteX10" fmla="*/ 909716 w 3921038"/>
                <a:gd name="connsiteY10" fmla="*/ 2754340 h 4992360"/>
                <a:gd name="connsiteX11" fmla="*/ 2556546 w 3921038"/>
                <a:gd name="connsiteY11" fmla="*/ 2343767 h 4992360"/>
                <a:gd name="connsiteX0" fmla="*/ 2451563 w 3816055"/>
                <a:gd name="connsiteY0" fmla="*/ 2343767 h 4992360"/>
                <a:gd name="connsiteX1" fmla="*/ 2765462 w 3816055"/>
                <a:gd name="connsiteY1" fmla="*/ 119182 h 4992360"/>
                <a:gd name="connsiteX2" fmla="*/ 3816055 w 3816055"/>
                <a:gd name="connsiteY2" fmla="*/ 705185 h 4992360"/>
                <a:gd name="connsiteX3" fmla="*/ 3515804 w 3816055"/>
                <a:gd name="connsiteY3" fmla="*/ 870948 h 4992360"/>
                <a:gd name="connsiteX4" fmla="*/ 2533451 w 3816055"/>
                <a:gd name="connsiteY4" fmla="*/ 4691184 h 4992360"/>
                <a:gd name="connsiteX5" fmla="*/ 2055779 w 3816055"/>
                <a:gd name="connsiteY5" fmla="*/ 4663886 h 4992360"/>
                <a:gd name="connsiteX6" fmla="*/ 759242 w 3816055"/>
                <a:gd name="connsiteY6" fmla="*/ 4472818 h 4992360"/>
                <a:gd name="connsiteX7" fmla="*/ 172388 w 3816055"/>
                <a:gd name="connsiteY7" fmla="*/ 3585714 h 4992360"/>
                <a:gd name="connsiteX8" fmla="*/ 131445 w 3816055"/>
                <a:gd name="connsiteY8" fmla="*/ 2985213 h 4992360"/>
                <a:gd name="connsiteX9" fmla="*/ 131445 w 3816055"/>
                <a:gd name="connsiteY9" fmla="*/ 2316472 h 4992360"/>
                <a:gd name="connsiteX10" fmla="*/ 804733 w 3816055"/>
                <a:gd name="connsiteY10" fmla="*/ 2754340 h 4992360"/>
                <a:gd name="connsiteX11" fmla="*/ 2451563 w 3816055"/>
                <a:gd name="connsiteY11" fmla="*/ 2343767 h 4992360"/>
                <a:gd name="connsiteX0" fmla="*/ 2513527 w 3878019"/>
                <a:gd name="connsiteY0" fmla="*/ 2343767 h 4992360"/>
                <a:gd name="connsiteX1" fmla="*/ 2827426 w 3878019"/>
                <a:gd name="connsiteY1" fmla="*/ 119182 h 4992360"/>
                <a:gd name="connsiteX2" fmla="*/ 3878019 w 3878019"/>
                <a:gd name="connsiteY2" fmla="*/ 705185 h 4992360"/>
                <a:gd name="connsiteX3" fmla="*/ 3577768 w 3878019"/>
                <a:gd name="connsiteY3" fmla="*/ 870948 h 4992360"/>
                <a:gd name="connsiteX4" fmla="*/ 2595415 w 3878019"/>
                <a:gd name="connsiteY4" fmla="*/ 4691184 h 4992360"/>
                <a:gd name="connsiteX5" fmla="*/ 2117743 w 3878019"/>
                <a:gd name="connsiteY5" fmla="*/ 4663886 h 4992360"/>
                <a:gd name="connsiteX6" fmla="*/ 821206 w 3878019"/>
                <a:gd name="connsiteY6" fmla="*/ 4472818 h 4992360"/>
                <a:gd name="connsiteX7" fmla="*/ 234352 w 3878019"/>
                <a:gd name="connsiteY7" fmla="*/ 3585714 h 4992360"/>
                <a:gd name="connsiteX8" fmla="*/ 179 w 3878019"/>
                <a:gd name="connsiteY8" fmla="*/ 2905486 h 4992360"/>
                <a:gd name="connsiteX9" fmla="*/ 193409 w 3878019"/>
                <a:gd name="connsiteY9" fmla="*/ 2985213 h 4992360"/>
                <a:gd name="connsiteX10" fmla="*/ 193409 w 3878019"/>
                <a:gd name="connsiteY10" fmla="*/ 2316472 h 4992360"/>
                <a:gd name="connsiteX11" fmla="*/ 866697 w 3878019"/>
                <a:gd name="connsiteY11" fmla="*/ 2754340 h 4992360"/>
                <a:gd name="connsiteX12" fmla="*/ 2513527 w 3878019"/>
                <a:gd name="connsiteY12" fmla="*/ 2343767 h 4992360"/>
                <a:gd name="connsiteX0" fmla="*/ 2513571 w 3878063"/>
                <a:gd name="connsiteY0" fmla="*/ 2343767 h 4992360"/>
                <a:gd name="connsiteX1" fmla="*/ 2827470 w 3878063"/>
                <a:gd name="connsiteY1" fmla="*/ 119182 h 4992360"/>
                <a:gd name="connsiteX2" fmla="*/ 3878063 w 3878063"/>
                <a:gd name="connsiteY2" fmla="*/ 705185 h 4992360"/>
                <a:gd name="connsiteX3" fmla="*/ 3577812 w 3878063"/>
                <a:gd name="connsiteY3" fmla="*/ 870948 h 4992360"/>
                <a:gd name="connsiteX4" fmla="*/ 2595459 w 3878063"/>
                <a:gd name="connsiteY4" fmla="*/ 4691184 h 4992360"/>
                <a:gd name="connsiteX5" fmla="*/ 2117787 w 3878063"/>
                <a:gd name="connsiteY5" fmla="*/ 4663886 h 4992360"/>
                <a:gd name="connsiteX6" fmla="*/ 821250 w 3878063"/>
                <a:gd name="connsiteY6" fmla="*/ 4472818 h 4992360"/>
                <a:gd name="connsiteX7" fmla="*/ 234396 w 3878063"/>
                <a:gd name="connsiteY7" fmla="*/ 3585714 h 4992360"/>
                <a:gd name="connsiteX8" fmla="*/ 223 w 3878063"/>
                <a:gd name="connsiteY8" fmla="*/ 2905486 h 4992360"/>
                <a:gd name="connsiteX9" fmla="*/ 193453 w 3878063"/>
                <a:gd name="connsiteY9" fmla="*/ 2985213 h 4992360"/>
                <a:gd name="connsiteX10" fmla="*/ 193453 w 3878063"/>
                <a:gd name="connsiteY10" fmla="*/ 2316472 h 4992360"/>
                <a:gd name="connsiteX11" fmla="*/ 866741 w 3878063"/>
                <a:gd name="connsiteY11" fmla="*/ 2754340 h 4992360"/>
                <a:gd name="connsiteX12" fmla="*/ 2513571 w 3878063"/>
                <a:gd name="connsiteY12" fmla="*/ 2343767 h 4992360"/>
                <a:gd name="connsiteX0" fmla="*/ 2513348 w 3877840"/>
                <a:gd name="connsiteY0" fmla="*/ 2343767 h 4992360"/>
                <a:gd name="connsiteX1" fmla="*/ 2827247 w 3877840"/>
                <a:gd name="connsiteY1" fmla="*/ 119182 h 4992360"/>
                <a:gd name="connsiteX2" fmla="*/ 3877840 w 3877840"/>
                <a:gd name="connsiteY2" fmla="*/ 705185 h 4992360"/>
                <a:gd name="connsiteX3" fmla="*/ 3577589 w 3877840"/>
                <a:gd name="connsiteY3" fmla="*/ 870948 h 4992360"/>
                <a:gd name="connsiteX4" fmla="*/ 2595236 w 3877840"/>
                <a:gd name="connsiteY4" fmla="*/ 4691184 h 4992360"/>
                <a:gd name="connsiteX5" fmla="*/ 2117564 w 3877840"/>
                <a:gd name="connsiteY5" fmla="*/ 4663886 h 4992360"/>
                <a:gd name="connsiteX6" fmla="*/ 821027 w 3877840"/>
                <a:gd name="connsiteY6" fmla="*/ 4472818 h 4992360"/>
                <a:gd name="connsiteX7" fmla="*/ 234173 w 3877840"/>
                <a:gd name="connsiteY7" fmla="*/ 3585714 h 4992360"/>
                <a:gd name="connsiteX8" fmla="*/ 0 w 3877840"/>
                <a:gd name="connsiteY8" fmla="*/ 2905486 h 4992360"/>
                <a:gd name="connsiteX9" fmla="*/ 193230 w 3877840"/>
                <a:gd name="connsiteY9" fmla="*/ 2985213 h 4992360"/>
                <a:gd name="connsiteX10" fmla="*/ 193230 w 3877840"/>
                <a:gd name="connsiteY10" fmla="*/ 2316472 h 4992360"/>
                <a:gd name="connsiteX11" fmla="*/ 866518 w 3877840"/>
                <a:gd name="connsiteY11" fmla="*/ 2754340 h 4992360"/>
                <a:gd name="connsiteX12" fmla="*/ 2513348 w 3877840"/>
                <a:gd name="connsiteY12" fmla="*/ 2343767 h 4992360"/>
                <a:gd name="connsiteX0" fmla="*/ 2536046 w 3900538"/>
                <a:gd name="connsiteY0" fmla="*/ 2343767 h 4992360"/>
                <a:gd name="connsiteX1" fmla="*/ 2849945 w 3900538"/>
                <a:gd name="connsiteY1" fmla="*/ 119182 h 4992360"/>
                <a:gd name="connsiteX2" fmla="*/ 3900538 w 3900538"/>
                <a:gd name="connsiteY2" fmla="*/ 705185 h 4992360"/>
                <a:gd name="connsiteX3" fmla="*/ 3600287 w 3900538"/>
                <a:gd name="connsiteY3" fmla="*/ 870948 h 4992360"/>
                <a:gd name="connsiteX4" fmla="*/ 2617934 w 3900538"/>
                <a:gd name="connsiteY4" fmla="*/ 4691184 h 4992360"/>
                <a:gd name="connsiteX5" fmla="*/ 2140262 w 3900538"/>
                <a:gd name="connsiteY5" fmla="*/ 4663886 h 4992360"/>
                <a:gd name="connsiteX6" fmla="*/ 843725 w 3900538"/>
                <a:gd name="connsiteY6" fmla="*/ 4472818 h 4992360"/>
                <a:gd name="connsiteX7" fmla="*/ 256871 w 3900538"/>
                <a:gd name="connsiteY7" fmla="*/ 3585714 h 4992360"/>
                <a:gd name="connsiteX8" fmla="*/ 22698 w 3900538"/>
                <a:gd name="connsiteY8" fmla="*/ 2905486 h 4992360"/>
                <a:gd name="connsiteX9" fmla="*/ 215928 w 3900538"/>
                <a:gd name="connsiteY9" fmla="*/ 2985213 h 4992360"/>
                <a:gd name="connsiteX10" fmla="*/ 215928 w 3900538"/>
                <a:gd name="connsiteY10" fmla="*/ 2316472 h 4992360"/>
                <a:gd name="connsiteX11" fmla="*/ 889216 w 3900538"/>
                <a:gd name="connsiteY11" fmla="*/ 2754340 h 4992360"/>
                <a:gd name="connsiteX12" fmla="*/ 2536046 w 3900538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848287 w 3905100"/>
                <a:gd name="connsiteY6" fmla="*/ 4472818 h 4992360"/>
                <a:gd name="connsiteX7" fmla="*/ 261433 w 3905100"/>
                <a:gd name="connsiteY7" fmla="*/ 3585714 h 4992360"/>
                <a:gd name="connsiteX8" fmla="*/ 27260 w 3905100"/>
                <a:gd name="connsiteY8" fmla="*/ 2905486 h 4992360"/>
                <a:gd name="connsiteX9" fmla="*/ 220490 w 3905100"/>
                <a:gd name="connsiteY9" fmla="*/ 2985213 h 4992360"/>
                <a:gd name="connsiteX10" fmla="*/ 220490 w 3905100"/>
                <a:gd name="connsiteY10" fmla="*/ 2316472 h 4992360"/>
                <a:gd name="connsiteX11" fmla="*/ 893778 w 3905100"/>
                <a:gd name="connsiteY11" fmla="*/ 2754340 h 4992360"/>
                <a:gd name="connsiteX12" fmla="*/ 2540608 w 3905100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848287 w 3905100"/>
                <a:gd name="connsiteY6" fmla="*/ 4472818 h 4992360"/>
                <a:gd name="connsiteX7" fmla="*/ 261433 w 3905100"/>
                <a:gd name="connsiteY7" fmla="*/ 3585714 h 4992360"/>
                <a:gd name="connsiteX8" fmla="*/ 27260 w 3905100"/>
                <a:gd name="connsiteY8" fmla="*/ 2905486 h 4992360"/>
                <a:gd name="connsiteX9" fmla="*/ 220490 w 3905100"/>
                <a:gd name="connsiteY9" fmla="*/ 2985213 h 4992360"/>
                <a:gd name="connsiteX10" fmla="*/ 220490 w 3905100"/>
                <a:gd name="connsiteY10" fmla="*/ 2316472 h 4992360"/>
                <a:gd name="connsiteX11" fmla="*/ 893778 w 3905100"/>
                <a:gd name="connsiteY11" fmla="*/ 2754340 h 4992360"/>
                <a:gd name="connsiteX12" fmla="*/ 2540608 w 3905100"/>
                <a:gd name="connsiteY12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992360"/>
                <a:gd name="connsiteX1" fmla="*/ 2854507 w 3905100"/>
                <a:gd name="connsiteY1" fmla="*/ 119182 h 4992360"/>
                <a:gd name="connsiteX2" fmla="*/ 3905100 w 3905100"/>
                <a:gd name="connsiteY2" fmla="*/ 705185 h 4992360"/>
                <a:gd name="connsiteX3" fmla="*/ 3604849 w 3905100"/>
                <a:gd name="connsiteY3" fmla="*/ 870948 h 4992360"/>
                <a:gd name="connsiteX4" fmla="*/ 2622496 w 3905100"/>
                <a:gd name="connsiteY4" fmla="*/ 4691184 h 4992360"/>
                <a:gd name="connsiteX5" fmla="*/ 2144824 w 3905100"/>
                <a:gd name="connsiteY5" fmla="*/ 4663886 h 4992360"/>
                <a:gd name="connsiteX6" fmla="*/ 1215979 w 3905100"/>
                <a:gd name="connsiteY6" fmla="*/ 4627606 h 4992360"/>
                <a:gd name="connsiteX7" fmla="*/ 848287 w 3905100"/>
                <a:gd name="connsiteY7" fmla="*/ 4472818 h 4992360"/>
                <a:gd name="connsiteX8" fmla="*/ 261433 w 3905100"/>
                <a:gd name="connsiteY8" fmla="*/ 3585714 h 4992360"/>
                <a:gd name="connsiteX9" fmla="*/ 27260 w 3905100"/>
                <a:gd name="connsiteY9" fmla="*/ 2905486 h 4992360"/>
                <a:gd name="connsiteX10" fmla="*/ 220490 w 3905100"/>
                <a:gd name="connsiteY10" fmla="*/ 2985213 h 4992360"/>
                <a:gd name="connsiteX11" fmla="*/ 220490 w 3905100"/>
                <a:gd name="connsiteY11" fmla="*/ 2316472 h 4992360"/>
                <a:gd name="connsiteX12" fmla="*/ 893778 w 3905100"/>
                <a:gd name="connsiteY12" fmla="*/ 2754340 h 4992360"/>
                <a:gd name="connsiteX13" fmla="*/ 2540608 w 3905100"/>
                <a:gd name="connsiteY13" fmla="*/ 2343767 h 4992360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  <a:gd name="connsiteX0" fmla="*/ 2540608 w 3905100"/>
                <a:gd name="connsiteY0" fmla="*/ 2343767 h 4810476"/>
                <a:gd name="connsiteX1" fmla="*/ 2854507 w 3905100"/>
                <a:gd name="connsiteY1" fmla="*/ 119182 h 4810476"/>
                <a:gd name="connsiteX2" fmla="*/ 3905100 w 3905100"/>
                <a:gd name="connsiteY2" fmla="*/ 705185 h 4810476"/>
                <a:gd name="connsiteX3" fmla="*/ 3604849 w 3905100"/>
                <a:gd name="connsiteY3" fmla="*/ 870948 h 4810476"/>
                <a:gd name="connsiteX4" fmla="*/ 2622496 w 3905100"/>
                <a:gd name="connsiteY4" fmla="*/ 4691184 h 4810476"/>
                <a:gd name="connsiteX5" fmla="*/ 2144824 w 3905100"/>
                <a:gd name="connsiteY5" fmla="*/ 4663886 h 4810476"/>
                <a:gd name="connsiteX6" fmla="*/ 1215979 w 3905100"/>
                <a:gd name="connsiteY6" fmla="*/ 4627606 h 4810476"/>
                <a:gd name="connsiteX7" fmla="*/ 848287 w 3905100"/>
                <a:gd name="connsiteY7" fmla="*/ 4472818 h 4810476"/>
                <a:gd name="connsiteX8" fmla="*/ 261433 w 3905100"/>
                <a:gd name="connsiteY8" fmla="*/ 3585714 h 4810476"/>
                <a:gd name="connsiteX9" fmla="*/ 27260 w 3905100"/>
                <a:gd name="connsiteY9" fmla="*/ 2905486 h 4810476"/>
                <a:gd name="connsiteX10" fmla="*/ 220490 w 3905100"/>
                <a:gd name="connsiteY10" fmla="*/ 2985213 h 4810476"/>
                <a:gd name="connsiteX11" fmla="*/ 220490 w 3905100"/>
                <a:gd name="connsiteY11" fmla="*/ 2316472 h 4810476"/>
                <a:gd name="connsiteX12" fmla="*/ 893778 w 3905100"/>
                <a:gd name="connsiteY12" fmla="*/ 2754340 h 4810476"/>
                <a:gd name="connsiteX13" fmla="*/ 2540608 w 3905100"/>
                <a:gd name="connsiteY13" fmla="*/ 2343767 h 481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05100" h="4810476">
                  <a:moveTo>
                    <a:pt x="2540608" y="2343767"/>
                  </a:moveTo>
                  <a:cubicBezTo>
                    <a:pt x="3138078" y="1499691"/>
                    <a:pt x="2210835" y="476440"/>
                    <a:pt x="2854507" y="119182"/>
                  </a:cubicBezTo>
                  <a:cubicBezTo>
                    <a:pt x="3866669" y="-360905"/>
                    <a:pt x="3843733" y="768685"/>
                    <a:pt x="3905100" y="705185"/>
                  </a:cubicBezTo>
                  <a:lnTo>
                    <a:pt x="3604849" y="870948"/>
                  </a:lnTo>
                  <a:cubicBezTo>
                    <a:pt x="2922557" y="1257257"/>
                    <a:pt x="4574030" y="3554248"/>
                    <a:pt x="2622496" y="4691184"/>
                  </a:cubicBezTo>
                  <a:cubicBezTo>
                    <a:pt x="2231422" y="4787438"/>
                    <a:pt x="2288125" y="4730760"/>
                    <a:pt x="2144824" y="4663886"/>
                  </a:cubicBezTo>
                  <a:cubicBezTo>
                    <a:pt x="1912945" y="4648210"/>
                    <a:pt x="1729248" y="5025211"/>
                    <a:pt x="1215979" y="4627606"/>
                  </a:cubicBezTo>
                  <a:cubicBezTo>
                    <a:pt x="999890" y="4595761"/>
                    <a:pt x="1078498" y="4618527"/>
                    <a:pt x="848287" y="4472818"/>
                  </a:cubicBezTo>
                  <a:cubicBezTo>
                    <a:pt x="534256" y="4266149"/>
                    <a:pt x="49021" y="3483716"/>
                    <a:pt x="261433" y="3585714"/>
                  </a:cubicBezTo>
                  <a:cubicBezTo>
                    <a:pt x="92845" y="3382912"/>
                    <a:pt x="-64976" y="3051289"/>
                    <a:pt x="27260" y="2905486"/>
                  </a:cubicBezTo>
                  <a:cubicBezTo>
                    <a:pt x="43296" y="2858743"/>
                    <a:pt x="171775" y="3019882"/>
                    <a:pt x="220490" y="2985213"/>
                  </a:cubicBezTo>
                  <a:cubicBezTo>
                    <a:pt x="-65544" y="2604668"/>
                    <a:pt x="201535" y="2327655"/>
                    <a:pt x="220490" y="2316472"/>
                  </a:cubicBezTo>
                  <a:cubicBezTo>
                    <a:pt x="399427" y="2517019"/>
                    <a:pt x="441886" y="2567441"/>
                    <a:pt x="893778" y="2754340"/>
                  </a:cubicBezTo>
                  <a:cubicBezTo>
                    <a:pt x="1679284" y="2344527"/>
                    <a:pt x="2464787" y="2466978"/>
                    <a:pt x="2540608" y="234376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38CBDCD7-F5A5-9C5E-F51B-46507AD9E958}"/>
                </a:ext>
              </a:extLst>
            </p:cNvPr>
            <p:cNvSpPr/>
            <p:nvPr/>
          </p:nvSpPr>
          <p:spPr>
            <a:xfrm>
              <a:off x="7312263" y="1132928"/>
              <a:ext cx="796277" cy="626809"/>
            </a:xfrm>
            <a:custGeom>
              <a:avLst/>
              <a:gdLst>
                <a:gd name="connsiteX0" fmla="*/ 0 w 306601"/>
                <a:gd name="connsiteY0" fmla="*/ 0 h 292100"/>
                <a:gd name="connsiteX1" fmla="*/ 306601 w 306601"/>
                <a:gd name="connsiteY1" fmla="*/ 0 h 292100"/>
                <a:gd name="connsiteX2" fmla="*/ 306601 w 306601"/>
                <a:gd name="connsiteY2" fmla="*/ 292100 h 292100"/>
                <a:gd name="connsiteX3" fmla="*/ 0 w 306601"/>
                <a:gd name="connsiteY3" fmla="*/ 292100 h 292100"/>
                <a:gd name="connsiteX4" fmla="*/ 0 w 306601"/>
                <a:gd name="connsiteY4" fmla="*/ 0 h 292100"/>
                <a:gd name="connsiteX0" fmla="*/ 0 w 354226"/>
                <a:gd name="connsiteY0" fmla="*/ 9525 h 301625"/>
                <a:gd name="connsiteX1" fmla="*/ 354226 w 354226"/>
                <a:gd name="connsiteY1" fmla="*/ 0 h 301625"/>
                <a:gd name="connsiteX2" fmla="*/ 306601 w 354226"/>
                <a:gd name="connsiteY2" fmla="*/ 301625 h 301625"/>
                <a:gd name="connsiteX3" fmla="*/ 0 w 354226"/>
                <a:gd name="connsiteY3" fmla="*/ 301625 h 301625"/>
                <a:gd name="connsiteX4" fmla="*/ 0 w 354226"/>
                <a:gd name="connsiteY4" fmla="*/ 9525 h 301625"/>
                <a:gd name="connsiteX0" fmla="*/ 0 w 516151"/>
                <a:gd name="connsiteY0" fmla="*/ 280988 h 301625"/>
                <a:gd name="connsiteX1" fmla="*/ 516151 w 516151"/>
                <a:gd name="connsiteY1" fmla="*/ 0 h 301625"/>
                <a:gd name="connsiteX2" fmla="*/ 468526 w 516151"/>
                <a:gd name="connsiteY2" fmla="*/ 301625 h 301625"/>
                <a:gd name="connsiteX3" fmla="*/ 161925 w 516151"/>
                <a:gd name="connsiteY3" fmla="*/ 301625 h 301625"/>
                <a:gd name="connsiteX4" fmla="*/ 0 w 516151"/>
                <a:gd name="connsiteY4" fmla="*/ 280988 h 301625"/>
                <a:gd name="connsiteX0" fmla="*/ 0 w 516151"/>
                <a:gd name="connsiteY0" fmla="*/ 330672 h 351309"/>
                <a:gd name="connsiteX1" fmla="*/ 516151 w 516151"/>
                <a:gd name="connsiteY1" fmla="*/ 49684 h 351309"/>
                <a:gd name="connsiteX2" fmla="*/ 468526 w 516151"/>
                <a:gd name="connsiteY2" fmla="*/ 351309 h 351309"/>
                <a:gd name="connsiteX3" fmla="*/ 161925 w 516151"/>
                <a:gd name="connsiteY3" fmla="*/ 351309 h 351309"/>
                <a:gd name="connsiteX4" fmla="*/ 0 w 516151"/>
                <a:gd name="connsiteY4" fmla="*/ 330672 h 351309"/>
                <a:gd name="connsiteX0" fmla="*/ 0 w 516151"/>
                <a:gd name="connsiteY0" fmla="*/ 424740 h 445377"/>
                <a:gd name="connsiteX1" fmla="*/ 516151 w 516151"/>
                <a:gd name="connsiteY1" fmla="*/ 143752 h 445377"/>
                <a:gd name="connsiteX2" fmla="*/ 468526 w 516151"/>
                <a:gd name="connsiteY2" fmla="*/ 445377 h 445377"/>
                <a:gd name="connsiteX3" fmla="*/ 161925 w 516151"/>
                <a:gd name="connsiteY3" fmla="*/ 445377 h 445377"/>
                <a:gd name="connsiteX4" fmla="*/ 0 w 516151"/>
                <a:gd name="connsiteY4" fmla="*/ 424740 h 445377"/>
                <a:gd name="connsiteX0" fmla="*/ 0 w 673314"/>
                <a:gd name="connsiteY0" fmla="*/ 424740 h 445377"/>
                <a:gd name="connsiteX1" fmla="*/ 516151 w 673314"/>
                <a:gd name="connsiteY1" fmla="*/ 143752 h 445377"/>
                <a:gd name="connsiteX2" fmla="*/ 673314 w 673314"/>
                <a:gd name="connsiteY2" fmla="*/ 350127 h 445377"/>
                <a:gd name="connsiteX3" fmla="*/ 161925 w 673314"/>
                <a:gd name="connsiteY3" fmla="*/ 445377 h 445377"/>
                <a:gd name="connsiteX4" fmla="*/ 0 w 673314"/>
                <a:gd name="connsiteY4" fmla="*/ 424740 h 445377"/>
                <a:gd name="connsiteX0" fmla="*/ 0 w 673314"/>
                <a:gd name="connsiteY0" fmla="*/ 424740 h 424740"/>
                <a:gd name="connsiteX1" fmla="*/ 516151 w 673314"/>
                <a:gd name="connsiteY1" fmla="*/ 143752 h 424740"/>
                <a:gd name="connsiteX2" fmla="*/ 673314 w 673314"/>
                <a:gd name="connsiteY2" fmla="*/ 350127 h 424740"/>
                <a:gd name="connsiteX3" fmla="*/ 0 w 673314"/>
                <a:gd name="connsiteY3" fmla="*/ 424740 h 424740"/>
                <a:gd name="connsiteX0" fmla="*/ 0 w 673314"/>
                <a:gd name="connsiteY0" fmla="*/ 424740 h 595632"/>
                <a:gd name="connsiteX1" fmla="*/ 516151 w 673314"/>
                <a:gd name="connsiteY1" fmla="*/ 143752 h 595632"/>
                <a:gd name="connsiteX2" fmla="*/ 673314 w 673314"/>
                <a:gd name="connsiteY2" fmla="*/ 350127 h 595632"/>
                <a:gd name="connsiteX3" fmla="*/ 0 w 673314"/>
                <a:gd name="connsiteY3" fmla="*/ 424740 h 595632"/>
                <a:gd name="connsiteX0" fmla="*/ 0 w 804659"/>
                <a:gd name="connsiteY0" fmla="*/ 424740 h 622585"/>
                <a:gd name="connsiteX1" fmla="*/ 516151 w 804659"/>
                <a:gd name="connsiteY1" fmla="*/ 143752 h 622585"/>
                <a:gd name="connsiteX2" fmla="*/ 673314 w 804659"/>
                <a:gd name="connsiteY2" fmla="*/ 350127 h 622585"/>
                <a:gd name="connsiteX3" fmla="*/ 0 w 804659"/>
                <a:gd name="connsiteY3" fmla="*/ 424740 h 622585"/>
                <a:gd name="connsiteX0" fmla="*/ 0 w 796277"/>
                <a:gd name="connsiteY0" fmla="*/ 424740 h 626809"/>
                <a:gd name="connsiteX1" fmla="*/ 516151 w 796277"/>
                <a:gd name="connsiteY1" fmla="*/ 143752 h 626809"/>
                <a:gd name="connsiteX2" fmla="*/ 673314 w 796277"/>
                <a:gd name="connsiteY2" fmla="*/ 350127 h 626809"/>
                <a:gd name="connsiteX3" fmla="*/ 0 w 796277"/>
                <a:gd name="connsiteY3" fmla="*/ 424740 h 62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277" h="626809">
                  <a:moveTo>
                    <a:pt x="0" y="424740"/>
                  </a:moveTo>
                  <a:cubicBezTo>
                    <a:pt x="133950" y="-168985"/>
                    <a:pt x="472688" y="-14997"/>
                    <a:pt x="516151" y="143752"/>
                  </a:cubicBezTo>
                  <a:lnTo>
                    <a:pt x="673314" y="350127"/>
                  </a:lnTo>
                  <a:cubicBezTo>
                    <a:pt x="1087051" y="498823"/>
                    <a:pt x="353025" y="847544"/>
                    <a:pt x="0" y="42474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A8EE5CB-0033-5B55-E8DF-0DD062CA91FC}"/>
                </a:ext>
              </a:extLst>
            </p:cNvPr>
            <p:cNvSpPr/>
            <p:nvPr/>
          </p:nvSpPr>
          <p:spPr>
            <a:xfrm rot="1206432">
              <a:off x="6944471" y="888952"/>
              <a:ext cx="247542" cy="33572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216F43E-4CE6-0240-A89B-ECD0B7EC9588}"/>
                </a:ext>
              </a:extLst>
            </p:cNvPr>
            <p:cNvSpPr/>
            <p:nvPr/>
          </p:nvSpPr>
          <p:spPr>
            <a:xfrm rot="1206432">
              <a:off x="6982117" y="1002904"/>
              <a:ext cx="87454" cy="11860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DF9FD8-B9B5-DC26-5F9D-7AF347BCD589}"/>
                </a:ext>
              </a:extLst>
            </p:cNvPr>
            <p:cNvSpPr/>
            <p:nvPr/>
          </p:nvSpPr>
          <p:spPr>
            <a:xfrm rot="1206432">
              <a:off x="7064433" y="940305"/>
              <a:ext cx="45719" cy="62005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ectangle 9">
              <a:extLst>
                <a:ext uri="{FF2B5EF4-FFF2-40B4-BE49-F238E27FC236}">
                  <a16:creationId xmlns:a16="http://schemas.microsoft.com/office/drawing/2014/main" id="{90CC460A-E67F-98CF-EE82-7CE64ACDC401}"/>
                </a:ext>
              </a:extLst>
            </p:cNvPr>
            <p:cNvSpPr/>
            <p:nvPr/>
          </p:nvSpPr>
          <p:spPr>
            <a:xfrm>
              <a:off x="4505809" y="3438260"/>
              <a:ext cx="1760646" cy="1366518"/>
            </a:xfrm>
            <a:custGeom>
              <a:avLst/>
              <a:gdLst>
                <a:gd name="connsiteX0" fmla="*/ 0 w 589071"/>
                <a:gd name="connsiteY0" fmla="*/ 0 h 890590"/>
                <a:gd name="connsiteX1" fmla="*/ 589071 w 589071"/>
                <a:gd name="connsiteY1" fmla="*/ 0 h 890590"/>
                <a:gd name="connsiteX2" fmla="*/ 589071 w 589071"/>
                <a:gd name="connsiteY2" fmla="*/ 890590 h 890590"/>
                <a:gd name="connsiteX3" fmla="*/ 0 w 589071"/>
                <a:gd name="connsiteY3" fmla="*/ 890590 h 890590"/>
                <a:gd name="connsiteX4" fmla="*/ 0 w 589071"/>
                <a:gd name="connsiteY4" fmla="*/ 0 h 890590"/>
                <a:gd name="connsiteX0" fmla="*/ 0 w 2017821"/>
                <a:gd name="connsiteY0" fmla="*/ 542925 h 890590"/>
                <a:gd name="connsiteX1" fmla="*/ 2017821 w 2017821"/>
                <a:gd name="connsiteY1" fmla="*/ 0 h 890590"/>
                <a:gd name="connsiteX2" fmla="*/ 2017821 w 2017821"/>
                <a:gd name="connsiteY2" fmla="*/ 890590 h 890590"/>
                <a:gd name="connsiteX3" fmla="*/ 1428750 w 2017821"/>
                <a:gd name="connsiteY3" fmla="*/ 890590 h 890590"/>
                <a:gd name="connsiteX4" fmla="*/ 0 w 2017821"/>
                <a:gd name="connsiteY4" fmla="*/ 542925 h 890590"/>
                <a:gd name="connsiteX0" fmla="*/ 0 w 2017821"/>
                <a:gd name="connsiteY0" fmla="*/ 542925 h 890590"/>
                <a:gd name="connsiteX1" fmla="*/ 404329 w 2017821"/>
                <a:gd name="connsiteY1" fmla="*/ 455494 h 890590"/>
                <a:gd name="connsiteX2" fmla="*/ 2017821 w 2017821"/>
                <a:gd name="connsiteY2" fmla="*/ 0 h 890590"/>
                <a:gd name="connsiteX3" fmla="*/ 2017821 w 2017821"/>
                <a:gd name="connsiteY3" fmla="*/ 890590 h 890590"/>
                <a:gd name="connsiteX4" fmla="*/ 1428750 w 2017821"/>
                <a:gd name="connsiteY4" fmla="*/ 890590 h 890590"/>
                <a:gd name="connsiteX5" fmla="*/ 0 w 2017821"/>
                <a:gd name="connsiteY5" fmla="*/ 542925 h 890590"/>
                <a:gd name="connsiteX0" fmla="*/ 0 w 2017821"/>
                <a:gd name="connsiteY0" fmla="*/ 409575 h 757240"/>
                <a:gd name="connsiteX1" fmla="*/ 404329 w 2017821"/>
                <a:gd name="connsiteY1" fmla="*/ 322144 h 757240"/>
                <a:gd name="connsiteX2" fmla="*/ 1451083 w 2017821"/>
                <a:gd name="connsiteY2" fmla="*/ 0 h 757240"/>
                <a:gd name="connsiteX3" fmla="*/ 2017821 w 2017821"/>
                <a:gd name="connsiteY3" fmla="*/ 757240 h 757240"/>
                <a:gd name="connsiteX4" fmla="*/ 1428750 w 2017821"/>
                <a:gd name="connsiteY4" fmla="*/ 757240 h 757240"/>
                <a:gd name="connsiteX5" fmla="*/ 0 w 2017821"/>
                <a:gd name="connsiteY5" fmla="*/ 409575 h 757240"/>
                <a:gd name="connsiteX0" fmla="*/ 0 w 1760646"/>
                <a:gd name="connsiteY0" fmla="*/ 409575 h 1033465"/>
                <a:gd name="connsiteX1" fmla="*/ 404329 w 1760646"/>
                <a:gd name="connsiteY1" fmla="*/ 322144 h 1033465"/>
                <a:gd name="connsiteX2" fmla="*/ 1451083 w 1760646"/>
                <a:gd name="connsiteY2" fmla="*/ 0 h 1033465"/>
                <a:gd name="connsiteX3" fmla="*/ 1760646 w 1760646"/>
                <a:gd name="connsiteY3" fmla="*/ 1033465 h 1033465"/>
                <a:gd name="connsiteX4" fmla="*/ 1428750 w 1760646"/>
                <a:gd name="connsiteY4" fmla="*/ 757240 h 1033465"/>
                <a:gd name="connsiteX5" fmla="*/ 0 w 1760646"/>
                <a:gd name="connsiteY5" fmla="*/ 409575 h 1033465"/>
                <a:gd name="connsiteX0" fmla="*/ 0 w 1760646"/>
                <a:gd name="connsiteY0" fmla="*/ 409575 h 1195390"/>
                <a:gd name="connsiteX1" fmla="*/ 404329 w 1760646"/>
                <a:gd name="connsiteY1" fmla="*/ 322144 h 1195390"/>
                <a:gd name="connsiteX2" fmla="*/ 1451083 w 1760646"/>
                <a:gd name="connsiteY2" fmla="*/ 0 h 1195390"/>
                <a:gd name="connsiteX3" fmla="*/ 1760646 w 1760646"/>
                <a:gd name="connsiteY3" fmla="*/ 1033465 h 1195390"/>
                <a:gd name="connsiteX4" fmla="*/ 985838 w 1760646"/>
                <a:gd name="connsiteY4" fmla="*/ 1195390 h 1195390"/>
                <a:gd name="connsiteX5" fmla="*/ 0 w 1760646"/>
                <a:gd name="connsiteY5" fmla="*/ 409575 h 1195390"/>
                <a:gd name="connsiteX0" fmla="*/ 0 w 1760646"/>
                <a:gd name="connsiteY0" fmla="*/ 409575 h 1195390"/>
                <a:gd name="connsiteX1" fmla="*/ 404329 w 1760646"/>
                <a:gd name="connsiteY1" fmla="*/ 322144 h 1195390"/>
                <a:gd name="connsiteX2" fmla="*/ 1451083 w 1760646"/>
                <a:gd name="connsiteY2" fmla="*/ 0 h 1195390"/>
                <a:gd name="connsiteX3" fmla="*/ 1760646 w 1760646"/>
                <a:gd name="connsiteY3" fmla="*/ 1033465 h 1195390"/>
                <a:gd name="connsiteX4" fmla="*/ 985838 w 1760646"/>
                <a:gd name="connsiteY4" fmla="*/ 1195390 h 1195390"/>
                <a:gd name="connsiteX5" fmla="*/ 637691 w 1760646"/>
                <a:gd name="connsiteY5" fmla="*/ 926981 h 1195390"/>
                <a:gd name="connsiteX6" fmla="*/ 0 w 1760646"/>
                <a:gd name="connsiteY6" fmla="*/ 409575 h 1195390"/>
                <a:gd name="connsiteX0" fmla="*/ 0 w 1760646"/>
                <a:gd name="connsiteY0" fmla="*/ 419024 h 1204839"/>
                <a:gd name="connsiteX1" fmla="*/ 404329 w 1760646"/>
                <a:gd name="connsiteY1" fmla="*/ 331593 h 1204839"/>
                <a:gd name="connsiteX2" fmla="*/ 1451083 w 1760646"/>
                <a:gd name="connsiteY2" fmla="*/ 9449 h 1204839"/>
                <a:gd name="connsiteX3" fmla="*/ 1760646 w 1760646"/>
                <a:gd name="connsiteY3" fmla="*/ 1042914 h 1204839"/>
                <a:gd name="connsiteX4" fmla="*/ 985838 w 1760646"/>
                <a:gd name="connsiteY4" fmla="*/ 1204839 h 1204839"/>
                <a:gd name="connsiteX5" fmla="*/ 637691 w 1760646"/>
                <a:gd name="connsiteY5" fmla="*/ 936430 h 1204839"/>
                <a:gd name="connsiteX6" fmla="*/ 0 w 1760646"/>
                <a:gd name="connsiteY6" fmla="*/ 419024 h 120483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6889"/>
                <a:gd name="connsiteX1" fmla="*/ 404329 w 1760646"/>
                <a:gd name="connsiteY1" fmla="*/ 333643 h 1206889"/>
                <a:gd name="connsiteX2" fmla="*/ 1451083 w 1760646"/>
                <a:gd name="connsiteY2" fmla="*/ 11499 h 1206889"/>
                <a:gd name="connsiteX3" fmla="*/ 1760646 w 1760646"/>
                <a:gd name="connsiteY3" fmla="*/ 1044964 h 1206889"/>
                <a:gd name="connsiteX4" fmla="*/ 985838 w 1760646"/>
                <a:gd name="connsiteY4" fmla="*/ 1206889 h 1206889"/>
                <a:gd name="connsiteX5" fmla="*/ 637691 w 1760646"/>
                <a:gd name="connsiteY5" fmla="*/ 938480 h 1206889"/>
                <a:gd name="connsiteX6" fmla="*/ 0 w 1760646"/>
                <a:gd name="connsiteY6" fmla="*/ 421074 h 1206889"/>
                <a:gd name="connsiteX0" fmla="*/ 0 w 1760646"/>
                <a:gd name="connsiteY0" fmla="*/ 421074 h 1209518"/>
                <a:gd name="connsiteX1" fmla="*/ 404329 w 1760646"/>
                <a:gd name="connsiteY1" fmla="*/ 333643 h 1209518"/>
                <a:gd name="connsiteX2" fmla="*/ 1451083 w 1760646"/>
                <a:gd name="connsiteY2" fmla="*/ 11499 h 1209518"/>
                <a:gd name="connsiteX3" fmla="*/ 1760646 w 1760646"/>
                <a:gd name="connsiteY3" fmla="*/ 1044964 h 1209518"/>
                <a:gd name="connsiteX4" fmla="*/ 985838 w 1760646"/>
                <a:gd name="connsiteY4" fmla="*/ 1206889 h 1209518"/>
                <a:gd name="connsiteX5" fmla="*/ 637691 w 1760646"/>
                <a:gd name="connsiteY5" fmla="*/ 938480 h 1209518"/>
                <a:gd name="connsiteX6" fmla="*/ 0 w 1760646"/>
                <a:gd name="connsiteY6" fmla="*/ 421074 h 1209518"/>
                <a:gd name="connsiteX0" fmla="*/ 0 w 1760646"/>
                <a:gd name="connsiteY0" fmla="*/ 421074 h 1226213"/>
                <a:gd name="connsiteX1" fmla="*/ 404329 w 1760646"/>
                <a:gd name="connsiteY1" fmla="*/ 333643 h 1226213"/>
                <a:gd name="connsiteX2" fmla="*/ 1451083 w 1760646"/>
                <a:gd name="connsiteY2" fmla="*/ 11499 h 1226213"/>
                <a:gd name="connsiteX3" fmla="*/ 1760646 w 1760646"/>
                <a:gd name="connsiteY3" fmla="*/ 1044964 h 1226213"/>
                <a:gd name="connsiteX4" fmla="*/ 985838 w 1760646"/>
                <a:gd name="connsiteY4" fmla="*/ 1206889 h 1226213"/>
                <a:gd name="connsiteX5" fmla="*/ 637691 w 1760646"/>
                <a:gd name="connsiteY5" fmla="*/ 938480 h 1226213"/>
                <a:gd name="connsiteX6" fmla="*/ 0 w 1760646"/>
                <a:gd name="connsiteY6" fmla="*/ 421074 h 1226213"/>
                <a:gd name="connsiteX0" fmla="*/ 0 w 1760646"/>
                <a:gd name="connsiteY0" fmla="*/ 421074 h 1328262"/>
                <a:gd name="connsiteX1" fmla="*/ 404329 w 1760646"/>
                <a:gd name="connsiteY1" fmla="*/ 333643 h 1328262"/>
                <a:gd name="connsiteX2" fmla="*/ 1451083 w 1760646"/>
                <a:gd name="connsiteY2" fmla="*/ 11499 h 1328262"/>
                <a:gd name="connsiteX3" fmla="*/ 1760646 w 1760646"/>
                <a:gd name="connsiteY3" fmla="*/ 1044964 h 1328262"/>
                <a:gd name="connsiteX4" fmla="*/ 985838 w 1760646"/>
                <a:gd name="connsiteY4" fmla="*/ 1206889 h 1328262"/>
                <a:gd name="connsiteX5" fmla="*/ 637691 w 1760646"/>
                <a:gd name="connsiteY5" fmla="*/ 938480 h 1328262"/>
                <a:gd name="connsiteX6" fmla="*/ 0 w 1760646"/>
                <a:gd name="connsiteY6" fmla="*/ 421074 h 1328262"/>
                <a:gd name="connsiteX0" fmla="*/ 0 w 1760646"/>
                <a:gd name="connsiteY0" fmla="*/ 421074 h 1343837"/>
                <a:gd name="connsiteX1" fmla="*/ 404329 w 1760646"/>
                <a:gd name="connsiteY1" fmla="*/ 333643 h 1343837"/>
                <a:gd name="connsiteX2" fmla="*/ 1451083 w 1760646"/>
                <a:gd name="connsiteY2" fmla="*/ 11499 h 1343837"/>
                <a:gd name="connsiteX3" fmla="*/ 1760646 w 1760646"/>
                <a:gd name="connsiteY3" fmla="*/ 1044964 h 1343837"/>
                <a:gd name="connsiteX4" fmla="*/ 985838 w 1760646"/>
                <a:gd name="connsiteY4" fmla="*/ 1206889 h 1343837"/>
                <a:gd name="connsiteX5" fmla="*/ 637691 w 1760646"/>
                <a:gd name="connsiteY5" fmla="*/ 938480 h 1343837"/>
                <a:gd name="connsiteX6" fmla="*/ 0 w 1760646"/>
                <a:gd name="connsiteY6" fmla="*/ 421074 h 1343837"/>
                <a:gd name="connsiteX0" fmla="*/ 0 w 1760646"/>
                <a:gd name="connsiteY0" fmla="*/ 421074 h 1308613"/>
                <a:gd name="connsiteX1" fmla="*/ 404329 w 1760646"/>
                <a:gd name="connsiteY1" fmla="*/ 333643 h 1308613"/>
                <a:gd name="connsiteX2" fmla="*/ 1451083 w 1760646"/>
                <a:gd name="connsiteY2" fmla="*/ 11499 h 1308613"/>
                <a:gd name="connsiteX3" fmla="*/ 1760646 w 1760646"/>
                <a:gd name="connsiteY3" fmla="*/ 1044964 h 1308613"/>
                <a:gd name="connsiteX4" fmla="*/ 985838 w 1760646"/>
                <a:gd name="connsiteY4" fmla="*/ 1206889 h 1308613"/>
                <a:gd name="connsiteX5" fmla="*/ 637691 w 1760646"/>
                <a:gd name="connsiteY5" fmla="*/ 938480 h 1308613"/>
                <a:gd name="connsiteX6" fmla="*/ 0 w 1760646"/>
                <a:gd name="connsiteY6" fmla="*/ 421074 h 1308613"/>
                <a:gd name="connsiteX0" fmla="*/ 0 w 1760646"/>
                <a:gd name="connsiteY0" fmla="*/ 421074 h 1366518"/>
                <a:gd name="connsiteX1" fmla="*/ 404329 w 1760646"/>
                <a:gd name="connsiteY1" fmla="*/ 333643 h 1366518"/>
                <a:gd name="connsiteX2" fmla="*/ 1451083 w 1760646"/>
                <a:gd name="connsiteY2" fmla="*/ 11499 h 1366518"/>
                <a:gd name="connsiteX3" fmla="*/ 1760646 w 1760646"/>
                <a:gd name="connsiteY3" fmla="*/ 1044964 h 1366518"/>
                <a:gd name="connsiteX4" fmla="*/ 985838 w 1760646"/>
                <a:gd name="connsiteY4" fmla="*/ 1206889 h 1366518"/>
                <a:gd name="connsiteX5" fmla="*/ 637691 w 1760646"/>
                <a:gd name="connsiteY5" fmla="*/ 938480 h 1366518"/>
                <a:gd name="connsiteX6" fmla="*/ 0 w 1760646"/>
                <a:gd name="connsiteY6" fmla="*/ 421074 h 136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0646" h="1366518">
                  <a:moveTo>
                    <a:pt x="0" y="421074"/>
                  </a:moveTo>
                  <a:cubicBezTo>
                    <a:pt x="128426" y="387168"/>
                    <a:pt x="194941" y="405649"/>
                    <a:pt x="404329" y="333643"/>
                  </a:cubicBezTo>
                  <a:cubicBezTo>
                    <a:pt x="586559" y="164349"/>
                    <a:pt x="978340" y="-52570"/>
                    <a:pt x="1451083" y="11499"/>
                  </a:cubicBezTo>
                  <a:lnTo>
                    <a:pt x="1760646" y="1044964"/>
                  </a:lnTo>
                  <a:cubicBezTo>
                    <a:pt x="1407127" y="1641864"/>
                    <a:pt x="343994" y="1229114"/>
                    <a:pt x="985838" y="1206889"/>
                  </a:cubicBezTo>
                  <a:cubicBezTo>
                    <a:pt x="693577" y="1242832"/>
                    <a:pt x="34602" y="897775"/>
                    <a:pt x="637691" y="938480"/>
                  </a:cubicBezTo>
                  <a:cubicBezTo>
                    <a:pt x="96514" y="823161"/>
                    <a:pt x="126839" y="641168"/>
                    <a:pt x="0" y="42107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Rectangle 10">
              <a:extLst>
                <a:ext uri="{FF2B5EF4-FFF2-40B4-BE49-F238E27FC236}">
                  <a16:creationId xmlns:a16="http://schemas.microsoft.com/office/drawing/2014/main" id="{0D5F3456-021A-F120-E664-42F2EE833135}"/>
                </a:ext>
              </a:extLst>
            </p:cNvPr>
            <p:cNvSpPr/>
            <p:nvPr/>
          </p:nvSpPr>
          <p:spPr>
            <a:xfrm rot="20576937">
              <a:off x="5823031" y="3221609"/>
              <a:ext cx="773866" cy="1440733"/>
            </a:xfrm>
            <a:custGeom>
              <a:avLst/>
              <a:gdLst>
                <a:gd name="connsiteX0" fmla="*/ 0 w 773866"/>
                <a:gd name="connsiteY0" fmla="*/ 0 h 1310239"/>
                <a:gd name="connsiteX1" fmla="*/ 773866 w 773866"/>
                <a:gd name="connsiteY1" fmla="*/ 0 h 1310239"/>
                <a:gd name="connsiteX2" fmla="*/ 773866 w 773866"/>
                <a:gd name="connsiteY2" fmla="*/ 1310239 h 1310239"/>
                <a:gd name="connsiteX3" fmla="*/ 0 w 773866"/>
                <a:gd name="connsiteY3" fmla="*/ 1310239 h 1310239"/>
                <a:gd name="connsiteX4" fmla="*/ 0 w 773866"/>
                <a:gd name="connsiteY4" fmla="*/ 0 h 1310239"/>
                <a:gd name="connsiteX0" fmla="*/ 0 w 773866"/>
                <a:gd name="connsiteY0" fmla="*/ 0 h 1376300"/>
                <a:gd name="connsiteX1" fmla="*/ 773866 w 773866"/>
                <a:gd name="connsiteY1" fmla="*/ 0 h 1376300"/>
                <a:gd name="connsiteX2" fmla="*/ 773866 w 773866"/>
                <a:gd name="connsiteY2" fmla="*/ 1310239 h 1376300"/>
                <a:gd name="connsiteX3" fmla="*/ 258701 w 773866"/>
                <a:gd name="connsiteY3" fmla="*/ 1376300 h 1376300"/>
                <a:gd name="connsiteX4" fmla="*/ 0 w 773866"/>
                <a:gd name="connsiteY4" fmla="*/ 0 h 1376300"/>
                <a:gd name="connsiteX0" fmla="*/ 0 w 773866"/>
                <a:gd name="connsiteY0" fmla="*/ 0 h 1427621"/>
                <a:gd name="connsiteX1" fmla="*/ 773866 w 773866"/>
                <a:gd name="connsiteY1" fmla="*/ 0 h 1427621"/>
                <a:gd name="connsiteX2" fmla="*/ 773866 w 773866"/>
                <a:gd name="connsiteY2" fmla="*/ 1310239 h 1427621"/>
                <a:gd name="connsiteX3" fmla="*/ 296097 w 773866"/>
                <a:gd name="connsiteY3" fmla="*/ 1427621 h 1427621"/>
                <a:gd name="connsiteX4" fmla="*/ 0 w 773866"/>
                <a:gd name="connsiteY4" fmla="*/ 0 h 1427621"/>
                <a:gd name="connsiteX0" fmla="*/ 0 w 773866"/>
                <a:gd name="connsiteY0" fmla="*/ 0 h 1440733"/>
                <a:gd name="connsiteX1" fmla="*/ 773866 w 773866"/>
                <a:gd name="connsiteY1" fmla="*/ 0 h 1440733"/>
                <a:gd name="connsiteX2" fmla="*/ 773866 w 773866"/>
                <a:gd name="connsiteY2" fmla="*/ 1310239 h 1440733"/>
                <a:gd name="connsiteX3" fmla="*/ 252224 w 773866"/>
                <a:gd name="connsiteY3" fmla="*/ 1440733 h 1440733"/>
                <a:gd name="connsiteX4" fmla="*/ 0 w 773866"/>
                <a:gd name="connsiteY4" fmla="*/ 0 h 144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866" h="1440733">
                  <a:moveTo>
                    <a:pt x="0" y="0"/>
                  </a:moveTo>
                  <a:lnTo>
                    <a:pt x="773866" y="0"/>
                  </a:lnTo>
                  <a:lnTo>
                    <a:pt x="773866" y="1310239"/>
                  </a:lnTo>
                  <a:lnTo>
                    <a:pt x="252224" y="1440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4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188FBF7-78B5-4787-8D07-BCC43805094C}"/>
              </a:ext>
            </a:extLst>
          </p:cNvPr>
          <p:cNvGrpSpPr/>
          <p:nvPr/>
        </p:nvGrpSpPr>
        <p:grpSpPr>
          <a:xfrm>
            <a:off x="5606011" y="1352023"/>
            <a:ext cx="3805006" cy="4996571"/>
            <a:chOff x="5606011" y="1352023"/>
            <a:chExt cx="3805006" cy="4996571"/>
          </a:xfrm>
        </p:grpSpPr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3B287055-08B8-E6B5-1C4A-CBE4286ED415}"/>
                </a:ext>
              </a:extLst>
            </p:cNvPr>
            <p:cNvSpPr/>
            <p:nvPr/>
          </p:nvSpPr>
          <p:spPr>
            <a:xfrm flipH="1">
              <a:off x="6235148" y="4542594"/>
              <a:ext cx="764368" cy="1324701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368" h="1324701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13612" y="973930"/>
                    <a:pt x="763883" y="1038224"/>
                  </a:cubicBezTo>
                  <a:cubicBezTo>
                    <a:pt x="776054" y="1083468"/>
                    <a:pt x="554334" y="1089025"/>
                    <a:pt x="673397" y="1228725"/>
                  </a:cubicBezTo>
                  <a:cubicBezTo>
                    <a:pt x="349547" y="1177925"/>
                    <a:pt x="492736" y="1336675"/>
                    <a:pt x="435272" y="1323975"/>
                  </a:cubicBezTo>
                  <a:cubicBezTo>
                    <a:pt x="310819" y="1209675"/>
                    <a:pt x="162553" y="1185862"/>
                    <a:pt x="61913" y="981075"/>
                  </a:cubicBezTo>
                  <a:cubicBezTo>
                    <a:pt x="136525" y="415925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FD966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3D4F5446-42BB-B69F-604F-0B2A5962CC01}"/>
                </a:ext>
              </a:extLst>
            </p:cNvPr>
            <p:cNvSpPr/>
            <p:nvPr/>
          </p:nvSpPr>
          <p:spPr>
            <a:xfrm flipH="1">
              <a:off x="6617332" y="5038355"/>
              <a:ext cx="773866" cy="1310239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95251 w 764368"/>
                <a:gd name="connsiteY6" fmla="*/ 1004888 h 1324701"/>
                <a:gd name="connsiteX7" fmla="*/ 0 w 764368"/>
                <a:gd name="connsiteY7" fmla="*/ 0 h 1324701"/>
                <a:gd name="connsiteX0" fmla="*/ 0 w 773874"/>
                <a:gd name="connsiteY0" fmla="*/ 0 h 1324701"/>
                <a:gd name="connsiteX1" fmla="*/ 395583 w 773874"/>
                <a:gd name="connsiteY1" fmla="*/ 14288 h 1324701"/>
                <a:gd name="connsiteX2" fmla="*/ 371770 w 773874"/>
                <a:gd name="connsiteY2" fmla="*/ 819150 h 1324701"/>
                <a:gd name="connsiteX3" fmla="*/ 773408 w 773874"/>
                <a:gd name="connsiteY3" fmla="*/ 981074 h 1324701"/>
                <a:gd name="connsiteX4" fmla="*/ 673397 w 773874"/>
                <a:gd name="connsiteY4" fmla="*/ 1228725 h 1324701"/>
                <a:gd name="connsiteX5" fmla="*/ 435272 w 773874"/>
                <a:gd name="connsiteY5" fmla="*/ 1323975 h 1324701"/>
                <a:gd name="connsiteX6" fmla="*/ 95251 w 773874"/>
                <a:gd name="connsiteY6" fmla="*/ 1004888 h 1324701"/>
                <a:gd name="connsiteX7" fmla="*/ 0 w 773874"/>
                <a:gd name="connsiteY7" fmla="*/ 0 h 1324701"/>
                <a:gd name="connsiteX0" fmla="*/ 0 w 774095"/>
                <a:gd name="connsiteY0" fmla="*/ 0 h 1324493"/>
                <a:gd name="connsiteX1" fmla="*/ 395583 w 774095"/>
                <a:gd name="connsiteY1" fmla="*/ 14288 h 1324493"/>
                <a:gd name="connsiteX2" fmla="*/ 371770 w 774095"/>
                <a:gd name="connsiteY2" fmla="*/ 819150 h 1324493"/>
                <a:gd name="connsiteX3" fmla="*/ 773408 w 774095"/>
                <a:gd name="connsiteY3" fmla="*/ 981074 h 1324493"/>
                <a:gd name="connsiteX4" fmla="*/ 749597 w 774095"/>
                <a:gd name="connsiteY4" fmla="*/ 1162050 h 1324493"/>
                <a:gd name="connsiteX5" fmla="*/ 435272 w 774095"/>
                <a:gd name="connsiteY5" fmla="*/ 1323975 h 1324493"/>
                <a:gd name="connsiteX6" fmla="*/ 95251 w 774095"/>
                <a:gd name="connsiteY6" fmla="*/ 1004888 h 1324493"/>
                <a:gd name="connsiteX7" fmla="*/ 0 w 774095"/>
                <a:gd name="connsiteY7" fmla="*/ 0 h 1324493"/>
                <a:gd name="connsiteX0" fmla="*/ 0 w 774095"/>
                <a:gd name="connsiteY0" fmla="*/ 0 h 1310239"/>
                <a:gd name="connsiteX1" fmla="*/ 395583 w 774095"/>
                <a:gd name="connsiteY1" fmla="*/ 14288 h 1310239"/>
                <a:gd name="connsiteX2" fmla="*/ 371770 w 774095"/>
                <a:gd name="connsiteY2" fmla="*/ 819150 h 1310239"/>
                <a:gd name="connsiteX3" fmla="*/ 773408 w 774095"/>
                <a:gd name="connsiteY3" fmla="*/ 981074 h 1310239"/>
                <a:gd name="connsiteX4" fmla="*/ 749597 w 774095"/>
                <a:gd name="connsiteY4" fmla="*/ 1162050 h 1310239"/>
                <a:gd name="connsiteX5" fmla="*/ 559097 w 774095"/>
                <a:gd name="connsiteY5" fmla="*/ 1309687 h 1310239"/>
                <a:gd name="connsiteX6" fmla="*/ 95251 w 774095"/>
                <a:gd name="connsiteY6" fmla="*/ 1004888 h 1310239"/>
                <a:gd name="connsiteX7" fmla="*/ 0 w 774095"/>
                <a:gd name="connsiteY7" fmla="*/ 0 h 1310239"/>
                <a:gd name="connsiteX0" fmla="*/ 0 w 773866"/>
                <a:gd name="connsiteY0" fmla="*/ 0 h 1310239"/>
                <a:gd name="connsiteX1" fmla="*/ 395583 w 773866"/>
                <a:gd name="connsiteY1" fmla="*/ 14288 h 1310239"/>
                <a:gd name="connsiteX2" fmla="*/ 371770 w 773866"/>
                <a:gd name="connsiteY2" fmla="*/ 819150 h 1310239"/>
                <a:gd name="connsiteX3" fmla="*/ 773408 w 773866"/>
                <a:gd name="connsiteY3" fmla="*/ 981074 h 1310239"/>
                <a:gd name="connsiteX4" fmla="*/ 749597 w 773866"/>
                <a:gd name="connsiteY4" fmla="*/ 1162050 h 1310239"/>
                <a:gd name="connsiteX5" fmla="*/ 559097 w 773866"/>
                <a:gd name="connsiteY5" fmla="*/ 1309687 h 1310239"/>
                <a:gd name="connsiteX6" fmla="*/ 95251 w 773866"/>
                <a:gd name="connsiteY6" fmla="*/ 1004888 h 1310239"/>
                <a:gd name="connsiteX7" fmla="*/ 0 w 773866"/>
                <a:gd name="connsiteY7" fmla="*/ 0 h 131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3866" h="1310239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23137" y="916780"/>
                    <a:pt x="773408" y="981074"/>
                  </a:cubicBezTo>
                  <a:cubicBezTo>
                    <a:pt x="785579" y="1026318"/>
                    <a:pt x="549572" y="965200"/>
                    <a:pt x="749597" y="1162050"/>
                  </a:cubicBezTo>
                  <a:cubicBezTo>
                    <a:pt x="425747" y="1111250"/>
                    <a:pt x="616561" y="1322387"/>
                    <a:pt x="559097" y="1309687"/>
                  </a:cubicBezTo>
                  <a:cubicBezTo>
                    <a:pt x="434644" y="1195387"/>
                    <a:pt x="195891" y="1209675"/>
                    <a:pt x="95251" y="1004888"/>
                  </a:cubicBezTo>
                  <a:cubicBezTo>
                    <a:pt x="169863" y="439738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FD966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6526158-56A5-F906-4D1B-8C251ED3200C}"/>
                </a:ext>
              </a:extLst>
            </p:cNvPr>
            <p:cNvGrpSpPr/>
            <p:nvPr/>
          </p:nvGrpSpPr>
          <p:grpSpPr>
            <a:xfrm>
              <a:off x="5606011" y="1352023"/>
              <a:ext cx="3805006" cy="4568998"/>
              <a:chOff x="4300233" y="888014"/>
              <a:chExt cx="4297519" cy="5160401"/>
            </a:xfrm>
            <a:solidFill>
              <a:srgbClr val="FFFF00"/>
            </a:solidFill>
          </p:grpSpPr>
          <p:sp>
            <p:nvSpPr>
              <p:cNvPr id="3" name="Oval 100">
                <a:extLst>
                  <a:ext uri="{FF2B5EF4-FFF2-40B4-BE49-F238E27FC236}">
                    <a16:creationId xmlns:a16="http://schemas.microsoft.com/office/drawing/2014/main" id="{35932DC4-3FE5-B619-E21F-E1B9236B1A63}"/>
                  </a:ext>
                </a:extLst>
              </p:cNvPr>
              <p:cNvSpPr/>
              <p:nvPr/>
            </p:nvSpPr>
            <p:spPr>
              <a:xfrm rot="582942">
                <a:off x="4340489" y="2542936"/>
                <a:ext cx="4257263" cy="3505479"/>
              </a:xfrm>
              <a:custGeom>
                <a:avLst/>
                <a:gdLst>
                  <a:gd name="connsiteX0" fmla="*/ 0 w 4147682"/>
                  <a:gd name="connsiteY0" fmla="*/ 1230070 h 2460139"/>
                  <a:gd name="connsiteX1" fmla="*/ 2073841 w 4147682"/>
                  <a:gd name="connsiteY1" fmla="*/ 0 h 2460139"/>
                  <a:gd name="connsiteX2" fmla="*/ 4147682 w 4147682"/>
                  <a:gd name="connsiteY2" fmla="*/ 1230070 h 2460139"/>
                  <a:gd name="connsiteX3" fmla="*/ 2073841 w 4147682"/>
                  <a:gd name="connsiteY3" fmla="*/ 2460140 h 2460139"/>
                  <a:gd name="connsiteX4" fmla="*/ 0 w 4147682"/>
                  <a:gd name="connsiteY4" fmla="*/ 1230070 h 2460139"/>
                  <a:gd name="connsiteX0" fmla="*/ 7 w 4147689"/>
                  <a:gd name="connsiteY0" fmla="*/ 1596166 h 2826236"/>
                  <a:gd name="connsiteX1" fmla="*/ 2091837 w 4147689"/>
                  <a:gd name="connsiteY1" fmla="*/ 0 h 2826236"/>
                  <a:gd name="connsiteX2" fmla="*/ 4147689 w 4147689"/>
                  <a:gd name="connsiteY2" fmla="*/ 1596166 h 2826236"/>
                  <a:gd name="connsiteX3" fmla="*/ 2073848 w 4147689"/>
                  <a:gd name="connsiteY3" fmla="*/ 2826236 h 2826236"/>
                  <a:gd name="connsiteX4" fmla="*/ 7 w 4147689"/>
                  <a:gd name="connsiteY4" fmla="*/ 1596166 h 2826236"/>
                  <a:gd name="connsiteX0" fmla="*/ 7 w 4255924"/>
                  <a:gd name="connsiteY0" fmla="*/ 2105819 h 3335889"/>
                  <a:gd name="connsiteX1" fmla="*/ 2091837 w 4255924"/>
                  <a:gd name="connsiteY1" fmla="*/ 509653 h 3335889"/>
                  <a:gd name="connsiteX2" fmla="*/ 3793200 w 4255924"/>
                  <a:gd name="connsiteY2" fmla="*/ 94505 h 3335889"/>
                  <a:gd name="connsiteX3" fmla="*/ 4147689 w 4255924"/>
                  <a:gd name="connsiteY3" fmla="*/ 2105819 h 3335889"/>
                  <a:gd name="connsiteX4" fmla="*/ 2073848 w 4255924"/>
                  <a:gd name="connsiteY4" fmla="*/ 3335889 h 3335889"/>
                  <a:gd name="connsiteX5" fmla="*/ 7 w 4255924"/>
                  <a:gd name="connsiteY5" fmla="*/ 2105819 h 3335889"/>
                  <a:gd name="connsiteX0" fmla="*/ 7 w 4255924"/>
                  <a:gd name="connsiteY0" fmla="*/ 2105819 h 3335889"/>
                  <a:gd name="connsiteX1" fmla="*/ 2091837 w 4255924"/>
                  <a:gd name="connsiteY1" fmla="*/ 509653 h 3335889"/>
                  <a:gd name="connsiteX2" fmla="*/ 3793200 w 4255924"/>
                  <a:gd name="connsiteY2" fmla="*/ 94505 h 3335889"/>
                  <a:gd name="connsiteX3" fmla="*/ 4147689 w 4255924"/>
                  <a:gd name="connsiteY3" fmla="*/ 2105819 h 3335889"/>
                  <a:gd name="connsiteX4" fmla="*/ 2073848 w 4255924"/>
                  <a:gd name="connsiteY4" fmla="*/ 3335889 h 3335889"/>
                  <a:gd name="connsiteX5" fmla="*/ 7 w 4255924"/>
                  <a:gd name="connsiteY5" fmla="*/ 2105819 h 3335889"/>
                  <a:gd name="connsiteX0" fmla="*/ 7 w 4282483"/>
                  <a:gd name="connsiteY0" fmla="*/ 2105819 h 3335889"/>
                  <a:gd name="connsiteX1" fmla="*/ 2091837 w 4282483"/>
                  <a:gd name="connsiteY1" fmla="*/ 509653 h 3335889"/>
                  <a:gd name="connsiteX2" fmla="*/ 3793200 w 4282483"/>
                  <a:gd name="connsiteY2" fmla="*/ 94505 h 3335889"/>
                  <a:gd name="connsiteX3" fmla="*/ 4147689 w 4282483"/>
                  <a:gd name="connsiteY3" fmla="*/ 2105819 h 3335889"/>
                  <a:gd name="connsiteX4" fmla="*/ 2073848 w 4282483"/>
                  <a:gd name="connsiteY4" fmla="*/ 3335889 h 3335889"/>
                  <a:gd name="connsiteX5" fmla="*/ 7 w 4282483"/>
                  <a:gd name="connsiteY5" fmla="*/ 2105819 h 3335889"/>
                  <a:gd name="connsiteX0" fmla="*/ 7 w 4297331"/>
                  <a:gd name="connsiteY0" fmla="*/ 2105819 h 3335889"/>
                  <a:gd name="connsiteX1" fmla="*/ 2091837 w 4297331"/>
                  <a:gd name="connsiteY1" fmla="*/ 509653 h 3335889"/>
                  <a:gd name="connsiteX2" fmla="*/ 3793200 w 4297331"/>
                  <a:gd name="connsiteY2" fmla="*/ 94505 h 3335889"/>
                  <a:gd name="connsiteX3" fmla="*/ 4147689 w 4297331"/>
                  <a:gd name="connsiteY3" fmla="*/ 2105819 h 3335889"/>
                  <a:gd name="connsiteX4" fmla="*/ 2073848 w 4297331"/>
                  <a:gd name="connsiteY4" fmla="*/ 3335889 h 3335889"/>
                  <a:gd name="connsiteX5" fmla="*/ 7 w 4297331"/>
                  <a:gd name="connsiteY5" fmla="*/ 2105819 h 3335889"/>
                  <a:gd name="connsiteX0" fmla="*/ 7 w 4261321"/>
                  <a:gd name="connsiteY0" fmla="*/ 2207300 h 3437370"/>
                  <a:gd name="connsiteX1" fmla="*/ 2091837 w 4261321"/>
                  <a:gd name="connsiteY1" fmla="*/ 611134 h 3437370"/>
                  <a:gd name="connsiteX2" fmla="*/ 3598792 w 4261321"/>
                  <a:gd name="connsiteY2" fmla="*/ 81376 h 3437370"/>
                  <a:gd name="connsiteX3" fmla="*/ 4147689 w 4261321"/>
                  <a:gd name="connsiteY3" fmla="*/ 2207300 h 3437370"/>
                  <a:gd name="connsiteX4" fmla="*/ 2073848 w 4261321"/>
                  <a:gd name="connsiteY4" fmla="*/ 3437370 h 3437370"/>
                  <a:gd name="connsiteX5" fmla="*/ 7 w 4261321"/>
                  <a:gd name="connsiteY5" fmla="*/ 2207300 h 3437370"/>
                  <a:gd name="connsiteX0" fmla="*/ 7 w 4292170"/>
                  <a:gd name="connsiteY0" fmla="*/ 2207300 h 3437370"/>
                  <a:gd name="connsiteX1" fmla="*/ 2091837 w 4292170"/>
                  <a:gd name="connsiteY1" fmla="*/ 611134 h 3437370"/>
                  <a:gd name="connsiteX2" fmla="*/ 3598792 w 4292170"/>
                  <a:gd name="connsiteY2" fmla="*/ 81376 h 3437370"/>
                  <a:gd name="connsiteX3" fmla="*/ 4147689 w 4292170"/>
                  <a:gd name="connsiteY3" fmla="*/ 2207300 h 3437370"/>
                  <a:gd name="connsiteX4" fmla="*/ 2073848 w 4292170"/>
                  <a:gd name="connsiteY4" fmla="*/ 3437370 h 3437370"/>
                  <a:gd name="connsiteX5" fmla="*/ 7 w 4292170"/>
                  <a:gd name="connsiteY5" fmla="*/ 2207300 h 3437370"/>
                  <a:gd name="connsiteX0" fmla="*/ 7 w 4302297"/>
                  <a:gd name="connsiteY0" fmla="*/ 2207300 h 3437370"/>
                  <a:gd name="connsiteX1" fmla="*/ 2091837 w 4302297"/>
                  <a:gd name="connsiteY1" fmla="*/ 611134 h 3437370"/>
                  <a:gd name="connsiteX2" fmla="*/ 3598792 w 4302297"/>
                  <a:gd name="connsiteY2" fmla="*/ 81376 h 3437370"/>
                  <a:gd name="connsiteX3" fmla="*/ 4147689 w 4302297"/>
                  <a:gd name="connsiteY3" fmla="*/ 2207300 h 3437370"/>
                  <a:gd name="connsiteX4" fmla="*/ 2073848 w 4302297"/>
                  <a:gd name="connsiteY4" fmla="*/ 3437370 h 3437370"/>
                  <a:gd name="connsiteX5" fmla="*/ 7 w 4302297"/>
                  <a:gd name="connsiteY5" fmla="*/ 2207300 h 3437370"/>
                  <a:gd name="connsiteX0" fmla="*/ 7 w 4302297"/>
                  <a:gd name="connsiteY0" fmla="*/ 2153146 h 3383216"/>
                  <a:gd name="connsiteX1" fmla="*/ 2091837 w 4302297"/>
                  <a:gd name="connsiteY1" fmla="*/ 556980 h 3383216"/>
                  <a:gd name="connsiteX2" fmla="*/ 3598792 w 4302297"/>
                  <a:gd name="connsiteY2" fmla="*/ 27222 h 3383216"/>
                  <a:gd name="connsiteX3" fmla="*/ 4147689 w 4302297"/>
                  <a:gd name="connsiteY3" fmla="*/ 2153146 h 3383216"/>
                  <a:gd name="connsiteX4" fmla="*/ 2073848 w 4302297"/>
                  <a:gd name="connsiteY4" fmla="*/ 3383216 h 3383216"/>
                  <a:gd name="connsiteX5" fmla="*/ 7 w 4302297"/>
                  <a:gd name="connsiteY5" fmla="*/ 2153146 h 3383216"/>
                  <a:gd name="connsiteX0" fmla="*/ 7 w 4302297"/>
                  <a:gd name="connsiteY0" fmla="*/ 2135008 h 3365078"/>
                  <a:gd name="connsiteX1" fmla="*/ 2091837 w 4302297"/>
                  <a:gd name="connsiteY1" fmla="*/ 538842 h 3365078"/>
                  <a:gd name="connsiteX2" fmla="*/ 3598792 w 4302297"/>
                  <a:gd name="connsiteY2" fmla="*/ 9084 h 3365078"/>
                  <a:gd name="connsiteX3" fmla="*/ 4147689 w 4302297"/>
                  <a:gd name="connsiteY3" fmla="*/ 2135008 h 3365078"/>
                  <a:gd name="connsiteX4" fmla="*/ 2073848 w 4302297"/>
                  <a:gd name="connsiteY4" fmla="*/ 3365078 h 3365078"/>
                  <a:gd name="connsiteX5" fmla="*/ 7 w 4302297"/>
                  <a:gd name="connsiteY5" fmla="*/ 2135008 h 3365078"/>
                  <a:gd name="connsiteX0" fmla="*/ 369 w 4302659"/>
                  <a:gd name="connsiteY0" fmla="*/ 2135377 h 3365447"/>
                  <a:gd name="connsiteX1" fmla="*/ 2205286 w 4302659"/>
                  <a:gd name="connsiteY1" fmla="*/ 492959 h 3365447"/>
                  <a:gd name="connsiteX2" fmla="*/ 3599154 w 4302659"/>
                  <a:gd name="connsiteY2" fmla="*/ 9453 h 3365447"/>
                  <a:gd name="connsiteX3" fmla="*/ 4148051 w 4302659"/>
                  <a:gd name="connsiteY3" fmla="*/ 2135377 h 3365447"/>
                  <a:gd name="connsiteX4" fmla="*/ 2074210 w 4302659"/>
                  <a:gd name="connsiteY4" fmla="*/ 3365447 h 3365447"/>
                  <a:gd name="connsiteX5" fmla="*/ 369 w 4302659"/>
                  <a:gd name="connsiteY5" fmla="*/ 2135377 h 3365447"/>
                  <a:gd name="connsiteX0" fmla="*/ 369 w 4302659"/>
                  <a:gd name="connsiteY0" fmla="*/ 2135369 h 3365439"/>
                  <a:gd name="connsiteX1" fmla="*/ 2205286 w 4302659"/>
                  <a:gd name="connsiteY1" fmla="*/ 492951 h 3365439"/>
                  <a:gd name="connsiteX2" fmla="*/ 3599154 w 4302659"/>
                  <a:gd name="connsiteY2" fmla="*/ 9445 h 3365439"/>
                  <a:gd name="connsiteX3" fmla="*/ 4148051 w 4302659"/>
                  <a:gd name="connsiteY3" fmla="*/ 2135369 h 3365439"/>
                  <a:gd name="connsiteX4" fmla="*/ 2074210 w 4302659"/>
                  <a:gd name="connsiteY4" fmla="*/ 3365439 h 3365439"/>
                  <a:gd name="connsiteX5" fmla="*/ 369 w 4302659"/>
                  <a:gd name="connsiteY5" fmla="*/ 2135369 h 3365439"/>
                  <a:gd name="connsiteX0" fmla="*/ 369 w 4302659"/>
                  <a:gd name="connsiteY0" fmla="*/ 2135228 h 3365298"/>
                  <a:gd name="connsiteX1" fmla="*/ 2205286 w 4302659"/>
                  <a:gd name="connsiteY1" fmla="*/ 492810 h 3365298"/>
                  <a:gd name="connsiteX2" fmla="*/ 3599154 w 4302659"/>
                  <a:gd name="connsiteY2" fmla="*/ 9304 h 3365298"/>
                  <a:gd name="connsiteX3" fmla="*/ 4148051 w 4302659"/>
                  <a:gd name="connsiteY3" fmla="*/ 2135228 h 3365298"/>
                  <a:gd name="connsiteX4" fmla="*/ 2074210 w 4302659"/>
                  <a:gd name="connsiteY4" fmla="*/ 3365298 h 3365298"/>
                  <a:gd name="connsiteX5" fmla="*/ 369 w 4302659"/>
                  <a:gd name="connsiteY5" fmla="*/ 2135228 h 3365298"/>
                  <a:gd name="connsiteX0" fmla="*/ 369 w 4288096"/>
                  <a:gd name="connsiteY0" fmla="*/ 2158215 h 3388285"/>
                  <a:gd name="connsiteX1" fmla="*/ 2205286 w 4288096"/>
                  <a:gd name="connsiteY1" fmla="*/ 515797 h 3388285"/>
                  <a:gd name="connsiteX2" fmla="*/ 3531607 w 4288096"/>
                  <a:gd name="connsiteY2" fmla="*/ 30411 h 3388285"/>
                  <a:gd name="connsiteX3" fmla="*/ 4148051 w 4288096"/>
                  <a:gd name="connsiteY3" fmla="*/ 2158215 h 3388285"/>
                  <a:gd name="connsiteX4" fmla="*/ 2074210 w 4288096"/>
                  <a:gd name="connsiteY4" fmla="*/ 3388285 h 3388285"/>
                  <a:gd name="connsiteX5" fmla="*/ 369 w 4288096"/>
                  <a:gd name="connsiteY5" fmla="*/ 2158215 h 3388285"/>
                  <a:gd name="connsiteX0" fmla="*/ 369 w 4288096"/>
                  <a:gd name="connsiteY0" fmla="*/ 2127804 h 3357874"/>
                  <a:gd name="connsiteX1" fmla="*/ 2205286 w 4288096"/>
                  <a:gd name="connsiteY1" fmla="*/ 485386 h 3357874"/>
                  <a:gd name="connsiteX2" fmla="*/ 3531607 w 4288096"/>
                  <a:gd name="connsiteY2" fmla="*/ 0 h 3357874"/>
                  <a:gd name="connsiteX3" fmla="*/ 4148051 w 4288096"/>
                  <a:gd name="connsiteY3" fmla="*/ 2127804 h 3357874"/>
                  <a:gd name="connsiteX4" fmla="*/ 2074210 w 4288096"/>
                  <a:gd name="connsiteY4" fmla="*/ 3357874 h 3357874"/>
                  <a:gd name="connsiteX5" fmla="*/ 369 w 4288096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88676 w 4385449"/>
                  <a:gd name="connsiteY0" fmla="*/ 2162518 h 3603138"/>
                  <a:gd name="connsiteX1" fmla="*/ 2293593 w 4385449"/>
                  <a:gd name="connsiteY1" fmla="*/ 520100 h 3603138"/>
                  <a:gd name="connsiteX2" fmla="*/ 3587080 w 4385449"/>
                  <a:gd name="connsiteY2" fmla="*/ 0 h 3603138"/>
                  <a:gd name="connsiteX3" fmla="*/ 4236358 w 4385449"/>
                  <a:gd name="connsiteY3" fmla="*/ 2162518 h 3603138"/>
                  <a:gd name="connsiteX4" fmla="*/ 2162517 w 4385449"/>
                  <a:gd name="connsiteY4" fmla="*/ 3392588 h 3603138"/>
                  <a:gd name="connsiteX5" fmla="*/ 88676 w 4385449"/>
                  <a:gd name="connsiteY5" fmla="*/ 2162518 h 3603138"/>
                  <a:gd name="connsiteX0" fmla="*/ 89270 w 4386043"/>
                  <a:gd name="connsiteY0" fmla="*/ 2162518 h 3636316"/>
                  <a:gd name="connsiteX1" fmla="*/ 2294187 w 4386043"/>
                  <a:gd name="connsiteY1" fmla="*/ 520100 h 3636316"/>
                  <a:gd name="connsiteX2" fmla="*/ 3587674 w 4386043"/>
                  <a:gd name="connsiteY2" fmla="*/ 0 h 3636316"/>
                  <a:gd name="connsiteX3" fmla="*/ 4236952 w 4386043"/>
                  <a:gd name="connsiteY3" fmla="*/ 2162518 h 3636316"/>
                  <a:gd name="connsiteX4" fmla="*/ 2163111 w 4386043"/>
                  <a:gd name="connsiteY4" fmla="*/ 3392588 h 3636316"/>
                  <a:gd name="connsiteX5" fmla="*/ 89270 w 4386043"/>
                  <a:gd name="connsiteY5" fmla="*/ 2162518 h 3636316"/>
                  <a:gd name="connsiteX0" fmla="*/ 30539 w 4327312"/>
                  <a:gd name="connsiteY0" fmla="*/ 2162518 h 3399185"/>
                  <a:gd name="connsiteX1" fmla="*/ 2235456 w 4327312"/>
                  <a:gd name="connsiteY1" fmla="*/ 520100 h 3399185"/>
                  <a:gd name="connsiteX2" fmla="*/ 3528943 w 4327312"/>
                  <a:gd name="connsiteY2" fmla="*/ 0 h 3399185"/>
                  <a:gd name="connsiteX3" fmla="*/ 4178221 w 4327312"/>
                  <a:gd name="connsiteY3" fmla="*/ 2162518 h 3399185"/>
                  <a:gd name="connsiteX4" fmla="*/ 2104380 w 4327312"/>
                  <a:gd name="connsiteY4" fmla="*/ 3392588 h 3399185"/>
                  <a:gd name="connsiteX5" fmla="*/ 30539 w 4327312"/>
                  <a:gd name="connsiteY5" fmla="*/ 2162518 h 3399185"/>
                  <a:gd name="connsiteX0" fmla="*/ 33370 w 4330143"/>
                  <a:gd name="connsiteY0" fmla="*/ 2162518 h 3398276"/>
                  <a:gd name="connsiteX1" fmla="*/ 926421 w 4330143"/>
                  <a:gd name="connsiteY1" fmla="*/ 567083 h 3398276"/>
                  <a:gd name="connsiteX2" fmla="*/ 2238287 w 4330143"/>
                  <a:gd name="connsiteY2" fmla="*/ 520100 h 3398276"/>
                  <a:gd name="connsiteX3" fmla="*/ 3531774 w 4330143"/>
                  <a:gd name="connsiteY3" fmla="*/ 0 h 3398276"/>
                  <a:gd name="connsiteX4" fmla="*/ 4181052 w 4330143"/>
                  <a:gd name="connsiteY4" fmla="*/ 2162518 h 3398276"/>
                  <a:gd name="connsiteX5" fmla="*/ 2107211 w 4330143"/>
                  <a:gd name="connsiteY5" fmla="*/ 3392588 h 3398276"/>
                  <a:gd name="connsiteX6" fmla="*/ 33370 w 4330143"/>
                  <a:gd name="connsiteY6" fmla="*/ 2162518 h 3398276"/>
                  <a:gd name="connsiteX0" fmla="*/ 12956 w 4309729"/>
                  <a:gd name="connsiteY0" fmla="*/ 2162518 h 3398122"/>
                  <a:gd name="connsiteX1" fmla="*/ 906007 w 4309729"/>
                  <a:gd name="connsiteY1" fmla="*/ 567083 h 3398122"/>
                  <a:gd name="connsiteX2" fmla="*/ 2217873 w 4309729"/>
                  <a:gd name="connsiteY2" fmla="*/ 520100 h 3398122"/>
                  <a:gd name="connsiteX3" fmla="*/ 3511360 w 4309729"/>
                  <a:gd name="connsiteY3" fmla="*/ 0 h 3398122"/>
                  <a:gd name="connsiteX4" fmla="*/ 4160638 w 4309729"/>
                  <a:gd name="connsiteY4" fmla="*/ 2162518 h 3398122"/>
                  <a:gd name="connsiteX5" fmla="*/ 2086797 w 4309729"/>
                  <a:gd name="connsiteY5" fmla="*/ 3392588 h 3398122"/>
                  <a:gd name="connsiteX6" fmla="*/ 12956 w 4309729"/>
                  <a:gd name="connsiteY6" fmla="*/ 2162518 h 3398122"/>
                  <a:gd name="connsiteX0" fmla="*/ 13948 w 4258473"/>
                  <a:gd name="connsiteY0" fmla="*/ 2153573 h 3392590"/>
                  <a:gd name="connsiteX1" fmla="*/ 854751 w 4258473"/>
                  <a:gd name="connsiteY1" fmla="*/ 567083 h 3392590"/>
                  <a:gd name="connsiteX2" fmla="*/ 2166617 w 4258473"/>
                  <a:gd name="connsiteY2" fmla="*/ 520100 h 3392590"/>
                  <a:gd name="connsiteX3" fmla="*/ 3460104 w 4258473"/>
                  <a:gd name="connsiteY3" fmla="*/ 0 h 3392590"/>
                  <a:gd name="connsiteX4" fmla="*/ 4109382 w 4258473"/>
                  <a:gd name="connsiteY4" fmla="*/ 2162518 h 3392590"/>
                  <a:gd name="connsiteX5" fmla="*/ 2035541 w 4258473"/>
                  <a:gd name="connsiteY5" fmla="*/ 3392588 h 3392590"/>
                  <a:gd name="connsiteX6" fmla="*/ 13948 w 4258473"/>
                  <a:gd name="connsiteY6" fmla="*/ 2153573 h 3392590"/>
                  <a:gd name="connsiteX0" fmla="*/ 16378 w 4260903"/>
                  <a:gd name="connsiteY0" fmla="*/ 2153573 h 3392590"/>
                  <a:gd name="connsiteX1" fmla="*/ 857181 w 4260903"/>
                  <a:gd name="connsiteY1" fmla="*/ 567083 h 3392590"/>
                  <a:gd name="connsiteX2" fmla="*/ 2169047 w 4260903"/>
                  <a:gd name="connsiteY2" fmla="*/ 520100 h 3392590"/>
                  <a:gd name="connsiteX3" fmla="*/ 3462534 w 4260903"/>
                  <a:gd name="connsiteY3" fmla="*/ 0 h 3392590"/>
                  <a:gd name="connsiteX4" fmla="*/ 4111812 w 4260903"/>
                  <a:gd name="connsiteY4" fmla="*/ 2162518 h 3392590"/>
                  <a:gd name="connsiteX5" fmla="*/ 2037971 w 4260903"/>
                  <a:gd name="connsiteY5" fmla="*/ 3392588 h 3392590"/>
                  <a:gd name="connsiteX6" fmla="*/ 16378 w 4260903"/>
                  <a:gd name="connsiteY6" fmla="*/ 2153573 h 3392590"/>
                  <a:gd name="connsiteX0" fmla="*/ 13453 w 4257978"/>
                  <a:gd name="connsiteY0" fmla="*/ 2153573 h 3392590"/>
                  <a:gd name="connsiteX1" fmla="*/ 854256 w 4257978"/>
                  <a:gd name="connsiteY1" fmla="*/ 567083 h 3392590"/>
                  <a:gd name="connsiteX2" fmla="*/ 2166122 w 4257978"/>
                  <a:gd name="connsiteY2" fmla="*/ 520100 h 3392590"/>
                  <a:gd name="connsiteX3" fmla="*/ 3459609 w 4257978"/>
                  <a:gd name="connsiteY3" fmla="*/ 0 h 3392590"/>
                  <a:gd name="connsiteX4" fmla="*/ 4108887 w 4257978"/>
                  <a:gd name="connsiteY4" fmla="*/ 2162518 h 3392590"/>
                  <a:gd name="connsiteX5" fmla="*/ 2035046 w 4257978"/>
                  <a:gd name="connsiteY5" fmla="*/ 3392588 h 3392590"/>
                  <a:gd name="connsiteX6" fmla="*/ 13453 w 4257978"/>
                  <a:gd name="connsiteY6" fmla="*/ 2153573 h 3392590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2738 w 4257263"/>
                  <a:gd name="connsiteY0" fmla="*/ 2153573 h 3394227"/>
                  <a:gd name="connsiteX1" fmla="*/ 853541 w 4257263"/>
                  <a:gd name="connsiteY1" fmla="*/ 567083 h 3394227"/>
                  <a:gd name="connsiteX2" fmla="*/ 2165407 w 4257263"/>
                  <a:gd name="connsiteY2" fmla="*/ 520100 h 3394227"/>
                  <a:gd name="connsiteX3" fmla="*/ 3458894 w 4257263"/>
                  <a:gd name="connsiteY3" fmla="*/ 0 h 3394227"/>
                  <a:gd name="connsiteX4" fmla="*/ 4108172 w 4257263"/>
                  <a:gd name="connsiteY4" fmla="*/ 2162518 h 3394227"/>
                  <a:gd name="connsiteX5" fmla="*/ 2034331 w 4257263"/>
                  <a:gd name="connsiteY5" fmla="*/ 3392588 h 3394227"/>
                  <a:gd name="connsiteX6" fmla="*/ 12738 w 4257263"/>
                  <a:gd name="connsiteY6" fmla="*/ 2153573 h 3394227"/>
                  <a:gd name="connsiteX0" fmla="*/ 12738 w 4257263"/>
                  <a:gd name="connsiteY0" fmla="*/ 2164693 h 3405347"/>
                  <a:gd name="connsiteX1" fmla="*/ 853541 w 4257263"/>
                  <a:gd name="connsiteY1" fmla="*/ 578203 h 3405347"/>
                  <a:gd name="connsiteX2" fmla="*/ 1376950 w 4257263"/>
                  <a:gd name="connsiteY2" fmla="*/ 84 h 3405347"/>
                  <a:gd name="connsiteX3" fmla="*/ 2165407 w 4257263"/>
                  <a:gd name="connsiteY3" fmla="*/ 531220 h 3405347"/>
                  <a:gd name="connsiteX4" fmla="*/ 3458894 w 4257263"/>
                  <a:gd name="connsiteY4" fmla="*/ 11120 h 3405347"/>
                  <a:gd name="connsiteX5" fmla="*/ 4108172 w 4257263"/>
                  <a:gd name="connsiteY5" fmla="*/ 2173638 h 3405347"/>
                  <a:gd name="connsiteX6" fmla="*/ 2034331 w 4257263"/>
                  <a:gd name="connsiteY6" fmla="*/ 3403708 h 3405347"/>
                  <a:gd name="connsiteX7" fmla="*/ 12738 w 4257263"/>
                  <a:gd name="connsiteY7" fmla="*/ 2164693 h 3405347"/>
                  <a:gd name="connsiteX0" fmla="*/ 12738 w 4257263"/>
                  <a:gd name="connsiteY0" fmla="*/ 2164705 h 3405359"/>
                  <a:gd name="connsiteX1" fmla="*/ 853541 w 4257263"/>
                  <a:gd name="connsiteY1" fmla="*/ 578215 h 3405359"/>
                  <a:gd name="connsiteX2" fmla="*/ 1376950 w 4257263"/>
                  <a:gd name="connsiteY2" fmla="*/ 96 h 3405359"/>
                  <a:gd name="connsiteX3" fmla="*/ 2165407 w 4257263"/>
                  <a:gd name="connsiteY3" fmla="*/ 531232 h 3405359"/>
                  <a:gd name="connsiteX4" fmla="*/ 3458894 w 4257263"/>
                  <a:gd name="connsiteY4" fmla="*/ 11132 h 3405359"/>
                  <a:gd name="connsiteX5" fmla="*/ 4108172 w 4257263"/>
                  <a:gd name="connsiteY5" fmla="*/ 2173650 h 3405359"/>
                  <a:gd name="connsiteX6" fmla="*/ 2034331 w 4257263"/>
                  <a:gd name="connsiteY6" fmla="*/ 3403720 h 3405359"/>
                  <a:gd name="connsiteX7" fmla="*/ 12738 w 4257263"/>
                  <a:gd name="connsiteY7" fmla="*/ 2164705 h 3405359"/>
                  <a:gd name="connsiteX0" fmla="*/ 12738 w 4257263"/>
                  <a:gd name="connsiteY0" fmla="*/ 2164710 h 3405364"/>
                  <a:gd name="connsiteX1" fmla="*/ 853541 w 4257263"/>
                  <a:gd name="connsiteY1" fmla="*/ 578220 h 3405364"/>
                  <a:gd name="connsiteX2" fmla="*/ 1376950 w 4257263"/>
                  <a:gd name="connsiteY2" fmla="*/ 101 h 3405364"/>
                  <a:gd name="connsiteX3" fmla="*/ 2165407 w 4257263"/>
                  <a:gd name="connsiteY3" fmla="*/ 531237 h 3405364"/>
                  <a:gd name="connsiteX4" fmla="*/ 3458894 w 4257263"/>
                  <a:gd name="connsiteY4" fmla="*/ 11137 h 3405364"/>
                  <a:gd name="connsiteX5" fmla="*/ 4108172 w 4257263"/>
                  <a:gd name="connsiteY5" fmla="*/ 2173655 h 3405364"/>
                  <a:gd name="connsiteX6" fmla="*/ 2034331 w 4257263"/>
                  <a:gd name="connsiteY6" fmla="*/ 3403725 h 3405364"/>
                  <a:gd name="connsiteX7" fmla="*/ 12738 w 4257263"/>
                  <a:gd name="connsiteY7" fmla="*/ 2164710 h 3405364"/>
                  <a:gd name="connsiteX0" fmla="*/ 12738 w 4257263"/>
                  <a:gd name="connsiteY0" fmla="*/ 2264825 h 3505479"/>
                  <a:gd name="connsiteX1" fmla="*/ 853541 w 4257263"/>
                  <a:gd name="connsiteY1" fmla="*/ 678335 h 3505479"/>
                  <a:gd name="connsiteX2" fmla="*/ 1359804 w 4257263"/>
                  <a:gd name="connsiteY2" fmla="*/ 73 h 3505479"/>
                  <a:gd name="connsiteX3" fmla="*/ 2165407 w 4257263"/>
                  <a:gd name="connsiteY3" fmla="*/ 631352 h 3505479"/>
                  <a:gd name="connsiteX4" fmla="*/ 3458894 w 4257263"/>
                  <a:gd name="connsiteY4" fmla="*/ 111252 h 3505479"/>
                  <a:gd name="connsiteX5" fmla="*/ 4108172 w 4257263"/>
                  <a:gd name="connsiteY5" fmla="*/ 2273770 h 3505479"/>
                  <a:gd name="connsiteX6" fmla="*/ 2034331 w 4257263"/>
                  <a:gd name="connsiteY6" fmla="*/ 3503840 h 3505479"/>
                  <a:gd name="connsiteX7" fmla="*/ 12738 w 4257263"/>
                  <a:gd name="connsiteY7" fmla="*/ 2264825 h 350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57263" h="3505479">
                    <a:moveTo>
                      <a:pt x="12738" y="2264825"/>
                    </a:moveTo>
                    <a:cubicBezTo>
                      <a:pt x="-96645" y="1362149"/>
                      <a:pt x="525241" y="945362"/>
                      <a:pt x="853541" y="678335"/>
                    </a:cubicBezTo>
                    <a:cubicBezTo>
                      <a:pt x="1093883" y="418424"/>
                      <a:pt x="1141160" y="7904"/>
                      <a:pt x="1359804" y="73"/>
                    </a:cubicBezTo>
                    <a:cubicBezTo>
                      <a:pt x="1578448" y="-7758"/>
                      <a:pt x="1815559" y="612822"/>
                      <a:pt x="2165407" y="631352"/>
                    </a:cubicBezTo>
                    <a:cubicBezTo>
                      <a:pt x="2515255" y="649882"/>
                      <a:pt x="3044295" y="1309604"/>
                      <a:pt x="3458894" y="111252"/>
                    </a:cubicBezTo>
                    <a:cubicBezTo>
                      <a:pt x="4215406" y="360199"/>
                      <a:pt x="4440042" y="1880399"/>
                      <a:pt x="4108172" y="2273770"/>
                    </a:cubicBezTo>
                    <a:cubicBezTo>
                      <a:pt x="4012490" y="2868713"/>
                      <a:pt x="2819163" y="3474378"/>
                      <a:pt x="2034331" y="3503840"/>
                    </a:cubicBezTo>
                    <a:cubicBezTo>
                      <a:pt x="1249499" y="3533302"/>
                      <a:pt x="122121" y="3167501"/>
                      <a:pt x="12738" y="2264825"/>
                    </a:cubicBezTo>
                    <a:close/>
                  </a:path>
                </a:pathLst>
              </a:custGeom>
              <a:solidFill>
                <a:srgbClr val="FFFF66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AC06D7-E7E1-8CC2-41D9-54EC5FF50EB2}"/>
                  </a:ext>
                </a:extLst>
              </p:cNvPr>
              <p:cNvSpPr/>
              <p:nvPr/>
            </p:nvSpPr>
            <p:spPr>
              <a:xfrm rot="464317">
                <a:off x="4561701" y="2457558"/>
                <a:ext cx="828675" cy="429961"/>
              </a:xfrm>
              <a:prstGeom prst="ellipse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" name="Oval 13">
                <a:extLst>
                  <a:ext uri="{FF2B5EF4-FFF2-40B4-BE49-F238E27FC236}">
                    <a16:creationId xmlns:a16="http://schemas.microsoft.com/office/drawing/2014/main" id="{FDE40B37-6B63-2A15-21C3-7328647C5EC5}"/>
                  </a:ext>
                </a:extLst>
              </p:cNvPr>
              <p:cNvSpPr/>
              <p:nvPr/>
            </p:nvSpPr>
            <p:spPr>
              <a:xfrm rot="1555790">
                <a:off x="4300233" y="1478242"/>
                <a:ext cx="1234095" cy="1221838"/>
              </a:xfrm>
              <a:custGeom>
                <a:avLst/>
                <a:gdLst>
                  <a:gd name="connsiteX0" fmla="*/ 0 w 1136521"/>
                  <a:gd name="connsiteY0" fmla="*/ 368677 h 737354"/>
                  <a:gd name="connsiteX1" fmla="*/ 568261 w 1136521"/>
                  <a:gd name="connsiteY1" fmla="*/ 0 h 737354"/>
                  <a:gd name="connsiteX2" fmla="*/ 1136522 w 1136521"/>
                  <a:gd name="connsiteY2" fmla="*/ 368677 h 737354"/>
                  <a:gd name="connsiteX3" fmla="*/ 568261 w 1136521"/>
                  <a:gd name="connsiteY3" fmla="*/ 737354 h 737354"/>
                  <a:gd name="connsiteX4" fmla="*/ 0 w 1136521"/>
                  <a:gd name="connsiteY4" fmla="*/ 368677 h 737354"/>
                  <a:gd name="connsiteX0" fmla="*/ 8516 w 1174429"/>
                  <a:gd name="connsiteY0" fmla="*/ 632725 h 1001402"/>
                  <a:gd name="connsiteX1" fmla="*/ 967363 w 1174429"/>
                  <a:gd name="connsiteY1" fmla="*/ 0 h 1001402"/>
                  <a:gd name="connsiteX2" fmla="*/ 1145038 w 1174429"/>
                  <a:gd name="connsiteY2" fmla="*/ 632725 h 1001402"/>
                  <a:gd name="connsiteX3" fmla="*/ 576777 w 1174429"/>
                  <a:gd name="connsiteY3" fmla="*/ 1001402 h 1001402"/>
                  <a:gd name="connsiteX4" fmla="*/ 8516 w 1174429"/>
                  <a:gd name="connsiteY4" fmla="*/ 632725 h 1001402"/>
                  <a:gd name="connsiteX0" fmla="*/ 8516 w 1191643"/>
                  <a:gd name="connsiteY0" fmla="*/ 749922 h 1118599"/>
                  <a:gd name="connsiteX1" fmla="*/ 967363 w 1191643"/>
                  <a:gd name="connsiteY1" fmla="*/ 117197 h 1118599"/>
                  <a:gd name="connsiteX2" fmla="*/ 1145038 w 1191643"/>
                  <a:gd name="connsiteY2" fmla="*/ 749922 h 1118599"/>
                  <a:gd name="connsiteX3" fmla="*/ 576777 w 1191643"/>
                  <a:gd name="connsiteY3" fmla="*/ 1118599 h 1118599"/>
                  <a:gd name="connsiteX4" fmla="*/ 8516 w 1191643"/>
                  <a:gd name="connsiteY4" fmla="*/ 749922 h 1118599"/>
                  <a:gd name="connsiteX0" fmla="*/ 5994 w 1189093"/>
                  <a:gd name="connsiteY0" fmla="*/ 560063 h 1002260"/>
                  <a:gd name="connsiteX1" fmla="*/ 1010892 w 1189093"/>
                  <a:gd name="connsiteY1" fmla="*/ 268 h 1002260"/>
                  <a:gd name="connsiteX2" fmla="*/ 1188567 w 1189093"/>
                  <a:gd name="connsiteY2" fmla="*/ 632993 h 1002260"/>
                  <a:gd name="connsiteX3" fmla="*/ 620306 w 1189093"/>
                  <a:gd name="connsiteY3" fmla="*/ 1001670 h 1002260"/>
                  <a:gd name="connsiteX4" fmla="*/ 5994 w 1189093"/>
                  <a:gd name="connsiteY4" fmla="*/ 560063 h 1002260"/>
                  <a:gd name="connsiteX0" fmla="*/ 1210 w 1184309"/>
                  <a:gd name="connsiteY0" fmla="*/ 560103 h 1002300"/>
                  <a:gd name="connsiteX1" fmla="*/ 1006108 w 1184309"/>
                  <a:gd name="connsiteY1" fmla="*/ 308 h 1002300"/>
                  <a:gd name="connsiteX2" fmla="*/ 1183783 w 1184309"/>
                  <a:gd name="connsiteY2" fmla="*/ 633033 h 1002300"/>
                  <a:gd name="connsiteX3" fmla="*/ 615522 w 1184309"/>
                  <a:gd name="connsiteY3" fmla="*/ 1001710 h 1002300"/>
                  <a:gd name="connsiteX4" fmla="*/ 1210 w 1184309"/>
                  <a:gd name="connsiteY4" fmla="*/ 560103 h 1002300"/>
                  <a:gd name="connsiteX0" fmla="*/ 1210 w 1314014"/>
                  <a:gd name="connsiteY0" fmla="*/ 771862 h 1214059"/>
                  <a:gd name="connsiteX1" fmla="*/ 1006108 w 1314014"/>
                  <a:gd name="connsiteY1" fmla="*/ 212067 h 1214059"/>
                  <a:gd name="connsiteX2" fmla="*/ 1183783 w 1314014"/>
                  <a:gd name="connsiteY2" fmla="*/ 844792 h 1214059"/>
                  <a:gd name="connsiteX3" fmla="*/ 615522 w 1314014"/>
                  <a:gd name="connsiteY3" fmla="*/ 1213469 h 1214059"/>
                  <a:gd name="connsiteX4" fmla="*/ 1210 w 1314014"/>
                  <a:gd name="connsiteY4" fmla="*/ 771862 h 1214059"/>
                  <a:gd name="connsiteX0" fmla="*/ 1358 w 1314162"/>
                  <a:gd name="connsiteY0" fmla="*/ 771862 h 1220701"/>
                  <a:gd name="connsiteX1" fmla="*/ 1006256 w 1314162"/>
                  <a:gd name="connsiteY1" fmla="*/ 212067 h 1220701"/>
                  <a:gd name="connsiteX2" fmla="*/ 1183931 w 1314162"/>
                  <a:gd name="connsiteY2" fmla="*/ 844792 h 1220701"/>
                  <a:gd name="connsiteX3" fmla="*/ 615670 w 1314162"/>
                  <a:gd name="connsiteY3" fmla="*/ 1213469 h 1220701"/>
                  <a:gd name="connsiteX4" fmla="*/ 1358 w 1314162"/>
                  <a:gd name="connsiteY4" fmla="*/ 771862 h 1220701"/>
                  <a:gd name="connsiteX0" fmla="*/ 1358 w 1285406"/>
                  <a:gd name="connsiteY0" fmla="*/ 758317 h 1207156"/>
                  <a:gd name="connsiteX1" fmla="*/ 1006256 w 1285406"/>
                  <a:gd name="connsiteY1" fmla="*/ 198522 h 1207156"/>
                  <a:gd name="connsiteX2" fmla="*/ 1183931 w 1285406"/>
                  <a:gd name="connsiteY2" fmla="*/ 831247 h 1207156"/>
                  <a:gd name="connsiteX3" fmla="*/ 615670 w 1285406"/>
                  <a:gd name="connsiteY3" fmla="*/ 1199924 h 1207156"/>
                  <a:gd name="connsiteX4" fmla="*/ 1358 w 1285406"/>
                  <a:gd name="connsiteY4" fmla="*/ 758317 h 1207156"/>
                  <a:gd name="connsiteX0" fmla="*/ 1358 w 1270639"/>
                  <a:gd name="connsiteY0" fmla="*/ 754444 h 1203283"/>
                  <a:gd name="connsiteX1" fmla="*/ 1006256 w 1270639"/>
                  <a:gd name="connsiteY1" fmla="*/ 194649 h 1203283"/>
                  <a:gd name="connsiteX2" fmla="*/ 1183931 w 1270639"/>
                  <a:gd name="connsiteY2" fmla="*/ 827374 h 1203283"/>
                  <a:gd name="connsiteX3" fmla="*/ 615670 w 1270639"/>
                  <a:gd name="connsiteY3" fmla="*/ 1196051 h 1203283"/>
                  <a:gd name="connsiteX4" fmla="*/ 1358 w 1270639"/>
                  <a:gd name="connsiteY4" fmla="*/ 754444 h 1203283"/>
                  <a:gd name="connsiteX0" fmla="*/ 6250 w 1267792"/>
                  <a:gd name="connsiteY0" fmla="*/ 776999 h 1224873"/>
                  <a:gd name="connsiteX1" fmla="*/ 998653 w 1267792"/>
                  <a:gd name="connsiteY1" fmla="*/ 191507 h 1224873"/>
                  <a:gd name="connsiteX2" fmla="*/ 1188823 w 1267792"/>
                  <a:gd name="connsiteY2" fmla="*/ 849929 h 1224873"/>
                  <a:gd name="connsiteX3" fmla="*/ 620562 w 1267792"/>
                  <a:gd name="connsiteY3" fmla="*/ 1218606 h 1224873"/>
                  <a:gd name="connsiteX4" fmla="*/ 6250 w 1267792"/>
                  <a:gd name="connsiteY4" fmla="*/ 776999 h 1224873"/>
                  <a:gd name="connsiteX0" fmla="*/ 6250 w 1234095"/>
                  <a:gd name="connsiteY0" fmla="*/ 773964 h 1221838"/>
                  <a:gd name="connsiteX1" fmla="*/ 998653 w 1234095"/>
                  <a:gd name="connsiteY1" fmla="*/ 188472 h 1221838"/>
                  <a:gd name="connsiteX2" fmla="*/ 1188823 w 1234095"/>
                  <a:gd name="connsiteY2" fmla="*/ 846894 h 1221838"/>
                  <a:gd name="connsiteX3" fmla="*/ 620562 w 1234095"/>
                  <a:gd name="connsiteY3" fmla="*/ 1215571 h 1221838"/>
                  <a:gd name="connsiteX4" fmla="*/ 6250 w 1234095"/>
                  <a:gd name="connsiteY4" fmla="*/ 773964 h 122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095" h="1221838">
                    <a:moveTo>
                      <a:pt x="6250" y="773964"/>
                    </a:moveTo>
                    <a:cubicBezTo>
                      <a:pt x="69265" y="602781"/>
                      <a:pt x="581502" y="812873"/>
                      <a:pt x="998653" y="188472"/>
                    </a:cubicBezTo>
                    <a:cubicBezTo>
                      <a:pt x="1415804" y="-435929"/>
                      <a:pt x="1141591" y="676835"/>
                      <a:pt x="1188823" y="846894"/>
                    </a:cubicBezTo>
                    <a:cubicBezTo>
                      <a:pt x="1188823" y="1050509"/>
                      <a:pt x="869526" y="1160141"/>
                      <a:pt x="620562" y="1215571"/>
                    </a:cubicBezTo>
                    <a:cubicBezTo>
                      <a:pt x="371598" y="1271001"/>
                      <a:pt x="-56765" y="945147"/>
                      <a:pt x="6250" y="773964"/>
                    </a:cubicBezTo>
                    <a:close/>
                  </a:path>
                </a:pathLst>
              </a:cu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BDF1127-5725-8398-F39B-651A4A54A3C1}"/>
                  </a:ext>
                </a:extLst>
              </p:cNvPr>
              <p:cNvSpPr/>
              <p:nvPr/>
            </p:nvSpPr>
            <p:spPr>
              <a:xfrm rot="582942">
                <a:off x="5094900" y="888014"/>
                <a:ext cx="2196015" cy="2291647"/>
              </a:xfrm>
              <a:prstGeom prst="ellipse">
                <a:avLst/>
              </a:prstGeom>
              <a:solidFill>
                <a:srgbClr val="FFFF66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CC1626-8BBD-0AED-F4F1-AA450A48CD46}"/>
                  </a:ext>
                </a:extLst>
              </p:cNvPr>
              <p:cNvSpPr/>
              <p:nvPr/>
            </p:nvSpPr>
            <p:spPr>
              <a:xfrm>
                <a:off x="4917280" y="2143544"/>
                <a:ext cx="115810" cy="253898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773F324-B1D4-791C-633A-8A3C672E4462}"/>
                  </a:ext>
                </a:extLst>
              </p:cNvPr>
              <p:cNvSpPr/>
              <p:nvPr/>
            </p:nvSpPr>
            <p:spPr>
              <a:xfrm rot="18590328">
                <a:off x="5381832" y="1647077"/>
                <a:ext cx="557068" cy="34374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574CF5C-1208-2CC7-4AD5-8810B666DC3A}"/>
                  </a:ext>
                </a:extLst>
              </p:cNvPr>
              <p:cNvSpPr/>
              <p:nvPr/>
            </p:nvSpPr>
            <p:spPr>
              <a:xfrm rot="18590328">
                <a:off x="5463743" y="1680820"/>
                <a:ext cx="371975" cy="229534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5E79FCD-CBEF-B818-15F2-134F81A20BB8}"/>
                  </a:ext>
                </a:extLst>
              </p:cNvPr>
              <p:cNvSpPr/>
              <p:nvPr/>
            </p:nvSpPr>
            <p:spPr>
              <a:xfrm rot="18590328">
                <a:off x="5491911" y="1734715"/>
                <a:ext cx="208268" cy="12851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0D0FA60-8C7F-AB31-3AE8-175F6362BE51}"/>
                  </a:ext>
                </a:extLst>
              </p:cNvPr>
              <p:cNvSpPr/>
              <p:nvPr/>
            </p:nvSpPr>
            <p:spPr>
              <a:xfrm rot="18590328">
                <a:off x="5577091" y="1908597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3D8FFE5-7861-F29C-36B6-698D2403D1E3}"/>
                  </a:ext>
                </a:extLst>
              </p:cNvPr>
              <p:cNvSpPr/>
              <p:nvPr/>
            </p:nvSpPr>
            <p:spPr>
              <a:xfrm rot="18590328">
                <a:off x="5626491" y="1887786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116CB28-8895-38D7-52F5-3A41F68C4903}"/>
                  </a:ext>
                </a:extLst>
              </p:cNvPr>
              <p:cNvSpPr/>
              <p:nvPr/>
            </p:nvSpPr>
            <p:spPr>
              <a:xfrm rot="18590328">
                <a:off x="5668603" y="1860579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F02BFC7-BA9B-E0F9-35D6-DC330F96D17A}"/>
                  </a:ext>
                </a:extLst>
              </p:cNvPr>
              <p:cNvSpPr/>
              <p:nvPr/>
            </p:nvSpPr>
            <p:spPr>
              <a:xfrm rot="18590328">
                <a:off x="5703713" y="1810613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251115F-2DC5-1B61-4537-F88726039066}"/>
                  </a:ext>
                </a:extLst>
              </p:cNvPr>
              <p:cNvSpPr/>
              <p:nvPr/>
            </p:nvSpPr>
            <p:spPr>
              <a:xfrm rot="18590328" flipH="1">
                <a:off x="5673484" y="1745205"/>
                <a:ext cx="85259" cy="526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Oval 3">
                <a:extLst>
                  <a:ext uri="{FF2B5EF4-FFF2-40B4-BE49-F238E27FC236}">
                    <a16:creationId xmlns:a16="http://schemas.microsoft.com/office/drawing/2014/main" id="{3B56334A-D63E-384C-0C4A-47C93DF2A2FB}"/>
                  </a:ext>
                </a:extLst>
              </p:cNvPr>
              <p:cNvSpPr/>
              <p:nvPr/>
            </p:nvSpPr>
            <p:spPr>
              <a:xfrm rot="12303800">
                <a:off x="5020095" y="3435255"/>
                <a:ext cx="2554536" cy="1726536"/>
              </a:xfrm>
              <a:prstGeom prst="ellipse">
                <a:avLst/>
              </a:prstGeom>
              <a:solidFill>
                <a:srgbClr val="FFFF66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Oval 3">
                <a:extLst>
                  <a:ext uri="{FF2B5EF4-FFF2-40B4-BE49-F238E27FC236}">
                    <a16:creationId xmlns:a16="http://schemas.microsoft.com/office/drawing/2014/main" id="{B9B5AC5C-390A-0291-07C2-3785E2330E5F}"/>
                  </a:ext>
                </a:extLst>
              </p:cNvPr>
              <p:cNvSpPr/>
              <p:nvPr/>
            </p:nvSpPr>
            <p:spPr>
              <a:xfrm rot="18052774">
                <a:off x="4768444" y="3328422"/>
                <a:ext cx="2014591" cy="1726536"/>
              </a:xfrm>
              <a:prstGeom prst="roundRect">
                <a:avLst>
                  <a:gd name="adj" fmla="val 50000"/>
                </a:avLst>
              </a:pr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Oval 3">
                <a:extLst>
                  <a:ext uri="{FF2B5EF4-FFF2-40B4-BE49-F238E27FC236}">
                    <a16:creationId xmlns:a16="http://schemas.microsoft.com/office/drawing/2014/main" id="{5A29805E-A6CC-DCF9-6F98-133512D60822}"/>
                  </a:ext>
                </a:extLst>
              </p:cNvPr>
              <p:cNvSpPr/>
              <p:nvPr/>
            </p:nvSpPr>
            <p:spPr>
              <a:xfrm rot="18052774">
                <a:off x="4804591" y="3030763"/>
                <a:ext cx="2014591" cy="1726536"/>
              </a:xfrm>
              <a:prstGeom prst="roundRect">
                <a:avLst>
                  <a:gd name="adj" fmla="val 50000"/>
                </a:avLst>
              </a:pr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176FD9-67C9-4DA8-12CC-F890A8F0DC31}"/>
              </a:ext>
            </a:extLst>
          </p:cNvPr>
          <p:cNvGrpSpPr/>
          <p:nvPr/>
        </p:nvGrpSpPr>
        <p:grpSpPr>
          <a:xfrm>
            <a:off x="3126697" y="1274531"/>
            <a:ext cx="3805006" cy="4996571"/>
            <a:chOff x="5606011" y="1352023"/>
            <a:chExt cx="3805006" cy="4996571"/>
          </a:xfrm>
          <a:solidFill>
            <a:schemeClr val="bg1"/>
          </a:solidFill>
        </p:grpSpPr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79C5AED9-4E3E-C9F2-25F9-BBF2CE5201D5}"/>
                </a:ext>
              </a:extLst>
            </p:cNvPr>
            <p:cNvSpPr/>
            <p:nvPr/>
          </p:nvSpPr>
          <p:spPr>
            <a:xfrm flipH="1">
              <a:off x="6235148" y="4542594"/>
              <a:ext cx="764368" cy="1324701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368" h="1324701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13612" y="973930"/>
                    <a:pt x="763883" y="1038224"/>
                  </a:cubicBezTo>
                  <a:cubicBezTo>
                    <a:pt x="776054" y="1083468"/>
                    <a:pt x="554334" y="1089025"/>
                    <a:pt x="673397" y="1228725"/>
                  </a:cubicBezTo>
                  <a:cubicBezTo>
                    <a:pt x="349547" y="1177925"/>
                    <a:pt x="492736" y="1336675"/>
                    <a:pt x="435272" y="1323975"/>
                  </a:cubicBezTo>
                  <a:cubicBezTo>
                    <a:pt x="310819" y="1209675"/>
                    <a:pt x="162553" y="1185862"/>
                    <a:pt x="61913" y="981075"/>
                  </a:cubicBezTo>
                  <a:cubicBezTo>
                    <a:pt x="136525" y="415925"/>
                    <a:pt x="20638" y="327025"/>
                    <a:pt x="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19B4B55F-7608-7837-C6C3-787291B8CCBE}"/>
                </a:ext>
              </a:extLst>
            </p:cNvPr>
            <p:cNvSpPr/>
            <p:nvPr/>
          </p:nvSpPr>
          <p:spPr>
            <a:xfrm flipH="1">
              <a:off x="6617332" y="5038355"/>
              <a:ext cx="773866" cy="1310239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95251 w 764368"/>
                <a:gd name="connsiteY6" fmla="*/ 1004888 h 1324701"/>
                <a:gd name="connsiteX7" fmla="*/ 0 w 764368"/>
                <a:gd name="connsiteY7" fmla="*/ 0 h 1324701"/>
                <a:gd name="connsiteX0" fmla="*/ 0 w 773874"/>
                <a:gd name="connsiteY0" fmla="*/ 0 h 1324701"/>
                <a:gd name="connsiteX1" fmla="*/ 395583 w 773874"/>
                <a:gd name="connsiteY1" fmla="*/ 14288 h 1324701"/>
                <a:gd name="connsiteX2" fmla="*/ 371770 w 773874"/>
                <a:gd name="connsiteY2" fmla="*/ 819150 h 1324701"/>
                <a:gd name="connsiteX3" fmla="*/ 773408 w 773874"/>
                <a:gd name="connsiteY3" fmla="*/ 981074 h 1324701"/>
                <a:gd name="connsiteX4" fmla="*/ 673397 w 773874"/>
                <a:gd name="connsiteY4" fmla="*/ 1228725 h 1324701"/>
                <a:gd name="connsiteX5" fmla="*/ 435272 w 773874"/>
                <a:gd name="connsiteY5" fmla="*/ 1323975 h 1324701"/>
                <a:gd name="connsiteX6" fmla="*/ 95251 w 773874"/>
                <a:gd name="connsiteY6" fmla="*/ 1004888 h 1324701"/>
                <a:gd name="connsiteX7" fmla="*/ 0 w 773874"/>
                <a:gd name="connsiteY7" fmla="*/ 0 h 1324701"/>
                <a:gd name="connsiteX0" fmla="*/ 0 w 774095"/>
                <a:gd name="connsiteY0" fmla="*/ 0 h 1324493"/>
                <a:gd name="connsiteX1" fmla="*/ 395583 w 774095"/>
                <a:gd name="connsiteY1" fmla="*/ 14288 h 1324493"/>
                <a:gd name="connsiteX2" fmla="*/ 371770 w 774095"/>
                <a:gd name="connsiteY2" fmla="*/ 819150 h 1324493"/>
                <a:gd name="connsiteX3" fmla="*/ 773408 w 774095"/>
                <a:gd name="connsiteY3" fmla="*/ 981074 h 1324493"/>
                <a:gd name="connsiteX4" fmla="*/ 749597 w 774095"/>
                <a:gd name="connsiteY4" fmla="*/ 1162050 h 1324493"/>
                <a:gd name="connsiteX5" fmla="*/ 435272 w 774095"/>
                <a:gd name="connsiteY5" fmla="*/ 1323975 h 1324493"/>
                <a:gd name="connsiteX6" fmla="*/ 95251 w 774095"/>
                <a:gd name="connsiteY6" fmla="*/ 1004888 h 1324493"/>
                <a:gd name="connsiteX7" fmla="*/ 0 w 774095"/>
                <a:gd name="connsiteY7" fmla="*/ 0 h 1324493"/>
                <a:gd name="connsiteX0" fmla="*/ 0 w 774095"/>
                <a:gd name="connsiteY0" fmla="*/ 0 h 1310239"/>
                <a:gd name="connsiteX1" fmla="*/ 395583 w 774095"/>
                <a:gd name="connsiteY1" fmla="*/ 14288 h 1310239"/>
                <a:gd name="connsiteX2" fmla="*/ 371770 w 774095"/>
                <a:gd name="connsiteY2" fmla="*/ 819150 h 1310239"/>
                <a:gd name="connsiteX3" fmla="*/ 773408 w 774095"/>
                <a:gd name="connsiteY3" fmla="*/ 981074 h 1310239"/>
                <a:gd name="connsiteX4" fmla="*/ 749597 w 774095"/>
                <a:gd name="connsiteY4" fmla="*/ 1162050 h 1310239"/>
                <a:gd name="connsiteX5" fmla="*/ 559097 w 774095"/>
                <a:gd name="connsiteY5" fmla="*/ 1309687 h 1310239"/>
                <a:gd name="connsiteX6" fmla="*/ 95251 w 774095"/>
                <a:gd name="connsiteY6" fmla="*/ 1004888 h 1310239"/>
                <a:gd name="connsiteX7" fmla="*/ 0 w 774095"/>
                <a:gd name="connsiteY7" fmla="*/ 0 h 1310239"/>
                <a:gd name="connsiteX0" fmla="*/ 0 w 773866"/>
                <a:gd name="connsiteY0" fmla="*/ 0 h 1310239"/>
                <a:gd name="connsiteX1" fmla="*/ 395583 w 773866"/>
                <a:gd name="connsiteY1" fmla="*/ 14288 h 1310239"/>
                <a:gd name="connsiteX2" fmla="*/ 371770 w 773866"/>
                <a:gd name="connsiteY2" fmla="*/ 819150 h 1310239"/>
                <a:gd name="connsiteX3" fmla="*/ 773408 w 773866"/>
                <a:gd name="connsiteY3" fmla="*/ 981074 h 1310239"/>
                <a:gd name="connsiteX4" fmla="*/ 749597 w 773866"/>
                <a:gd name="connsiteY4" fmla="*/ 1162050 h 1310239"/>
                <a:gd name="connsiteX5" fmla="*/ 559097 w 773866"/>
                <a:gd name="connsiteY5" fmla="*/ 1309687 h 1310239"/>
                <a:gd name="connsiteX6" fmla="*/ 95251 w 773866"/>
                <a:gd name="connsiteY6" fmla="*/ 1004888 h 1310239"/>
                <a:gd name="connsiteX7" fmla="*/ 0 w 773866"/>
                <a:gd name="connsiteY7" fmla="*/ 0 h 131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3866" h="1310239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23137" y="916780"/>
                    <a:pt x="773408" y="981074"/>
                  </a:cubicBezTo>
                  <a:cubicBezTo>
                    <a:pt x="785579" y="1026318"/>
                    <a:pt x="549572" y="965200"/>
                    <a:pt x="749597" y="1162050"/>
                  </a:cubicBezTo>
                  <a:cubicBezTo>
                    <a:pt x="425747" y="1111250"/>
                    <a:pt x="616561" y="1322387"/>
                    <a:pt x="559097" y="1309687"/>
                  </a:cubicBezTo>
                  <a:cubicBezTo>
                    <a:pt x="434644" y="1195387"/>
                    <a:pt x="195891" y="1209675"/>
                    <a:pt x="95251" y="1004888"/>
                  </a:cubicBezTo>
                  <a:cubicBezTo>
                    <a:pt x="169863" y="439738"/>
                    <a:pt x="20638" y="327025"/>
                    <a:pt x="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E9E506C-DB5C-4B17-0870-3B0441F67F30}"/>
                </a:ext>
              </a:extLst>
            </p:cNvPr>
            <p:cNvGrpSpPr/>
            <p:nvPr/>
          </p:nvGrpSpPr>
          <p:grpSpPr>
            <a:xfrm>
              <a:off x="5606011" y="1352023"/>
              <a:ext cx="3805006" cy="4568998"/>
              <a:chOff x="4300233" y="888014"/>
              <a:chExt cx="4297519" cy="5160401"/>
            </a:xfrm>
            <a:grpFill/>
          </p:grpSpPr>
          <p:sp>
            <p:nvSpPr>
              <p:cNvPr id="26" name="Oval 100">
                <a:extLst>
                  <a:ext uri="{FF2B5EF4-FFF2-40B4-BE49-F238E27FC236}">
                    <a16:creationId xmlns:a16="http://schemas.microsoft.com/office/drawing/2014/main" id="{86B2C7FE-361C-5CDF-7A2A-CE3CE3745483}"/>
                  </a:ext>
                </a:extLst>
              </p:cNvPr>
              <p:cNvSpPr/>
              <p:nvPr/>
            </p:nvSpPr>
            <p:spPr>
              <a:xfrm rot="582942">
                <a:off x="4340489" y="2542936"/>
                <a:ext cx="4257263" cy="3505479"/>
              </a:xfrm>
              <a:custGeom>
                <a:avLst/>
                <a:gdLst>
                  <a:gd name="connsiteX0" fmla="*/ 0 w 4147682"/>
                  <a:gd name="connsiteY0" fmla="*/ 1230070 h 2460139"/>
                  <a:gd name="connsiteX1" fmla="*/ 2073841 w 4147682"/>
                  <a:gd name="connsiteY1" fmla="*/ 0 h 2460139"/>
                  <a:gd name="connsiteX2" fmla="*/ 4147682 w 4147682"/>
                  <a:gd name="connsiteY2" fmla="*/ 1230070 h 2460139"/>
                  <a:gd name="connsiteX3" fmla="*/ 2073841 w 4147682"/>
                  <a:gd name="connsiteY3" fmla="*/ 2460140 h 2460139"/>
                  <a:gd name="connsiteX4" fmla="*/ 0 w 4147682"/>
                  <a:gd name="connsiteY4" fmla="*/ 1230070 h 2460139"/>
                  <a:gd name="connsiteX0" fmla="*/ 7 w 4147689"/>
                  <a:gd name="connsiteY0" fmla="*/ 1596166 h 2826236"/>
                  <a:gd name="connsiteX1" fmla="*/ 2091837 w 4147689"/>
                  <a:gd name="connsiteY1" fmla="*/ 0 h 2826236"/>
                  <a:gd name="connsiteX2" fmla="*/ 4147689 w 4147689"/>
                  <a:gd name="connsiteY2" fmla="*/ 1596166 h 2826236"/>
                  <a:gd name="connsiteX3" fmla="*/ 2073848 w 4147689"/>
                  <a:gd name="connsiteY3" fmla="*/ 2826236 h 2826236"/>
                  <a:gd name="connsiteX4" fmla="*/ 7 w 4147689"/>
                  <a:gd name="connsiteY4" fmla="*/ 1596166 h 2826236"/>
                  <a:gd name="connsiteX0" fmla="*/ 7 w 4255924"/>
                  <a:gd name="connsiteY0" fmla="*/ 2105819 h 3335889"/>
                  <a:gd name="connsiteX1" fmla="*/ 2091837 w 4255924"/>
                  <a:gd name="connsiteY1" fmla="*/ 509653 h 3335889"/>
                  <a:gd name="connsiteX2" fmla="*/ 3793200 w 4255924"/>
                  <a:gd name="connsiteY2" fmla="*/ 94505 h 3335889"/>
                  <a:gd name="connsiteX3" fmla="*/ 4147689 w 4255924"/>
                  <a:gd name="connsiteY3" fmla="*/ 2105819 h 3335889"/>
                  <a:gd name="connsiteX4" fmla="*/ 2073848 w 4255924"/>
                  <a:gd name="connsiteY4" fmla="*/ 3335889 h 3335889"/>
                  <a:gd name="connsiteX5" fmla="*/ 7 w 4255924"/>
                  <a:gd name="connsiteY5" fmla="*/ 2105819 h 3335889"/>
                  <a:gd name="connsiteX0" fmla="*/ 7 w 4255924"/>
                  <a:gd name="connsiteY0" fmla="*/ 2105819 h 3335889"/>
                  <a:gd name="connsiteX1" fmla="*/ 2091837 w 4255924"/>
                  <a:gd name="connsiteY1" fmla="*/ 509653 h 3335889"/>
                  <a:gd name="connsiteX2" fmla="*/ 3793200 w 4255924"/>
                  <a:gd name="connsiteY2" fmla="*/ 94505 h 3335889"/>
                  <a:gd name="connsiteX3" fmla="*/ 4147689 w 4255924"/>
                  <a:gd name="connsiteY3" fmla="*/ 2105819 h 3335889"/>
                  <a:gd name="connsiteX4" fmla="*/ 2073848 w 4255924"/>
                  <a:gd name="connsiteY4" fmla="*/ 3335889 h 3335889"/>
                  <a:gd name="connsiteX5" fmla="*/ 7 w 4255924"/>
                  <a:gd name="connsiteY5" fmla="*/ 2105819 h 3335889"/>
                  <a:gd name="connsiteX0" fmla="*/ 7 w 4282483"/>
                  <a:gd name="connsiteY0" fmla="*/ 2105819 h 3335889"/>
                  <a:gd name="connsiteX1" fmla="*/ 2091837 w 4282483"/>
                  <a:gd name="connsiteY1" fmla="*/ 509653 h 3335889"/>
                  <a:gd name="connsiteX2" fmla="*/ 3793200 w 4282483"/>
                  <a:gd name="connsiteY2" fmla="*/ 94505 h 3335889"/>
                  <a:gd name="connsiteX3" fmla="*/ 4147689 w 4282483"/>
                  <a:gd name="connsiteY3" fmla="*/ 2105819 h 3335889"/>
                  <a:gd name="connsiteX4" fmla="*/ 2073848 w 4282483"/>
                  <a:gd name="connsiteY4" fmla="*/ 3335889 h 3335889"/>
                  <a:gd name="connsiteX5" fmla="*/ 7 w 4282483"/>
                  <a:gd name="connsiteY5" fmla="*/ 2105819 h 3335889"/>
                  <a:gd name="connsiteX0" fmla="*/ 7 w 4297331"/>
                  <a:gd name="connsiteY0" fmla="*/ 2105819 h 3335889"/>
                  <a:gd name="connsiteX1" fmla="*/ 2091837 w 4297331"/>
                  <a:gd name="connsiteY1" fmla="*/ 509653 h 3335889"/>
                  <a:gd name="connsiteX2" fmla="*/ 3793200 w 4297331"/>
                  <a:gd name="connsiteY2" fmla="*/ 94505 h 3335889"/>
                  <a:gd name="connsiteX3" fmla="*/ 4147689 w 4297331"/>
                  <a:gd name="connsiteY3" fmla="*/ 2105819 h 3335889"/>
                  <a:gd name="connsiteX4" fmla="*/ 2073848 w 4297331"/>
                  <a:gd name="connsiteY4" fmla="*/ 3335889 h 3335889"/>
                  <a:gd name="connsiteX5" fmla="*/ 7 w 4297331"/>
                  <a:gd name="connsiteY5" fmla="*/ 2105819 h 3335889"/>
                  <a:gd name="connsiteX0" fmla="*/ 7 w 4261321"/>
                  <a:gd name="connsiteY0" fmla="*/ 2207300 h 3437370"/>
                  <a:gd name="connsiteX1" fmla="*/ 2091837 w 4261321"/>
                  <a:gd name="connsiteY1" fmla="*/ 611134 h 3437370"/>
                  <a:gd name="connsiteX2" fmla="*/ 3598792 w 4261321"/>
                  <a:gd name="connsiteY2" fmla="*/ 81376 h 3437370"/>
                  <a:gd name="connsiteX3" fmla="*/ 4147689 w 4261321"/>
                  <a:gd name="connsiteY3" fmla="*/ 2207300 h 3437370"/>
                  <a:gd name="connsiteX4" fmla="*/ 2073848 w 4261321"/>
                  <a:gd name="connsiteY4" fmla="*/ 3437370 h 3437370"/>
                  <a:gd name="connsiteX5" fmla="*/ 7 w 4261321"/>
                  <a:gd name="connsiteY5" fmla="*/ 2207300 h 3437370"/>
                  <a:gd name="connsiteX0" fmla="*/ 7 w 4292170"/>
                  <a:gd name="connsiteY0" fmla="*/ 2207300 h 3437370"/>
                  <a:gd name="connsiteX1" fmla="*/ 2091837 w 4292170"/>
                  <a:gd name="connsiteY1" fmla="*/ 611134 h 3437370"/>
                  <a:gd name="connsiteX2" fmla="*/ 3598792 w 4292170"/>
                  <a:gd name="connsiteY2" fmla="*/ 81376 h 3437370"/>
                  <a:gd name="connsiteX3" fmla="*/ 4147689 w 4292170"/>
                  <a:gd name="connsiteY3" fmla="*/ 2207300 h 3437370"/>
                  <a:gd name="connsiteX4" fmla="*/ 2073848 w 4292170"/>
                  <a:gd name="connsiteY4" fmla="*/ 3437370 h 3437370"/>
                  <a:gd name="connsiteX5" fmla="*/ 7 w 4292170"/>
                  <a:gd name="connsiteY5" fmla="*/ 2207300 h 3437370"/>
                  <a:gd name="connsiteX0" fmla="*/ 7 w 4302297"/>
                  <a:gd name="connsiteY0" fmla="*/ 2207300 h 3437370"/>
                  <a:gd name="connsiteX1" fmla="*/ 2091837 w 4302297"/>
                  <a:gd name="connsiteY1" fmla="*/ 611134 h 3437370"/>
                  <a:gd name="connsiteX2" fmla="*/ 3598792 w 4302297"/>
                  <a:gd name="connsiteY2" fmla="*/ 81376 h 3437370"/>
                  <a:gd name="connsiteX3" fmla="*/ 4147689 w 4302297"/>
                  <a:gd name="connsiteY3" fmla="*/ 2207300 h 3437370"/>
                  <a:gd name="connsiteX4" fmla="*/ 2073848 w 4302297"/>
                  <a:gd name="connsiteY4" fmla="*/ 3437370 h 3437370"/>
                  <a:gd name="connsiteX5" fmla="*/ 7 w 4302297"/>
                  <a:gd name="connsiteY5" fmla="*/ 2207300 h 3437370"/>
                  <a:gd name="connsiteX0" fmla="*/ 7 w 4302297"/>
                  <a:gd name="connsiteY0" fmla="*/ 2153146 h 3383216"/>
                  <a:gd name="connsiteX1" fmla="*/ 2091837 w 4302297"/>
                  <a:gd name="connsiteY1" fmla="*/ 556980 h 3383216"/>
                  <a:gd name="connsiteX2" fmla="*/ 3598792 w 4302297"/>
                  <a:gd name="connsiteY2" fmla="*/ 27222 h 3383216"/>
                  <a:gd name="connsiteX3" fmla="*/ 4147689 w 4302297"/>
                  <a:gd name="connsiteY3" fmla="*/ 2153146 h 3383216"/>
                  <a:gd name="connsiteX4" fmla="*/ 2073848 w 4302297"/>
                  <a:gd name="connsiteY4" fmla="*/ 3383216 h 3383216"/>
                  <a:gd name="connsiteX5" fmla="*/ 7 w 4302297"/>
                  <a:gd name="connsiteY5" fmla="*/ 2153146 h 3383216"/>
                  <a:gd name="connsiteX0" fmla="*/ 7 w 4302297"/>
                  <a:gd name="connsiteY0" fmla="*/ 2135008 h 3365078"/>
                  <a:gd name="connsiteX1" fmla="*/ 2091837 w 4302297"/>
                  <a:gd name="connsiteY1" fmla="*/ 538842 h 3365078"/>
                  <a:gd name="connsiteX2" fmla="*/ 3598792 w 4302297"/>
                  <a:gd name="connsiteY2" fmla="*/ 9084 h 3365078"/>
                  <a:gd name="connsiteX3" fmla="*/ 4147689 w 4302297"/>
                  <a:gd name="connsiteY3" fmla="*/ 2135008 h 3365078"/>
                  <a:gd name="connsiteX4" fmla="*/ 2073848 w 4302297"/>
                  <a:gd name="connsiteY4" fmla="*/ 3365078 h 3365078"/>
                  <a:gd name="connsiteX5" fmla="*/ 7 w 4302297"/>
                  <a:gd name="connsiteY5" fmla="*/ 2135008 h 3365078"/>
                  <a:gd name="connsiteX0" fmla="*/ 369 w 4302659"/>
                  <a:gd name="connsiteY0" fmla="*/ 2135377 h 3365447"/>
                  <a:gd name="connsiteX1" fmla="*/ 2205286 w 4302659"/>
                  <a:gd name="connsiteY1" fmla="*/ 492959 h 3365447"/>
                  <a:gd name="connsiteX2" fmla="*/ 3599154 w 4302659"/>
                  <a:gd name="connsiteY2" fmla="*/ 9453 h 3365447"/>
                  <a:gd name="connsiteX3" fmla="*/ 4148051 w 4302659"/>
                  <a:gd name="connsiteY3" fmla="*/ 2135377 h 3365447"/>
                  <a:gd name="connsiteX4" fmla="*/ 2074210 w 4302659"/>
                  <a:gd name="connsiteY4" fmla="*/ 3365447 h 3365447"/>
                  <a:gd name="connsiteX5" fmla="*/ 369 w 4302659"/>
                  <a:gd name="connsiteY5" fmla="*/ 2135377 h 3365447"/>
                  <a:gd name="connsiteX0" fmla="*/ 369 w 4302659"/>
                  <a:gd name="connsiteY0" fmla="*/ 2135369 h 3365439"/>
                  <a:gd name="connsiteX1" fmla="*/ 2205286 w 4302659"/>
                  <a:gd name="connsiteY1" fmla="*/ 492951 h 3365439"/>
                  <a:gd name="connsiteX2" fmla="*/ 3599154 w 4302659"/>
                  <a:gd name="connsiteY2" fmla="*/ 9445 h 3365439"/>
                  <a:gd name="connsiteX3" fmla="*/ 4148051 w 4302659"/>
                  <a:gd name="connsiteY3" fmla="*/ 2135369 h 3365439"/>
                  <a:gd name="connsiteX4" fmla="*/ 2074210 w 4302659"/>
                  <a:gd name="connsiteY4" fmla="*/ 3365439 h 3365439"/>
                  <a:gd name="connsiteX5" fmla="*/ 369 w 4302659"/>
                  <a:gd name="connsiteY5" fmla="*/ 2135369 h 3365439"/>
                  <a:gd name="connsiteX0" fmla="*/ 369 w 4302659"/>
                  <a:gd name="connsiteY0" fmla="*/ 2135228 h 3365298"/>
                  <a:gd name="connsiteX1" fmla="*/ 2205286 w 4302659"/>
                  <a:gd name="connsiteY1" fmla="*/ 492810 h 3365298"/>
                  <a:gd name="connsiteX2" fmla="*/ 3599154 w 4302659"/>
                  <a:gd name="connsiteY2" fmla="*/ 9304 h 3365298"/>
                  <a:gd name="connsiteX3" fmla="*/ 4148051 w 4302659"/>
                  <a:gd name="connsiteY3" fmla="*/ 2135228 h 3365298"/>
                  <a:gd name="connsiteX4" fmla="*/ 2074210 w 4302659"/>
                  <a:gd name="connsiteY4" fmla="*/ 3365298 h 3365298"/>
                  <a:gd name="connsiteX5" fmla="*/ 369 w 4302659"/>
                  <a:gd name="connsiteY5" fmla="*/ 2135228 h 3365298"/>
                  <a:gd name="connsiteX0" fmla="*/ 369 w 4288096"/>
                  <a:gd name="connsiteY0" fmla="*/ 2158215 h 3388285"/>
                  <a:gd name="connsiteX1" fmla="*/ 2205286 w 4288096"/>
                  <a:gd name="connsiteY1" fmla="*/ 515797 h 3388285"/>
                  <a:gd name="connsiteX2" fmla="*/ 3531607 w 4288096"/>
                  <a:gd name="connsiteY2" fmla="*/ 30411 h 3388285"/>
                  <a:gd name="connsiteX3" fmla="*/ 4148051 w 4288096"/>
                  <a:gd name="connsiteY3" fmla="*/ 2158215 h 3388285"/>
                  <a:gd name="connsiteX4" fmla="*/ 2074210 w 4288096"/>
                  <a:gd name="connsiteY4" fmla="*/ 3388285 h 3388285"/>
                  <a:gd name="connsiteX5" fmla="*/ 369 w 4288096"/>
                  <a:gd name="connsiteY5" fmla="*/ 2158215 h 3388285"/>
                  <a:gd name="connsiteX0" fmla="*/ 369 w 4288096"/>
                  <a:gd name="connsiteY0" fmla="*/ 2127804 h 3357874"/>
                  <a:gd name="connsiteX1" fmla="*/ 2205286 w 4288096"/>
                  <a:gd name="connsiteY1" fmla="*/ 485386 h 3357874"/>
                  <a:gd name="connsiteX2" fmla="*/ 3531607 w 4288096"/>
                  <a:gd name="connsiteY2" fmla="*/ 0 h 3357874"/>
                  <a:gd name="connsiteX3" fmla="*/ 4148051 w 4288096"/>
                  <a:gd name="connsiteY3" fmla="*/ 2127804 h 3357874"/>
                  <a:gd name="connsiteX4" fmla="*/ 2074210 w 4288096"/>
                  <a:gd name="connsiteY4" fmla="*/ 3357874 h 3357874"/>
                  <a:gd name="connsiteX5" fmla="*/ 369 w 4288096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88676 w 4385449"/>
                  <a:gd name="connsiteY0" fmla="*/ 2162518 h 3603138"/>
                  <a:gd name="connsiteX1" fmla="*/ 2293593 w 4385449"/>
                  <a:gd name="connsiteY1" fmla="*/ 520100 h 3603138"/>
                  <a:gd name="connsiteX2" fmla="*/ 3587080 w 4385449"/>
                  <a:gd name="connsiteY2" fmla="*/ 0 h 3603138"/>
                  <a:gd name="connsiteX3" fmla="*/ 4236358 w 4385449"/>
                  <a:gd name="connsiteY3" fmla="*/ 2162518 h 3603138"/>
                  <a:gd name="connsiteX4" fmla="*/ 2162517 w 4385449"/>
                  <a:gd name="connsiteY4" fmla="*/ 3392588 h 3603138"/>
                  <a:gd name="connsiteX5" fmla="*/ 88676 w 4385449"/>
                  <a:gd name="connsiteY5" fmla="*/ 2162518 h 3603138"/>
                  <a:gd name="connsiteX0" fmla="*/ 89270 w 4386043"/>
                  <a:gd name="connsiteY0" fmla="*/ 2162518 h 3636316"/>
                  <a:gd name="connsiteX1" fmla="*/ 2294187 w 4386043"/>
                  <a:gd name="connsiteY1" fmla="*/ 520100 h 3636316"/>
                  <a:gd name="connsiteX2" fmla="*/ 3587674 w 4386043"/>
                  <a:gd name="connsiteY2" fmla="*/ 0 h 3636316"/>
                  <a:gd name="connsiteX3" fmla="*/ 4236952 w 4386043"/>
                  <a:gd name="connsiteY3" fmla="*/ 2162518 h 3636316"/>
                  <a:gd name="connsiteX4" fmla="*/ 2163111 w 4386043"/>
                  <a:gd name="connsiteY4" fmla="*/ 3392588 h 3636316"/>
                  <a:gd name="connsiteX5" fmla="*/ 89270 w 4386043"/>
                  <a:gd name="connsiteY5" fmla="*/ 2162518 h 3636316"/>
                  <a:gd name="connsiteX0" fmla="*/ 30539 w 4327312"/>
                  <a:gd name="connsiteY0" fmla="*/ 2162518 h 3399185"/>
                  <a:gd name="connsiteX1" fmla="*/ 2235456 w 4327312"/>
                  <a:gd name="connsiteY1" fmla="*/ 520100 h 3399185"/>
                  <a:gd name="connsiteX2" fmla="*/ 3528943 w 4327312"/>
                  <a:gd name="connsiteY2" fmla="*/ 0 h 3399185"/>
                  <a:gd name="connsiteX3" fmla="*/ 4178221 w 4327312"/>
                  <a:gd name="connsiteY3" fmla="*/ 2162518 h 3399185"/>
                  <a:gd name="connsiteX4" fmla="*/ 2104380 w 4327312"/>
                  <a:gd name="connsiteY4" fmla="*/ 3392588 h 3399185"/>
                  <a:gd name="connsiteX5" fmla="*/ 30539 w 4327312"/>
                  <a:gd name="connsiteY5" fmla="*/ 2162518 h 3399185"/>
                  <a:gd name="connsiteX0" fmla="*/ 33370 w 4330143"/>
                  <a:gd name="connsiteY0" fmla="*/ 2162518 h 3398276"/>
                  <a:gd name="connsiteX1" fmla="*/ 926421 w 4330143"/>
                  <a:gd name="connsiteY1" fmla="*/ 567083 h 3398276"/>
                  <a:gd name="connsiteX2" fmla="*/ 2238287 w 4330143"/>
                  <a:gd name="connsiteY2" fmla="*/ 520100 h 3398276"/>
                  <a:gd name="connsiteX3" fmla="*/ 3531774 w 4330143"/>
                  <a:gd name="connsiteY3" fmla="*/ 0 h 3398276"/>
                  <a:gd name="connsiteX4" fmla="*/ 4181052 w 4330143"/>
                  <a:gd name="connsiteY4" fmla="*/ 2162518 h 3398276"/>
                  <a:gd name="connsiteX5" fmla="*/ 2107211 w 4330143"/>
                  <a:gd name="connsiteY5" fmla="*/ 3392588 h 3398276"/>
                  <a:gd name="connsiteX6" fmla="*/ 33370 w 4330143"/>
                  <a:gd name="connsiteY6" fmla="*/ 2162518 h 3398276"/>
                  <a:gd name="connsiteX0" fmla="*/ 12956 w 4309729"/>
                  <a:gd name="connsiteY0" fmla="*/ 2162518 h 3398122"/>
                  <a:gd name="connsiteX1" fmla="*/ 906007 w 4309729"/>
                  <a:gd name="connsiteY1" fmla="*/ 567083 h 3398122"/>
                  <a:gd name="connsiteX2" fmla="*/ 2217873 w 4309729"/>
                  <a:gd name="connsiteY2" fmla="*/ 520100 h 3398122"/>
                  <a:gd name="connsiteX3" fmla="*/ 3511360 w 4309729"/>
                  <a:gd name="connsiteY3" fmla="*/ 0 h 3398122"/>
                  <a:gd name="connsiteX4" fmla="*/ 4160638 w 4309729"/>
                  <a:gd name="connsiteY4" fmla="*/ 2162518 h 3398122"/>
                  <a:gd name="connsiteX5" fmla="*/ 2086797 w 4309729"/>
                  <a:gd name="connsiteY5" fmla="*/ 3392588 h 3398122"/>
                  <a:gd name="connsiteX6" fmla="*/ 12956 w 4309729"/>
                  <a:gd name="connsiteY6" fmla="*/ 2162518 h 3398122"/>
                  <a:gd name="connsiteX0" fmla="*/ 13948 w 4258473"/>
                  <a:gd name="connsiteY0" fmla="*/ 2153573 h 3392590"/>
                  <a:gd name="connsiteX1" fmla="*/ 854751 w 4258473"/>
                  <a:gd name="connsiteY1" fmla="*/ 567083 h 3392590"/>
                  <a:gd name="connsiteX2" fmla="*/ 2166617 w 4258473"/>
                  <a:gd name="connsiteY2" fmla="*/ 520100 h 3392590"/>
                  <a:gd name="connsiteX3" fmla="*/ 3460104 w 4258473"/>
                  <a:gd name="connsiteY3" fmla="*/ 0 h 3392590"/>
                  <a:gd name="connsiteX4" fmla="*/ 4109382 w 4258473"/>
                  <a:gd name="connsiteY4" fmla="*/ 2162518 h 3392590"/>
                  <a:gd name="connsiteX5" fmla="*/ 2035541 w 4258473"/>
                  <a:gd name="connsiteY5" fmla="*/ 3392588 h 3392590"/>
                  <a:gd name="connsiteX6" fmla="*/ 13948 w 4258473"/>
                  <a:gd name="connsiteY6" fmla="*/ 2153573 h 3392590"/>
                  <a:gd name="connsiteX0" fmla="*/ 16378 w 4260903"/>
                  <a:gd name="connsiteY0" fmla="*/ 2153573 h 3392590"/>
                  <a:gd name="connsiteX1" fmla="*/ 857181 w 4260903"/>
                  <a:gd name="connsiteY1" fmla="*/ 567083 h 3392590"/>
                  <a:gd name="connsiteX2" fmla="*/ 2169047 w 4260903"/>
                  <a:gd name="connsiteY2" fmla="*/ 520100 h 3392590"/>
                  <a:gd name="connsiteX3" fmla="*/ 3462534 w 4260903"/>
                  <a:gd name="connsiteY3" fmla="*/ 0 h 3392590"/>
                  <a:gd name="connsiteX4" fmla="*/ 4111812 w 4260903"/>
                  <a:gd name="connsiteY4" fmla="*/ 2162518 h 3392590"/>
                  <a:gd name="connsiteX5" fmla="*/ 2037971 w 4260903"/>
                  <a:gd name="connsiteY5" fmla="*/ 3392588 h 3392590"/>
                  <a:gd name="connsiteX6" fmla="*/ 16378 w 4260903"/>
                  <a:gd name="connsiteY6" fmla="*/ 2153573 h 3392590"/>
                  <a:gd name="connsiteX0" fmla="*/ 13453 w 4257978"/>
                  <a:gd name="connsiteY0" fmla="*/ 2153573 h 3392590"/>
                  <a:gd name="connsiteX1" fmla="*/ 854256 w 4257978"/>
                  <a:gd name="connsiteY1" fmla="*/ 567083 h 3392590"/>
                  <a:gd name="connsiteX2" fmla="*/ 2166122 w 4257978"/>
                  <a:gd name="connsiteY2" fmla="*/ 520100 h 3392590"/>
                  <a:gd name="connsiteX3" fmla="*/ 3459609 w 4257978"/>
                  <a:gd name="connsiteY3" fmla="*/ 0 h 3392590"/>
                  <a:gd name="connsiteX4" fmla="*/ 4108887 w 4257978"/>
                  <a:gd name="connsiteY4" fmla="*/ 2162518 h 3392590"/>
                  <a:gd name="connsiteX5" fmla="*/ 2035046 w 4257978"/>
                  <a:gd name="connsiteY5" fmla="*/ 3392588 h 3392590"/>
                  <a:gd name="connsiteX6" fmla="*/ 13453 w 4257978"/>
                  <a:gd name="connsiteY6" fmla="*/ 2153573 h 3392590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2738 w 4257263"/>
                  <a:gd name="connsiteY0" fmla="*/ 2153573 h 3394227"/>
                  <a:gd name="connsiteX1" fmla="*/ 853541 w 4257263"/>
                  <a:gd name="connsiteY1" fmla="*/ 567083 h 3394227"/>
                  <a:gd name="connsiteX2" fmla="*/ 2165407 w 4257263"/>
                  <a:gd name="connsiteY2" fmla="*/ 520100 h 3394227"/>
                  <a:gd name="connsiteX3" fmla="*/ 3458894 w 4257263"/>
                  <a:gd name="connsiteY3" fmla="*/ 0 h 3394227"/>
                  <a:gd name="connsiteX4" fmla="*/ 4108172 w 4257263"/>
                  <a:gd name="connsiteY4" fmla="*/ 2162518 h 3394227"/>
                  <a:gd name="connsiteX5" fmla="*/ 2034331 w 4257263"/>
                  <a:gd name="connsiteY5" fmla="*/ 3392588 h 3394227"/>
                  <a:gd name="connsiteX6" fmla="*/ 12738 w 4257263"/>
                  <a:gd name="connsiteY6" fmla="*/ 2153573 h 3394227"/>
                  <a:gd name="connsiteX0" fmla="*/ 12738 w 4257263"/>
                  <a:gd name="connsiteY0" fmla="*/ 2164693 h 3405347"/>
                  <a:gd name="connsiteX1" fmla="*/ 853541 w 4257263"/>
                  <a:gd name="connsiteY1" fmla="*/ 578203 h 3405347"/>
                  <a:gd name="connsiteX2" fmla="*/ 1376950 w 4257263"/>
                  <a:gd name="connsiteY2" fmla="*/ 84 h 3405347"/>
                  <a:gd name="connsiteX3" fmla="*/ 2165407 w 4257263"/>
                  <a:gd name="connsiteY3" fmla="*/ 531220 h 3405347"/>
                  <a:gd name="connsiteX4" fmla="*/ 3458894 w 4257263"/>
                  <a:gd name="connsiteY4" fmla="*/ 11120 h 3405347"/>
                  <a:gd name="connsiteX5" fmla="*/ 4108172 w 4257263"/>
                  <a:gd name="connsiteY5" fmla="*/ 2173638 h 3405347"/>
                  <a:gd name="connsiteX6" fmla="*/ 2034331 w 4257263"/>
                  <a:gd name="connsiteY6" fmla="*/ 3403708 h 3405347"/>
                  <a:gd name="connsiteX7" fmla="*/ 12738 w 4257263"/>
                  <a:gd name="connsiteY7" fmla="*/ 2164693 h 3405347"/>
                  <a:gd name="connsiteX0" fmla="*/ 12738 w 4257263"/>
                  <a:gd name="connsiteY0" fmla="*/ 2164705 h 3405359"/>
                  <a:gd name="connsiteX1" fmla="*/ 853541 w 4257263"/>
                  <a:gd name="connsiteY1" fmla="*/ 578215 h 3405359"/>
                  <a:gd name="connsiteX2" fmla="*/ 1376950 w 4257263"/>
                  <a:gd name="connsiteY2" fmla="*/ 96 h 3405359"/>
                  <a:gd name="connsiteX3" fmla="*/ 2165407 w 4257263"/>
                  <a:gd name="connsiteY3" fmla="*/ 531232 h 3405359"/>
                  <a:gd name="connsiteX4" fmla="*/ 3458894 w 4257263"/>
                  <a:gd name="connsiteY4" fmla="*/ 11132 h 3405359"/>
                  <a:gd name="connsiteX5" fmla="*/ 4108172 w 4257263"/>
                  <a:gd name="connsiteY5" fmla="*/ 2173650 h 3405359"/>
                  <a:gd name="connsiteX6" fmla="*/ 2034331 w 4257263"/>
                  <a:gd name="connsiteY6" fmla="*/ 3403720 h 3405359"/>
                  <a:gd name="connsiteX7" fmla="*/ 12738 w 4257263"/>
                  <a:gd name="connsiteY7" fmla="*/ 2164705 h 3405359"/>
                  <a:gd name="connsiteX0" fmla="*/ 12738 w 4257263"/>
                  <a:gd name="connsiteY0" fmla="*/ 2164710 h 3405364"/>
                  <a:gd name="connsiteX1" fmla="*/ 853541 w 4257263"/>
                  <a:gd name="connsiteY1" fmla="*/ 578220 h 3405364"/>
                  <a:gd name="connsiteX2" fmla="*/ 1376950 w 4257263"/>
                  <a:gd name="connsiteY2" fmla="*/ 101 h 3405364"/>
                  <a:gd name="connsiteX3" fmla="*/ 2165407 w 4257263"/>
                  <a:gd name="connsiteY3" fmla="*/ 531237 h 3405364"/>
                  <a:gd name="connsiteX4" fmla="*/ 3458894 w 4257263"/>
                  <a:gd name="connsiteY4" fmla="*/ 11137 h 3405364"/>
                  <a:gd name="connsiteX5" fmla="*/ 4108172 w 4257263"/>
                  <a:gd name="connsiteY5" fmla="*/ 2173655 h 3405364"/>
                  <a:gd name="connsiteX6" fmla="*/ 2034331 w 4257263"/>
                  <a:gd name="connsiteY6" fmla="*/ 3403725 h 3405364"/>
                  <a:gd name="connsiteX7" fmla="*/ 12738 w 4257263"/>
                  <a:gd name="connsiteY7" fmla="*/ 2164710 h 3405364"/>
                  <a:gd name="connsiteX0" fmla="*/ 12738 w 4257263"/>
                  <a:gd name="connsiteY0" fmla="*/ 2264825 h 3505479"/>
                  <a:gd name="connsiteX1" fmla="*/ 853541 w 4257263"/>
                  <a:gd name="connsiteY1" fmla="*/ 678335 h 3505479"/>
                  <a:gd name="connsiteX2" fmla="*/ 1359804 w 4257263"/>
                  <a:gd name="connsiteY2" fmla="*/ 73 h 3505479"/>
                  <a:gd name="connsiteX3" fmla="*/ 2165407 w 4257263"/>
                  <a:gd name="connsiteY3" fmla="*/ 631352 h 3505479"/>
                  <a:gd name="connsiteX4" fmla="*/ 3458894 w 4257263"/>
                  <a:gd name="connsiteY4" fmla="*/ 111252 h 3505479"/>
                  <a:gd name="connsiteX5" fmla="*/ 4108172 w 4257263"/>
                  <a:gd name="connsiteY5" fmla="*/ 2273770 h 3505479"/>
                  <a:gd name="connsiteX6" fmla="*/ 2034331 w 4257263"/>
                  <a:gd name="connsiteY6" fmla="*/ 3503840 h 3505479"/>
                  <a:gd name="connsiteX7" fmla="*/ 12738 w 4257263"/>
                  <a:gd name="connsiteY7" fmla="*/ 2264825 h 350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57263" h="3505479">
                    <a:moveTo>
                      <a:pt x="12738" y="2264825"/>
                    </a:moveTo>
                    <a:cubicBezTo>
                      <a:pt x="-96645" y="1362149"/>
                      <a:pt x="525241" y="945362"/>
                      <a:pt x="853541" y="678335"/>
                    </a:cubicBezTo>
                    <a:cubicBezTo>
                      <a:pt x="1093883" y="418424"/>
                      <a:pt x="1141160" y="7904"/>
                      <a:pt x="1359804" y="73"/>
                    </a:cubicBezTo>
                    <a:cubicBezTo>
                      <a:pt x="1578448" y="-7758"/>
                      <a:pt x="1815559" y="612822"/>
                      <a:pt x="2165407" y="631352"/>
                    </a:cubicBezTo>
                    <a:cubicBezTo>
                      <a:pt x="2515255" y="649882"/>
                      <a:pt x="3044295" y="1309604"/>
                      <a:pt x="3458894" y="111252"/>
                    </a:cubicBezTo>
                    <a:cubicBezTo>
                      <a:pt x="4215406" y="360199"/>
                      <a:pt x="4440042" y="1880399"/>
                      <a:pt x="4108172" y="2273770"/>
                    </a:cubicBezTo>
                    <a:cubicBezTo>
                      <a:pt x="4012490" y="2868713"/>
                      <a:pt x="2819163" y="3474378"/>
                      <a:pt x="2034331" y="3503840"/>
                    </a:cubicBezTo>
                    <a:cubicBezTo>
                      <a:pt x="1249499" y="3533302"/>
                      <a:pt x="122121" y="3167501"/>
                      <a:pt x="12738" y="226482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4A184E3-ABAD-4C28-A0DC-91CB9573320C}"/>
                  </a:ext>
                </a:extLst>
              </p:cNvPr>
              <p:cNvSpPr/>
              <p:nvPr/>
            </p:nvSpPr>
            <p:spPr>
              <a:xfrm rot="464317">
                <a:off x="4561701" y="2457558"/>
                <a:ext cx="828675" cy="42996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Oval 13">
                <a:extLst>
                  <a:ext uri="{FF2B5EF4-FFF2-40B4-BE49-F238E27FC236}">
                    <a16:creationId xmlns:a16="http://schemas.microsoft.com/office/drawing/2014/main" id="{3A24CB0D-5682-E590-4065-351535E97E3D}"/>
                  </a:ext>
                </a:extLst>
              </p:cNvPr>
              <p:cNvSpPr/>
              <p:nvPr/>
            </p:nvSpPr>
            <p:spPr>
              <a:xfrm rot="1555790">
                <a:off x="4300233" y="1478242"/>
                <a:ext cx="1234095" cy="1221838"/>
              </a:xfrm>
              <a:custGeom>
                <a:avLst/>
                <a:gdLst>
                  <a:gd name="connsiteX0" fmla="*/ 0 w 1136521"/>
                  <a:gd name="connsiteY0" fmla="*/ 368677 h 737354"/>
                  <a:gd name="connsiteX1" fmla="*/ 568261 w 1136521"/>
                  <a:gd name="connsiteY1" fmla="*/ 0 h 737354"/>
                  <a:gd name="connsiteX2" fmla="*/ 1136522 w 1136521"/>
                  <a:gd name="connsiteY2" fmla="*/ 368677 h 737354"/>
                  <a:gd name="connsiteX3" fmla="*/ 568261 w 1136521"/>
                  <a:gd name="connsiteY3" fmla="*/ 737354 h 737354"/>
                  <a:gd name="connsiteX4" fmla="*/ 0 w 1136521"/>
                  <a:gd name="connsiteY4" fmla="*/ 368677 h 737354"/>
                  <a:gd name="connsiteX0" fmla="*/ 8516 w 1174429"/>
                  <a:gd name="connsiteY0" fmla="*/ 632725 h 1001402"/>
                  <a:gd name="connsiteX1" fmla="*/ 967363 w 1174429"/>
                  <a:gd name="connsiteY1" fmla="*/ 0 h 1001402"/>
                  <a:gd name="connsiteX2" fmla="*/ 1145038 w 1174429"/>
                  <a:gd name="connsiteY2" fmla="*/ 632725 h 1001402"/>
                  <a:gd name="connsiteX3" fmla="*/ 576777 w 1174429"/>
                  <a:gd name="connsiteY3" fmla="*/ 1001402 h 1001402"/>
                  <a:gd name="connsiteX4" fmla="*/ 8516 w 1174429"/>
                  <a:gd name="connsiteY4" fmla="*/ 632725 h 1001402"/>
                  <a:gd name="connsiteX0" fmla="*/ 8516 w 1191643"/>
                  <a:gd name="connsiteY0" fmla="*/ 749922 h 1118599"/>
                  <a:gd name="connsiteX1" fmla="*/ 967363 w 1191643"/>
                  <a:gd name="connsiteY1" fmla="*/ 117197 h 1118599"/>
                  <a:gd name="connsiteX2" fmla="*/ 1145038 w 1191643"/>
                  <a:gd name="connsiteY2" fmla="*/ 749922 h 1118599"/>
                  <a:gd name="connsiteX3" fmla="*/ 576777 w 1191643"/>
                  <a:gd name="connsiteY3" fmla="*/ 1118599 h 1118599"/>
                  <a:gd name="connsiteX4" fmla="*/ 8516 w 1191643"/>
                  <a:gd name="connsiteY4" fmla="*/ 749922 h 1118599"/>
                  <a:gd name="connsiteX0" fmla="*/ 5994 w 1189093"/>
                  <a:gd name="connsiteY0" fmla="*/ 560063 h 1002260"/>
                  <a:gd name="connsiteX1" fmla="*/ 1010892 w 1189093"/>
                  <a:gd name="connsiteY1" fmla="*/ 268 h 1002260"/>
                  <a:gd name="connsiteX2" fmla="*/ 1188567 w 1189093"/>
                  <a:gd name="connsiteY2" fmla="*/ 632993 h 1002260"/>
                  <a:gd name="connsiteX3" fmla="*/ 620306 w 1189093"/>
                  <a:gd name="connsiteY3" fmla="*/ 1001670 h 1002260"/>
                  <a:gd name="connsiteX4" fmla="*/ 5994 w 1189093"/>
                  <a:gd name="connsiteY4" fmla="*/ 560063 h 1002260"/>
                  <a:gd name="connsiteX0" fmla="*/ 1210 w 1184309"/>
                  <a:gd name="connsiteY0" fmla="*/ 560103 h 1002300"/>
                  <a:gd name="connsiteX1" fmla="*/ 1006108 w 1184309"/>
                  <a:gd name="connsiteY1" fmla="*/ 308 h 1002300"/>
                  <a:gd name="connsiteX2" fmla="*/ 1183783 w 1184309"/>
                  <a:gd name="connsiteY2" fmla="*/ 633033 h 1002300"/>
                  <a:gd name="connsiteX3" fmla="*/ 615522 w 1184309"/>
                  <a:gd name="connsiteY3" fmla="*/ 1001710 h 1002300"/>
                  <a:gd name="connsiteX4" fmla="*/ 1210 w 1184309"/>
                  <a:gd name="connsiteY4" fmla="*/ 560103 h 1002300"/>
                  <a:gd name="connsiteX0" fmla="*/ 1210 w 1314014"/>
                  <a:gd name="connsiteY0" fmla="*/ 771862 h 1214059"/>
                  <a:gd name="connsiteX1" fmla="*/ 1006108 w 1314014"/>
                  <a:gd name="connsiteY1" fmla="*/ 212067 h 1214059"/>
                  <a:gd name="connsiteX2" fmla="*/ 1183783 w 1314014"/>
                  <a:gd name="connsiteY2" fmla="*/ 844792 h 1214059"/>
                  <a:gd name="connsiteX3" fmla="*/ 615522 w 1314014"/>
                  <a:gd name="connsiteY3" fmla="*/ 1213469 h 1214059"/>
                  <a:gd name="connsiteX4" fmla="*/ 1210 w 1314014"/>
                  <a:gd name="connsiteY4" fmla="*/ 771862 h 1214059"/>
                  <a:gd name="connsiteX0" fmla="*/ 1358 w 1314162"/>
                  <a:gd name="connsiteY0" fmla="*/ 771862 h 1220701"/>
                  <a:gd name="connsiteX1" fmla="*/ 1006256 w 1314162"/>
                  <a:gd name="connsiteY1" fmla="*/ 212067 h 1220701"/>
                  <a:gd name="connsiteX2" fmla="*/ 1183931 w 1314162"/>
                  <a:gd name="connsiteY2" fmla="*/ 844792 h 1220701"/>
                  <a:gd name="connsiteX3" fmla="*/ 615670 w 1314162"/>
                  <a:gd name="connsiteY3" fmla="*/ 1213469 h 1220701"/>
                  <a:gd name="connsiteX4" fmla="*/ 1358 w 1314162"/>
                  <a:gd name="connsiteY4" fmla="*/ 771862 h 1220701"/>
                  <a:gd name="connsiteX0" fmla="*/ 1358 w 1285406"/>
                  <a:gd name="connsiteY0" fmla="*/ 758317 h 1207156"/>
                  <a:gd name="connsiteX1" fmla="*/ 1006256 w 1285406"/>
                  <a:gd name="connsiteY1" fmla="*/ 198522 h 1207156"/>
                  <a:gd name="connsiteX2" fmla="*/ 1183931 w 1285406"/>
                  <a:gd name="connsiteY2" fmla="*/ 831247 h 1207156"/>
                  <a:gd name="connsiteX3" fmla="*/ 615670 w 1285406"/>
                  <a:gd name="connsiteY3" fmla="*/ 1199924 h 1207156"/>
                  <a:gd name="connsiteX4" fmla="*/ 1358 w 1285406"/>
                  <a:gd name="connsiteY4" fmla="*/ 758317 h 1207156"/>
                  <a:gd name="connsiteX0" fmla="*/ 1358 w 1270639"/>
                  <a:gd name="connsiteY0" fmla="*/ 754444 h 1203283"/>
                  <a:gd name="connsiteX1" fmla="*/ 1006256 w 1270639"/>
                  <a:gd name="connsiteY1" fmla="*/ 194649 h 1203283"/>
                  <a:gd name="connsiteX2" fmla="*/ 1183931 w 1270639"/>
                  <a:gd name="connsiteY2" fmla="*/ 827374 h 1203283"/>
                  <a:gd name="connsiteX3" fmla="*/ 615670 w 1270639"/>
                  <a:gd name="connsiteY3" fmla="*/ 1196051 h 1203283"/>
                  <a:gd name="connsiteX4" fmla="*/ 1358 w 1270639"/>
                  <a:gd name="connsiteY4" fmla="*/ 754444 h 1203283"/>
                  <a:gd name="connsiteX0" fmla="*/ 6250 w 1267792"/>
                  <a:gd name="connsiteY0" fmla="*/ 776999 h 1224873"/>
                  <a:gd name="connsiteX1" fmla="*/ 998653 w 1267792"/>
                  <a:gd name="connsiteY1" fmla="*/ 191507 h 1224873"/>
                  <a:gd name="connsiteX2" fmla="*/ 1188823 w 1267792"/>
                  <a:gd name="connsiteY2" fmla="*/ 849929 h 1224873"/>
                  <a:gd name="connsiteX3" fmla="*/ 620562 w 1267792"/>
                  <a:gd name="connsiteY3" fmla="*/ 1218606 h 1224873"/>
                  <a:gd name="connsiteX4" fmla="*/ 6250 w 1267792"/>
                  <a:gd name="connsiteY4" fmla="*/ 776999 h 1224873"/>
                  <a:gd name="connsiteX0" fmla="*/ 6250 w 1234095"/>
                  <a:gd name="connsiteY0" fmla="*/ 773964 h 1221838"/>
                  <a:gd name="connsiteX1" fmla="*/ 998653 w 1234095"/>
                  <a:gd name="connsiteY1" fmla="*/ 188472 h 1221838"/>
                  <a:gd name="connsiteX2" fmla="*/ 1188823 w 1234095"/>
                  <a:gd name="connsiteY2" fmla="*/ 846894 h 1221838"/>
                  <a:gd name="connsiteX3" fmla="*/ 620562 w 1234095"/>
                  <a:gd name="connsiteY3" fmla="*/ 1215571 h 1221838"/>
                  <a:gd name="connsiteX4" fmla="*/ 6250 w 1234095"/>
                  <a:gd name="connsiteY4" fmla="*/ 773964 h 122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095" h="1221838">
                    <a:moveTo>
                      <a:pt x="6250" y="773964"/>
                    </a:moveTo>
                    <a:cubicBezTo>
                      <a:pt x="69265" y="602781"/>
                      <a:pt x="581502" y="812873"/>
                      <a:pt x="998653" y="188472"/>
                    </a:cubicBezTo>
                    <a:cubicBezTo>
                      <a:pt x="1415804" y="-435929"/>
                      <a:pt x="1141591" y="676835"/>
                      <a:pt x="1188823" y="846894"/>
                    </a:cubicBezTo>
                    <a:cubicBezTo>
                      <a:pt x="1188823" y="1050509"/>
                      <a:pt x="869526" y="1160141"/>
                      <a:pt x="620562" y="1215571"/>
                    </a:cubicBezTo>
                    <a:cubicBezTo>
                      <a:pt x="371598" y="1271001"/>
                      <a:pt x="-56765" y="945147"/>
                      <a:pt x="6250" y="77396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91F732F-9695-B1F8-B9C3-69C452A88780}"/>
                  </a:ext>
                </a:extLst>
              </p:cNvPr>
              <p:cNvSpPr/>
              <p:nvPr/>
            </p:nvSpPr>
            <p:spPr>
              <a:xfrm rot="582942">
                <a:off x="5094900" y="888014"/>
                <a:ext cx="2196015" cy="229164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A6C7FE3-1D59-B285-6D8C-4A4720AEA122}"/>
                  </a:ext>
                </a:extLst>
              </p:cNvPr>
              <p:cNvSpPr/>
              <p:nvPr/>
            </p:nvSpPr>
            <p:spPr>
              <a:xfrm>
                <a:off x="4917280" y="2143544"/>
                <a:ext cx="115810" cy="253898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B6C3FE4-BD14-07A1-CB99-DA68C6748992}"/>
                  </a:ext>
                </a:extLst>
              </p:cNvPr>
              <p:cNvSpPr/>
              <p:nvPr/>
            </p:nvSpPr>
            <p:spPr>
              <a:xfrm rot="18590328">
                <a:off x="5381832" y="1647077"/>
                <a:ext cx="557068" cy="3437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B6B8AA0-CF12-8CF1-FBDC-10A0C3E393DC}"/>
                  </a:ext>
                </a:extLst>
              </p:cNvPr>
              <p:cNvSpPr/>
              <p:nvPr/>
            </p:nvSpPr>
            <p:spPr>
              <a:xfrm rot="18590328">
                <a:off x="5463743" y="1680820"/>
                <a:ext cx="371975" cy="229534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050F164-26E3-9156-8439-9E927CFAE87C}"/>
                  </a:ext>
                </a:extLst>
              </p:cNvPr>
              <p:cNvSpPr/>
              <p:nvPr/>
            </p:nvSpPr>
            <p:spPr>
              <a:xfrm rot="18590328">
                <a:off x="5491911" y="1734715"/>
                <a:ext cx="208268" cy="12851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F2E6FA3-7675-0CBB-399D-F6F1E2AE3417}"/>
                  </a:ext>
                </a:extLst>
              </p:cNvPr>
              <p:cNvSpPr/>
              <p:nvPr/>
            </p:nvSpPr>
            <p:spPr>
              <a:xfrm rot="18590328">
                <a:off x="5577091" y="1908597"/>
                <a:ext cx="51854" cy="4571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9B408DE-83B0-5EE2-0BB4-CF1DB218E222}"/>
                  </a:ext>
                </a:extLst>
              </p:cNvPr>
              <p:cNvSpPr/>
              <p:nvPr/>
            </p:nvSpPr>
            <p:spPr>
              <a:xfrm rot="18590328">
                <a:off x="5626491" y="1887786"/>
                <a:ext cx="51854" cy="4571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214E1C0-896F-B831-4A14-52482B88B62C}"/>
                  </a:ext>
                </a:extLst>
              </p:cNvPr>
              <p:cNvSpPr/>
              <p:nvPr/>
            </p:nvSpPr>
            <p:spPr>
              <a:xfrm rot="18590328">
                <a:off x="5668603" y="1860579"/>
                <a:ext cx="51854" cy="4571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4EBD690-7B04-B807-9F40-28EB0D55015C}"/>
                  </a:ext>
                </a:extLst>
              </p:cNvPr>
              <p:cNvSpPr/>
              <p:nvPr/>
            </p:nvSpPr>
            <p:spPr>
              <a:xfrm rot="18590328">
                <a:off x="5703713" y="1810613"/>
                <a:ext cx="51854" cy="4571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D9FCE225-9D9E-53E5-3709-5459E6471034}"/>
                  </a:ext>
                </a:extLst>
              </p:cNvPr>
              <p:cNvSpPr/>
              <p:nvPr/>
            </p:nvSpPr>
            <p:spPr>
              <a:xfrm rot="18590328" flipH="1">
                <a:off x="5673484" y="1745205"/>
                <a:ext cx="85259" cy="5261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Oval 3">
                <a:extLst>
                  <a:ext uri="{FF2B5EF4-FFF2-40B4-BE49-F238E27FC236}">
                    <a16:creationId xmlns:a16="http://schemas.microsoft.com/office/drawing/2014/main" id="{85E9FA36-551C-8897-A909-C3FE47C8EFDA}"/>
                  </a:ext>
                </a:extLst>
              </p:cNvPr>
              <p:cNvSpPr/>
              <p:nvPr/>
            </p:nvSpPr>
            <p:spPr>
              <a:xfrm rot="12303800">
                <a:off x="5020095" y="3435255"/>
                <a:ext cx="2554536" cy="172653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Oval 3">
                <a:extLst>
                  <a:ext uri="{FF2B5EF4-FFF2-40B4-BE49-F238E27FC236}">
                    <a16:creationId xmlns:a16="http://schemas.microsoft.com/office/drawing/2014/main" id="{868195B6-1C30-B735-FC6D-EAEC2FD1E5DA}"/>
                  </a:ext>
                </a:extLst>
              </p:cNvPr>
              <p:cNvSpPr/>
              <p:nvPr/>
            </p:nvSpPr>
            <p:spPr>
              <a:xfrm rot="18052774">
                <a:off x="4768444" y="3328422"/>
                <a:ext cx="2014591" cy="1726536"/>
              </a:xfrm>
              <a:prstGeom prst="roundRect">
                <a:avLst>
                  <a:gd name="adj" fmla="val 50000"/>
                </a:avLst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Oval 3">
                <a:extLst>
                  <a:ext uri="{FF2B5EF4-FFF2-40B4-BE49-F238E27FC236}">
                    <a16:creationId xmlns:a16="http://schemas.microsoft.com/office/drawing/2014/main" id="{6E49AF40-A24C-93E2-650D-F0D8E31064DA}"/>
                  </a:ext>
                </a:extLst>
              </p:cNvPr>
              <p:cNvSpPr/>
              <p:nvPr/>
            </p:nvSpPr>
            <p:spPr>
              <a:xfrm rot="18052774">
                <a:off x="4804591" y="3030763"/>
                <a:ext cx="2014591" cy="1726536"/>
              </a:xfrm>
              <a:prstGeom prst="roundRect">
                <a:avLst>
                  <a:gd name="adj" fmla="val 50000"/>
                </a:avLst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D33FE10-383F-6622-D208-2084EC0AD286}"/>
              </a:ext>
            </a:extLst>
          </p:cNvPr>
          <p:cNvGrpSpPr/>
          <p:nvPr/>
        </p:nvGrpSpPr>
        <p:grpSpPr>
          <a:xfrm>
            <a:off x="844574" y="2089800"/>
            <a:ext cx="3805006" cy="4996571"/>
            <a:chOff x="5606011" y="1352023"/>
            <a:chExt cx="3805006" cy="4996571"/>
          </a:xfrm>
        </p:grpSpPr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4FC9BC19-7EE6-271E-859B-89247E8762A8}"/>
                </a:ext>
              </a:extLst>
            </p:cNvPr>
            <p:cNvSpPr/>
            <p:nvPr/>
          </p:nvSpPr>
          <p:spPr>
            <a:xfrm flipH="1">
              <a:off x="6235148" y="4542594"/>
              <a:ext cx="764368" cy="1324701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368" h="1324701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13612" y="973930"/>
                    <a:pt x="763883" y="1038224"/>
                  </a:cubicBezTo>
                  <a:cubicBezTo>
                    <a:pt x="776054" y="1083468"/>
                    <a:pt x="554334" y="1089025"/>
                    <a:pt x="673397" y="1228725"/>
                  </a:cubicBezTo>
                  <a:cubicBezTo>
                    <a:pt x="349547" y="1177925"/>
                    <a:pt x="492736" y="1336675"/>
                    <a:pt x="435272" y="1323975"/>
                  </a:cubicBezTo>
                  <a:cubicBezTo>
                    <a:pt x="310819" y="1209675"/>
                    <a:pt x="162553" y="1185862"/>
                    <a:pt x="61913" y="981075"/>
                  </a:cubicBezTo>
                  <a:cubicBezTo>
                    <a:pt x="136525" y="415925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FD96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0B498A77-75A5-849A-8E2F-124D0F732721}"/>
                </a:ext>
              </a:extLst>
            </p:cNvPr>
            <p:cNvSpPr/>
            <p:nvPr/>
          </p:nvSpPr>
          <p:spPr>
            <a:xfrm flipH="1">
              <a:off x="6617332" y="5038355"/>
              <a:ext cx="773866" cy="1310239"/>
            </a:xfrm>
            <a:custGeom>
              <a:avLst/>
              <a:gdLst>
                <a:gd name="connsiteX0" fmla="*/ 0 w 181270"/>
                <a:gd name="connsiteY0" fmla="*/ 0 h 190500"/>
                <a:gd name="connsiteX1" fmla="*/ 181270 w 181270"/>
                <a:gd name="connsiteY1" fmla="*/ 0 h 190500"/>
                <a:gd name="connsiteX2" fmla="*/ 181270 w 181270"/>
                <a:gd name="connsiteY2" fmla="*/ 190500 h 190500"/>
                <a:gd name="connsiteX3" fmla="*/ 0 w 181270"/>
                <a:gd name="connsiteY3" fmla="*/ 190500 h 190500"/>
                <a:gd name="connsiteX4" fmla="*/ 0 w 181270"/>
                <a:gd name="connsiteY4" fmla="*/ 0 h 190500"/>
                <a:gd name="connsiteX0" fmla="*/ 66675 w 247945"/>
                <a:gd name="connsiteY0" fmla="*/ 0 h 857250"/>
                <a:gd name="connsiteX1" fmla="*/ 247945 w 247945"/>
                <a:gd name="connsiteY1" fmla="*/ 0 h 857250"/>
                <a:gd name="connsiteX2" fmla="*/ 247945 w 247945"/>
                <a:gd name="connsiteY2" fmla="*/ 190500 h 857250"/>
                <a:gd name="connsiteX3" fmla="*/ 0 w 247945"/>
                <a:gd name="connsiteY3" fmla="*/ 857250 h 857250"/>
                <a:gd name="connsiteX4" fmla="*/ 66675 w 247945"/>
                <a:gd name="connsiteY4" fmla="*/ 0 h 857250"/>
                <a:gd name="connsiteX0" fmla="*/ 85725 w 266995"/>
                <a:gd name="connsiteY0" fmla="*/ 0 h 962025"/>
                <a:gd name="connsiteX1" fmla="*/ 266995 w 266995"/>
                <a:gd name="connsiteY1" fmla="*/ 0 h 962025"/>
                <a:gd name="connsiteX2" fmla="*/ 266995 w 266995"/>
                <a:gd name="connsiteY2" fmla="*/ 190500 h 962025"/>
                <a:gd name="connsiteX3" fmla="*/ 0 w 266995"/>
                <a:gd name="connsiteY3" fmla="*/ 962025 h 962025"/>
                <a:gd name="connsiteX4" fmla="*/ 85725 w 266995"/>
                <a:gd name="connsiteY4" fmla="*/ 0 h 962025"/>
                <a:gd name="connsiteX0" fmla="*/ 85725 w 309857"/>
                <a:gd name="connsiteY0" fmla="*/ 0 h 962025"/>
                <a:gd name="connsiteX1" fmla="*/ 266995 w 309857"/>
                <a:gd name="connsiteY1" fmla="*/ 0 h 962025"/>
                <a:gd name="connsiteX2" fmla="*/ 309857 w 309857"/>
                <a:gd name="connsiteY2" fmla="*/ 800100 h 962025"/>
                <a:gd name="connsiteX3" fmla="*/ 0 w 309857"/>
                <a:gd name="connsiteY3" fmla="*/ 962025 h 962025"/>
                <a:gd name="connsiteX4" fmla="*/ 85725 w 309857"/>
                <a:gd name="connsiteY4" fmla="*/ 0 h 962025"/>
                <a:gd name="connsiteX0" fmla="*/ 85725 w 383055"/>
                <a:gd name="connsiteY0" fmla="*/ 0 h 1304925"/>
                <a:gd name="connsiteX1" fmla="*/ 266995 w 383055"/>
                <a:gd name="connsiteY1" fmla="*/ 0 h 1304925"/>
                <a:gd name="connsiteX2" fmla="*/ 309857 w 383055"/>
                <a:gd name="connsiteY2" fmla="*/ 800100 h 1304925"/>
                <a:gd name="connsiteX3" fmla="*/ 373359 w 383055"/>
                <a:gd name="connsiteY3" fmla="*/ 1304925 h 1304925"/>
                <a:gd name="connsiteX4" fmla="*/ 0 w 383055"/>
                <a:gd name="connsiteY4" fmla="*/ 962025 h 1304925"/>
                <a:gd name="connsiteX5" fmla="*/ 85725 w 383055"/>
                <a:gd name="connsiteY5" fmla="*/ 0 h 1304925"/>
                <a:gd name="connsiteX0" fmla="*/ 85725 w 611906"/>
                <a:gd name="connsiteY0" fmla="*/ 0 h 1306958"/>
                <a:gd name="connsiteX1" fmla="*/ 266995 w 611906"/>
                <a:gd name="connsiteY1" fmla="*/ 0 h 1306958"/>
                <a:gd name="connsiteX2" fmla="*/ 309857 w 611906"/>
                <a:gd name="connsiteY2" fmla="*/ 800100 h 1306958"/>
                <a:gd name="connsiteX3" fmla="*/ 611484 w 611906"/>
                <a:gd name="connsiteY3" fmla="*/ 1185863 h 1306958"/>
                <a:gd name="connsiteX4" fmla="*/ 373359 w 611906"/>
                <a:gd name="connsiteY4" fmla="*/ 1304925 h 1306958"/>
                <a:gd name="connsiteX5" fmla="*/ 0 w 611906"/>
                <a:gd name="connsiteY5" fmla="*/ 962025 h 1306958"/>
                <a:gd name="connsiteX6" fmla="*/ 85725 w 611906"/>
                <a:gd name="connsiteY6" fmla="*/ 0 h 1306958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85725 w 714047"/>
                <a:gd name="connsiteY0" fmla="*/ 0 h 1306173"/>
                <a:gd name="connsiteX1" fmla="*/ 266995 w 714047"/>
                <a:gd name="connsiteY1" fmla="*/ 0 h 1306173"/>
                <a:gd name="connsiteX2" fmla="*/ 309857 w 714047"/>
                <a:gd name="connsiteY2" fmla="*/ 800100 h 1306173"/>
                <a:gd name="connsiteX3" fmla="*/ 701970 w 714047"/>
                <a:gd name="connsiteY3" fmla="*/ 1019174 h 1306173"/>
                <a:gd name="connsiteX4" fmla="*/ 611484 w 714047"/>
                <a:gd name="connsiteY4" fmla="*/ 1185863 h 1306173"/>
                <a:gd name="connsiteX5" fmla="*/ 373359 w 714047"/>
                <a:gd name="connsiteY5" fmla="*/ 1304925 h 1306173"/>
                <a:gd name="connsiteX6" fmla="*/ 0 w 714047"/>
                <a:gd name="connsiteY6" fmla="*/ 962025 h 1306173"/>
                <a:gd name="connsiteX7" fmla="*/ 85725 w 714047"/>
                <a:gd name="connsiteY7" fmla="*/ 0 h 130617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28908 w 775960"/>
                <a:gd name="connsiteY1" fmla="*/ 19050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75960"/>
                <a:gd name="connsiteY0" fmla="*/ 0 h 1325223"/>
                <a:gd name="connsiteX1" fmla="*/ 395583 w 775960"/>
                <a:gd name="connsiteY1" fmla="*/ 14288 h 1325223"/>
                <a:gd name="connsiteX2" fmla="*/ 371770 w 775960"/>
                <a:gd name="connsiteY2" fmla="*/ 819150 h 1325223"/>
                <a:gd name="connsiteX3" fmla="*/ 763883 w 775960"/>
                <a:gd name="connsiteY3" fmla="*/ 1038224 h 1325223"/>
                <a:gd name="connsiteX4" fmla="*/ 673397 w 775960"/>
                <a:gd name="connsiteY4" fmla="*/ 1204913 h 1325223"/>
                <a:gd name="connsiteX5" fmla="*/ 435272 w 775960"/>
                <a:gd name="connsiteY5" fmla="*/ 1323975 h 1325223"/>
                <a:gd name="connsiteX6" fmla="*/ 61913 w 775960"/>
                <a:gd name="connsiteY6" fmla="*/ 981075 h 1325223"/>
                <a:gd name="connsiteX7" fmla="*/ 0 w 775960"/>
                <a:gd name="connsiteY7" fmla="*/ 0 h 1325223"/>
                <a:gd name="connsiteX0" fmla="*/ 0 w 765087"/>
                <a:gd name="connsiteY0" fmla="*/ 0 h 1325223"/>
                <a:gd name="connsiteX1" fmla="*/ 395583 w 765087"/>
                <a:gd name="connsiteY1" fmla="*/ 14288 h 1325223"/>
                <a:gd name="connsiteX2" fmla="*/ 371770 w 765087"/>
                <a:gd name="connsiteY2" fmla="*/ 819150 h 1325223"/>
                <a:gd name="connsiteX3" fmla="*/ 763883 w 765087"/>
                <a:gd name="connsiteY3" fmla="*/ 1038224 h 1325223"/>
                <a:gd name="connsiteX4" fmla="*/ 673397 w 765087"/>
                <a:gd name="connsiteY4" fmla="*/ 1204913 h 1325223"/>
                <a:gd name="connsiteX5" fmla="*/ 435272 w 765087"/>
                <a:gd name="connsiteY5" fmla="*/ 1323975 h 1325223"/>
                <a:gd name="connsiteX6" fmla="*/ 61913 w 765087"/>
                <a:gd name="connsiteY6" fmla="*/ 981075 h 1325223"/>
                <a:gd name="connsiteX7" fmla="*/ 0 w 765087"/>
                <a:gd name="connsiteY7" fmla="*/ 0 h 1325223"/>
                <a:gd name="connsiteX0" fmla="*/ 0 w 764368"/>
                <a:gd name="connsiteY0" fmla="*/ 0 h 1325223"/>
                <a:gd name="connsiteX1" fmla="*/ 395583 w 764368"/>
                <a:gd name="connsiteY1" fmla="*/ 14288 h 1325223"/>
                <a:gd name="connsiteX2" fmla="*/ 371770 w 764368"/>
                <a:gd name="connsiteY2" fmla="*/ 819150 h 1325223"/>
                <a:gd name="connsiteX3" fmla="*/ 763883 w 764368"/>
                <a:gd name="connsiteY3" fmla="*/ 1038224 h 1325223"/>
                <a:gd name="connsiteX4" fmla="*/ 673397 w 764368"/>
                <a:gd name="connsiteY4" fmla="*/ 1204913 h 1325223"/>
                <a:gd name="connsiteX5" fmla="*/ 435272 w 764368"/>
                <a:gd name="connsiteY5" fmla="*/ 1323975 h 1325223"/>
                <a:gd name="connsiteX6" fmla="*/ 61913 w 764368"/>
                <a:gd name="connsiteY6" fmla="*/ 981075 h 1325223"/>
                <a:gd name="connsiteX7" fmla="*/ 0 w 764368"/>
                <a:gd name="connsiteY7" fmla="*/ 0 h 1325223"/>
                <a:gd name="connsiteX0" fmla="*/ 0 w 764368"/>
                <a:gd name="connsiteY0" fmla="*/ 0 h 1324679"/>
                <a:gd name="connsiteX1" fmla="*/ 395583 w 764368"/>
                <a:gd name="connsiteY1" fmla="*/ 14288 h 1324679"/>
                <a:gd name="connsiteX2" fmla="*/ 371770 w 764368"/>
                <a:gd name="connsiteY2" fmla="*/ 819150 h 1324679"/>
                <a:gd name="connsiteX3" fmla="*/ 763883 w 764368"/>
                <a:gd name="connsiteY3" fmla="*/ 1038224 h 1324679"/>
                <a:gd name="connsiteX4" fmla="*/ 673397 w 764368"/>
                <a:gd name="connsiteY4" fmla="*/ 1204913 h 1324679"/>
                <a:gd name="connsiteX5" fmla="*/ 435272 w 764368"/>
                <a:gd name="connsiteY5" fmla="*/ 1323975 h 1324679"/>
                <a:gd name="connsiteX6" fmla="*/ 61913 w 764368"/>
                <a:gd name="connsiteY6" fmla="*/ 981075 h 1324679"/>
                <a:gd name="connsiteX7" fmla="*/ 0 w 764368"/>
                <a:gd name="connsiteY7" fmla="*/ 0 h 1324679"/>
                <a:gd name="connsiteX0" fmla="*/ 0 w 764368"/>
                <a:gd name="connsiteY0" fmla="*/ 0 h 1324793"/>
                <a:gd name="connsiteX1" fmla="*/ 395583 w 764368"/>
                <a:gd name="connsiteY1" fmla="*/ 14288 h 1324793"/>
                <a:gd name="connsiteX2" fmla="*/ 371770 w 764368"/>
                <a:gd name="connsiteY2" fmla="*/ 819150 h 1324793"/>
                <a:gd name="connsiteX3" fmla="*/ 763883 w 764368"/>
                <a:gd name="connsiteY3" fmla="*/ 1038224 h 1324793"/>
                <a:gd name="connsiteX4" fmla="*/ 673397 w 764368"/>
                <a:gd name="connsiteY4" fmla="*/ 1228725 h 1324793"/>
                <a:gd name="connsiteX5" fmla="*/ 435272 w 764368"/>
                <a:gd name="connsiteY5" fmla="*/ 1323975 h 1324793"/>
                <a:gd name="connsiteX6" fmla="*/ 61913 w 764368"/>
                <a:gd name="connsiteY6" fmla="*/ 981075 h 1324793"/>
                <a:gd name="connsiteX7" fmla="*/ 0 w 764368"/>
                <a:gd name="connsiteY7" fmla="*/ 0 h 1324793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61913 w 764368"/>
                <a:gd name="connsiteY6" fmla="*/ 981075 h 1324701"/>
                <a:gd name="connsiteX7" fmla="*/ 0 w 764368"/>
                <a:gd name="connsiteY7" fmla="*/ 0 h 1324701"/>
                <a:gd name="connsiteX0" fmla="*/ 0 w 764368"/>
                <a:gd name="connsiteY0" fmla="*/ 0 h 1324701"/>
                <a:gd name="connsiteX1" fmla="*/ 395583 w 764368"/>
                <a:gd name="connsiteY1" fmla="*/ 14288 h 1324701"/>
                <a:gd name="connsiteX2" fmla="*/ 371770 w 764368"/>
                <a:gd name="connsiteY2" fmla="*/ 819150 h 1324701"/>
                <a:gd name="connsiteX3" fmla="*/ 763883 w 764368"/>
                <a:gd name="connsiteY3" fmla="*/ 1038224 h 1324701"/>
                <a:gd name="connsiteX4" fmla="*/ 673397 w 764368"/>
                <a:gd name="connsiteY4" fmla="*/ 1228725 h 1324701"/>
                <a:gd name="connsiteX5" fmla="*/ 435272 w 764368"/>
                <a:gd name="connsiteY5" fmla="*/ 1323975 h 1324701"/>
                <a:gd name="connsiteX6" fmla="*/ 95251 w 764368"/>
                <a:gd name="connsiteY6" fmla="*/ 1004888 h 1324701"/>
                <a:gd name="connsiteX7" fmla="*/ 0 w 764368"/>
                <a:gd name="connsiteY7" fmla="*/ 0 h 1324701"/>
                <a:gd name="connsiteX0" fmla="*/ 0 w 773874"/>
                <a:gd name="connsiteY0" fmla="*/ 0 h 1324701"/>
                <a:gd name="connsiteX1" fmla="*/ 395583 w 773874"/>
                <a:gd name="connsiteY1" fmla="*/ 14288 h 1324701"/>
                <a:gd name="connsiteX2" fmla="*/ 371770 w 773874"/>
                <a:gd name="connsiteY2" fmla="*/ 819150 h 1324701"/>
                <a:gd name="connsiteX3" fmla="*/ 773408 w 773874"/>
                <a:gd name="connsiteY3" fmla="*/ 981074 h 1324701"/>
                <a:gd name="connsiteX4" fmla="*/ 673397 w 773874"/>
                <a:gd name="connsiteY4" fmla="*/ 1228725 h 1324701"/>
                <a:gd name="connsiteX5" fmla="*/ 435272 w 773874"/>
                <a:gd name="connsiteY5" fmla="*/ 1323975 h 1324701"/>
                <a:gd name="connsiteX6" fmla="*/ 95251 w 773874"/>
                <a:gd name="connsiteY6" fmla="*/ 1004888 h 1324701"/>
                <a:gd name="connsiteX7" fmla="*/ 0 w 773874"/>
                <a:gd name="connsiteY7" fmla="*/ 0 h 1324701"/>
                <a:gd name="connsiteX0" fmla="*/ 0 w 774095"/>
                <a:gd name="connsiteY0" fmla="*/ 0 h 1324493"/>
                <a:gd name="connsiteX1" fmla="*/ 395583 w 774095"/>
                <a:gd name="connsiteY1" fmla="*/ 14288 h 1324493"/>
                <a:gd name="connsiteX2" fmla="*/ 371770 w 774095"/>
                <a:gd name="connsiteY2" fmla="*/ 819150 h 1324493"/>
                <a:gd name="connsiteX3" fmla="*/ 773408 w 774095"/>
                <a:gd name="connsiteY3" fmla="*/ 981074 h 1324493"/>
                <a:gd name="connsiteX4" fmla="*/ 749597 w 774095"/>
                <a:gd name="connsiteY4" fmla="*/ 1162050 h 1324493"/>
                <a:gd name="connsiteX5" fmla="*/ 435272 w 774095"/>
                <a:gd name="connsiteY5" fmla="*/ 1323975 h 1324493"/>
                <a:gd name="connsiteX6" fmla="*/ 95251 w 774095"/>
                <a:gd name="connsiteY6" fmla="*/ 1004888 h 1324493"/>
                <a:gd name="connsiteX7" fmla="*/ 0 w 774095"/>
                <a:gd name="connsiteY7" fmla="*/ 0 h 1324493"/>
                <a:gd name="connsiteX0" fmla="*/ 0 w 774095"/>
                <a:gd name="connsiteY0" fmla="*/ 0 h 1310239"/>
                <a:gd name="connsiteX1" fmla="*/ 395583 w 774095"/>
                <a:gd name="connsiteY1" fmla="*/ 14288 h 1310239"/>
                <a:gd name="connsiteX2" fmla="*/ 371770 w 774095"/>
                <a:gd name="connsiteY2" fmla="*/ 819150 h 1310239"/>
                <a:gd name="connsiteX3" fmla="*/ 773408 w 774095"/>
                <a:gd name="connsiteY3" fmla="*/ 981074 h 1310239"/>
                <a:gd name="connsiteX4" fmla="*/ 749597 w 774095"/>
                <a:gd name="connsiteY4" fmla="*/ 1162050 h 1310239"/>
                <a:gd name="connsiteX5" fmla="*/ 559097 w 774095"/>
                <a:gd name="connsiteY5" fmla="*/ 1309687 h 1310239"/>
                <a:gd name="connsiteX6" fmla="*/ 95251 w 774095"/>
                <a:gd name="connsiteY6" fmla="*/ 1004888 h 1310239"/>
                <a:gd name="connsiteX7" fmla="*/ 0 w 774095"/>
                <a:gd name="connsiteY7" fmla="*/ 0 h 1310239"/>
                <a:gd name="connsiteX0" fmla="*/ 0 w 773866"/>
                <a:gd name="connsiteY0" fmla="*/ 0 h 1310239"/>
                <a:gd name="connsiteX1" fmla="*/ 395583 w 773866"/>
                <a:gd name="connsiteY1" fmla="*/ 14288 h 1310239"/>
                <a:gd name="connsiteX2" fmla="*/ 371770 w 773866"/>
                <a:gd name="connsiteY2" fmla="*/ 819150 h 1310239"/>
                <a:gd name="connsiteX3" fmla="*/ 773408 w 773866"/>
                <a:gd name="connsiteY3" fmla="*/ 981074 h 1310239"/>
                <a:gd name="connsiteX4" fmla="*/ 749597 w 773866"/>
                <a:gd name="connsiteY4" fmla="*/ 1162050 h 1310239"/>
                <a:gd name="connsiteX5" fmla="*/ 559097 w 773866"/>
                <a:gd name="connsiteY5" fmla="*/ 1309687 h 1310239"/>
                <a:gd name="connsiteX6" fmla="*/ 95251 w 773866"/>
                <a:gd name="connsiteY6" fmla="*/ 1004888 h 1310239"/>
                <a:gd name="connsiteX7" fmla="*/ 0 w 773866"/>
                <a:gd name="connsiteY7" fmla="*/ 0 h 131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3866" h="1310239">
                  <a:moveTo>
                    <a:pt x="0" y="0"/>
                  </a:moveTo>
                  <a:lnTo>
                    <a:pt x="395583" y="14288"/>
                  </a:lnTo>
                  <a:cubicBezTo>
                    <a:pt x="368595" y="201612"/>
                    <a:pt x="341608" y="584201"/>
                    <a:pt x="371770" y="819150"/>
                  </a:cubicBezTo>
                  <a:cubicBezTo>
                    <a:pt x="460935" y="887412"/>
                    <a:pt x="723137" y="916780"/>
                    <a:pt x="773408" y="981074"/>
                  </a:cubicBezTo>
                  <a:cubicBezTo>
                    <a:pt x="785579" y="1026318"/>
                    <a:pt x="549572" y="965200"/>
                    <a:pt x="749597" y="1162050"/>
                  </a:cubicBezTo>
                  <a:cubicBezTo>
                    <a:pt x="425747" y="1111250"/>
                    <a:pt x="616561" y="1322387"/>
                    <a:pt x="559097" y="1309687"/>
                  </a:cubicBezTo>
                  <a:cubicBezTo>
                    <a:pt x="434644" y="1195387"/>
                    <a:pt x="195891" y="1209675"/>
                    <a:pt x="95251" y="1004888"/>
                  </a:cubicBezTo>
                  <a:cubicBezTo>
                    <a:pt x="169863" y="439738"/>
                    <a:pt x="20638" y="327025"/>
                    <a:pt x="0" y="0"/>
                  </a:cubicBezTo>
                  <a:close/>
                </a:path>
              </a:pathLst>
            </a:custGeom>
            <a:solidFill>
              <a:srgbClr val="FFD96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1348D60-F0F0-9055-0F4C-47D4B9F8BB42}"/>
                </a:ext>
              </a:extLst>
            </p:cNvPr>
            <p:cNvGrpSpPr/>
            <p:nvPr/>
          </p:nvGrpSpPr>
          <p:grpSpPr>
            <a:xfrm>
              <a:off x="5606011" y="1352023"/>
              <a:ext cx="3805006" cy="4568998"/>
              <a:chOff x="4300233" y="888014"/>
              <a:chExt cx="4297519" cy="5160401"/>
            </a:xfrm>
            <a:solidFill>
              <a:srgbClr val="FFFF00"/>
            </a:solidFill>
          </p:grpSpPr>
          <p:sp>
            <p:nvSpPr>
              <p:cNvPr id="46" name="Oval 100">
                <a:extLst>
                  <a:ext uri="{FF2B5EF4-FFF2-40B4-BE49-F238E27FC236}">
                    <a16:creationId xmlns:a16="http://schemas.microsoft.com/office/drawing/2014/main" id="{955058D9-F233-7EA1-CF0F-CB1F9CCCAF87}"/>
                  </a:ext>
                </a:extLst>
              </p:cNvPr>
              <p:cNvSpPr/>
              <p:nvPr/>
            </p:nvSpPr>
            <p:spPr>
              <a:xfrm rot="582942">
                <a:off x="4340489" y="2542936"/>
                <a:ext cx="4257263" cy="3505479"/>
              </a:xfrm>
              <a:custGeom>
                <a:avLst/>
                <a:gdLst>
                  <a:gd name="connsiteX0" fmla="*/ 0 w 4147682"/>
                  <a:gd name="connsiteY0" fmla="*/ 1230070 h 2460139"/>
                  <a:gd name="connsiteX1" fmla="*/ 2073841 w 4147682"/>
                  <a:gd name="connsiteY1" fmla="*/ 0 h 2460139"/>
                  <a:gd name="connsiteX2" fmla="*/ 4147682 w 4147682"/>
                  <a:gd name="connsiteY2" fmla="*/ 1230070 h 2460139"/>
                  <a:gd name="connsiteX3" fmla="*/ 2073841 w 4147682"/>
                  <a:gd name="connsiteY3" fmla="*/ 2460140 h 2460139"/>
                  <a:gd name="connsiteX4" fmla="*/ 0 w 4147682"/>
                  <a:gd name="connsiteY4" fmla="*/ 1230070 h 2460139"/>
                  <a:gd name="connsiteX0" fmla="*/ 7 w 4147689"/>
                  <a:gd name="connsiteY0" fmla="*/ 1596166 h 2826236"/>
                  <a:gd name="connsiteX1" fmla="*/ 2091837 w 4147689"/>
                  <a:gd name="connsiteY1" fmla="*/ 0 h 2826236"/>
                  <a:gd name="connsiteX2" fmla="*/ 4147689 w 4147689"/>
                  <a:gd name="connsiteY2" fmla="*/ 1596166 h 2826236"/>
                  <a:gd name="connsiteX3" fmla="*/ 2073848 w 4147689"/>
                  <a:gd name="connsiteY3" fmla="*/ 2826236 h 2826236"/>
                  <a:gd name="connsiteX4" fmla="*/ 7 w 4147689"/>
                  <a:gd name="connsiteY4" fmla="*/ 1596166 h 2826236"/>
                  <a:gd name="connsiteX0" fmla="*/ 7 w 4255924"/>
                  <a:gd name="connsiteY0" fmla="*/ 2105819 h 3335889"/>
                  <a:gd name="connsiteX1" fmla="*/ 2091837 w 4255924"/>
                  <a:gd name="connsiteY1" fmla="*/ 509653 h 3335889"/>
                  <a:gd name="connsiteX2" fmla="*/ 3793200 w 4255924"/>
                  <a:gd name="connsiteY2" fmla="*/ 94505 h 3335889"/>
                  <a:gd name="connsiteX3" fmla="*/ 4147689 w 4255924"/>
                  <a:gd name="connsiteY3" fmla="*/ 2105819 h 3335889"/>
                  <a:gd name="connsiteX4" fmla="*/ 2073848 w 4255924"/>
                  <a:gd name="connsiteY4" fmla="*/ 3335889 h 3335889"/>
                  <a:gd name="connsiteX5" fmla="*/ 7 w 4255924"/>
                  <a:gd name="connsiteY5" fmla="*/ 2105819 h 3335889"/>
                  <a:gd name="connsiteX0" fmla="*/ 7 w 4255924"/>
                  <a:gd name="connsiteY0" fmla="*/ 2105819 h 3335889"/>
                  <a:gd name="connsiteX1" fmla="*/ 2091837 w 4255924"/>
                  <a:gd name="connsiteY1" fmla="*/ 509653 h 3335889"/>
                  <a:gd name="connsiteX2" fmla="*/ 3793200 w 4255924"/>
                  <a:gd name="connsiteY2" fmla="*/ 94505 h 3335889"/>
                  <a:gd name="connsiteX3" fmla="*/ 4147689 w 4255924"/>
                  <a:gd name="connsiteY3" fmla="*/ 2105819 h 3335889"/>
                  <a:gd name="connsiteX4" fmla="*/ 2073848 w 4255924"/>
                  <a:gd name="connsiteY4" fmla="*/ 3335889 h 3335889"/>
                  <a:gd name="connsiteX5" fmla="*/ 7 w 4255924"/>
                  <a:gd name="connsiteY5" fmla="*/ 2105819 h 3335889"/>
                  <a:gd name="connsiteX0" fmla="*/ 7 w 4282483"/>
                  <a:gd name="connsiteY0" fmla="*/ 2105819 h 3335889"/>
                  <a:gd name="connsiteX1" fmla="*/ 2091837 w 4282483"/>
                  <a:gd name="connsiteY1" fmla="*/ 509653 h 3335889"/>
                  <a:gd name="connsiteX2" fmla="*/ 3793200 w 4282483"/>
                  <a:gd name="connsiteY2" fmla="*/ 94505 h 3335889"/>
                  <a:gd name="connsiteX3" fmla="*/ 4147689 w 4282483"/>
                  <a:gd name="connsiteY3" fmla="*/ 2105819 h 3335889"/>
                  <a:gd name="connsiteX4" fmla="*/ 2073848 w 4282483"/>
                  <a:gd name="connsiteY4" fmla="*/ 3335889 h 3335889"/>
                  <a:gd name="connsiteX5" fmla="*/ 7 w 4282483"/>
                  <a:gd name="connsiteY5" fmla="*/ 2105819 h 3335889"/>
                  <a:gd name="connsiteX0" fmla="*/ 7 w 4297331"/>
                  <a:gd name="connsiteY0" fmla="*/ 2105819 h 3335889"/>
                  <a:gd name="connsiteX1" fmla="*/ 2091837 w 4297331"/>
                  <a:gd name="connsiteY1" fmla="*/ 509653 h 3335889"/>
                  <a:gd name="connsiteX2" fmla="*/ 3793200 w 4297331"/>
                  <a:gd name="connsiteY2" fmla="*/ 94505 h 3335889"/>
                  <a:gd name="connsiteX3" fmla="*/ 4147689 w 4297331"/>
                  <a:gd name="connsiteY3" fmla="*/ 2105819 h 3335889"/>
                  <a:gd name="connsiteX4" fmla="*/ 2073848 w 4297331"/>
                  <a:gd name="connsiteY4" fmla="*/ 3335889 h 3335889"/>
                  <a:gd name="connsiteX5" fmla="*/ 7 w 4297331"/>
                  <a:gd name="connsiteY5" fmla="*/ 2105819 h 3335889"/>
                  <a:gd name="connsiteX0" fmla="*/ 7 w 4261321"/>
                  <a:gd name="connsiteY0" fmla="*/ 2207300 h 3437370"/>
                  <a:gd name="connsiteX1" fmla="*/ 2091837 w 4261321"/>
                  <a:gd name="connsiteY1" fmla="*/ 611134 h 3437370"/>
                  <a:gd name="connsiteX2" fmla="*/ 3598792 w 4261321"/>
                  <a:gd name="connsiteY2" fmla="*/ 81376 h 3437370"/>
                  <a:gd name="connsiteX3" fmla="*/ 4147689 w 4261321"/>
                  <a:gd name="connsiteY3" fmla="*/ 2207300 h 3437370"/>
                  <a:gd name="connsiteX4" fmla="*/ 2073848 w 4261321"/>
                  <a:gd name="connsiteY4" fmla="*/ 3437370 h 3437370"/>
                  <a:gd name="connsiteX5" fmla="*/ 7 w 4261321"/>
                  <a:gd name="connsiteY5" fmla="*/ 2207300 h 3437370"/>
                  <a:gd name="connsiteX0" fmla="*/ 7 w 4292170"/>
                  <a:gd name="connsiteY0" fmla="*/ 2207300 h 3437370"/>
                  <a:gd name="connsiteX1" fmla="*/ 2091837 w 4292170"/>
                  <a:gd name="connsiteY1" fmla="*/ 611134 h 3437370"/>
                  <a:gd name="connsiteX2" fmla="*/ 3598792 w 4292170"/>
                  <a:gd name="connsiteY2" fmla="*/ 81376 h 3437370"/>
                  <a:gd name="connsiteX3" fmla="*/ 4147689 w 4292170"/>
                  <a:gd name="connsiteY3" fmla="*/ 2207300 h 3437370"/>
                  <a:gd name="connsiteX4" fmla="*/ 2073848 w 4292170"/>
                  <a:gd name="connsiteY4" fmla="*/ 3437370 h 3437370"/>
                  <a:gd name="connsiteX5" fmla="*/ 7 w 4292170"/>
                  <a:gd name="connsiteY5" fmla="*/ 2207300 h 3437370"/>
                  <a:gd name="connsiteX0" fmla="*/ 7 w 4302297"/>
                  <a:gd name="connsiteY0" fmla="*/ 2207300 h 3437370"/>
                  <a:gd name="connsiteX1" fmla="*/ 2091837 w 4302297"/>
                  <a:gd name="connsiteY1" fmla="*/ 611134 h 3437370"/>
                  <a:gd name="connsiteX2" fmla="*/ 3598792 w 4302297"/>
                  <a:gd name="connsiteY2" fmla="*/ 81376 h 3437370"/>
                  <a:gd name="connsiteX3" fmla="*/ 4147689 w 4302297"/>
                  <a:gd name="connsiteY3" fmla="*/ 2207300 h 3437370"/>
                  <a:gd name="connsiteX4" fmla="*/ 2073848 w 4302297"/>
                  <a:gd name="connsiteY4" fmla="*/ 3437370 h 3437370"/>
                  <a:gd name="connsiteX5" fmla="*/ 7 w 4302297"/>
                  <a:gd name="connsiteY5" fmla="*/ 2207300 h 3437370"/>
                  <a:gd name="connsiteX0" fmla="*/ 7 w 4302297"/>
                  <a:gd name="connsiteY0" fmla="*/ 2153146 h 3383216"/>
                  <a:gd name="connsiteX1" fmla="*/ 2091837 w 4302297"/>
                  <a:gd name="connsiteY1" fmla="*/ 556980 h 3383216"/>
                  <a:gd name="connsiteX2" fmla="*/ 3598792 w 4302297"/>
                  <a:gd name="connsiteY2" fmla="*/ 27222 h 3383216"/>
                  <a:gd name="connsiteX3" fmla="*/ 4147689 w 4302297"/>
                  <a:gd name="connsiteY3" fmla="*/ 2153146 h 3383216"/>
                  <a:gd name="connsiteX4" fmla="*/ 2073848 w 4302297"/>
                  <a:gd name="connsiteY4" fmla="*/ 3383216 h 3383216"/>
                  <a:gd name="connsiteX5" fmla="*/ 7 w 4302297"/>
                  <a:gd name="connsiteY5" fmla="*/ 2153146 h 3383216"/>
                  <a:gd name="connsiteX0" fmla="*/ 7 w 4302297"/>
                  <a:gd name="connsiteY0" fmla="*/ 2135008 h 3365078"/>
                  <a:gd name="connsiteX1" fmla="*/ 2091837 w 4302297"/>
                  <a:gd name="connsiteY1" fmla="*/ 538842 h 3365078"/>
                  <a:gd name="connsiteX2" fmla="*/ 3598792 w 4302297"/>
                  <a:gd name="connsiteY2" fmla="*/ 9084 h 3365078"/>
                  <a:gd name="connsiteX3" fmla="*/ 4147689 w 4302297"/>
                  <a:gd name="connsiteY3" fmla="*/ 2135008 h 3365078"/>
                  <a:gd name="connsiteX4" fmla="*/ 2073848 w 4302297"/>
                  <a:gd name="connsiteY4" fmla="*/ 3365078 h 3365078"/>
                  <a:gd name="connsiteX5" fmla="*/ 7 w 4302297"/>
                  <a:gd name="connsiteY5" fmla="*/ 2135008 h 3365078"/>
                  <a:gd name="connsiteX0" fmla="*/ 369 w 4302659"/>
                  <a:gd name="connsiteY0" fmla="*/ 2135377 h 3365447"/>
                  <a:gd name="connsiteX1" fmla="*/ 2205286 w 4302659"/>
                  <a:gd name="connsiteY1" fmla="*/ 492959 h 3365447"/>
                  <a:gd name="connsiteX2" fmla="*/ 3599154 w 4302659"/>
                  <a:gd name="connsiteY2" fmla="*/ 9453 h 3365447"/>
                  <a:gd name="connsiteX3" fmla="*/ 4148051 w 4302659"/>
                  <a:gd name="connsiteY3" fmla="*/ 2135377 h 3365447"/>
                  <a:gd name="connsiteX4" fmla="*/ 2074210 w 4302659"/>
                  <a:gd name="connsiteY4" fmla="*/ 3365447 h 3365447"/>
                  <a:gd name="connsiteX5" fmla="*/ 369 w 4302659"/>
                  <a:gd name="connsiteY5" fmla="*/ 2135377 h 3365447"/>
                  <a:gd name="connsiteX0" fmla="*/ 369 w 4302659"/>
                  <a:gd name="connsiteY0" fmla="*/ 2135369 h 3365439"/>
                  <a:gd name="connsiteX1" fmla="*/ 2205286 w 4302659"/>
                  <a:gd name="connsiteY1" fmla="*/ 492951 h 3365439"/>
                  <a:gd name="connsiteX2" fmla="*/ 3599154 w 4302659"/>
                  <a:gd name="connsiteY2" fmla="*/ 9445 h 3365439"/>
                  <a:gd name="connsiteX3" fmla="*/ 4148051 w 4302659"/>
                  <a:gd name="connsiteY3" fmla="*/ 2135369 h 3365439"/>
                  <a:gd name="connsiteX4" fmla="*/ 2074210 w 4302659"/>
                  <a:gd name="connsiteY4" fmla="*/ 3365439 h 3365439"/>
                  <a:gd name="connsiteX5" fmla="*/ 369 w 4302659"/>
                  <a:gd name="connsiteY5" fmla="*/ 2135369 h 3365439"/>
                  <a:gd name="connsiteX0" fmla="*/ 369 w 4302659"/>
                  <a:gd name="connsiteY0" fmla="*/ 2135228 h 3365298"/>
                  <a:gd name="connsiteX1" fmla="*/ 2205286 w 4302659"/>
                  <a:gd name="connsiteY1" fmla="*/ 492810 h 3365298"/>
                  <a:gd name="connsiteX2" fmla="*/ 3599154 w 4302659"/>
                  <a:gd name="connsiteY2" fmla="*/ 9304 h 3365298"/>
                  <a:gd name="connsiteX3" fmla="*/ 4148051 w 4302659"/>
                  <a:gd name="connsiteY3" fmla="*/ 2135228 h 3365298"/>
                  <a:gd name="connsiteX4" fmla="*/ 2074210 w 4302659"/>
                  <a:gd name="connsiteY4" fmla="*/ 3365298 h 3365298"/>
                  <a:gd name="connsiteX5" fmla="*/ 369 w 4302659"/>
                  <a:gd name="connsiteY5" fmla="*/ 2135228 h 3365298"/>
                  <a:gd name="connsiteX0" fmla="*/ 369 w 4288096"/>
                  <a:gd name="connsiteY0" fmla="*/ 2158215 h 3388285"/>
                  <a:gd name="connsiteX1" fmla="*/ 2205286 w 4288096"/>
                  <a:gd name="connsiteY1" fmla="*/ 515797 h 3388285"/>
                  <a:gd name="connsiteX2" fmla="*/ 3531607 w 4288096"/>
                  <a:gd name="connsiteY2" fmla="*/ 30411 h 3388285"/>
                  <a:gd name="connsiteX3" fmla="*/ 4148051 w 4288096"/>
                  <a:gd name="connsiteY3" fmla="*/ 2158215 h 3388285"/>
                  <a:gd name="connsiteX4" fmla="*/ 2074210 w 4288096"/>
                  <a:gd name="connsiteY4" fmla="*/ 3388285 h 3388285"/>
                  <a:gd name="connsiteX5" fmla="*/ 369 w 4288096"/>
                  <a:gd name="connsiteY5" fmla="*/ 2158215 h 3388285"/>
                  <a:gd name="connsiteX0" fmla="*/ 369 w 4288096"/>
                  <a:gd name="connsiteY0" fmla="*/ 2127804 h 3357874"/>
                  <a:gd name="connsiteX1" fmla="*/ 2205286 w 4288096"/>
                  <a:gd name="connsiteY1" fmla="*/ 485386 h 3357874"/>
                  <a:gd name="connsiteX2" fmla="*/ 3531607 w 4288096"/>
                  <a:gd name="connsiteY2" fmla="*/ 0 h 3357874"/>
                  <a:gd name="connsiteX3" fmla="*/ 4148051 w 4288096"/>
                  <a:gd name="connsiteY3" fmla="*/ 2127804 h 3357874"/>
                  <a:gd name="connsiteX4" fmla="*/ 2074210 w 4288096"/>
                  <a:gd name="connsiteY4" fmla="*/ 3357874 h 3357874"/>
                  <a:gd name="connsiteX5" fmla="*/ 369 w 4288096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304507"/>
                  <a:gd name="connsiteY0" fmla="*/ 2127804 h 3357874"/>
                  <a:gd name="connsiteX1" fmla="*/ 2205286 w 4304507"/>
                  <a:gd name="connsiteY1" fmla="*/ 485386 h 3357874"/>
                  <a:gd name="connsiteX2" fmla="*/ 3531607 w 4304507"/>
                  <a:gd name="connsiteY2" fmla="*/ 0 h 3357874"/>
                  <a:gd name="connsiteX3" fmla="*/ 4148051 w 4304507"/>
                  <a:gd name="connsiteY3" fmla="*/ 2127804 h 3357874"/>
                  <a:gd name="connsiteX4" fmla="*/ 2074210 w 4304507"/>
                  <a:gd name="connsiteY4" fmla="*/ 3357874 h 3357874"/>
                  <a:gd name="connsiteX5" fmla="*/ 369 w 4304507"/>
                  <a:gd name="connsiteY5" fmla="*/ 2127804 h 3357874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369 w 4297142"/>
                  <a:gd name="connsiteY0" fmla="*/ 2162518 h 3392588"/>
                  <a:gd name="connsiteX1" fmla="*/ 2205286 w 4297142"/>
                  <a:gd name="connsiteY1" fmla="*/ 520100 h 3392588"/>
                  <a:gd name="connsiteX2" fmla="*/ 3498773 w 4297142"/>
                  <a:gd name="connsiteY2" fmla="*/ 0 h 3392588"/>
                  <a:gd name="connsiteX3" fmla="*/ 4148051 w 4297142"/>
                  <a:gd name="connsiteY3" fmla="*/ 2162518 h 3392588"/>
                  <a:gd name="connsiteX4" fmla="*/ 2074210 w 4297142"/>
                  <a:gd name="connsiteY4" fmla="*/ 3392588 h 3392588"/>
                  <a:gd name="connsiteX5" fmla="*/ 369 w 4297142"/>
                  <a:gd name="connsiteY5" fmla="*/ 2162518 h 3392588"/>
                  <a:gd name="connsiteX0" fmla="*/ 88676 w 4385449"/>
                  <a:gd name="connsiteY0" fmla="*/ 2162518 h 3603138"/>
                  <a:gd name="connsiteX1" fmla="*/ 2293593 w 4385449"/>
                  <a:gd name="connsiteY1" fmla="*/ 520100 h 3603138"/>
                  <a:gd name="connsiteX2" fmla="*/ 3587080 w 4385449"/>
                  <a:gd name="connsiteY2" fmla="*/ 0 h 3603138"/>
                  <a:gd name="connsiteX3" fmla="*/ 4236358 w 4385449"/>
                  <a:gd name="connsiteY3" fmla="*/ 2162518 h 3603138"/>
                  <a:gd name="connsiteX4" fmla="*/ 2162517 w 4385449"/>
                  <a:gd name="connsiteY4" fmla="*/ 3392588 h 3603138"/>
                  <a:gd name="connsiteX5" fmla="*/ 88676 w 4385449"/>
                  <a:gd name="connsiteY5" fmla="*/ 2162518 h 3603138"/>
                  <a:gd name="connsiteX0" fmla="*/ 89270 w 4386043"/>
                  <a:gd name="connsiteY0" fmla="*/ 2162518 h 3636316"/>
                  <a:gd name="connsiteX1" fmla="*/ 2294187 w 4386043"/>
                  <a:gd name="connsiteY1" fmla="*/ 520100 h 3636316"/>
                  <a:gd name="connsiteX2" fmla="*/ 3587674 w 4386043"/>
                  <a:gd name="connsiteY2" fmla="*/ 0 h 3636316"/>
                  <a:gd name="connsiteX3" fmla="*/ 4236952 w 4386043"/>
                  <a:gd name="connsiteY3" fmla="*/ 2162518 h 3636316"/>
                  <a:gd name="connsiteX4" fmla="*/ 2163111 w 4386043"/>
                  <a:gd name="connsiteY4" fmla="*/ 3392588 h 3636316"/>
                  <a:gd name="connsiteX5" fmla="*/ 89270 w 4386043"/>
                  <a:gd name="connsiteY5" fmla="*/ 2162518 h 3636316"/>
                  <a:gd name="connsiteX0" fmla="*/ 30539 w 4327312"/>
                  <a:gd name="connsiteY0" fmla="*/ 2162518 h 3399185"/>
                  <a:gd name="connsiteX1" fmla="*/ 2235456 w 4327312"/>
                  <a:gd name="connsiteY1" fmla="*/ 520100 h 3399185"/>
                  <a:gd name="connsiteX2" fmla="*/ 3528943 w 4327312"/>
                  <a:gd name="connsiteY2" fmla="*/ 0 h 3399185"/>
                  <a:gd name="connsiteX3" fmla="*/ 4178221 w 4327312"/>
                  <a:gd name="connsiteY3" fmla="*/ 2162518 h 3399185"/>
                  <a:gd name="connsiteX4" fmla="*/ 2104380 w 4327312"/>
                  <a:gd name="connsiteY4" fmla="*/ 3392588 h 3399185"/>
                  <a:gd name="connsiteX5" fmla="*/ 30539 w 4327312"/>
                  <a:gd name="connsiteY5" fmla="*/ 2162518 h 3399185"/>
                  <a:gd name="connsiteX0" fmla="*/ 33370 w 4330143"/>
                  <a:gd name="connsiteY0" fmla="*/ 2162518 h 3398276"/>
                  <a:gd name="connsiteX1" fmla="*/ 926421 w 4330143"/>
                  <a:gd name="connsiteY1" fmla="*/ 567083 h 3398276"/>
                  <a:gd name="connsiteX2" fmla="*/ 2238287 w 4330143"/>
                  <a:gd name="connsiteY2" fmla="*/ 520100 h 3398276"/>
                  <a:gd name="connsiteX3" fmla="*/ 3531774 w 4330143"/>
                  <a:gd name="connsiteY3" fmla="*/ 0 h 3398276"/>
                  <a:gd name="connsiteX4" fmla="*/ 4181052 w 4330143"/>
                  <a:gd name="connsiteY4" fmla="*/ 2162518 h 3398276"/>
                  <a:gd name="connsiteX5" fmla="*/ 2107211 w 4330143"/>
                  <a:gd name="connsiteY5" fmla="*/ 3392588 h 3398276"/>
                  <a:gd name="connsiteX6" fmla="*/ 33370 w 4330143"/>
                  <a:gd name="connsiteY6" fmla="*/ 2162518 h 3398276"/>
                  <a:gd name="connsiteX0" fmla="*/ 12956 w 4309729"/>
                  <a:gd name="connsiteY0" fmla="*/ 2162518 h 3398122"/>
                  <a:gd name="connsiteX1" fmla="*/ 906007 w 4309729"/>
                  <a:gd name="connsiteY1" fmla="*/ 567083 h 3398122"/>
                  <a:gd name="connsiteX2" fmla="*/ 2217873 w 4309729"/>
                  <a:gd name="connsiteY2" fmla="*/ 520100 h 3398122"/>
                  <a:gd name="connsiteX3" fmla="*/ 3511360 w 4309729"/>
                  <a:gd name="connsiteY3" fmla="*/ 0 h 3398122"/>
                  <a:gd name="connsiteX4" fmla="*/ 4160638 w 4309729"/>
                  <a:gd name="connsiteY4" fmla="*/ 2162518 h 3398122"/>
                  <a:gd name="connsiteX5" fmla="*/ 2086797 w 4309729"/>
                  <a:gd name="connsiteY5" fmla="*/ 3392588 h 3398122"/>
                  <a:gd name="connsiteX6" fmla="*/ 12956 w 4309729"/>
                  <a:gd name="connsiteY6" fmla="*/ 2162518 h 3398122"/>
                  <a:gd name="connsiteX0" fmla="*/ 13948 w 4258473"/>
                  <a:gd name="connsiteY0" fmla="*/ 2153573 h 3392590"/>
                  <a:gd name="connsiteX1" fmla="*/ 854751 w 4258473"/>
                  <a:gd name="connsiteY1" fmla="*/ 567083 h 3392590"/>
                  <a:gd name="connsiteX2" fmla="*/ 2166617 w 4258473"/>
                  <a:gd name="connsiteY2" fmla="*/ 520100 h 3392590"/>
                  <a:gd name="connsiteX3" fmla="*/ 3460104 w 4258473"/>
                  <a:gd name="connsiteY3" fmla="*/ 0 h 3392590"/>
                  <a:gd name="connsiteX4" fmla="*/ 4109382 w 4258473"/>
                  <a:gd name="connsiteY4" fmla="*/ 2162518 h 3392590"/>
                  <a:gd name="connsiteX5" fmla="*/ 2035541 w 4258473"/>
                  <a:gd name="connsiteY5" fmla="*/ 3392588 h 3392590"/>
                  <a:gd name="connsiteX6" fmla="*/ 13948 w 4258473"/>
                  <a:gd name="connsiteY6" fmla="*/ 2153573 h 3392590"/>
                  <a:gd name="connsiteX0" fmla="*/ 16378 w 4260903"/>
                  <a:gd name="connsiteY0" fmla="*/ 2153573 h 3392590"/>
                  <a:gd name="connsiteX1" fmla="*/ 857181 w 4260903"/>
                  <a:gd name="connsiteY1" fmla="*/ 567083 h 3392590"/>
                  <a:gd name="connsiteX2" fmla="*/ 2169047 w 4260903"/>
                  <a:gd name="connsiteY2" fmla="*/ 520100 h 3392590"/>
                  <a:gd name="connsiteX3" fmla="*/ 3462534 w 4260903"/>
                  <a:gd name="connsiteY3" fmla="*/ 0 h 3392590"/>
                  <a:gd name="connsiteX4" fmla="*/ 4111812 w 4260903"/>
                  <a:gd name="connsiteY4" fmla="*/ 2162518 h 3392590"/>
                  <a:gd name="connsiteX5" fmla="*/ 2037971 w 4260903"/>
                  <a:gd name="connsiteY5" fmla="*/ 3392588 h 3392590"/>
                  <a:gd name="connsiteX6" fmla="*/ 16378 w 4260903"/>
                  <a:gd name="connsiteY6" fmla="*/ 2153573 h 3392590"/>
                  <a:gd name="connsiteX0" fmla="*/ 13453 w 4257978"/>
                  <a:gd name="connsiteY0" fmla="*/ 2153573 h 3392590"/>
                  <a:gd name="connsiteX1" fmla="*/ 854256 w 4257978"/>
                  <a:gd name="connsiteY1" fmla="*/ 567083 h 3392590"/>
                  <a:gd name="connsiteX2" fmla="*/ 2166122 w 4257978"/>
                  <a:gd name="connsiteY2" fmla="*/ 520100 h 3392590"/>
                  <a:gd name="connsiteX3" fmla="*/ 3459609 w 4257978"/>
                  <a:gd name="connsiteY3" fmla="*/ 0 h 3392590"/>
                  <a:gd name="connsiteX4" fmla="*/ 4108887 w 4257978"/>
                  <a:gd name="connsiteY4" fmla="*/ 2162518 h 3392590"/>
                  <a:gd name="connsiteX5" fmla="*/ 2035046 w 4257978"/>
                  <a:gd name="connsiteY5" fmla="*/ 3392588 h 3392590"/>
                  <a:gd name="connsiteX6" fmla="*/ 13453 w 4257978"/>
                  <a:gd name="connsiteY6" fmla="*/ 2153573 h 3392590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3453 w 4257978"/>
                  <a:gd name="connsiteY0" fmla="*/ 2153573 h 3394227"/>
                  <a:gd name="connsiteX1" fmla="*/ 854256 w 4257978"/>
                  <a:gd name="connsiteY1" fmla="*/ 567083 h 3394227"/>
                  <a:gd name="connsiteX2" fmla="*/ 2166122 w 4257978"/>
                  <a:gd name="connsiteY2" fmla="*/ 520100 h 3394227"/>
                  <a:gd name="connsiteX3" fmla="*/ 3459609 w 4257978"/>
                  <a:gd name="connsiteY3" fmla="*/ 0 h 3394227"/>
                  <a:gd name="connsiteX4" fmla="*/ 4108887 w 4257978"/>
                  <a:gd name="connsiteY4" fmla="*/ 2162518 h 3394227"/>
                  <a:gd name="connsiteX5" fmla="*/ 2035046 w 4257978"/>
                  <a:gd name="connsiteY5" fmla="*/ 3392588 h 3394227"/>
                  <a:gd name="connsiteX6" fmla="*/ 13453 w 4257978"/>
                  <a:gd name="connsiteY6" fmla="*/ 2153573 h 3394227"/>
                  <a:gd name="connsiteX0" fmla="*/ 12738 w 4257263"/>
                  <a:gd name="connsiteY0" fmla="*/ 2153573 h 3394227"/>
                  <a:gd name="connsiteX1" fmla="*/ 853541 w 4257263"/>
                  <a:gd name="connsiteY1" fmla="*/ 567083 h 3394227"/>
                  <a:gd name="connsiteX2" fmla="*/ 2165407 w 4257263"/>
                  <a:gd name="connsiteY2" fmla="*/ 520100 h 3394227"/>
                  <a:gd name="connsiteX3" fmla="*/ 3458894 w 4257263"/>
                  <a:gd name="connsiteY3" fmla="*/ 0 h 3394227"/>
                  <a:gd name="connsiteX4" fmla="*/ 4108172 w 4257263"/>
                  <a:gd name="connsiteY4" fmla="*/ 2162518 h 3394227"/>
                  <a:gd name="connsiteX5" fmla="*/ 2034331 w 4257263"/>
                  <a:gd name="connsiteY5" fmla="*/ 3392588 h 3394227"/>
                  <a:gd name="connsiteX6" fmla="*/ 12738 w 4257263"/>
                  <a:gd name="connsiteY6" fmla="*/ 2153573 h 3394227"/>
                  <a:gd name="connsiteX0" fmla="*/ 12738 w 4257263"/>
                  <a:gd name="connsiteY0" fmla="*/ 2164693 h 3405347"/>
                  <a:gd name="connsiteX1" fmla="*/ 853541 w 4257263"/>
                  <a:gd name="connsiteY1" fmla="*/ 578203 h 3405347"/>
                  <a:gd name="connsiteX2" fmla="*/ 1376950 w 4257263"/>
                  <a:gd name="connsiteY2" fmla="*/ 84 h 3405347"/>
                  <a:gd name="connsiteX3" fmla="*/ 2165407 w 4257263"/>
                  <a:gd name="connsiteY3" fmla="*/ 531220 h 3405347"/>
                  <a:gd name="connsiteX4" fmla="*/ 3458894 w 4257263"/>
                  <a:gd name="connsiteY4" fmla="*/ 11120 h 3405347"/>
                  <a:gd name="connsiteX5" fmla="*/ 4108172 w 4257263"/>
                  <a:gd name="connsiteY5" fmla="*/ 2173638 h 3405347"/>
                  <a:gd name="connsiteX6" fmla="*/ 2034331 w 4257263"/>
                  <a:gd name="connsiteY6" fmla="*/ 3403708 h 3405347"/>
                  <a:gd name="connsiteX7" fmla="*/ 12738 w 4257263"/>
                  <a:gd name="connsiteY7" fmla="*/ 2164693 h 3405347"/>
                  <a:gd name="connsiteX0" fmla="*/ 12738 w 4257263"/>
                  <a:gd name="connsiteY0" fmla="*/ 2164705 h 3405359"/>
                  <a:gd name="connsiteX1" fmla="*/ 853541 w 4257263"/>
                  <a:gd name="connsiteY1" fmla="*/ 578215 h 3405359"/>
                  <a:gd name="connsiteX2" fmla="*/ 1376950 w 4257263"/>
                  <a:gd name="connsiteY2" fmla="*/ 96 h 3405359"/>
                  <a:gd name="connsiteX3" fmla="*/ 2165407 w 4257263"/>
                  <a:gd name="connsiteY3" fmla="*/ 531232 h 3405359"/>
                  <a:gd name="connsiteX4" fmla="*/ 3458894 w 4257263"/>
                  <a:gd name="connsiteY4" fmla="*/ 11132 h 3405359"/>
                  <a:gd name="connsiteX5" fmla="*/ 4108172 w 4257263"/>
                  <a:gd name="connsiteY5" fmla="*/ 2173650 h 3405359"/>
                  <a:gd name="connsiteX6" fmla="*/ 2034331 w 4257263"/>
                  <a:gd name="connsiteY6" fmla="*/ 3403720 h 3405359"/>
                  <a:gd name="connsiteX7" fmla="*/ 12738 w 4257263"/>
                  <a:gd name="connsiteY7" fmla="*/ 2164705 h 3405359"/>
                  <a:gd name="connsiteX0" fmla="*/ 12738 w 4257263"/>
                  <a:gd name="connsiteY0" fmla="*/ 2164710 h 3405364"/>
                  <a:gd name="connsiteX1" fmla="*/ 853541 w 4257263"/>
                  <a:gd name="connsiteY1" fmla="*/ 578220 h 3405364"/>
                  <a:gd name="connsiteX2" fmla="*/ 1376950 w 4257263"/>
                  <a:gd name="connsiteY2" fmla="*/ 101 h 3405364"/>
                  <a:gd name="connsiteX3" fmla="*/ 2165407 w 4257263"/>
                  <a:gd name="connsiteY3" fmla="*/ 531237 h 3405364"/>
                  <a:gd name="connsiteX4" fmla="*/ 3458894 w 4257263"/>
                  <a:gd name="connsiteY4" fmla="*/ 11137 h 3405364"/>
                  <a:gd name="connsiteX5" fmla="*/ 4108172 w 4257263"/>
                  <a:gd name="connsiteY5" fmla="*/ 2173655 h 3405364"/>
                  <a:gd name="connsiteX6" fmla="*/ 2034331 w 4257263"/>
                  <a:gd name="connsiteY6" fmla="*/ 3403725 h 3405364"/>
                  <a:gd name="connsiteX7" fmla="*/ 12738 w 4257263"/>
                  <a:gd name="connsiteY7" fmla="*/ 2164710 h 3405364"/>
                  <a:gd name="connsiteX0" fmla="*/ 12738 w 4257263"/>
                  <a:gd name="connsiteY0" fmla="*/ 2264825 h 3505479"/>
                  <a:gd name="connsiteX1" fmla="*/ 853541 w 4257263"/>
                  <a:gd name="connsiteY1" fmla="*/ 678335 h 3505479"/>
                  <a:gd name="connsiteX2" fmla="*/ 1359804 w 4257263"/>
                  <a:gd name="connsiteY2" fmla="*/ 73 h 3505479"/>
                  <a:gd name="connsiteX3" fmla="*/ 2165407 w 4257263"/>
                  <a:gd name="connsiteY3" fmla="*/ 631352 h 3505479"/>
                  <a:gd name="connsiteX4" fmla="*/ 3458894 w 4257263"/>
                  <a:gd name="connsiteY4" fmla="*/ 111252 h 3505479"/>
                  <a:gd name="connsiteX5" fmla="*/ 4108172 w 4257263"/>
                  <a:gd name="connsiteY5" fmla="*/ 2273770 h 3505479"/>
                  <a:gd name="connsiteX6" fmla="*/ 2034331 w 4257263"/>
                  <a:gd name="connsiteY6" fmla="*/ 3503840 h 3505479"/>
                  <a:gd name="connsiteX7" fmla="*/ 12738 w 4257263"/>
                  <a:gd name="connsiteY7" fmla="*/ 2264825 h 350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57263" h="3505479">
                    <a:moveTo>
                      <a:pt x="12738" y="2264825"/>
                    </a:moveTo>
                    <a:cubicBezTo>
                      <a:pt x="-96645" y="1362149"/>
                      <a:pt x="525241" y="945362"/>
                      <a:pt x="853541" y="678335"/>
                    </a:cubicBezTo>
                    <a:cubicBezTo>
                      <a:pt x="1093883" y="418424"/>
                      <a:pt x="1141160" y="7904"/>
                      <a:pt x="1359804" y="73"/>
                    </a:cubicBezTo>
                    <a:cubicBezTo>
                      <a:pt x="1578448" y="-7758"/>
                      <a:pt x="1815559" y="612822"/>
                      <a:pt x="2165407" y="631352"/>
                    </a:cubicBezTo>
                    <a:cubicBezTo>
                      <a:pt x="2515255" y="649882"/>
                      <a:pt x="3044295" y="1309604"/>
                      <a:pt x="3458894" y="111252"/>
                    </a:cubicBezTo>
                    <a:cubicBezTo>
                      <a:pt x="4215406" y="360199"/>
                      <a:pt x="4440042" y="1880399"/>
                      <a:pt x="4108172" y="2273770"/>
                    </a:cubicBezTo>
                    <a:cubicBezTo>
                      <a:pt x="4012490" y="2868713"/>
                      <a:pt x="2819163" y="3474378"/>
                      <a:pt x="2034331" y="3503840"/>
                    </a:cubicBezTo>
                    <a:cubicBezTo>
                      <a:pt x="1249499" y="3533302"/>
                      <a:pt x="122121" y="3167501"/>
                      <a:pt x="12738" y="2264825"/>
                    </a:cubicBezTo>
                    <a:close/>
                  </a:path>
                </a:pathLst>
              </a:cu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19FDD1-A2A8-9900-E2E2-085E7A3C15B3}"/>
                  </a:ext>
                </a:extLst>
              </p:cNvPr>
              <p:cNvSpPr/>
              <p:nvPr/>
            </p:nvSpPr>
            <p:spPr>
              <a:xfrm rot="464317">
                <a:off x="4561701" y="2457558"/>
                <a:ext cx="828675" cy="429961"/>
              </a:xfrm>
              <a:prstGeom prst="ellipse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Oval 13">
                <a:extLst>
                  <a:ext uri="{FF2B5EF4-FFF2-40B4-BE49-F238E27FC236}">
                    <a16:creationId xmlns:a16="http://schemas.microsoft.com/office/drawing/2014/main" id="{3BBB86F4-D739-7FFF-8D4F-0FDB79A172D7}"/>
                  </a:ext>
                </a:extLst>
              </p:cNvPr>
              <p:cNvSpPr/>
              <p:nvPr/>
            </p:nvSpPr>
            <p:spPr>
              <a:xfrm rot="1555790">
                <a:off x="4300233" y="1478242"/>
                <a:ext cx="1234095" cy="1221838"/>
              </a:xfrm>
              <a:custGeom>
                <a:avLst/>
                <a:gdLst>
                  <a:gd name="connsiteX0" fmla="*/ 0 w 1136521"/>
                  <a:gd name="connsiteY0" fmla="*/ 368677 h 737354"/>
                  <a:gd name="connsiteX1" fmla="*/ 568261 w 1136521"/>
                  <a:gd name="connsiteY1" fmla="*/ 0 h 737354"/>
                  <a:gd name="connsiteX2" fmla="*/ 1136522 w 1136521"/>
                  <a:gd name="connsiteY2" fmla="*/ 368677 h 737354"/>
                  <a:gd name="connsiteX3" fmla="*/ 568261 w 1136521"/>
                  <a:gd name="connsiteY3" fmla="*/ 737354 h 737354"/>
                  <a:gd name="connsiteX4" fmla="*/ 0 w 1136521"/>
                  <a:gd name="connsiteY4" fmla="*/ 368677 h 737354"/>
                  <a:gd name="connsiteX0" fmla="*/ 8516 w 1174429"/>
                  <a:gd name="connsiteY0" fmla="*/ 632725 h 1001402"/>
                  <a:gd name="connsiteX1" fmla="*/ 967363 w 1174429"/>
                  <a:gd name="connsiteY1" fmla="*/ 0 h 1001402"/>
                  <a:gd name="connsiteX2" fmla="*/ 1145038 w 1174429"/>
                  <a:gd name="connsiteY2" fmla="*/ 632725 h 1001402"/>
                  <a:gd name="connsiteX3" fmla="*/ 576777 w 1174429"/>
                  <a:gd name="connsiteY3" fmla="*/ 1001402 h 1001402"/>
                  <a:gd name="connsiteX4" fmla="*/ 8516 w 1174429"/>
                  <a:gd name="connsiteY4" fmla="*/ 632725 h 1001402"/>
                  <a:gd name="connsiteX0" fmla="*/ 8516 w 1191643"/>
                  <a:gd name="connsiteY0" fmla="*/ 749922 h 1118599"/>
                  <a:gd name="connsiteX1" fmla="*/ 967363 w 1191643"/>
                  <a:gd name="connsiteY1" fmla="*/ 117197 h 1118599"/>
                  <a:gd name="connsiteX2" fmla="*/ 1145038 w 1191643"/>
                  <a:gd name="connsiteY2" fmla="*/ 749922 h 1118599"/>
                  <a:gd name="connsiteX3" fmla="*/ 576777 w 1191643"/>
                  <a:gd name="connsiteY3" fmla="*/ 1118599 h 1118599"/>
                  <a:gd name="connsiteX4" fmla="*/ 8516 w 1191643"/>
                  <a:gd name="connsiteY4" fmla="*/ 749922 h 1118599"/>
                  <a:gd name="connsiteX0" fmla="*/ 5994 w 1189093"/>
                  <a:gd name="connsiteY0" fmla="*/ 560063 h 1002260"/>
                  <a:gd name="connsiteX1" fmla="*/ 1010892 w 1189093"/>
                  <a:gd name="connsiteY1" fmla="*/ 268 h 1002260"/>
                  <a:gd name="connsiteX2" fmla="*/ 1188567 w 1189093"/>
                  <a:gd name="connsiteY2" fmla="*/ 632993 h 1002260"/>
                  <a:gd name="connsiteX3" fmla="*/ 620306 w 1189093"/>
                  <a:gd name="connsiteY3" fmla="*/ 1001670 h 1002260"/>
                  <a:gd name="connsiteX4" fmla="*/ 5994 w 1189093"/>
                  <a:gd name="connsiteY4" fmla="*/ 560063 h 1002260"/>
                  <a:gd name="connsiteX0" fmla="*/ 1210 w 1184309"/>
                  <a:gd name="connsiteY0" fmla="*/ 560103 h 1002300"/>
                  <a:gd name="connsiteX1" fmla="*/ 1006108 w 1184309"/>
                  <a:gd name="connsiteY1" fmla="*/ 308 h 1002300"/>
                  <a:gd name="connsiteX2" fmla="*/ 1183783 w 1184309"/>
                  <a:gd name="connsiteY2" fmla="*/ 633033 h 1002300"/>
                  <a:gd name="connsiteX3" fmla="*/ 615522 w 1184309"/>
                  <a:gd name="connsiteY3" fmla="*/ 1001710 h 1002300"/>
                  <a:gd name="connsiteX4" fmla="*/ 1210 w 1184309"/>
                  <a:gd name="connsiteY4" fmla="*/ 560103 h 1002300"/>
                  <a:gd name="connsiteX0" fmla="*/ 1210 w 1314014"/>
                  <a:gd name="connsiteY0" fmla="*/ 771862 h 1214059"/>
                  <a:gd name="connsiteX1" fmla="*/ 1006108 w 1314014"/>
                  <a:gd name="connsiteY1" fmla="*/ 212067 h 1214059"/>
                  <a:gd name="connsiteX2" fmla="*/ 1183783 w 1314014"/>
                  <a:gd name="connsiteY2" fmla="*/ 844792 h 1214059"/>
                  <a:gd name="connsiteX3" fmla="*/ 615522 w 1314014"/>
                  <a:gd name="connsiteY3" fmla="*/ 1213469 h 1214059"/>
                  <a:gd name="connsiteX4" fmla="*/ 1210 w 1314014"/>
                  <a:gd name="connsiteY4" fmla="*/ 771862 h 1214059"/>
                  <a:gd name="connsiteX0" fmla="*/ 1358 w 1314162"/>
                  <a:gd name="connsiteY0" fmla="*/ 771862 h 1220701"/>
                  <a:gd name="connsiteX1" fmla="*/ 1006256 w 1314162"/>
                  <a:gd name="connsiteY1" fmla="*/ 212067 h 1220701"/>
                  <a:gd name="connsiteX2" fmla="*/ 1183931 w 1314162"/>
                  <a:gd name="connsiteY2" fmla="*/ 844792 h 1220701"/>
                  <a:gd name="connsiteX3" fmla="*/ 615670 w 1314162"/>
                  <a:gd name="connsiteY3" fmla="*/ 1213469 h 1220701"/>
                  <a:gd name="connsiteX4" fmla="*/ 1358 w 1314162"/>
                  <a:gd name="connsiteY4" fmla="*/ 771862 h 1220701"/>
                  <a:gd name="connsiteX0" fmla="*/ 1358 w 1285406"/>
                  <a:gd name="connsiteY0" fmla="*/ 758317 h 1207156"/>
                  <a:gd name="connsiteX1" fmla="*/ 1006256 w 1285406"/>
                  <a:gd name="connsiteY1" fmla="*/ 198522 h 1207156"/>
                  <a:gd name="connsiteX2" fmla="*/ 1183931 w 1285406"/>
                  <a:gd name="connsiteY2" fmla="*/ 831247 h 1207156"/>
                  <a:gd name="connsiteX3" fmla="*/ 615670 w 1285406"/>
                  <a:gd name="connsiteY3" fmla="*/ 1199924 h 1207156"/>
                  <a:gd name="connsiteX4" fmla="*/ 1358 w 1285406"/>
                  <a:gd name="connsiteY4" fmla="*/ 758317 h 1207156"/>
                  <a:gd name="connsiteX0" fmla="*/ 1358 w 1270639"/>
                  <a:gd name="connsiteY0" fmla="*/ 754444 h 1203283"/>
                  <a:gd name="connsiteX1" fmla="*/ 1006256 w 1270639"/>
                  <a:gd name="connsiteY1" fmla="*/ 194649 h 1203283"/>
                  <a:gd name="connsiteX2" fmla="*/ 1183931 w 1270639"/>
                  <a:gd name="connsiteY2" fmla="*/ 827374 h 1203283"/>
                  <a:gd name="connsiteX3" fmla="*/ 615670 w 1270639"/>
                  <a:gd name="connsiteY3" fmla="*/ 1196051 h 1203283"/>
                  <a:gd name="connsiteX4" fmla="*/ 1358 w 1270639"/>
                  <a:gd name="connsiteY4" fmla="*/ 754444 h 1203283"/>
                  <a:gd name="connsiteX0" fmla="*/ 6250 w 1267792"/>
                  <a:gd name="connsiteY0" fmla="*/ 776999 h 1224873"/>
                  <a:gd name="connsiteX1" fmla="*/ 998653 w 1267792"/>
                  <a:gd name="connsiteY1" fmla="*/ 191507 h 1224873"/>
                  <a:gd name="connsiteX2" fmla="*/ 1188823 w 1267792"/>
                  <a:gd name="connsiteY2" fmla="*/ 849929 h 1224873"/>
                  <a:gd name="connsiteX3" fmla="*/ 620562 w 1267792"/>
                  <a:gd name="connsiteY3" fmla="*/ 1218606 h 1224873"/>
                  <a:gd name="connsiteX4" fmla="*/ 6250 w 1267792"/>
                  <a:gd name="connsiteY4" fmla="*/ 776999 h 1224873"/>
                  <a:gd name="connsiteX0" fmla="*/ 6250 w 1234095"/>
                  <a:gd name="connsiteY0" fmla="*/ 773964 h 1221838"/>
                  <a:gd name="connsiteX1" fmla="*/ 998653 w 1234095"/>
                  <a:gd name="connsiteY1" fmla="*/ 188472 h 1221838"/>
                  <a:gd name="connsiteX2" fmla="*/ 1188823 w 1234095"/>
                  <a:gd name="connsiteY2" fmla="*/ 846894 h 1221838"/>
                  <a:gd name="connsiteX3" fmla="*/ 620562 w 1234095"/>
                  <a:gd name="connsiteY3" fmla="*/ 1215571 h 1221838"/>
                  <a:gd name="connsiteX4" fmla="*/ 6250 w 1234095"/>
                  <a:gd name="connsiteY4" fmla="*/ 773964 h 122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095" h="1221838">
                    <a:moveTo>
                      <a:pt x="6250" y="773964"/>
                    </a:moveTo>
                    <a:cubicBezTo>
                      <a:pt x="69265" y="602781"/>
                      <a:pt x="581502" y="812873"/>
                      <a:pt x="998653" y="188472"/>
                    </a:cubicBezTo>
                    <a:cubicBezTo>
                      <a:pt x="1415804" y="-435929"/>
                      <a:pt x="1141591" y="676835"/>
                      <a:pt x="1188823" y="846894"/>
                    </a:cubicBezTo>
                    <a:cubicBezTo>
                      <a:pt x="1188823" y="1050509"/>
                      <a:pt x="869526" y="1160141"/>
                      <a:pt x="620562" y="1215571"/>
                    </a:cubicBezTo>
                    <a:cubicBezTo>
                      <a:pt x="371598" y="1271001"/>
                      <a:pt x="-56765" y="945147"/>
                      <a:pt x="6250" y="773964"/>
                    </a:cubicBezTo>
                    <a:close/>
                  </a:path>
                </a:pathLst>
              </a:cu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F488586-A1F5-AD6B-5355-DFB00A5E8E85}"/>
                  </a:ext>
                </a:extLst>
              </p:cNvPr>
              <p:cNvSpPr/>
              <p:nvPr/>
            </p:nvSpPr>
            <p:spPr>
              <a:xfrm rot="582942">
                <a:off x="5094900" y="888014"/>
                <a:ext cx="2196015" cy="2291647"/>
              </a:xfrm>
              <a:prstGeom prst="ellipse">
                <a:avLst/>
              </a:pr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C497256-39B5-BDEB-4FA7-31CF0C21F4F6}"/>
                  </a:ext>
                </a:extLst>
              </p:cNvPr>
              <p:cNvSpPr/>
              <p:nvPr/>
            </p:nvSpPr>
            <p:spPr>
              <a:xfrm>
                <a:off x="4917280" y="2143544"/>
                <a:ext cx="115810" cy="253898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D64A95C-4626-C918-3A73-58079E903247}"/>
                  </a:ext>
                </a:extLst>
              </p:cNvPr>
              <p:cNvSpPr/>
              <p:nvPr/>
            </p:nvSpPr>
            <p:spPr>
              <a:xfrm rot="18590328">
                <a:off x="5381832" y="1647077"/>
                <a:ext cx="557068" cy="34374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B6D15D4-CCE0-D145-8830-C325AABCFDFC}"/>
                  </a:ext>
                </a:extLst>
              </p:cNvPr>
              <p:cNvSpPr/>
              <p:nvPr/>
            </p:nvSpPr>
            <p:spPr>
              <a:xfrm rot="18590328">
                <a:off x="5463743" y="1680820"/>
                <a:ext cx="371975" cy="229534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8E4827E-C75C-31CA-70D2-2B5CA81433BC}"/>
                  </a:ext>
                </a:extLst>
              </p:cNvPr>
              <p:cNvSpPr/>
              <p:nvPr/>
            </p:nvSpPr>
            <p:spPr>
              <a:xfrm rot="18590328">
                <a:off x="5491911" y="1734715"/>
                <a:ext cx="208268" cy="12851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5ED6907-25F8-F676-AAC4-FD8DE156D7DE}"/>
                  </a:ext>
                </a:extLst>
              </p:cNvPr>
              <p:cNvSpPr/>
              <p:nvPr/>
            </p:nvSpPr>
            <p:spPr>
              <a:xfrm rot="18590328">
                <a:off x="5577091" y="1908597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029C5BC-07C8-1516-76A5-E57A9E946762}"/>
                  </a:ext>
                </a:extLst>
              </p:cNvPr>
              <p:cNvSpPr/>
              <p:nvPr/>
            </p:nvSpPr>
            <p:spPr>
              <a:xfrm rot="18590328">
                <a:off x="5626491" y="1887786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D1425A0-ECDE-F57B-03CD-F564E1139E64}"/>
                  </a:ext>
                </a:extLst>
              </p:cNvPr>
              <p:cNvSpPr/>
              <p:nvPr/>
            </p:nvSpPr>
            <p:spPr>
              <a:xfrm rot="18590328">
                <a:off x="5668603" y="1860579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2BF08C9-6D6D-BC9D-B921-1CD12319B006}"/>
                  </a:ext>
                </a:extLst>
              </p:cNvPr>
              <p:cNvSpPr/>
              <p:nvPr/>
            </p:nvSpPr>
            <p:spPr>
              <a:xfrm rot="18590328">
                <a:off x="5703713" y="1810613"/>
                <a:ext cx="51854" cy="45719"/>
              </a:xfrm>
              <a:prstGeom prst="ellipse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DD6CCAA-E297-25E5-BED3-4A7CEDA1BC47}"/>
                  </a:ext>
                </a:extLst>
              </p:cNvPr>
              <p:cNvSpPr/>
              <p:nvPr/>
            </p:nvSpPr>
            <p:spPr>
              <a:xfrm rot="18590328" flipH="1">
                <a:off x="5673484" y="1745205"/>
                <a:ext cx="85259" cy="526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Oval 3">
                <a:extLst>
                  <a:ext uri="{FF2B5EF4-FFF2-40B4-BE49-F238E27FC236}">
                    <a16:creationId xmlns:a16="http://schemas.microsoft.com/office/drawing/2014/main" id="{42C08AED-9634-1483-77F8-5B0A7EB53390}"/>
                  </a:ext>
                </a:extLst>
              </p:cNvPr>
              <p:cNvSpPr/>
              <p:nvPr/>
            </p:nvSpPr>
            <p:spPr>
              <a:xfrm rot="12303800">
                <a:off x="5020095" y="3435255"/>
                <a:ext cx="2554536" cy="1726536"/>
              </a:xfrm>
              <a:prstGeom prst="ellipse">
                <a:avLst/>
              </a:pr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Oval 3">
                <a:extLst>
                  <a:ext uri="{FF2B5EF4-FFF2-40B4-BE49-F238E27FC236}">
                    <a16:creationId xmlns:a16="http://schemas.microsoft.com/office/drawing/2014/main" id="{C22FA5A3-9DDB-3326-CDC3-0F23AAD2600B}"/>
                  </a:ext>
                </a:extLst>
              </p:cNvPr>
              <p:cNvSpPr/>
              <p:nvPr/>
            </p:nvSpPr>
            <p:spPr>
              <a:xfrm rot="18052774">
                <a:off x="4768444" y="3328422"/>
                <a:ext cx="2014591" cy="1726536"/>
              </a:xfrm>
              <a:prstGeom prst="roundRect">
                <a:avLst>
                  <a:gd name="adj" fmla="val 50000"/>
                </a:avLst>
              </a:pr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Oval 3">
                <a:extLst>
                  <a:ext uri="{FF2B5EF4-FFF2-40B4-BE49-F238E27FC236}">
                    <a16:creationId xmlns:a16="http://schemas.microsoft.com/office/drawing/2014/main" id="{815A4C76-6248-23E4-69FC-8EEABE6903DB}"/>
                  </a:ext>
                </a:extLst>
              </p:cNvPr>
              <p:cNvSpPr/>
              <p:nvPr/>
            </p:nvSpPr>
            <p:spPr>
              <a:xfrm rot="18052774">
                <a:off x="4804591" y="3030763"/>
                <a:ext cx="2014591" cy="1726536"/>
              </a:xfrm>
              <a:prstGeom prst="roundRect">
                <a:avLst>
                  <a:gd name="adj" fmla="val 50000"/>
                </a:avLst>
              </a:prstGeom>
              <a:solidFill>
                <a:srgbClr val="FFFF6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5810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C1CF57-EC0F-2F92-428A-9D3DA3B0D001}"/>
              </a:ext>
            </a:extLst>
          </p:cNvPr>
          <p:cNvGrpSpPr/>
          <p:nvPr/>
        </p:nvGrpSpPr>
        <p:grpSpPr>
          <a:xfrm flipH="1">
            <a:off x="-631815" y="608628"/>
            <a:ext cx="6091113" cy="6555144"/>
            <a:chOff x="2919374" y="281088"/>
            <a:chExt cx="6091113" cy="6555144"/>
          </a:xfrm>
        </p:grpSpPr>
        <p:sp>
          <p:nvSpPr>
            <p:cNvPr id="3" name="Rectangle 57">
              <a:extLst>
                <a:ext uri="{FF2B5EF4-FFF2-40B4-BE49-F238E27FC236}">
                  <a16:creationId xmlns:a16="http://schemas.microsoft.com/office/drawing/2014/main" id="{B2334B62-6F74-4ACC-4E10-EB3AAA6F0752}"/>
                </a:ext>
              </a:extLst>
            </p:cNvPr>
            <p:cNvSpPr/>
            <p:nvPr/>
          </p:nvSpPr>
          <p:spPr>
            <a:xfrm>
              <a:off x="4852707" y="5243515"/>
              <a:ext cx="1243292" cy="1592717"/>
            </a:xfrm>
            <a:custGeom>
              <a:avLst/>
              <a:gdLst>
                <a:gd name="connsiteX0" fmla="*/ 0 w 729476"/>
                <a:gd name="connsiteY0" fmla="*/ 0 h 353665"/>
                <a:gd name="connsiteX1" fmla="*/ 729476 w 729476"/>
                <a:gd name="connsiteY1" fmla="*/ 0 h 353665"/>
                <a:gd name="connsiteX2" fmla="*/ 729476 w 729476"/>
                <a:gd name="connsiteY2" fmla="*/ 353665 h 353665"/>
                <a:gd name="connsiteX3" fmla="*/ 0 w 729476"/>
                <a:gd name="connsiteY3" fmla="*/ 353665 h 353665"/>
                <a:gd name="connsiteX4" fmla="*/ 0 w 729476"/>
                <a:gd name="connsiteY4" fmla="*/ 0 h 353665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0 w 729476"/>
                <a:gd name="connsiteY3" fmla="*/ 353665 h 991840"/>
                <a:gd name="connsiteX4" fmla="*/ 0 w 729476"/>
                <a:gd name="connsiteY4" fmla="*/ 0 h 991840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238125 w 729476"/>
                <a:gd name="connsiteY3" fmla="*/ 982315 h 991840"/>
                <a:gd name="connsiteX4" fmla="*/ 0 w 729476"/>
                <a:gd name="connsiteY4" fmla="*/ 0 h 991840"/>
                <a:gd name="connsiteX0" fmla="*/ 299224 w 1028700"/>
                <a:gd name="connsiteY0" fmla="*/ 0 h 1166917"/>
                <a:gd name="connsiteX1" fmla="*/ 1028700 w 1028700"/>
                <a:gd name="connsiteY1" fmla="*/ 0 h 1166917"/>
                <a:gd name="connsiteX2" fmla="*/ 828675 w 1028700"/>
                <a:gd name="connsiteY2" fmla="*/ 991840 h 1166917"/>
                <a:gd name="connsiteX3" fmla="*/ 0 w 1028700"/>
                <a:gd name="connsiteY3" fmla="*/ 1166811 h 1166917"/>
                <a:gd name="connsiteX4" fmla="*/ 537349 w 1028700"/>
                <a:gd name="connsiteY4" fmla="*/ 982315 h 1166917"/>
                <a:gd name="connsiteX5" fmla="*/ 299224 w 1028700"/>
                <a:gd name="connsiteY5" fmla="*/ 0 h 1166917"/>
                <a:gd name="connsiteX0" fmla="*/ 302540 w 1032016"/>
                <a:gd name="connsiteY0" fmla="*/ 0 h 1294787"/>
                <a:gd name="connsiteX1" fmla="*/ 1032016 w 1032016"/>
                <a:gd name="connsiteY1" fmla="*/ 0 h 1294787"/>
                <a:gd name="connsiteX2" fmla="*/ 831991 w 1032016"/>
                <a:gd name="connsiteY2" fmla="*/ 991840 h 1294787"/>
                <a:gd name="connsiteX3" fmla="*/ 365266 w 1032016"/>
                <a:gd name="connsiteY3" fmla="*/ 1290636 h 1294787"/>
                <a:gd name="connsiteX4" fmla="*/ 3316 w 1032016"/>
                <a:gd name="connsiteY4" fmla="*/ 1166811 h 1294787"/>
                <a:gd name="connsiteX5" fmla="*/ 540665 w 1032016"/>
                <a:gd name="connsiteY5" fmla="*/ 982315 h 1294787"/>
                <a:gd name="connsiteX6" fmla="*/ 302540 w 1032016"/>
                <a:gd name="connsiteY6" fmla="*/ 0 h 1294787"/>
                <a:gd name="connsiteX0" fmla="*/ 302294 w 1031770"/>
                <a:gd name="connsiteY0" fmla="*/ 0 h 1290899"/>
                <a:gd name="connsiteX1" fmla="*/ 1031770 w 1031770"/>
                <a:gd name="connsiteY1" fmla="*/ 0 h 1290899"/>
                <a:gd name="connsiteX2" fmla="*/ 831745 w 1031770"/>
                <a:gd name="connsiteY2" fmla="*/ 991840 h 1290899"/>
                <a:gd name="connsiteX3" fmla="*/ 717445 w 1031770"/>
                <a:gd name="connsiteY3" fmla="*/ 1185861 h 1290899"/>
                <a:gd name="connsiteX4" fmla="*/ 365020 w 1031770"/>
                <a:gd name="connsiteY4" fmla="*/ 1290636 h 1290899"/>
                <a:gd name="connsiteX5" fmla="*/ 3070 w 1031770"/>
                <a:gd name="connsiteY5" fmla="*/ 1166811 h 1290899"/>
                <a:gd name="connsiteX6" fmla="*/ 540419 w 1031770"/>
                <a:gd name="connsiteY6" fmla="*/ 982315 h 1290899"/>
                <a:gd name="connsiteX7" fmla="*/ 302294 w 1031770"/>
                <a:gd name="connsiteY7" fmla="*/ 0 h 1290899"/>
                <a:gd name="connsiteX0" fmla="*/ 125436 w 854912"/>
                <a:gd name="connsiteY0" fmla="*/ 0 h 1290922"/>
                <a:gd name="connsiteX1" fmla="*/ 854912 w 854912"/>
                <a:gd name="connsiteY1" fmla="*/ 0 h 1290922"/>
                <a:gd name="connsiteX2" fmla="*/ 654887 w 854912"/>
                <a:gd name="connsiteY2" fmla="*/ 991840 h 1290922"/>
                <a:gd name="connsiteX3" fmla="*/ 540587 w 854912"/>
                <a:gd name="connsiteY3" fmla="*/ 1185861 h 1290922"/>
                <a:gd name="connsiteX4" fmla="*/ 188162 w 854912"/>
                <a:gd name="connsiteY4" fmla="*/ 1290636 h 1290922"/>
                <a:gd name="connsiteX5" fmla="*/ 7187 w 854912"/>
                <a:gd name="connsiteY5" fmla="*/ 1176336 h 1290922"/>
                <a:gd name="connsiteX6" fmla="*/ 363561 w 854912"/>
                <a:gd name="connsiteY6" fmla="*/ 982315 h 1290922"/>
                <a:gd name="connsiteX7" fmla="*/ 125436 w 854912"/>
                <a:gd name="connsiteY7" fmla="*/ 0 h 1290922"/>
                <a:gd name="connsiteX0" fmla="*/ 491327 w 1220803"/>
                <a:gd name="connsiteY0" fmla="*/ 0 h 1290922"/>
                <a:gd name="connsiteX1" fmla="*/ 1220803 w 1220803"/>
                <a:gd name="connsiteY1" fmla="*/ 0 h 1290922"/>
                <a:gd name="connsiteX2" fmla="*/ 1020778 w 1220803"/>
                <a:gd name="connsiteY2" fmla="*/ 991840 h 1290922"/>
                <a:gd name="connsiteX3" fmla="*/ 906478 w 1220803"/>
                <a:gd name="connsiteY3" fmla="*/ 1185861 h 1290922"/>
                <a:gd name="connsiteX4" fmla="*/ 554053 w 1220803"/>
                <a:gd name="connsiteY4" fmla="*/ 1290636 h 1290922"/>
                <a:gd name="connsiteX5" fmla="*/ 373078 w 1220803"/>
                <a:gd name="connsiteY5" fmla="*/ 1176336 h 1290922"/>
                <a:gd name="connsiteX6" fmla="*/ 729452 w 1220803"/>
                <a:gd name="connsiteY6" fmla="*/ 982315 h 1290922"/>
                <a:gd name="connsiteX7" fmla="*/ 491327 w 1220803"/>
                <a:gd name="connsiteY7" fmla="*/ 0 h 1290922"/>
                <a:gd name="connsiteX0" fmla="*/ 526460 w 1255936"/>
                <a:gd name="connsiteY0" fmla="*/ 0 h 1290922"/>
                <a:gd name="connsiteX1" fmla="*/ 1255936 w 1255936"/>
                <a:gd name="connsiteY1" fmla="*/ 0 h 1290922"/>
                <a:gd name="connsiteX2" fmla="*/ 1055911 w 1255936"/>
                <a:gd name="connsiteY2" fmla="*/ 991840 h 1290922"/>
                <a:gd name="connsiteX3" fmla="*/ 941611 w 1255936"/>
                <a:gd name="connsiteY3" fmla="*/ 1185861 h 1290922"/>
                <a:gd name="connsiteX4" fmla="*/ 589186 w 1255936"/>
                <a:gd name="connsiteY4" fmla="*/ 1290636 h 1290922"/>
                <a:gd name="connsiteX5" fmla="*/ 408211 w 1255936"/>
                <a:gd name="connsiteY5" fmla="*/ 1176336 h 1290922"/>
                <a:gd name="connsiteX6" fmla="*/ 764585 w 1255936"/>
                <a:gd name="connsiteY6" fmla="*/ 982315 h 1290922"/>
                <a:gd name="connsiteX7" fmla="*/ 526460 w 1255936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461657"/>
                <a:gd name="connsiteX1" fmla="*/ 1243292 w 1243292"/>
                <a:gd name="connsiteY1" fmla="*/ 0 h 1461657"/>
                <a:gd name="connsiteX2" fmla="*/ 1043267 w 1243292"/>
                <a:gd name="connsiteY2" fmla="*/ 991840 h 1461657"/>
                <a:gd name="connsiteX3" fmla="*/ 928967 w 1243292"/>
                <a:gd name="connsiteY3" fmla="*/ 1185861 h 1461657"/>
                <a:gd name="connsiteX4" fmla="*/ 576542 w 1243292"/>
                <a:gd name="connsiteY4" fmla="*/ 1290636 h 1461657"/>
                <a:gd name="connsiteX5" fmla="*/ 395567 w 1243292"/>
                <a:gd name="connsiteY5" fmla="*/ 1176336 h 1461657"/>
                <a:gd name="connsiteX6" fmla="*/ 751941 w 1243292"/>
                <a:gd name="connsiteY6" fmla="*/ 982315 h 1461657"/>
                <a:gd name="connsiteX7" fmla="*/ 513816 w 1243292"/>
                <a:gd name="connsiteY7" fmla="*/ 0 h 1461657"/>
                <a:gd name="connsiteX0" fmla="*/ 536560 w 1266036"/>
                <a:gd name="connsiteY0" fmla="*/ 0 h 1459968"/>
                <a:gd name="connsiteX1" fmla="*/ 1266036 w 1266036"/>
                <a:gd name="connsiteY1" fmla="*/ 0 h 1459968"/>
                <a:gd name="connsiteX2" fmla="*/ 1066011 w 1266036"/>
                <a:gd name="connsiteY2" fmla="*/ 991840 h 1459968"/>
                <a:gd name="connsiteX3" fmla="*/ 951711 w 1266036"/>
                <a:gd name="connsiteY3" fmla="*/ 1185861 h 1459968"/>
                <a:gd name="connsiteX4" fmla="*/ 599286 w 1266036"/>
                <a:gd name="connsiteY4" fmla="*/ 1290636 h 1459968"/>
                <a:gd name="connsiteX5" fmla="*/ 418311 w 1266036"/>
                <a:gd name="connsiteY5" fmla="*/ 1176336 h 1459968"/>
                <a:gd name="connsiteX6" fmla="*/ 774685 w 1266036"/>
                <a:gd name="connsiteY6" fmla="*/ 982315 h 1459968"/>
                <a:gd name="connsiteX7" fmla="*/ 536560 w 1266036"/>
                <a:gd name="connsiteY7" fmla="*/ 0 h 1459968"/>
                <a:gd name="connsiteX0" fmla="*/ 513816 w 1243292"/>
                <a:gd name="connsiteY0" fmla="*/ 0 h 1466223"/>
                <a:gd name="connsiteX1" fmla="*/ 1243292 w 1243292"/>
                <a:gd name="connsiteY1" fmla="*/ 0 h 1466223"/>
                <a:gd name="connsiteX2" fmla="*/ 1043267 w 1243292"/>
                <a:gd name="connsiteY2" fmla="*/ 991840 h 1466223"/>
                <a:gd name="connsiteX3" fmla="*/ 928967 w 1243292"/>
                <a:gd name="connsiteY3" fmla="*/ 1185861 h 1466223"/>
                <a:gd name="connsiteX4" fmla="*/ 576542 w 1243292"/>
                <a:gd name="connsiteY4" fmla="*/ 1290636 h 1466223"/>
                <a:gd name="connsiteX5" fmla="*/ 395567 w 1243292"/>
                <a:gd name="connsiteY5" fmla="*/ 1176336 h 1466223"/>
                <a:gd name="connsiteX6" fmla="*/ 751941 w 1243292"/>
                <a:gd name="connsiteY6" fmla="*/ 982315 h 1466223"/>
                <a:gd name="connsiteX7" fmla="*/ 513816 w 1243292"/>
                <a:gd name="connsiteY7" fmla="*/ 0 h 1466223"/>
                <a:gd name="connsiteX0" fmla="*/ 513816 w 1243292"/>
                <a:gd name="connsiteY0" fmla="*/ 0 h 1457884"/>
                <a:gd name="connsiteX1" fmla="*/ 1243292 w 1243292"/>
                <a:gd name="connsiteY1" fmla="*/ 0 h 1457884"/>
                <a:gd name="connsiteX2" fmla="*/ 1043267 w 1243292"/>
                <a:gd name="connsiteY2" fmla="*/ 991840 h 1457884"/>
                <a:gd name="connsiteX3" fmla="*/ 928967 w 1243292"/>
                <a:gd name="connsiteY3" fmla="*/ 1185861 h 1457884"/>
                <a:gd name="connsiteX4" fmla="*/ 576542 w 1243292"/>
                <a:gd name="connsiteY4" fmla="*/ 1290636 h 1457884"/>
                <a:gd name="connsiteX5" fmla="*/ 395567 w 1243292"/>
                <a:gd name="connsiteY5" fmla="*/ 1176336 h 1457884"/>
                <a:gd name="connsiteX6" fmla="*/ 751941 w 1243292"/>
                <a:gd name="connsiteY6" fmla="*/ 982315 h 1457884"/>
                <a:gd name="connsiteX7" fmla="*/ 513816 w 1243292"/>
                <a:gd name="connsiteY7" fmla="*/ 0 h 1457884"/>
                <a:gd name="connsiteX0" fmla="*/ 513816 w 1243292"/>
                <a:gd name="connsiteY0" fmla="*/ 0 h 1545790"/>
                <a:gd name="connsiteX1" fmla="*/ 1243292 w 1243292"/>
                <a:gd name="connsiteY1" fmla="*/ 0 h 1545790"/>
                <a:gd name="connsiteX2" fmla="*/ 1043267 w 1243292"/>
                <a:gd name="connsiteY2" fmla="*/ 991840 h 1545790"/>
                <a:gd name="connsiteX3" fmla="*/ 928967 w 1243292"/>
                <a:gd name="connsiteY3" fmla="*/ 1185861 h 1545790"/>
                <a:gd name="connsiteX4" fmla="*/ 576542 w 1243292"/>
                <a:gd name="connsiteY4" fmla="*/ 1290636 h 1545790"/>
                <a:gd name="connsiteX5" fmla="*/ 395567 w 1243292"/>
                <a:gd name="connsiteY5" fmla="*/ 1176336 h 1545790"/>
                <a:gd name="connsiteX6" fmla="*/ 751941 w 1243292"/>
                <a:gd name="connsiteY6" fmla="*/ 982315 h 1545790"/>
                <a:gd name="connsiteX7" fmla="*/ 513816 w 1243292"/>
                <a:gd name="connsiteY7" fmla="*/ 0 h 1545790"/>
                <a:gd name="connsiteX0" fmla="*/ 513816 w 1243292"/>
                <a:gd name="connsiteY0" fmla="*/ 0 h 1587252"/>
                <a:gd name="connsiteX1" fmla="*/ 1243292 w 1243292"/>
                <a:gd name="connsiteY1" fmla="*/ 0 h 1587252"/>
                <a:gd name="connsiteX2" fmla="*/ 1043267 w 1243292"/>
                <a:gd name="connsiteY2" fmla="*/ 991840 h 1587252"/>
                <a:gd name="connsiteX3" fmla="*/ 928967 w 1243292"/>
                <a:gd name="connsiteY3" fmla="*/ 1185861 h 1587252"/>
                <a:gd name="connsiteX4" fmla="*/ 576542 w 1243292"/>
                <a:gd name="connsiteY4" fmla="*/ 1290636 h 1587252"/>
                <a:gd name="connsiteX5" fmla="*/ 395567 w 1243292"/>
                <a:gd name="connsiteY5" fmla="*/ 1176336 h 1587252"/>
                <a:gd name="connsiteX6" fmla="*/ 751941 w 1243292"/>
                <a:gd name="connsiteY6" fmla="*/ 982315 h 1587252"/>
                <a:gd name="connsiteX7" fmla="*/ 513816 w 1243292"/>
                <a:gd name="connsiteY7" fmla="*/ 0 h 1587252"/>
                <a:gd name="connsiteX0" fmla="*/ 513816 w 1243292"/>
                <a:gd name="connsiteY0" fmla="*/ 0 h 1589955"/>
                <a:gd name="connsiteX1" fmla="*/ 1243292 w 1243292"/>
                <a:gd name="connsiteY1" fmla="*/ 0 h 1589955"/>
                <a:gd name="connsiteX2" fmla="*/ 1043267 w 1243292"/>
                <a:gd name="connsiteY2" fmla="*/ 991840 h 1589955"/>
                <a:gd name="connsiteX3" fmla="*/ 928967 w 1243292"/>
                <a:gd name="connsiteY3" fmla="*/ 1185861 h 1589955"/>
                <a:gd name="connsiteX4" fmla="*/ 379693 w 1243292"/>
                <a:gd name="connsiteY4" fmla="*/ 1589085 h 1589955"/>
                <a:gd name="connsiteX5" fmla="*/ 576542 w 1243292"/>
                <a:gd name="connsiteY5" fmla="*/ 1290636 h 1589955"/>
                <a:gd name="connsiteX6" fmla="*/ 395567 w 1243292"/>
                <a:gd name="connsiteY6" fmla="*/ 1176336 h 1589955"/>
                <a:gd name="connsiteX7" fmla="*/ 751941 w 1243292"/>
                <a:gd name="connsiteY7" fmla="*/ 982315 h 1589955"/>
                <a:gd name="connsiteX8" fmla="*/ 513816 w 1243292"/>
                <a:gd name="connsiteY8" fmla="*/ 0 h 1589955"/>
                <a:gd name="connsiteX0" fmla="*/ 513816 w 1243292"/>
                <a:gd name="connsiteY0" fmla="*/ 0 h 1589998"/>
                <a:gd name="connsiteX1" fmla="*/ 1243292 w 1243292"/>
                <a:gd name="connsiteY1" fmla="*/ 0 h 1589998"/>
                <a:gd name="connsiteX2" fmla="*/ 1043267 w 1243292"/>
                <a:gd name="connsiteY2" fmla="*/ 991840 h 1589998"/>
                <a:gd name="connsiteX3" fmla="*/ 928967 w 1243292"/>
                <a:gd name="connsiteY3" fmla="*/ 1185861 h 1589998"/>
                <a:gd name="connsiteX4" fmla="*/ 379693 w 1243292"/>
                <a:gd name="connsiteY4" fmla="*/ 1589085 h 1589998"/>
                <a:gd name="connsiteX5" fmla="*/ 576542 w 1243292"/>
                <a:gd name="connsiteY5" fmla="*/ 1290636 h 1589998"/>
                <a:gd name="connsiteX6" fmla="*/ 395567 w 1243292"/>
                <a:gd name="connsiteY6" fmla="*/ 1176336 h 1589998"/>
                <a:gd name="connsiteX7" fmla="*/ 751941 w 1243292"/>
                <a:gd name="connsiteY7" fmla="*/ 982315 h 1589998"/>
                <a:gd name="connsiteX8" fmla="*/ 513816 w 1243292"/>
                <a:gd name="connsiteY8" fmla="*/ 0 h 1589998"/>
                <a:gd name="connsiteX0" fmla="*/ 513816 w 1243292"/>
                <a:gd name="connsiteY0" fmla="*/ 0 h 1590308"/>
                <a:gd name="connsiteX1" fmla="*/ 1243292 w 1243292"/>
                <a:gd name="connsiteY1" fmla="*/ 0 h 1590308"/>
                <a:gd name="connsiteX2" fmla="*/ 1043267 w 1243292"/>
                <a:gd name="connsiteY2" fmla="*/ 991840 h 1590308"/>
                <a:gd name="connsiteX3" fmla="*/ 928967 w 1243292"/>
                <a:gd name="connsiteY3" fmla="*/ 1185861 h 1590308"/>
                <a:gd name="connsiteX4" fmla="*/ 379693 w 1243292"/>
                <a:gd name="connsiteY4" fmla="*/ 1589085 h 1590308"/>
                <a:gd name="connsiteX5" fmla="*/ 576542 w 1243292"/>
                <a:gd name="connsiteY5" fmla="*/ 1290636 h 1590308"/>
                <a:gd name="connsiteX6" fmla="*/ 395567 w 1243292"/>
                <a:gd name="connsiteY6" fmla="*/ 1176336 h 1590308"/>
                <a:gd name="connsiteX7" fmla="*/ 751941 w 1243292"/>
                <a:gd name="connsiteY7" fmla="*/ 982315 h 1590308"/>
                <a:gd name="connsiteX8" fmla="*/ 513816 w 1243292"/>
                <a:gd name="connsiteY8" fmla="*/ 0 h 1590308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292" h="1592717">
                  <a:moveTo>
                    <a:pt x="513816" y="0"/>
                  </a:moveTo>
                  <a:lnTo>
                    <a:pt x="1243292" y="0"/>
                  </a:lnTo>
                  <a:cubicBezTo>
                    <a:pt x="1176617" y="330613"/>
                    <a:pt x="906742" y="365952"/>
                    <a:pt x="1043267" y="991840"/>
                  </a:cubicBezTo>
                  <a:cubicBezTo>
                    <a:pt x="1278217" y="1087883"/>
                    <a:pt x="1006755" y="1136062"/>
                    <a:pt x="928967" y="1185861"/>
                  </a:cubicBezTo>
                  <a:cubicBezTo>
                    <a:pt x="813080" y="1282227"/>
                    <a:pt x="413030" y="1606548"/>
                    <a:pt x="373343" y="1592260"/>
                  </a:cubicBezTo>
                  <a:cubicBezTo>
                    <a:pt x="320956" y="1584322"/>
                    <a:pt x="416205" y="1368952"/>
                    <a:pt x="576542" y="1290636"/>
                  </a:cubicBezTo>
                  <a:cubicBezTo>
                    <a:pt x="-485495" y="1720848"/>
                    <a:pt x="250447" y="1186448"/>
                    <a:pt x="395567" y="1176336"/>
                  </a:cubicBezTo>
                  <a:cubicBezTo>
                    <a:pt x="-542917" y="1302162"/>
                    <a:pt x="442650" y="989839"/>
                    <a:pt x="751941" y="982315"/>
                  </a:cubicBezTo>
                  <a:cubicBezTo>
                    <a:pt x="791628" y="673927"/>
                    <a:pt x="593191" y="327438"/>
                    <a:pt x="513816" y="0"/>
                  </a:cubicBezTo>
                  <a:close/>
                </a:path>
              </a:pathLst>
            </a:custGeom>
            <a:solidFill>
              <a:srgbClr val="EEBD2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Rectangle 57">
              <a:extLst>
                <a:ext uri="{FF2B5EF4-FFF2-40B4-BE49-F238E27FC236}">
                  <a16:creationId xmlns:a16="http://schemas.microsoft.com/office/drawing/2014/main" id="{CB318ADF-7361-8B04-9759-53023A55125D}"/>
                </a:ext>
              </a:extLst>
            </p:cNvPr>
            <p:cNvSpPr/>
            <p:nvPr/>
          </p:nvSpPr>
          <p:spPr>
            <a:xfrm>
              <a:off x="4079278" y="5033268"/>
              <a:ext cx="1244244" cy="1486060"/>
            </a:xfrm>
            <a:custGeom>
              <a:avLst/>
              <a:gdLst>
                <a:gd name="connsiteX0" fmla="*/ 0 w 729476"/>
                <a:gd name="connsiteY0" fmla="*/ 0 h 353665"/>
                <a:gd name="connsiteX1" fmla="*/ 729476 w 729476"/>
                <a:gd name="connsiteY1" fmla="*/ 0 h 353665"/>
                <a:gd name="connsiteX2" fmla="*/ 729476 w 729476"/>
                <a:gd name="connsiteY2" fmla="*/ 353665 h 353665"/>
                <a:gd name="connsiteX3" fmla="*/ 0 w 729476"/>
                <a:gd name="connsiteY3" fmla="*/ 353665 h 353665"/>
                <a:gd name="connsiteX4" fmla="*/ 0 w 729476"/>
                <a:gd name="connsiteY4" fmla="*/ 0 h 353665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0 w 729476"/>
                <a:gd name="connsiteY3" fmla="*/ 353665 h 991840"/>
                <a:gd name="connsiteX4" fmla="*/ 0 w 729476"/>
                <a:gd name="connsiteY4" fmla="*/ 0 h 991840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238125 w 729476"/>
                <a:gd name="connsiteY3" fmla="*/ 982315 h 991840"/>
                <a:gd name="connsiteX4" fmla="*/ 0 w 729476"/>
                <a:gd name="connsiteY4" fmla="*/ 0 h 991840"/>
                <a:gd name="connsiteX0" fmla="*/ 299224 w 1028700"/>
                <a:gd name="connsiteY0" fmla="*/ 0 h 1166917"/>
                <a:gd name="connsiteX1" fmla="*/ 1028700 w 1028700"/>
                <a:gd name="connsiteY1" fmla="*/ 0 h 1166917"/>
                <a:gd name="connsiteX2" fmla="*/ 828675 w 1028700"/>
                <a:gd name="connsiteY2" fmla="*/ 991840 h 1166917"/>
                <a:gd name="connsiteX3" fmla="*/ 0 w 1028700"/>
                <a:gd name="connsiteY3" fmla="*/ 1166811 h 1166917"/>
                <a:gd name="connsiteX4" fmla="*/ 537349 w 1028700"/>
                <a:gd name="connsiteY4" fmla="*/ 982315 h 1166917"/>
                <a:gd name="connsiteX5" fmla="*/ 299224 w 1028700"/>
                <a:gd name="connsiteY5" fmla="*/ 0 h 1166917"/>
                <a:gd name="connsiteX0" fmla="*/ 302540 w 1032016"/>
                <a:gd name="connsiteY0" fmla="*/ 0 h 1294787"/>
                <a:gd name="connsiteX1" fmla="*/ 1032016 w 1032016"/>
                <a:gd name="connsiteY1" fmla="*/ 0 h 1294787"/>
                <a:gd name="connsiteX2" fmla="*/ 831991 w 1032016"/>
                <a:gd name="connsiteY2" fmla="*/ 991840 h 1294787"/>
                <a:gd name="connsiteX3" fmla="*/ 365266 w 1032016"/>
                <a:gd name="connsiteY3" fmla="*/ 1290636 h 1294787"/>
                <a:gd name="connsiteX4" fmla="*/ 3316 w 1032016"/>
                <a:gd name="connsiteY4" fmla="*/ 1166811 h 1294787"/>
                <a:gd name="connsiteX5" fmla="*/ 540665 w 1032016"/>
                <a:gd name="connsiteY5" fmla="*/ 982315 h 1294787"/>
                <a:gd name="connsiteX6" fmla="*/ 302540 w 1032016"/>
                <a:gd name="connsiteY6" fmla="*/ 0 h 1294787"/>
                <a:gd name="connsiteX0" fmla="*/ 302294 w 1031770"/>
                <a:gd name="connsiteY0" fmla="*/ 0 h 1290899"/>
                <a:gd name="connsiteX1" fmla="*/ 1031770 w 1031770"/>
                <a:gd name="connsiteY1" fmla="*/ 0 h 1290899"/>
                <a:gd name="connsiteX2" fmla="*/ 831745 w 1031770"/>
                <a:gd name="connsiteY2" fmla="*/ 991840 h 1290899"/>
                <a:gd name="connsiteX3" fmla="*/ 717445 w 1031770"/>
                <a:gd name="connsiteY3" fmla="*/ 1185861 h 1290899"/>
                <a:gd name="connsiteX4" fmla="*/ 365020 w 1031770"/>
                <a:gd name="connsiteY4" fmla="*/ 1290636 h 1290899"/>
                <a:gd name="connsiteX5" fmla="*/ 3070 w 1031770"/>
                <a:gd name="connsiteY5" fmla="*/ 1166811 h 1290899"/>
                <a:gd name="connsiteX6" fmla="*/ 540419 w 1031770"/>
                <a:gd name="connsiteY6" fmla="*/ 982315 h 1290899"/>
                <a:gd name="connsiteX7" fmla="*/ 302294 w 1031770"/>
                <a:gd name="connsiteY7" fmla="*/ 0 h 1290899"/>
                <a:gd name="connsiteX0" fmla="*/ 125436 w 854912"/>
                <a:gd name="connsiteY0" fmla="*/ 0 h 1290922"/>
                <a:gd name="connsiteX1" fmla="*/ 854912 w 854912"/>
                <a:gd name="connsiteY1" fmla="*/ 0 h 1290922"/>
                <a:gd name="connsiteX2" fmla="*/ 654887 w 854912"/>
                <a:gd name="connsiteY2" fmla="*/ 991840 h 1290922"/>
                <a:gd name="connsiteX3" fmla="*/ 540587 w 854912"/>
                <a:gd name="connsiteY3" fmla="*/ 1185861 h 1290922"/>
                <a:gd name="connsiteX4" fmla="*/ 188162 w 854912"/>
                <a:gd name="connsiteY4" fmla="*/ 1290636 h 1290922"/>
                <a:gd name="connsiteX5" fmla="*/ 7187 w 854912"/>
                <a:gd name="connsiteY5" fmla="*/ 1176336 h 1290922"/>
                <a:gd name="connsiteX6" fmla="*/ 363561 w 854912"/>
                <a:gd name="connsiteY6" fmla="*/ 982315 h 1290922"/>
                <a:gd name="connsiteX7" fmla="*/ 125436 w 854912"/>
                <a:gd name="connsiteY7" fmla="*/ 0 h 1290922"/>
                <a:gd name="connsiteX0" fmla="*/ 491327 w 1220803"/>
                <a:gd name="connsiteY0" fmla="*/ 0 h 1290922"/>
                <a:gd name="connsiteX1" fmla="*/ 1220803 w 1220803"/>
                <a:gd name="connsiteY1" fmla="*/ 0 h 1290922"/>
                <a:gd name="connsiteX2" fmla="*/ 1020778 w 1220803"/>
                <a:gd name="connsiteY2" fmla="*/ 991840 h 1290922"/>
                <a:gd name="connsiteX3" fmla="*/ 906478 w 1220803"/>
                <a:gd name="connsiteY3" fmla="*/ 1185861 h 1290922"/>
                <a:gd name="connsiteX4" fmla="*/ 554053 w 1220803"/>
                <a:gd name="connsiteY4" fmla="*/ 1290636 h 1290922"/>
                <a:gd name="connsiteX5" fmla="*/ 373078 w 1220803"/>
                <a:gd name="connsiteY5" fmla="*/ 1176336 h 1290922"/>
                <a:gd name="connsiteX6" fmla="*/ 729452 w 1220803"/>
                <a:gd name="connsiteY6" fmla="*/ 982315 h 1290922"/>
                <a:gd name="connsiteX7" fmla="*/ 491327 w 1220803"/>
                <a:gd name="connsiteY7" fmla="*/ 0 h 1290922"/>
                <a:gd name="connsiteX0" fmla="*/ 526460 w 1255936"/>
                <a:gd name="connsiteY0" fmla="*/ 0 h 1290922"/>
                <a:gd name="connsiteX1" fmla="*/ 1255936 w 1255936"/>
                <a:gd name="connsiteY1" fmla="*/ 0 h 1290922"/>
                <a:gd name="connsiteX2" fmla="*/ 1055911 w 1255936"/>
                <a:gd name="connsiteY2" fmla="*/ 991840 h 1290922"/>
                <a:gd name="connsiteX3" fmla="*/ 941611 w 1255936"/>
                <a:gd name="connsiteY3" fmla="*/ 1185861 h 1290922"/>
                <a:gd name="connsiteX4" fmla="*/ 589186 w 1255936"/>
                <a:gd name="connsiteY4" fmla="*/ 1290636 h 1290922"/>
                <a:gd name="connsiteX5" fmla="*/ 408211 w 1255936"/>
                <a:gd name="connsiteY5" fmla="*/ 1176336 h 1290922"/>
                <a:gd name="connsiteX6" fmla="*/ 764585 w 1255936"/>
                <a:gd name="connsiteY6" fmla="*/ 982315 h 1290922"/>
                <a:gd name="connsiteX7" fmla="*/ 526460 w 1255936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461657"/>
                <a:gd name="connsiteX1" fmla="*/ 1243292 w 1243292"/>
                <a:gd name="connsiteY1" fmla="*/ 0 h 1461657"/>
                <a:gd name="connsiteX2" fmla="*/ 1043267 w 1243292"/>
                <a:gd name="connsiteY2" fmla="*/ 991840 h 1461657"/>
                <a:gd name="connsiteX3" fmla="*/ 928967 w 1243292"/>
                <a:gd name="connsiteY3" fmla="*/ 1185861 h 1461657"/>
                <a:gd name="connsiteX4" fmla="*/ 576542 w 1243292"/>
                <a:gd name="connsiteY4" fmla="*/ 1290636 h 1461657"/>
                <a:gd name="connsiteX5" fmla="*/ 395567 w 1243292"/>
                <a:gd name="connsiteY5" fmla="*/ 1176336 h 1461657"/>
                <a:gd name="connsiteX6" fmla="*/ 751941 w 1243292"/>
                <a:gd name="connsiteY6" fmla="*/ 982315 h 1461657"/>
                <a:gd name="connsiteX7" fmla="*/ 513816 w 1243292"/>
                <a:gd name="connsiteY7" fmla="*/ 0 h 1461657"/>
                <a:gd name="connsiteX0" fmla="*/ 536560 w 1266036"/>
                <a:gd name="connsiteY0" fmla="*/ 0 h 1459968"/>
                <a:gd name="connsiteX1" fmla="*/ 1266036 w 1266036"/>
                <a:gd name="connsiteY1" fmla="*/ 0 h 1459968"/>
                <a:gd name="connsiteX2" fmla="*/ 1066011 w 1266036"/>
                <a:gd name="connsiteY2" fmla="*/ 991840 h 1459968"/>
                <a:gd name="connsiteX3" fmla="*/ 951711 w 1266036"/>
                <a:gd name="connsiteY3" fmla="*/ 1185861 h 1459968"/>
                <a:gd name="connsiteX4" fmla="*/ 599286 w 1266036"/>
                <a:gd name="connsiteY4" fmla="*/ 1290636 h 1459968"/>
                <a:gd name="connsiteX5" fmla="*/ 418311 w 1266036"/>
                <a:gd name="connsiteY5" fmla="*/ 1176336 h 1459968"/>
                <a:gd name="connsiteX6" fmla="*/ 774685 w 1266036"/>
                <a:gd name="connsiteY6" fmla="*/ 982315 h 1459968"/>
                <a:gd name="connsiteX7" fmla="*/ 536560 w 1266036"/>
                <a:gd name="connsiteY7" fmla="*/ 0 h 1459968"/>
                <a:gd name="connsiteX0" fmla="*/ 513816 w 1243292"/>
                <a:gd name="connsiteY0" fmla="*/ 0 h 1466223"/>
                <a:gd name="connsiteX1" fmla="*/ 1243292 w 1243292"/>
                <a:gd name="connsiteY1" fmla="*/ 0 h 1466223"/>
                <a:gd name="connsiteX2" fmla="*/ 1043267 w 1243292"/>
                <a:gd name="connsiteY2" fmla="*/ 991840 h 1466223"/>
                <a:gd name="connsiteX3" fmla="*/ 928967 w 1243292"/>
                <a:gd name="connsiteY3" fmla="*/ 1185861 h 1466223"/>
                <a:gd name="connsiteX4" fmla="*/ 576542 w 1243292"/>
                <a:gd name="connsiteY4" fmla="*/ 1290636 h 1466223"/>
                <a:gd name="connsiteX5" fmla="*/ 395567 w 1243292"/>
                <a:gd name="connsiteY5" fmla="*/ 1176336 h 1466223"/>
                <a:gd name="connsiteX6" fmla="*/ 751941 w 1243292"/>
                <a:gd name="connsiteY6" fmla="*/ 982315 h 1466223"/>
                <a:gd name="connsiteX7" fmla="*/ 513816 w 1243292"/>
                <a:gd name="connsiteY7" fmla="*/ 0 h 1466223"/>
                <a:gd name="connsiteX0" fmla="*/ 513816 w 1243292"/>
                <a:gd name="connsiteY0" fmla="*/ 0 h 1457884"/>
                <a:gd name="connsiteX1" fmla="*/ 1243292 w 1243292"/>
                <a:gd name="connsiteY1" fmla="*/ 0 h 1457884"/>
                <a:gd name="connsiteX2" fmla="*/ 1043267 w 1243292"/>
                <a:gd name="connsiteY2" fmla="*/ 991840 h 1457884"/>
                <a:gd name="connsiteX3" fmla="*/ 928967 w 1243292"/>
                <a:gd name="connsiteY3" fmla="*/ 1185861 h 1457884"/>
                <a:gd name="connsiteX4" fmla="*/ 576542 w 1243292"/>
                <a:gd name="connsiteY4" fmla="*/ 1290636 h 1457884"/>
                <a:gd name="connsiteX5" fmla="*/ 395567 w 1243292"/>
                <a:gd name="connsiteY5" fmla="*/ 1176336 h 1457884"/>
                <a:gd name="connsiteX6" fmla="*/ 751941 w 1243292"/>
                <a:gd name="connsiteY6" fmla="*/ 982315 h 1457884"/>
                <a:gd name="connsiteX7" fmla="*/ 513816 w 1243292"/>
                <a:gd name="connsiteY7" fmla="*/ 0 h 1457884"/>
                <a:gd name="connsiteX0" fmla="*/ 513816 w 1243292"/>
                <a:gd name="connsiteY0" fmla="*/ 0 h 1545790"/>
                <a:gd name="connsiteX1" fmla="*/ 1243292 w 1243292"/>
                <a:gd name="connsiteY1" fmla="*/ 0 h 1545790"/>
                <a:gd name="connsiteX2" fmla="*/ 1043267 w 1243292"/>
                <a:gd name="connsiteY2" fmla="*/ 991840 h 1545790"/>
                <a:gd name="connsiteX3" fmla="*/ 928967 w 1243292"/>
                <a:gd name="connsiteY3" fmla="*/ 1185861 h 1545790"/>
                <a:gd name="connsiteX4" fmla="*/ 576542 w 1243292"/>
                <a:gd name="connsiteY4" fmla="*/ 1290636 h 1545790"/>
                <a:gd name="connsiteX5" fmla="*/ 395567 w 1243292"/>
                <a:gd name="connsiteY5" fmla="*/ 1176336 h 1545790"/>
                <a:gd name="connsiteX6" fmla="*/ 751941 w 1243292"/>
                <a:gd name="connsiteY6" fmla="*/ 982315 h 1545790"/>
                <a:gd name="connsiteX7" fmla="*/ 513816 w 1243292"/>
                <a:gd name="connsiteY7" fmla="*/ 0 h 1545790"/>
                <a:gd name="connsiteX0" fmla="*/ 513816 w 1243292"/>
                <a:gd name="connsiteY0" fmla="*/ 0 h 1587252"/>
                <a:gd name="connsiteX1" fmla="*/ 1243292 w 1243292"/>
                <a:gd name="connsiteY1" fmla="*/ 0 h 1587252"/>
                <a:gd name="connsiteX2" fmla="*/ 1043267 w 1243292"/>
                <a:gd name="connsiteY2" fmla="*/ 991840 h 1587252"/>
                <a:gd name="connsiteX3" fmla="*/ 928967 w 1243292"/>
                <a:gd name="connsiteY3" fmla="*/ 1185861 h 1587252"/>
                <a:gd name="connsiteX4" fmla="*/ 576542 w 1243292"/>
                <a:gd name="connsiteY4" fmla="*/ 1290636 h 1587252"/>
                <a:gd name="connsiteX5" fmla="*/ 395567 w 1243292"/>
                <a:gd name="connsiteY5" fmla="*/ 1176336 h 1587252"/>
                <a:gd name="connsiteX6" fmla="*/ 751941 w 1243292"/>
                <a:gd name="connsiteY6" fmla="*/ 982315 h 1587252"/>
                <a:gd name="connsiteX7" fmla="*/ 513816 w 1243292"/>
                <a:gd name="connsiteY7" fmla="*/ 0 h 1587252"/>
                <a:gd name="connsiteX0" fmla="*/ 513816 w 1243292"/>
                <a:gd name="connsiteY0" fmla="*/ 0 h 1589955"/>
                <a:gd name="connsiteX1" fmla="*/ 1243292 w 1243292"/>
                <a:gd name="connsiteY1" fmla="*/ 0 h 1589955"/>
                <a:gd name="connsiteX2" fmla="*/ 1043267 w 1243292"/>
                <a:gd name="connsiteY2" fmla="*/ 991840 h 1589955"/>
                <a:gd name="connsiteX3" fmla="*/ 928967 w 1243292"/>
                <a:gd name="connsiteY3" fmla="*/ 1185861 h 1589955"/>
                <a:gd name="connsiteX4" fmla="*/ 379693 w 1243292"/>
                <a:gd name="connsiteY4" fmla="*/ 1589085 h 1589955"/>
                <a:gd name="connsiteX5" fmla="*/ 576542 w 1243292"/>
                <a:gd name="connsiteY5" fmla="*/ 1290636 h 1589955"/>
                <a:gd name="connsiteX6" fmla="*/ 395567 w 1243292"/>
                <a:gd name="connsiteY6" fmla="*/ 1176336 h 1589955"/>
                <a:gd name="connsiteX7" fmla="*/ 751941 w 1243292"/>
                <a:gd name="connsiteY7" fmla="*/ 982315 h 1589955"/>
                <a:gd name="connsiteX8" fmla="*/ 513816 w 1243292"/>
                <a:gd name="connsiteY8" fmla="*/ 0 h 1589955"/>
                <a:gd name="connsiteX0" fmla="*/ 513816 w 1243292"/>
                <a:gd name="connsiteY0" fmla="*/ 0 h 1589998"/>
                <a:gd name="connsiteX1" fmla="*/ 1243292 w 1243292"/>
                <a:gd name="connsiteY1" fmla="*/ 0 h 1589998"/>
                <a:gd name="connsiteX2" fmla="*/ 1043267 w 1243292"/>
                <a:gd name="connsiteY2" fmla="*/ 991840 h 1589998"/>
                <a:gd name="connsiteX3" fmla="*/ 928967 w 1243292"/>
                <a:gd name="connsiteY3" fmla="*/ 1185861 h 1589998"/>
                <a:gd name="connsiteX4" fmla="*/ 379693 w 1243292"/>
                <a:gd name="connsiteY4" fmla="*/ 1589085 h 1589998"/>
                <a:gd name="connsiteX5" fmla="*/ 576542 w 1243292"/>
                <a:gd name="connsiteY5" fmla="*/ 1290636 h 1589998"/>
                <a:gd name="connsiteX6" fmla="*/ 395567 w 1243292"/>
                <a:gd name="connsiteY6" fmla="*/ 1176336 h 1589998"/>
                <a:gd name="connsiteX7" fmla="*/ 751941 w 1243292"/>
                <a:gd name="connsiteY7" fmla="*/ 982315 h 1589998"/>
                <a:gd name="connsiteX8" fmla="*/ 513816 w 1243292"/>
                <a:gd name="connsiteY8" fmla="*/ 0 h 1589998"/>
                <a:gd name="connsiteX0" fmla="*/ 513816 w 1243292"/>
                <a:gd name="connsiteY0" fmla="*/ 0 h 1590308"/>
                <a:gd name="connsiteX1" fmla="*/ 1243292 w 1243292"/>
                <a:gd name="connsiteY1" fmla="*/ 0 h 1590308"/>
                <a:gd name="connsiteX2" fmla="*/ 1043267 w 1243292"/>
                <a:gd name="connsiteY2" fmla="*/ 991840 h 1590308"/>
                <a:gd name="connsiteX3" fmla="*/ 928967 w 1243292"/>
                <a:gd name="connsiteY3" fmla="*/ 1185861 h 1590308"/>
                <a:gd name="connsiteX4" fmla="*/ 379693 w 1243292"/>
                <a:gd name="connsiteY4" fmla="*/ 1589085 h 1590308"/>
                <a:gd name="connsiteX5" fmla="*/ 576542 w 1243292"/>
                <a:gd name="connsiteY5" fmla="*/ 1290636 h 1590308"/>
                <a:gd name="connsiteX6" fmla="*/ 395567 w 1243292"/>
                <a:gd name="connsiteY6" fmla="*/ 1176336 h 1590308"/>
                <a:gd name="connsiteX7" fmla="*/ 751941 w 1243292"/>
                <a:gd name="connsiteY7" fmla="*/ 982315 h 1590308"/>
                <a:gd name="connsiteX8" fmla="*/ 513816 w 1243292"/>
                <a:gd name="connsiteY8" fmla="*/ 0 h 1590308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496189 w 1225665"/>
                <a:gd name="connsiteY0" fmla="*/ 0 h 1592717"/>
                <a:gd name="connsiteX1" fmla="*/ 1225665 w 1225665"/>
                <a:gd name="connsiteY1" fmla="*/ 0 h 1592717"/>
                <a:gd name="connsiteX2" fmla="*/ 1025640 w 1225665"/>
                <a:gd name="connsiteY2" fmla="*/ 991840 h 1592717"/>
                <a:gd name="connsiteX3" fmla="*/ 911340 w 1225665"/>
                <a:gd name="connsiteY3" fmla="*/ 1185861 h 1592717"/>
                <a:gd name="connsiteX4" fmla="*/ 355716 w 1225665"/>
                <a:gd name="connsiteY4" fmla="*/ 1592260 h 1592717"/>
                <a:gd name="connsiteX5" fmla="*/ 558915 w 1225665"/>
                <a:gd name="connsiteY5" fmla="*/ 1290636 h 1592717"/>
                <a:gd name="connsiteX6" fmla="*/ 400800 w 1225665"/>
                <a:gd name="connsiteY6" fmla="*/ 1115376 h 1592717"/>
                <a:gd name="connsiteX7" fmla="*/ 734314 w 1225665"/>
                <a:gd name="connsiteY7" fmla="*/ 982315 h 1592717"/>
                <a:gd name="connsiteX8" fmla="*/ 496189 w 1225665"/>
                <a:gd name="connsiteY8" fmla="*/ 0 h 1592717"/>
                <a:gd name="connsiteX0" fmla="*/ 646512 w 1375988"/>
                <a:gd name="connsiteY0" fmla="*/ 0 h 1592717"/>
                <a:gd name="connsiteX1" fmla="*/ 1375988 w 1375988"/>
                <a:gd name="connsiteY1" fmla="*/ 0 h 1592717"/>
                <a:gd name="connsiteX2" fmla="*/ 1175963 w 1375988"/>
                <a:gd name="connsiteY2" fmla="*/ 991840 h 1592717"/>
                <a:gd name="connsiteX3" fmla="*/ 1061663 w 1375988"/>
                <a:gd name="connsiteY3" fmla="*/ 1185861 h 1592717"/>
                <a:gd name="connsiteX4" fmla="*/ 506039 w 1375988"/>
                <a:gd name="connsiteY4" fmla="*/ 1592260 h 1592717"/>
                <a:gd name="connsiteX5" fmla="*/ 488258 w 1375988"/>
                <a:gd name="connsiteY5" fmla="*/ 1229676 h 1592717"/>
                <a:gd name="connsiteX6" fmla="*/ 551123 w 1375988"/>
                <a:gd name="connsiteY6" fmla="*/ 1115376 h 1592717"/>
                <a:gd name="connsiteX7" fmla="*/ 884637 w 1375988"/>
                <a:gd name="connsiteY7" fmla="*/ 982315 h 1592717"/>
                <a:gd name="connsiteX8" fmla="*/ 646512 w 1375988"/>
                <a:gd name="connsiteY8" fmla="*/ 0 h 1592717"/>
                <a:gd name="connsiteX0" fmla="*/ 646512 w 1375988"/>
                <a:gd name="connsiteY0" fmla="*/ 0 h 1486250"/>
                <a:gd name="connsiteX1" fmla="*/ 1375988 w 1375988"/>
                <a:gd name="connsiteY1" fmla="*/ 0 h 1486250"/>
                <a:gd name="connsiteX2" fmla="*/ 1175963 w 1375988"/>
                <a:gd name="connsiteY2" fmla="*/ 991840 h 1486250"/>
                <a:gd name="connsiteX3" fmla="*/ 1061663 w 1375988"/>
                <a:gd name="connsiteY3" fmla="*/ 1185861 h 1486250"/>
                <a:gd name="connsiteX4" fmla="*/ 269819 w 1375988"/>
                <a:gd name="connsiteY4" fmla="*/ 1485580 h 1486250"/>
                <a:gd name="connsiteX5" fmla="*/ 488258 w 1375988"/>
                <a:gd name="connsiteY5" fmla="*/ 1229676 h 1486250"/>
                <a:gd name="connsiteX6" fmla="*/ 551123 w 1375988"/>
                <a:gd name="connsiteY6" fmla="*/ 1115376 h 1486250"/>
                <a:gd name="connsiteX7" fmla="*/ 884637 w 1375988"/>
                <a:gd name="connsiteY7" fmla="*/ 982315 h 1486250"/>
                <a:gd name="connsiteX8" fmla="*/ 646512 w 1375988"/>
                <a:gd name="connsiteY8" fmla="*/ 0 h 1486250"/>
                <a:gd name="connsiteX0" fmla="*/ 646512 w 1269676"/>
                <a:gd name="connsiteY0" fmla="*/ 0 h 1486250"/>
                <a:gd name="connsiteX1" fmla="*/ 1193108 w 1269676"/>
                <a:gd name="connsiteY1" fmla="*/ 38100 h 1486250"/>
                <a:gd name="connsiteX2" fmla="*/ 1175963 w 1269676"/>
                <a:gd name="connsiteY2" fmla="*/ 991840 h 1486250"/>
                <a:gd name="connsiteX3" fmla="*/ 1061663 w 1269676"/>
                <a:gd name="connsiteY3" fmla="*/ 1185861 h 1486250"/>
                <a:gd name="connsiteX4" fmla="*/ 269819 w 1269676"/>
                <a:gd name="connsiteY4" fmla="*/ 1485580 h 1486250"/>
                <a:gd name="connsiteX5" fmla="*/ 488258 w 1269676"/>
                <a:gd name="connsiteY5" fmla="*/ 1229676 h 1486250"/>
                <a:gd name="connsiteX6" fmla="*/ 551123 w 1269676"/>
                <a:gd name="connsiteY6" fmla="*/ 1115376 h 1486250"/>
                <a:gd name="connsiteX7" fmla="*/ 884637 w 1269676"/>
                <a:gd name="connsiteY7" fmla="*/ 982315 h 1486250"/>
                <a:gd name="connsiteX8" fmla="*/ 646512 w 1269676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351778"/>
                <a:gd name="connsiteY0" fmla="*/ 0 h 1486250"/>
                <a:gd name="connsiteX1" fmla="*/ 1193108 w 1351778"/>
                <a:gd name="connsiteY1" fmla="*/ 38100 h 1486250"/>
                <a:gd name="connsiteX2" fmla="*/ 1092143 w 1351778"/>
                <a:gd name="connsiteY2" fmla="*/ 938500 h 1486250"/>
                <a:gd name="connsiteX3" fmla="*/ 1061663 w 1351778"/>
                <a:gd name="connsiteY3" fmla="*/ 1185861 h 1486250"/>
                <a:gd name="connsiteX4" fmla="*/ 269819 w 1351778"/>
                <a:gd name="connsiteY4" fmla="*/ 1485580 h 1486250"/>
                <a:gd name="connsiteX5" fmla="*/ 488258 w 1351778"/>
                <a:gd name="connsiteY5" fmla="*/ 1229676 h 1486250"/>
                <a:gd name="connsiteX6" fmla="*/ 551123 w 1351778"/>
                <a:gd name="connsiteY6" fmla="*/ 1115376 h 1486250"/>
                <a:gd name="connsiteX7" fmla="*/ 884637 w 1351778"/>
                <a:gd name="connsiteY7" fmla="*/ 982315 h 1486250"/>
                <a:gd name="connsiteX8" fmla="*/ 646512 w 1351778"/>
                <a:gd name="connsiteY8" fmla="*/ 0 h 1486250"/>
                <a:gd name="connsiteX0" fmla="*/ 646512 w 1351778"/>
                <a:gd name="connsiteY0" fmla="*/ 0 h 1486250"/>
                <a:gd name="connsiteX1" fmla="*/ 1193108 w 1351778"/>
                <a:gd name="connsiteY1" fmla="*/ 38100 h 1486250"/>
                <a:gd name="connsiteX2" fmla="*/ 1092143 w 1351778"/>
                <a:gd name="connsiteY2" fmla="*/ 938500 h 1486250"/>
                <a:gd name="connsiteX3" fmla="*/ 1061663 w 1351778"/>
                <a:gd name="connsiteY3" fmla="*/ 1185861 h 1486250"/>
                <a:gd name="connsiteX4" fmla="*/ 269819 w 1351778"/>
                <a:gd name="connsiteY4" fmla="*/ 1485580 h 1486250"/>
                <a:gd name="connsiteX5" fmla="*/ 488258 w 1351778"/>
                <a:gd name="connsiteY5" fmla="*/ 1229676 h 1486250"/>
                <a:gd name="connsiteX6" fmla="*/ 551123 w 1351778"/>
                <a:gd name="connsiteY6" fmla="*/ 1115376 h 1486250"/>
                <a:gd name="connsiteX7" fmla="*/ 884637 w 1351778"/>
                <a:gd name="connsiteY7" fmla="*/ 982315 h 1486250"/>
                <a:gd name="connsiteX8" fmla="*/ 646512 w 1351778"/>
                <a:gd name="connsiteY8" fmla="*/ 0 h 1486250"/>
                <a:gd name="connsiteX0" fmla="*/ 646512 w 1351778"/>
                <a:gd name="connsiteY0" fmla="*/ 0 h 1486060"/>
                <a:gd name="connsiteX1" fmla="*/ 1193108 w 1351778"/>
                <a:gd name="connsiteY1" fmla="*/ 38100 h 1486060"/>
                <a:gd name="connsiteX2" fmla="*/ 1092143 w 1351778"/>
                <a:gd name="connsiteY2" fmla="*/ 938500 h 1486060"/>
                <a:gd name="connsiteX3" fmla="*/ 1061663 w 1351778"/>
                <a:gd name="connsiteY3" fmla="*/ 1185861 h 1486060"/>
                <a:gd name="connsiteX4" fmla="*/ 269819 w 1351778"/>
                <a:gd name="connsiteY4" fmla="*/ 1485580 h 1486060"/>
                <a:gd name="connsiteX5" fmla="*/ 488258 w 1351778"/>
                <a:gd name="connsiteY5" fmla="*/ 1229676 h 1486060"/>
                <a:gd name="connsiteX6" fmla="*/ 551123 w 1351778"/>
                <a:gd name="connsiteY6" fmla="*/ 1115376 h 1486060"/>
                <a:gd name="connsiteX7" fmla="*/ 884637 w 1351778"/>
                <a:gd name="connsiteY7" fmla="*/ 982315 h 1486060"/>
                <a:gd name="connsiteX8" fmla="*/ 646512 w 1351778"/>
                <a:gd name="connsiteY8" fmla="*/ 0 h 1486060"/>
                <a:gd name="connsiteX0" fmla="*/ 646512 w 1351778"/>
                <a:gd name="connsiteY0" fmla="*/ 0 h 1486060"/>
                <a:gd name="connsiteX1" fmla="*/ 1193108 w 1351778"/>
                <a:gd name="connsiteY1" fmla="*/ 38100 h 1486060"/>
                <a:gd name="connsiteX2" fmla="*/ 1092143 w 1351778"/>
                <a:gd name="connsiteY2" fmla="*/ 938500 h 1486060"/>
                <a:gd name="connsiteX3" fmla="*/ 1061663 w 1351778"/>
                <a:gd name="connsiteY3" fmla="*/ 1185861 h 1486060"/>
                <a:gd name="connsiteX4" fmla="*/ 269819 w 1351778"/>
                <a:gd name="connsiteY4" fmla="*/ 1485580 h 1486060"/>
                <a:gd name="connsiteX5" fmla="*/ 488258 w 1351778"/>
                <a:gd name="connsiteY5" fmla="*/ 1229676 h 1486060"/>
                <a:gd name="connsiteX6" fmla="*/ 551123 w 1351778"/>
                <a:gd name="connsiteY6" fmla="*/ 1115376 h 1486060"/>
                <a:gd name="connsiteX7" fmla="*/ 884637 w 1351778"/>
                <a:gd name="connsiteY7" fmla="*/ 982315 h 1486060"/>
                <a:gd name="connsiteX8" fmla="*/ 646512 w 1351778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53450 w 1258716"/>
                <a:gd name="connsiteY0" fmla="*/ 0 h 1486060"/>
                <a:gd name="connsiteX1" fmla="*/ 1100046 w 1258716"/>
                <a:gd name="connsiteY1" fmla="*/ 38100 h 1486060"/>
                <a:gd name="connsiteX2" fmla="*/ 999081 w 1258716"/>
                <a:gd name="connsiteY2" fmla="*/ 938500 h 1486060"/>
                <a:gd name="connsiteX3" fmla="*/ 968601 w 1258716"/>
                <a:gd name="connsiteY3" fmla="*/ 1185861 h 1486060"/>
                <a:gd name="connsiteX4" fmla="*/ 176757 w 1258716"/>
                <a:gd name="connsiteY4" fmla="*/ 1485580 h 1486060"/>
                <a:gd name="connsiteX5" fmla="*/ 395196 w 1258716"/>
                <a:gd name="connsiteY5" fmla="*/ 1229676 h 1486060"/>
                <a:gd name="connsiteX6" fmla="*/ 458061 w 1258716"/>
                <a:gd name="connsiteY6" fmla="*/ 1115376 h 1486060"/>
                <a:gd name="connsiteX7" fmla="*/ 791575 w 1258716"/>
                <a:gd name="connsiteY7" fmla="*/ 982315 h 1486060"/>
                <a:gd name="connsiteX8" fmla="*/ 553450 w 1258716"/>
                <a:gd name="connsiteY8" fmla="*/ 0 h 1486060"/>
                <a:gd name="connsiteX0" fmla="*/ 559080 w 1264346"/>
                <a:gd name="connsiteY0" fmla="*/ 0 h 1486060"/>
                <a:gd name="connsiteX1" fmla="*/ 1105676 w 1264346"/>
                <a:gd name="connsiteY1" fmla="*/ 38100 h 1486060"/>
                <a:gd name="connsiteX2" fmla="*/ 1004711 w 1264346"/>
                <a:gd name="connsiteY2" fmla="*/ 938500 h 1486060"/>
                <a:gd name="connsiteX3" fmla="*/ 974231 w 1264346"/>
                <a:gd name="connsiteY3" fmla="*/ 1185861 h 1486060"/>
                <a:gd name="connsiteX4" fmla="*/ 182387 w 1264346"/>
                <a:gd name="connsiteY4" fmla="*/ 1485580 h 1486060"/>
                <a:gd name="connsiteX5" fmla="*/ 400826 w 1264346"/>
                <a:gd name="connsiteY5" fmla="*/ 1229676 h 1486060"/>
                <a:gd name="connsiteX6" fmla="*/ 463691 w 1264346"/>
                <a:gd name="connsiteY6" fmla="*/ 1115376 h 1486060"/>
                <a:gd name="connsiteX7" fmla="*/ 797205 w 1264346"/>
                <a:gd name="connsiteY7" fmla="*/ 982315 h 1486060"/>
                <a:gd name="connsiteX8" fmla="*/ 559080 w 1264346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52389 w 1257655"/>
                <a:gd name="connsiteY0" fmla="*/ 0 h 1486060"/>
                <a:gd name="connsiteX1" fmla="*/ 1098985 w 1257655"/>
                <a:gd name="connsiteY1" fmla="*/ 38100 h 1486060"/>
                <a:gd name="connsiteX2" fmla="*/ 998020 w 1257655"/>
                <a:gd name="connsiteY2" fmla="*/ 938500 h 1486060"/>
                <a:gd name="connsiteX3" fmla="*/ 967540 w 1257655"/>
                <a:gd name="connsiteY3" fmla="*/ 1185861 h 1486060"/>
                <a:gd name="connsiteX4" fmla="*/ 175696 w 1257655"/>
                <a:gd name="connsiteY4" fmla="*/ 1485580 h 1486060"/>
                <a:gd name="connsiteX5" fmla="*/ 394135 w 1257655"/>
                <a:gd name="connsiteY5" fmla="*/ 1229676 h 1486060"/>
                <a:gd name="connsiteX6" fmla="*/ 457000 w 1257655"/>
                <a:gd name="connsiteY6" fmla="*/ 1115376 h 1486060"/>
                <a:gd name="connsiteX7" fmla="*/ 517641 w 1257655"/>
                <a:gd name="connsiteY7" fmla="*/ 1043248 h 1486060"/>
                <a:gd name="connsiteX8" fmla="*/ 790514 w 1257655"/>
                <a:gd name="connsiteY8" fmla="*/ 982315 h 1486060"/>
                <a:gd name="connsiteX9" fmla="*/ 552389 w 1257655"/>
                <a:gd name="connsiteY9" fmla="*/ 0 h 1486060"/>
                <a:gd name="connsiteX0" fmla="*/ 552389 w 1257655"/>
                <a:gd name="connsiteY0" fmla="*/ 0 h 1486060"/>
                <a:gd name="connsiteX1" fmla="*/ 1098985 w 1257655"/>
                <a:gd name="connsiteY1" fmla="*/ 38100 h 1486060"/>
                <a:gd name="connsiteX2" fmla="*/ 998020 w 1257655"/>
                <a:gd name="connsiteY2" fmla="*/ 938500 h 1486060"/>
                <a:gd name="connsiteX3" fmla="*/ 967540 w 1257655"/>
                <a:gd name="connsiteY3" fmla="*/ 1185861 h 1486060"/>
                <a:gd name="connsiteX4" fmla="*/ 175696 w 1257655"/>
                <a:gd name="connsiteY4" fmla="*/ 1485580 h 1486060"/>
                <a:gd name="connsiteX5" fmla="*/ 394135 w 1257655"/>
                <a:gd name="connsiteY5" fmla="*/ 1229676 h 1486060"/>
                <a:gd name="connsiteX6" fmla="*/ 457000 w 1257655"/>
                <a:gd name="connsiteY6" fmla="*/ 1115376 h 1486060"/>
                <a:gd name="connsiteX7" fmla="*/ 517641 w 1257655"/>
                <a:gd name="connsiteY7" fmla="*/ 1043248 h 1486060"/>
                <a:gd name="connsiteX8" fmla="*/ 790514 w 1257655"/>
                <a:gd name="connsiteY8" fmla="*/ 982315 h 1486060"/>
                <a:gd name="connsiteX9" fmla="*/ 552389 w 1257655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610416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610416 w 1244244"/>
                <a:gd name="connsiteY9" fmla="*/ 0 h 1486060"/>
                <a:gd name="connsiteX0" fmla="*/ 610416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610416 w 1244244"/>
                <a:gd name="connsiteY9" fmla="*/ 0 h 148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44244" h="1486060">
                  <a:moveTo>
                    <a:pt x="610416" y="0"/>
                  </a:moveTo>
                  <a:lnTo>
                    <a:pt x="1085574" y="38100"/>
                  </a:lnTo>
                  <a:cubicBezTo>
                    <a:pt x="1018899" y="368713"/>
                    <a:pt x="901424" y="746952"/>
                    <a:pt x="984609" y="938500"/>
                  </a:cubicBezTo>
                  <a:cubicBezTo>
                    <a:pt x="1547219" y="1133603"/>
                    <a:pt x="1031917" y="1166542"/>
                    <a:pt x="954129" y="1185861"/>
                  </a:cubicBezTo>
                  <a:cubicBezTo>
                    <a:pt x="723942" y="1190787"/>
                    <a:pt x="201972" y="1499868"/>
                    <a:pt x="162285" y="1485580"/>
                  </a:cubicBezTo>
                  <a:cubicBezTo>
                    <a:pt x="71798" y="1447162"/>
                    <a:pt x="239437" y="1303230"/>
                    <a:pt x="399774" y="1224914"/>
                  </a:cubicBezTo>
                  <a:cubicBezTo>
                    <a:pt x="-419376" y="1489392"/>
                    <a:pt x="241318" y="1096913"/>
                    <a:pt x="443589" y="1115376"/>
                  </a:cubicBezTo>
                  <a:cubicBezTo>
                    <a:pt x="469728" y="1172411"/>
                    <a:pt x="-337169" y="1132100"/>
                    <a:pt x="504230" y="1043248"/>
                  </a:cubicBezTo>
                  <a:cubicBezTo>
                    <a:pt x="559816" y="1021071"/>
                    <a:pt x="748293" y="1053796"/>
                    <a:pt x="777103" y="982315"/>
                  </a:cubicBezTo>
                  <a:cubicBezTo>
                    <a:pt x="816790" y="673927"/>
                    <a:pt x="742178" y="484600"/>
                    <a:pt x="610416" y="0"/>
                  </a:cubicBezTo>
                  <a:close/>
                </a:path>
              </a:pathLst>
            </a:custGeom>
            <a:solidFill>
              <a:srgbClr val="EEBD2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12885AC-2418-1CCC-F358-B8A0EA6E1B22}"/>
                </a:ext>
              </a:extLst>
            </p:cNvPr>
            <p:cNvGrpSpPr/>
            <p:nvPr/>
          </p:nvGrpSpPr>
          <p:grpSpPr>
            <a:xfrm>
              <a:off x="2919374" y="281088"/>
              <a:ext cx="6091113" cy="5457371"/>
              <a:chOff x="2670074" y="29028"/>
              <a:chExt cx="6398909" cy="5733143"/>
            </a:xfrm>
            <a:solidFill>
              <a:srgbClr val="704A2F"/>
            </a:solidFill>
          </p:grpSpPr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4B3AF0B9-819B-365B-3AC4-C5D1FD46A34C}"/>
                  </a:ext>
                </a:extLst>
              </p:cNvPr>
              <p:cNvSpPr/>
              <p:nvPr/>
            </p:nvSpPr>
            <p:spPr>
              <a:xfrm rot="532401">
                <a:off x="2670074" y="29028"/>
                <a:ext cx="6398909" cy="5733143"/>
              </a:xfrm>
              <a:custGeom>
                <a:avLst/>
                <a:gdLst>
                  <a:gd name="connsiteX0" fmla="*/ 0 w 1937982"/>
                  <a:gd name="connsiteY0" fmla="*/ 0 h 1845860"/>
                  <a:gd name="connsiteX1" fmla="*/ 1937982 w 1937982"/>
                  <a:gd name="connsiteY1" fmla="*/ 0 h 1845860"/>
                  <a:gd name="connsiteX2" fmla="*/ 1937982 w 1937982"/>
                  <a:gd name="connsiteY2" fmla="*/ 1845860 h 1845860"/>
                  <a:gd name="connsiteX3" fmla="*/ 0 w 1937982"/>
                  <a:gd name="connsiteY3" fmla="*/ 1845860 h 1845860"/>
                  <a:gd name="connsiteX4" fmla="*/ 0 w 1937982"/>
                  <a:gd name="connsiteY4" fmla="*/ 0 h 1845860"/>
                  <a:gd name="connsiteX0" fmla="*/ 0 w 1982432"/>
                  <a:gd name="connsiteY0" fmla="*/ 0 h 2080810"/>
                  <a:gd name="connsiteX1" fmla="*/ 1982432 w 1982432"/>
                  <a:gd name="connsiteY1" fmla="*/ 234950 h 2080810"/>
                  <a:gd name="connsiteX2" fmla="*/ 1982432 w 1982432"/>
                  <a:gd name="connsiteY2" fmla="*/ 2080810 h 2080810"/>
                  <a:gd name="connsiteX3" fmla="*/ 44450 w 1982432"/>
                  <a:gd name="connsiteY3" fmla="*/ 2080810 h 2080810"/>
                  <a:gd name="connsiteX4" fmla="*/ 0 w 1982432"/>
                  <a:gd name="connsiteY4" fmla="*/ 0 h 2080810"/>
                  <a:gd name="connsiteX0" fmla="*/ 0 w 1982432"/>
                  <a:gd name="connsiteY0" fmla="*/ 225168 h 2305978"/>
                  <a:gd name="connsiteX1" fmla="*/ 621257 w 1982432"/>
                  <a:gd name="connsiteY1" fmla="*/ 928 h 2305978"/>
                  <a:gd name="connsiteX2" fmla="*/ 1982432 w 1982432"/>
                  <a:gd name="connsiteY2" fmla="*/ 460118 h 2305978"/>
                  <a:gd name="connsiteX3" fmla="*/ 1982432 w 1982432"/>
                  <a:gd name="connsiteY3" fmla="*/ 2305978 h 2305978"/>
                  <a:gd name="connsiteX4" fmla="*/ 44450 w 1982432"/>
                  <a:gd name="connsiteY4" fmla="*/ 2305978 h 2305978"/>
                  <a:gd name="connsiteX5" fmla="*/ 0 w 1982432"/>
                  <a:gd name="connsiteY5" fmla="*/ 225168 h 2305978"/>
                  <a:gd name="connsiteX0" fmla="*/ 0 w 1982432"/>
                  <a:gd name="connsiteY0" fmla="*/ 246654 h 2327464"/>
                  <a:gd name="connsiteX1" fmla="*/ 621257 w 1982432"/>
                  <a:gd name="connsiteY1" fmla="*/ 22414 h 2327464"/>
                  <a:gd name="connsiteX2" fmla="*/ 1307057 w 1982432"/>
                  <a:gd name="connsiteY2" fmla="*/ 9714 h 2327464"/>
                  <a:gd name="connsiteX3" fmla="*/ 1982432 w 1982432"/>
                  <a:gd name="connsiteY3" fmla="*/ 481604 h 2327464"/>
                  <a:gd name="connsiteX4" fmla="*/ 1982432 w 1982432"/>
                  <a:gd name="connsiteY4" fmla="*/ 2327464 h 2327464"/>
                  <a:gd name="connsiteX5" fmla="*/ 44450 w 1982432"/>
                  <a:gd name="connsiteY5" fmla="*/ 2327464 h 2327464"/>
                  <a:gd name="connsiteX6" fmla="*/ 0 w 1982432"/>
                  <a:gd name="connsiteY6" fmla="*/ 246654 h 2327464"/>
                  <a:gd name="connsiteX0" fmla="*/ 0 w 1982432"/>
                  <a:gd name="connsiteY0" fmla="*/ 246654 h 2327464"/>
                  <a:gd name="connsiteX1" fmla="*/ 621257 w 1982432"/>
                  <a:gd name="connsiteY1" fmla="*/ 22414 h 2327464"/>
                  <a:gd name="connsiteX2" fmla="*/ 1307057 w 1982432"/>
                  <a:gd name="connsiteY2" fmla="*/ 9714 h 2327464"/>
                  <a:gd name="connsiteX3" fmla="*/ 1923007 w 1982432"/>
                  <a:gd name="connsiteY3" fmla="*/ 244664 h 2327464"/>
                  <a:gd name="connsiteX4" fmla="*/ 1982432 w 1982432"/>
                  <a:gd name="connsiteY4" fmla="*/ 481604 h 2327464"/>
                  <a:gd name="connsiteX5" fmla="*/ 1982432 w 1982432"/>
                  <a:gd name="connsiteY5" fmla="*/ 2327464 h 2327464"/>
                  <a:gd name="connsiteX6" fmla="*/ 44450 w 1982432"/>
                  <a:gd name="connsiteY6" fmla="*/ 2327464 h 2327464"/>
                  <a:gd name="connsiteX7" fmla="*/ 0 w 1982432"/>
                  <a:gd name="connsiteY7" fmla="*/ 246654 h 2327464"/>
                  <a:gd name="connsiteX0" fmla="*/ 0 w 2401532"/>
                  <a:gd name="connsiteY0" fmla="*/ 246654 h 2327464"/>
                  <a:gd name="connsiteX1" fmla="*/ 621257 w 2401532"/>
                  <a:gd name="connsiteY1" fmla="*/ 22414 h 2327464"/>
                  <a:gd name="connsiteX2" fmla="*/ 1307057 w 2401532"/>
                  <a:gd name="connsiteY2" fmla="*/ 9714 h 2327464"/>
                  <a:gd name="connsiteX3" fmla="*/ 1923007 w 2401532"/>
                  <a:gd name="connsiteY3" fmla="*/ 244664 h 2327464"/>
                  <a:gd name="connsiteX4" fmla="*/ 2401532 w 2401532"/>
                  <a:gd name="connsiteY4" fmla="*/ 678454 h 2327464"/>
                  <a:gd name="connsiteX5" fmla="*/ 1982432 w 2401532"/>
                  <a:gd name="connsiteY5" fmla="*/ 2327464 h 2327464"/>
                  <a:gd name="connsiteX6" fmla="*/ 44450 w 2401532"/>
                  <a:gd name="connsiteY6" fmla="*/ 2327464 h 2327464"/>
                  <a:gd name="connsiteX7" fmla="*/ 0 w 2401532"/>
                  <a:gd name="connsiteY7" fmla="*/ 246654 h 2327464"/>
                  <a:gd name="connsiteX0" fmla="*/ 0 w 2677886"/>
                  <a:gd name="connsiteY0" fmla="*/ 246654 h 2327464"/>
                  <a:gd name="connsiteX1" fmla="*/ 621257 w 2677886"/>
                  <a:gd name="connsiteY1" fmla="*/ 22414 h 2327464"/>
                  <a:gd name="connsiteX2" fmla="*/ 1307057 w 2677886"/>
                  <a:gd name="connsiteY2" fmla="*/ 9714 h 2327464"/>
                  <a:gd name="connsiteX3" fmla="*/ 1923007 w 2677886"/>
                  <a:gd name="connsiteY3" fmla="*/ 244664 h 2327464"/>
                  <a:gd name="connsiteX4" fmla="*/ 2401532 w 2677886"/>
                  <a:gd name="connsiteY4" fmla="*/ 678454 h 2327464"/>
                  <a:gd name="connsiteX5" fmla="*/ 2672307 w 2677886"/>
                  <a:gd name="connsiteY5" fmla="*/ 1286064 h 2327464"/>
                  <a:gd name="connsiteX6" fmla="*/ 1982432 w 2677886"/>
                  <a:gd name="connsiteY6" fmla="*/ 2327464 h 2327464"/>
                  <a:gd name="connsiteX7" fmla="*/ 44450 w 2677886"/>
                  <a:gd name="connsiteY7" fmla="*/ 2327464 h 2327464"/>
                  <a:gd name="connsiteX8" fmla="*/ 0 w 2677886"/>
                  <a:gd name="connsiteY8" fmla="*/ 246654 h 2327464"/>
                  <a:gd name="connsiteX0" fmla="*/ 0 w 2729260"/>
                  <a:gd name="connsiteY0" fmla="*/ 246654 h 2327464"/>
                  <a:gd name="connsiteX1" fmla="*/ 621257 w 2729260"/>
                  <a:gd name="connsiteY1" fmla="*/ 22414 h 2327464"/>
                  <a:gd name="connsiteX2" fmla="*/ 1307057 w 2729260"/>
                  <a:gd name="connsiteY2" fmla="*/ 9714 h 2327464"/>
                  <a:gd name="connsiteX3" fmla="*/ 1923007 w 2729260"/>
                  <a:gd name="connsiteY3" fmla="*/ 244664 h 2327464"/>
                  <a:gd name="connsiteX4" fmla="*/ 2401532 w 2729260"/>
                  <a:gd name="connsiteY4" fmla="*/ 678454 h 2327464"/>
                  <a:gd name="connsiteX5" fmla="*/ 2672307 w 2729260"/>
                  <a:gd name="connsiteY5" fmla="*/ 1286064 h 2327464"/>
                  <a:gd name="connsiteX6" fmla="*/ 2723107 w 2729260"/>
                  <a:gd name="connsiteY6" fmla="*/ 1914714 h 2327464"/>
                  <a:gd name="connsiteX7" fmla="*/ 1982432 w 2729260"/>
                  <a:gd name="connsiteY7" fmla="*/ 2327464 h 2327464"/>
                  <a:gd name="connsiteX8" fmla="*/ 44450 w 2729260"/>
                  <a:gd name="connsiteY8" fmla="*/ 2327464 h 2327464"/>
                  <a:gd name="connsiteX9" fmla="*/ 0 w 2729260"/>
                  <a:gd name="connsiteY9" fmla="*/ 246654 h 2327464"/>
                  <a:gd name="connsiteX0" fmla="*/ 0 w 2729260"/>
                  <a:gd name="connsiteY0" fmla="*/ 246654 h 2454464"/>
                  <a:gd name="connsiteX1" fmla="*/ 621257 w 2729260"/>
                  <a:gd name="connsiteY1" fmla="*/ 22414 h 2454464"/>
                  <a:gd name="connsiteX2" fmla="*/ 1307057 w 2729260"/>
                  <a:gd name="connsiteY2" fmla="*/ 9714 h 2454464"/>
                  <a:gd name="connsiteX3" fmla="*/ 1923007 w 2729260"/>
                  <a:gd name="connsiteY3" fmla="*/ 244664 h 2454464"/>
                  <a:gd name="connsiteX4" fmla="*/ 2401532 w 2729260"/>
                  <a:gd name="connsiteY4" fmla="*/ 678454 h 2454464"/>
                  <a:gd name="connsiteX5" fmla="*/ 2672307 w 2729260"/>
                  <a:gd name="connsiteY5" fmla="*/ 1286064 h 2454464"/>
                  <a:gd name="connsiteX6" fmla="*/ 2723107 w 2729260"/>
                  <a:gd name="connsiteY6" fmla="*/ 1914714 h 2454464"/>
                  <a:gd name="connsiteX7" fmla="*/ 2405607 w 2729260"/>
                  <a:gd name="connsiteY7" fmla="*/ 2454464 h 2454464"/>
                  <a:gd name="connsiteX8" fmla="*/ 1982432 w 2729260"/>
                  <a:gd name="connsiteY8" fmla="*/ 2327464 h 2454464"/>
                  <a:gd name="connsiteX9" fmla="*/ 44450 w 2729260"/>
                  <a:gd name="connsiteY9" fmla="*/ 2327464 h 2454464"/>
                  <a:gd name="connsiteX10" fmla="*/ 0 w 2729260"/>
                  <a:gd name="connsiteY10" fmla="*/ 246654 h 2454464"/>
                  <a:gd name="connsiteX0" fmla="*/ 0 w 2729260"/>
                  <a:gd name="connsiteY0" fmla="*/ 246654 h 2765614"/>
                  <a:gd name="connsiteX1" fmla="*/ 621257 w 2729260"/>
                  <a:gd name="connsiteY1" fmla="*/ 22414 h 2765614"/>
                  <a:gd name="connsiteX2" fmla="*/ 1307057 w 2729260"/>
                  <a:gd name="connsiteY2" fmla="*/ 9714 h 2765614"/>
                  <a:gd name="connsiteX3" fmla="*/ 1923007 w 2729260"/>
                  <a:gd name="connsiteY3" fmla="*/ 244664 h 2765614"/>
                  <a:gd name="connsiteX4" fmla="*/ 2401532 w 2729260"/>
                  <a:gd name="connsiteY4" fmla="*/ 678454 h 2765614"/>
                  <a:gd name="connsiteX5" fmla="*/ 2672307 w 2729260"/>
                  <a:gd name="connsiteY5" fmla="*/ 1286064 h 2765614"/>
                  <a:gd name="connsiteX6" fmla="*/ 2723107 w 2729260"/>
                  <a:gd name="connsiteY6" fmla="*/ 1914714 h 2765614"/>
                  <a:gd name="connsiteX7" fmla="*/ 2405607 w 2729260"/>
                  <a:gd name="connsiteY7" fmla="*/ 2454464 h 2765614"/>
                  <a:gd name="connsiteX8" fmla="*/ 2001482 w 2729260"/>
                  <a:gd name="connsiteY8" fmla="*/ 2765614 h 2765614"/>
                  <a:gd name="connsiteX9" fmla="*/ 44450 w 2729260"/>
                  <a:gd name="connsiteY9" fmla="*/ 2327464 h 2765614"/>
                  <a:gd name="connsiteX10" fmla="*/ 0 w 2729260"/>
                  <a:gd name="connsiteY10" fmla="*/ 246654 h 2765614"/>
                  <a:gd name="connsiteX0" fmla="*/ 0 w 2729260"/>
                  <a:gd name="connsiteY0" fmla="*/ 246654 h 2921568"/>
                  <a:gd name="connsiteX1" fmla="*/ 621257 w 2729260"/>
                  <a:gd name="connsiteY1" fmla="*/ 22414 h 2921568"/>
                  <a:gd name="connsiteX2" fmla="*/ 1307057 w 2729260"/>
                  <a:gd name="connsiteY2" fmla="*/ 9714 h 2921568"/>
                  <a:gd name="connsiteX3" fmla="*/ 1923007 w 2729260"/>
                  <a:gd name="connsiteY3" fmla="*/ 244664 h 2921568"/>
                  <a:gd name="connsiteX4" fmla="*/ 2401532 w 2729260"/>
                  <a:gd name="connsiteY4" fmla="*/ 678454 h 2921568"/>
                  <a:gd name="connsiteX5" fmla="*/ 2672307 w 2729260"/>
                  <a:gd name="connsiteY5" fmla="*/ 1286064 h 2921568"/>
                  <a:gd name="connsiteX6" fmla="*/ 2723107 w 2729260"/>
                  <a:gd name="connsiteY6" fmla="*/ 1914714 h 2921568"/>
                  <a:gd name="connsiteX7" fmla="*/ 2405607 w 2729260"/>
                  <a:gd name="connsiteY7" fmla="*/ 2454464 h 2921568"/>
                  <a:gd name="connsiteX8" fmla="*/ 2001482 w 2729260"/>
                  <a:gd name="connsiteY8" fmla="*/ 2765614 h 2921568"/>
                  <a:gd name="connsiteX9" fmla="*/ 1599157 w 2729260"/>
                  <a:gd name="connsiteY9" fmla="*/ 2918014 h 2921568"/>
                  <a:gd name="connsiteX10" fmla="*/ 44450 w 2729260"/>
                  <a:gd name="connsiteY10" fmla="*/ 2327464 h 2921568"/>
                  <a:gd name="connsiteX11" fmla="*/ 0 w 2729260"/>
                  <a:gd name="connsiteY11" fmla="*/ 246654 h 2921568"/>
                  <a:gd name="connsiteX0" fmla="*/ 483643 w 3212903"/>
                  <a:gd name="connsiteY0" fmla="*/ 246654 h 2921568"/>
                  <a:gd name="connsiteX1" fmla="*/ 1104900 w 3212903"/>
                  <a:gd name="connsiteY1" fmla="*/ 22414 h 2921568"/>
                  <a:gd name="connsiteX2" fmla="*/ 1790700 w 3212903"/>
                  <a:gd name="connsiteY2" fmla="*/ 9714 h 2921568"/>
                  <a:gd name="connsiteX3" fmla="*/ 2406650 w 3212903"/>
                  <a:gd name="connsiteY3" fmla="*/ 244664 h 2921568"/>
                  <a:gd name="connsiteX4" fmla="*/ 2885175 w 3212903"/>
                  <a:gd name="connsiteY4" fmla="*/ 678454 h 2921568"/>
                  <a:gd name="connsiteX5" fmla="*/ 3155950 w 3212903"/>
                  <a:gd name="connsiteY5" fmla="*/ 1286064 h 2921568"/>
                  <a:gd name="connsiteX6" fmla="*/ 3206750 w 3212903"/>
                  <a:gd name="connsiteY6" fmla="*/ 1914714 h 2921568"/>
                  <a:gd name="connsiteX7" fmla="*/ 2889250 w 3212903"/>
                  <a:gd name="connsiteY7" fmla="*/ 2454464 h 2921568"/>
                  <a:gd name="connsiteX8" fmla="*/ 2485125 w 3212903"/>
                  <a:gd name="connsiteY8" fmla="*/ 2765614 h 2921568"/>
                  <a:gd name="connsiteX9" fmla="*/ 2082800 w 3212903"/>
                  <a:gd name="connsiteY9" fmla="*/ 2918014 h 2921568"/>
                  <a:gd name="connsiteX10" fmla="*/ 528093 w 3212903"/>
                  <a:gd name="connsiteY10" fmla="*/ 2327464 h 2921568"/>
                  <a:gd name="connsiteX11" fmla="*/ 0 w 3212903"/>
                  <a:gd name="connsiteY11" fmla="*/ 657414 h 2921568"/>
                  <a:gd name="connsiteX12" fmla="*/ 483643 w 3212903"/>
                  <a:gd name="connsiteY12" fmla="*/ 246654 h 2921568"/>
                  <a:gd name="connsiteX0" fmla="*/ 797349 w 3526609"/>
                  <a:gd name="connsiteY0" fmla="*/ 246654 h 2921568"/>
                  <a:gd name="connsiteX1" fmla="*/ 1418606 w 3526609"/>
                  <a:gd name="connsiteY1" fmla="*/ 22414 h 2921568"/>
                  <a:gd name="connsiteX2" fmla="*/ 2104406 w 3526609"/>
                  <a:gd name="connsiteY2" fmla="*/ 9714 h 2921568"/>
                  <a:gd name="connsiteX3" fmla="*/ 2720356 w 3526609"/>
                  <a:gd name="connsiteY3" fmla="*/ 244664 h 2921568"/>
                  <a:gd name="connsiteX4" fmla="*/ 3198881 w 3526609"/>
                  <a:gd name="connsiteY4" fmla="*/ 678454 h 2921568"/>
                  <a:gd name="connsiteX5" fmla="*/ 3469656 w 3526609"/>
                  <a:gd name="connsiteY5" fmla="*/ 1286064 h 2921568"/>
                  <a:gd name="connsiteX6" fmla="*/ 3520456 w 3526609"/>
                  <a:gd name="connsiteY6" fmla="*/ 1914714 h 2921568"/>
                  <a:gd name="connsiteX7" fmla="*/ 3202956 w 3526609"/>
                  <a:gd name="connsiteY7" fmla="*/ 2454464 h 2921568"/>
                  <a:gd name="connsiteX8" fmla="*/ 2798831 w 3526609"/>
                  <a:gd name="connsiteY8" fmla="*/ 2765614 h 2921568"/>
                  <a:gd name="connsiteX9" fmla="*/ 2396506 w 3526609"/>
                  <a:gd name="connsiteY9" fmla="*/ 2918014 h 2921568"/>
                  <a:gd name="connsiteX10" fmla="*/ 841799 w 3526609"/>
                  <a:gd name="connsiteY10" fmla="*/ 2327464 h 2921568"/>
                  <a:gd name="connsiteX11" fmla="*/ 15257 w 3526609"/>
                  <a:gd name="connsiteY11" fmla="*/ 1273364 h 2921568"/>
                  <a:gd name="connsiteX12" fmla="*/ 313706 w 3526609"/>
                  <a:gd name="connsiteY12" fmla="*/ 657414 h 2921568"/>
                  <a:gd name="connsiteX13" fmla="*/ 797349 w 3526609"/>
                  <a:gd name="connsiteY13" fmla="*/ 246654 h 2921568"/>
                  <a:gd name="connsiteX0" fmla="*/ 845242 w 3574502"/>
                  <a:gd name="connsiteY0" fmla="*/ 246654 h 2921568"/>
                  <a:gd name="connsiteX1" fmla="*/ 1466499 w 3574502"/>
                  <a:gd name="connsiteY1" fmla="*/ 22414 h 2921568"/>
                  <a:gd name="connsiteX2" fmla="*/ 2152299 w 3574502"/>
                  <a:gd name="connsiteY2" fmla="*/ 9714 h 2921568"/>
                  <a:gd name="connsiteX3" fmla="*/ 2768249 w 3574502"/>
                  <a:gd name="connsiteY3" fmla="*/ 244664 h 2921568"/>
                  <a:gd name="connsiteX4" fmla="*/ 3246774 w 3574502"/>
                  <a:gd name="connsiteY4" fmla="*/ 678454 h 2921568"/>
                  <a:gd name="connsiteX5" fmla="*/ 3517549 w 3574502"/>
                  <a:gd name="connsiteY5" fmla="*/ 1286064 h 2921568"/>
                  <a:gd name="connsiteX6" fmla="*/ 3568349 w 3574502"/>
                  <a:gd name="connsiteY6" fmla="*/ 1914714 h 2921568"/>
                  <a:gd name="connsiteX7" fmla="*/ 3250849 w 3574502"/>
                  <a:gd name="connsiteY7" fmla="*/ 2454464 h 2921568"/>
                  <a:gd name="connsiteX8" fmla="*/ 2846724 w 3574502"/>
                  <a:gd name="connsiteY8" fmla="*/ 2765614 h 2921568"/>
                  <a:gd name="connsiteX9" fmla="*/ 2444399 w 3574502"/>
                  <a:gd name="connsiteY9" fmla="*/ 2918014 h 2921568"/>
                  <a:gd name="connsiteX10" fmla="*/ 889692 w 3574502"/>
                  <a:gd name="connsiteY10" fmla="*/ 2327464 h 2921568"/>
                  <a:gd name="connsiteX11" fmla="*/ 63150 w 3574502"/>
                  <a:gd name="connsiteY11" fmla="*/ 1952814 h 2921568"/>
                  <a:gd name="connsiteX12" fmla="*/ 63150 w 3574502"/>
                  <a:gd name="connsiteY12" fmla="*/ 1273364 h 2921568"/>
                  <a:gd name="connsiteX13" fmla="*/ 361599 w 3574502"/>
                  <a:gd name="connsiteY13" fmla="*/ 657414 h 2921568"/>
                  <a:gd name="connsiteX14" fmla="*/ 845242 w 3574502"/>
                  <a:gd name="connsiteY14" fmla="*/ 246654 h 2921568"/>
                  <a:gd name="connsiteX0" fmla="*/ 818859 w 3548119"/>
                  <a:gd name="connsiteY0" fmla="*/ 246654 h 2921568"/>
                  <a:gd name="connsiteX1" fmla="*/ 1440116 w 3548119"/>
                  <a:gd name="connsiteY1" fmla="*/ 22414 h 2921568"/>
                  <a:gd name="connsiteX2" fmla="*/ 2125916 w 3548119"/>
                  <a:gd name="connsiteY2" fmla="*/ 9714 h 2921568"/>
                  <a:gd name="connsiteX3" fmla="*/ 2741866 w 3548119"/>
                  <a:gd name="connsiteY3" fmla="*/ 244664 h 2921568"/>
                  <a:gd name="connsiteX4" fmla="*/ 3220391 w 3548119"/>
                  <a:gd name="connsiteY4" fmla="*/ 678454 h 2921568"/>
                  <a:gd name="connsiteX5" fmla="*/ 3491166 w 3548119"/>
                  <a:gd name="connsiteY5" fmla="*/ 1286064 h 2921568"/>
                  <a:gd name="connsiteX6" fmla="*/ 3541966 w 3548119"/>
                  <a:gd name="connsiteY6" fmla="*/ 1914714 h 2921568"/>
                  <a:gd name="connsiteX7" fmla="*/ 3224466 w 3548119"/>
                  <a:gd name="connsiteY7" fmla="*/ 2454464 h 2921568"/>
                  <a:gd name="connsiteX8" fmla="*/ 2820341 w 3548119"/>
                  <a:gd name="connsiteY8" fmla="*/ 2765614 h 2921568"/>
                  <a:gd name="connsiteX9" fmla="*/ 2418016 w 3548119"/>
                  <a:gd name="connsiteY9" fmla="*/ 2918014 h 2921568"/>
                  <a:gd name="connsiteX10" fmla="*/ 863309 w 3548119"/>
                  <a:gd name="connsiteY10" fmla="*/ 2327464 h 2921568"/>
                  <a:gd name="connsiteX11" fmla="*/ 341567 w 3548119"/>
                  <a:gd name="connsiteY11" fmla="*/ 2454464 h 2921568"/>
                  <a:gd name="connsiteX12" fmla="*/ 36767 w 3548119"/>
                  <a:gd name="connsiteY12" fmla="*/ 1952814 h 2921568"/>
                  <a:gd name="connsiteX13" fmla="*/ 36767 w 3548119"/>
                  <a:gd name="connsiteY13" fmla="*/ 1273364 h 2921568"/>
                  <a:gd name="connsiteX14" fmla="*/ 335216 w 3548119"/>
                  <a:gd name="connsiteY14" fmla="*/ 657414 h 2921568"/>
                  <a:gd name="connsiteX15" fmla="*/ 818859 w 3548119"/>
                  <a:gd name="connsiteY15" fmla="*/ 246654 h 2921568"/>
                  <a:gd name="connsiteX0" fmla="*/ 818859 w 3548119"/>
                  <a:gd name="connsiteY0" fmla="*/ 246654 h 2921568"/>
                  <a:gd name="connsiteX1" fmla="*/ 1440116 w 3548119"/>
                  <a:gd name="connsiteY1" fmla="*/ 22414 h 2921568"/>
                  <a:gd name="connsiteX2" fmla="*/ 2125916 w 3548119"/>
                  <a:gd name="connsiteY2" fmla="*/ 9714 h 2921568"/>
                  <a:gd name="connsiteX3" fmla="*/ 2741866 w 3548119"/>
                  <a:gd name="connsiteY3" fmla="*/ 244664 h 2921568"/>
                  <a:gd name="connsiteX4" fmla="*/ 3220391 w 3548119"/>
                  <a:gd name="connsiteY4" fmla="*/ 678454 h 2921568"/>
                  <a:gd name="connsiteX5" fmla="*/ 3491166 w 3548119"/>
                  <a:gd name="connsiteY5" fmla="*/ 1286064 h 2921568"/>
                  <a:gd name="connsiteX6" fmla="*/ 3541966 w 3548119"/>
                  <a:gd name="connsiteY6" fmla="*/ 1914714 h 2921568"/>
                  <a:gd name="connsiteX7" fmla="*/ 3224466 w 3548119"/>
                  <a:gd name="connsiteY7" fmla="*/ 2454464 h 2921568"/>
                  <a:gd name="connsiteX8" fmla="*/ 2820341 w 3548119"/>
                  <a:gd name="connsiteY8" fmla="*/ 2765614 h 2921568"/>
                  <a:gd name="connsiteX9" fmla="*/ 2418016 w 3548119"/>
                  <a:gd name="connsiteY9" fmla="*/ 2918014 h 2921568"/>
                  <a:gd name="connsiteX10" fmla="*/ 749009 w 3548119"/>
                  <a:gd name="connsiteY10" fmla="*/ 2759264 h 2921568"/>
                  <a:gd name="connsiteX11" fmla="*/ 341567 w 3548119"/>
                  <a:gd name="connsiteY11" fmla="*/ 2454464 h 2921568"/>
                  <a:gd name="connsiteX12" fmla="*/ 36767 w 3548119"/>
                  <a:gd name="connsiteY12" fmla="*/ 1952814 h 2921568"/>
                  <a:gd name="connsiteX13" fmla="*/ 36767 w 3548119"/>
                  <a:gd name="connsiteY13" fmla="*/ 1273364 h 2921568"/>
                  <a:gd name="connsiteX14" fmla="*/ 335216 w 3548119"/>
                  <a:gd name="connsiteY14" fmla="*/ 657414 h 2921568"/>
                  <a:gd name="connsiteX15" fmla="*/ 818859 w 3548119"/>
                  <a:gd name="connsiteY15" fmla="*/ 246654 h 2921568"/>
                  <a:gd name="connsiteX0" fmla="*/ 818859 w 3548119"/>
                  <a:gd name="connsiteY0" fmla="*/ 246654 h 2946840"/>
                  <a:gd name="connsiteX1" fmla="*/ 1440116 w 3548119"/>
                  <a:gd name="connsiteY1" fmla="*/ 22414 h 2946840"/>
                  <a:gd name="connsiteX2" fmla="*/ 2125916 w 3548119"/>
                  <a:gd name="connsiteY2" fmla="*/ 9714 h 2946840"/>
                  <a:gd name="connsiteX3" fmla="*/ 2741866 w 3548119"/>
                  <a:gd name="connsiteY3" fmla="*/ 244664 h 2946840"/>
                  <a:gd name="connsiteX4" fmla="*/ 3220391 w 3548119"/>
                  <a:gd name="connsiteY4" fmla="*/ 678454 h 2946840"/>
                  <a:gd name="connsiteX5" fmla="*/ 3491166 w 3548119"/>
                  <a:gd name="connsiteY5" fmla="*/ 1286064 h 2946840"/>
                  <a:gd name="connsiteX6" fmla="*/ 3541966 w 3548119"/>
                  <a:gd name="connsiteY6" fmla="*/ 1914714 h 2946840"/>
                  <a:gd name="connsiteX7" fmla="*/ 3224466 w 3548119"/>
                  <a:gd name="connsiteY7" fmla="*/ 2454464 h 2946840"/>
                  <a:gd name="connsiteX8" fmla="*/ 2820341 w 3548119"/>
                  <a:gd name="connsiteY8" fmla="*/ 2765614 h 2946840"/>
                  <a:gd name="connsiteX9" fmla="*/ 2418016 w 3548119"/>
                  <a:gd name="connsiteY9" fmla="*/ 2918014 h 2946840"/>
                  <a:gd name="connsiteX10" fmla="*/ 1128967 w 3548119"/>
                  <a:gd name="connsiteY10" fmla="*/ 2937064 h 2946840"/>
                  <a:gd name="connsiteX11" fmla="*/ 749009 w 3548119"/>
                  <a:gd name="connsiteY11" fmla="*/ 2759264 h 2946840"/>
                  <a:gd name="connsiteX12" fmla="*/ 341567 w 3548119"/>
                  <a:gd name="connsiteY12" fmla="*/ 2454464 h 2946840"/>
                  <a:gd name="connsiteX13" fmla="*/ 36767 w 3548119"/>
                  <a:gd name="connsiteY13" fmla="*/ 1952814 h 2946840"/>
                  <a:gd name="connsiteX14" fmla="*/ 36767 w 3548119"/>
                  <a:gd name="connsiteY14" fmla="*/ 1273364 h 2946840"/>
                  <a:gd name="connsiteX15" fmla="*/ 335216 w 3548119"/>
                  <a:gd name="connsiteY15" fmla="*/ 657414 h 2946840"/>
                  <a:gd name="connsiteX16" fmla="*/ 818859 w 3548119"/>
                  <a:gd name="connsiteY16" fmla="*/ 246654 h 2946840"/>
                  <a:gd name="connsiteX0" fmla="*/ 818859 w 3548119"/>
                  <a:gd name="connsiteY0" fmla="*/ 246654 h 3130892"/>
                  <a:gd name="connsiteX1" fmla="*/ 1440116 w 3548119"/>
                  <a:gd name="connsiteY1" fmla="*/ 22414 h 3130892"/>
                  <a:gd name="connsiteX2" fmla="*/ 2125916 w 3548119"/>
                  <a:gd name="connsiteY2" fmla="*/ 9714 h 3130892"/>
                  <a:gd name="connsiteX3" fmla="*/ 2741866 w 3548119"/>
                  <a:gd name="connsiteY3" fmla="*/ 244664 h 3130892"/>
                  <a:gd name="connsiteX4" fmla="*/ 3220391 w 3548119"/>
                  <a:gd name="connsiteY4" fmla="*/ 678454 h 3130892"/>
                  <a:gd name="connsiteX5" fmla="*/ 3491166 w 3548119"/>
                  <a:gd name="connsiteY5" fmla="*/ 1286064 h 3130892"/>
                  <a:gd name="connsiteX6" fmla="*/ 3541966 w 3548119"/>
                  <a:gd name="connsiteY6" fmla="*/ 1914714 h 3130892"/>
                  <a:gd name="connsiteX7" fmla="*/ 3224466 w 3548119"/>
                  <a:gd name="connsiteY7" fmla="*/ 2454464 h 3130892"/>
                  <a:gd name="connsiteX8" fmla="*/ 2820341 w 3548119"/>
                  <a:gd name="connsiteY8" fmla="*/ 2765614 h 3130892"/>
                  <a:gd name="connsiteX9" fmla="*/ 2418016 w 3548119"/>
                  <a:gd name="connsiteY9" fmla="*/ 2918014 h 3130892"/>
                  <a:gd name="connsiteX10" fmla="*/ 1128967 w 3548119"/>
                  <a:gd name="connsiteY10" fmla="*/ 2937064 h 3130892"/>
                  <a:gd name="connsiteX11" fmla="*/ 749009 w 3548119"/>
                  <a:gd name="connsiteY11" fmla="*/ 2759264 h 3130892"/>
                  <a:gd name="connsiteX12" fmla="*/ 341567 w 3548119"/>
                  <a:gd name="connsiteY12" fmla="*/ 2454464 h 3130892"/>
                  <a:gd name="connsiteX13" fmla="*/ 36767 w 3548119"/>
                  <a:gd name="connsiteY13" fmla="*/ 1952814 h 3130892"/>
                  <a:gd name="connsiteX14" fmla="*/ 36767 w 3548119"/>
                  <a:gd name="connsiteY14" fmla="*/ 1273364 h 3130892"/>
                  <a:gd name="connsiteX15" fmla="*/ 335216 w 3548119"/>
                  <a:gd name="connsiteY15" fmla="*/ 657414 h 3130892"/>
                  <a:gd name="connsiteX16" fmla="*/ 818859 w 3548119"/>
                  <a:gd name="connsiteY16" fmla="*/ 246654 h 3130892"/>
                  <a:gd name="connsiteX0" fmla="*/ 818859 w 3548119"/>
                  <a:gd name="connsiteY0" fmla="*/ 246654 h 3160610"/>
                  <a:gd name="connsiteX1" fmla="*/ 1440116 w 3548119"/>
                  <a:gd name="connsiteY1" fmla="*/ 22414 h 3160610"/>
                  <a:gd name="connsiteX2" fmla="*/ 2125916 w 3548119"/>
                  <a:gd name="connsiteY2" fmla="*/ 9714 h 3160610"/>
                  <a:gd name="connsiteX3" fmla="*/ 2741866 w 3548119"/>
                  <a:gd name="connsiteY3" fmla="*/ 244664 h 3160610"/>
                  <a:gd name="connsiteX4" fmla="*/ 3220391 w 3548119"/>
                  <a:gd name="connsiteY4" fmla="*/ 678454 h 3160610"/>
                  <a:gd name="connsiteX5" fmla="*/ 3491166 w 3548119"/>
                  <a:gd name="connsiteY5" fmla="*/ 1286064 h 3160610"/>
                  <a:gd name="connsiteX6" fmla="*/ 3541966 w 3548119"/>
                  <a:gd name="connsiteY6" fmla="*/ 1914714 h 3160610"/>
                  <a:gd name="connsiteX7" fmla="*/ 3224466 w 3548119"/>
                  <a:gd name="connsiteY7" fmla="*/ 2454464 h 3160610"/>
                  <a:gd name="connsiteX8" fmla="*/ 2820341 w 3548119"/>
                  <a:gd name="connsiteY8" fmla="*/ 2765614 h 3160610"/>
                  <a:gd name="connsiteX9" fmla="*/ 2418016 w 3548119"/>
                  <a:gd name="connsiteY9" fmla="*/ 2918014 h 3160610"/>
                  <a:gd name="connsiteX10" fmla="*/ 1128967 w 3548119"/>
                  <a:gd name="connsiteY10" fmla="*/ 2937064 h 3160610"/>
                  <a:gd name="connsiteX11" fmla="*/ 749009 w 3548119"/>
                  <a:gd name="connsiteY11" fmla="*/ 2759264 h 3160610"/>
                  <a:gd name="connsiteX12" fmla="*/ 341567 w 3548119"/>
                  <a:gd name="connsiteY12" fmla="*/ 2454464 h 3160610"/>
                  <a:gd name="connsiteX13" fmla="*/ 36767 w 3548119"/>
                  <a:gd name="connsiteY13" fmla="*/ 1952814 h 3160610"/>
                  <a:gd name="connsiteX14" fmla="*/ 36767 w 3548119"/>
                  <a:gd name="connsiteY14" fmla="*/ 1273364 h 3160610"/>
                  <a:gd name="connsiteX15" fmla="*/ 335216 w 3548119"/>
                  <a:gd name="connsiteY15" fmla="*/ 657414 h 3160610"/>
                  <a:gd name="connsiteX16" fmla="*/ 818859 w 3548119"/>
                  <a:gd name="connsiteY16" fmla="*/ 246654 h 3160610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99819"/>
                  <a:gd name="connsiteY0" fmla="*/ 246654 h 3164386"/>
                  <a:gd name="connsiteX1" fmla="*/ 1440116 w 3599819"/>
                  <a:gd name="connsiteY1" fmla="*/ 22414 h 3164386"/>
                  <a:gd name="connsiteX2" fmla="*/ 2125916 w 3599819"/>
                  <a:gd name="connsiteY2" fmla="*/ 9714 h 3164386"/>
                  <a:gd name="connsiteX3" fmla="*/ 2741866 w 3599819"/>
                  <a:gd name="connsiteY3" fmla="*/ 244664 h 3164386"/>
                  <a:gd name="connsiteX4" fmla="*/ 3220391 w 3599819"/>
                  <a:gd name="connsiteY4" fmla="*/ 678454 h 3164386"/>
                  <a:gd name="connsiteX5" fmla="*/ 3491166 w 3599819"/>
                  <a:gd name="connsiteY5" fmla="*/ 1286064 h 3164386"/>
                  <a:gd name="connsiteX6" fmla="*/ 3541966 w 3599819"/>
                  <a:gd name="connsiteY6" fmla="*/ 1914714 h 3164386"/>
                  <a:gd name="connsiteX7" fmla="*/ 3224466 w 3599819"/>
                  <a:gd name="connsiteY7" fmla="*/ 2454464 h 3164386"/>
                  <a:gd name="connsiteX8" fmla="*/ 2820341 w 3599819"/>
                  <a:gd name="connsiteY8" fmla="*/ 2765614 h 3164386"/>
                  <a:gd name="connsiteX9" fmla="*/ 2437066 w 3599819"/>
                  <a:gd name="connsiteY9" fmla="*/ 2930714 h 3164386"/>
                  <a:gd name="connsiteX10" fmla="*/ 1128967 w 3599819"/>
                  <a:gd name="connsiteY10" fmla="*/ 2937064 h 3164386"/>
                  <a:gd name="connsiteX11" fmla="*/ 749009 w 3599819"/>
                  <a:gd name="connsiteY11" fmla="*/ 2759264 h 3164386"/>
                  <a:gd name="connsiteX12" fmla="*/ 341567 w 3599819"/>
                  <a:gd name="connsiteY12" fmla="*/ 2454464 h 3164386"/>
                  <a:gd name="connsiteX13" fmla="*/ 36767 w 3599819"/>
                  <a:gd name="connsiteY13" fmla="*/ 1952814 h 3164386"/>
                  <a:gd name="connsiteX14" fmla="*/ 36767 w 3599819"/>
                  <a:gd name="connsiteY14" fmla="*/ 1273364 h 3164386"/>
                  <a:gd name="connsiteX15" fmla="*/ 335216 w 3599819"/>
                  <a:gd name="connsiteY15" fmla="*/ 657414 h 3164386"/>
                  <a:gd name="connsiteX16" fmla="*/ 818859 w 3599819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55935 h 3173667"/>
                  <a:gd name="connsiteX1" fmla="*/ 1440116 w 3628956"/>
                  <a:gd name="connsiteY1" fmla="*/ 31695 h 3173667"/>
                  <a:gd name="connsiteX2" fmla="*/ 2125916 w 3628956"/>
                  <a:gd name="connsiteY2" fmla="*/ 18995 h 3173667"/>
                  <a:gd name="connsiteX3" fmla="*/ 2741866 w 3628956"/>
                  <a:gd name="connsiteY3" fmla="*/ 253945 h 3173667"/>
                  <a:gd name="connsiteX4" fmla="*/ 3220391 w 3628956"/>
                  <a:gd name="connsiteY4" fmla="*/ 687735 h 3173667"/>
                  <a:gd name="connsiteX5" fmla="*/ 3491166 w 3628956"/>
                  <a:gd name="connsiteY5" fmla="*/ 1295345 h 3173667"/>
                  <a:gd name="connsiteX6" fmla="*/ 3541966 w 3628956"/>
                  <a:gd name="connsiteY6" fmla="*/ 1923995 h 3173667"/>
                  <a:gd name="connsiteX7" fmla="*/ 3224466 w 3628956"/>
                  <a:gd name="connsiteY7" fmla="*/ 2463745 h 3173667"/>
                  <a:gd name="connsiteX8" fmla="*/ 2820341 w 3628956"/>
                  <a:gd name="connsiteY8" fmla="*/ 2774895 h 3173667"/>
                  <a:gd name="connsiteX9" fmla="*/ 2437066 w 3628956"/>
                  <a:gd name="connsiteY9" fmla="*/ 2939995 h 3173667"/>
                  <a:gd name="connsiteX10" fmla="*/ 1128967 w 3628956"/>
                  <a:gd name="connsiteY10" fmla="*/ 2946345 h 3173667"/>
                  <a:gd name="connsiteX11" fmla="*/ 749009 w 3628956"/>
                  <a:gd name="connsiteY11" fmla="*/ 2768545 h 3173667"/>
                  <a:gd name="connsiteX12" fmla="*/ 341567 w 3628956"/>
                  <a:gd name="connsiteY12" fmla="*/ 2463745 h 3173667"/>
                  <a:gd name="connsiteX13" fmla="*/ 36767 w 3628956"/>
                  <a:gd name="connsiteY13" fmla="*/ 1962095 h 3173667"/>
                  <a:gd name="connsiteX14" fmla="*/ 36767 w 3628956"/>
                  <a:gd name="connsiteY14" fmla="*/ 1282645 h 3173667"/>
                  <a:gd name="connsiteX15" fmla="*/ 335216 w 3628956"/>
                  <a:gd name="connsiteY15" fmla="*/ 666695 h 3173667"/>
                  <a:gd name="connsiteX16" fmla="*/ 818859 w 3628956"/>
                  <a:gd name="connsiteY16" fmla="*/ 255935 h 3173667"/>
                  <a:gd name="connsiteX0" fmla="*/ 818859 w 3628956"/>
                  <a:gd name="connsiteY0" fmla="*/ 330614 h 3248346"/>
                  <a:gd name="connsiteX1" fmla="*/ 1440116 w 3628956"/>
                  <a:gd name="connsiteY1" fmla="*/ 106374 h 3248346"/>
                  <a:gd name="connsiteX2" fmla="*/ 2125916 w 3628956"/>
                  <a:gd name="connsiteY2" fmla="*/ 93674 h 3248346"/>
                  <a:gd name="connsiteX3" fmla="*/ 2741866 w 3628956"/>
                  <a:gd name="connsiteY3" fmla="*/ 328624 h 3248346"/>
                  <a:gd name="connsiteX4" fmla="*/ 3220391 w 3628956"/>
                  <a:gd name="connsiteY4" fmla="*/ 762414 h 3248346"/>
                  <a:gd name="connsiteX5" fmla="*/ 3491166 w 3628956"/>
                  <a:gd name="connsiteY5" fmla="*/ 1370024 h 3248346"/>
                  <a:gd name="connsiteX6" fmla="*/ 3541966 w 3628956"/>
                  <a:gd name="connsiteY6" fmla="*/ 1998674 h 3248346"/>
                  <a:gd name="connsiteX7" fmla="*/ 3224466 w 3628956"/>
                  <a:gd name="connsiteY7" fmla="*/ 2538424 h 3248346"/>
                  <a:gd name="connsiteX8" fmla="*/ 2820341 w 3628956"/>
                  <a:gd name="connsiteY8" fmla="*/ 2849574 h 3248346"/>
                  <a:gd name="connsiteX9" fmla="*/ 2437066 w 3628956"/>
                  <a:gd name="connsiteY9" fmla="*/ 3014674 h 3248346"/>
                  <a:gd name="connsiteX10" fmla="*/ 1128967 w 3628956"/>
                  <a:gd name="connsiteY10" fmla="*/ 3021024 h 3248346"/>
                  <a:gd name="connsiteX11" fmla="*/ 749009 w 3628956"/>
                  <a:gd name="connsiteY11" fmla="*/ 2843224 h 3248346"/>
                  <a:gd name="connsiteX12" fmla="*/ 341567 w 3628956"/>
                  <a:gd name="connsiteY12" fmla="*/ 2538424 h 3248346"/>
                  <a:gd name="connsiteX13" fmla="*/ 36767 w 3628956"/>
                  <a:gd name="connsiteY13" fmla="*/ 2036774 h 3248346"/>
                  <a:gd name="connsiteX14" fmla="*/ 36767 w 3628956"/>
                  <a:gd name="connsiteY14" fmla="*/ 1357324 h 3248346"/>
                  <a:gd name="connsiteX15" fmla="*/ 335216 w 3628956"/>
                  <a:gd name="connsiteY15" fmla="*/ 741374 h 3248346"/>
                  <a:gd name="connsiteX16" fmla="*/ 818859 w 3628956"/>
                  <a:gd name="connsiteY16" fmla="*/ 330614 h 3248346"/>
                  <a:gd name="connsiteX0" fmla="*/ 818859 w 3628956"/>
                  <a:gd name="connsiteY0" fmla="*/ 362342 h 3280074"/>
                  <a:gd name="connsiteX1" fmla="*/ 1440116 w 3628956"/>
                  <a:gd name="connsiteY1" fmla="*/ 138102 h 3280074"/>
                  <a:gd name="connsiteX2" fmla="*/ 2125916 w 3628956"/>
                  <a:gd name="connsiteY2" fmla="*/ 125402 h 3280074"/>
                  <a:gd name="connsiteX3" fmla="*/ 2741866 w 3628956"/>
                  <a:gd name="connsiteY3" fmla="*/ 360352 h 3280074"/>
                  <a:gd name="connsiteX4" fmla="*/ 3220391 w 3628956"/>
                  <a:gd name="connsiteY4" fmla="*/ 794142 h 3280074"/>
                  <a:gd name="connsiteX5" fmla="*/ 3491166 w 3628956"/>
                  <a:gd name="connsiteY5" fmla="*/ 1401752 h 3280074"/>
                  <a:gd name="connsiteX6" fmla="*/ 3541966 w 3628956"/>
                  <a:gd name="connsiteY6" fmla="*/ 2030402 h 3280074"/>
                  <a:gd name="connsiteX7" fmla="*/ 3224466 w 3628956"/>
                  <a:gd name="connsiteY7" fmla="*/ 2570152 h 3280074"/>
                  <a:gd name="connsiteX8" fmla="*/ 2820341 w 3628956"/>
                  <a:gd name="connsiteY8" fmla="*/ 2881302 h 3280074"/>
                  <a:gd name="connsiteX9" fmla="*/ 2437066 w 3628956"/>
                  <a:gd name="connsiteY9" fmla="*/ 3046402 h 3280074"/>
                  <a:gd name="connsiteX10" fmla="*/ 1128967 w 3628956"/>
                  <a:gd name="connsiteY10" fmla="*/ 3052752 h 3280074"/>
                  <a:gd name="connsiteX11" fmla="*/ 749009 w 3628956"/>
                  <a:gd name="connsiteY11" fmla="*/ 2874952 h 3280074"/>
                  <a:gd name="connsiteX12" fmla="*/ 341567 w 3628956"/>
                  <a:gd name="connsiteY12" fmla="*/ 2570152 h 3280074"/>
                  <a:gd name="connsiteX13" fmla="*/ 36767 w 3628956"/>
                  <a:gd name="connsiteY13" fmla="*/ 2068502 h 3280074"/>
                  <a:gd name="connsiteX14" fmla="*/ 36767 w 3628956"/>
                  <a:gd name="connsiteY14" fmla="*/ 1389052 h 3280074"/>
                  <a:gd name="connsiteX15" fmla="*/ 335216 w 3628956"/>
                  <a:gd name="connsiteY15" fmla="*/ 773102 h 3280074"/>
                  <a:gd name="connsiteX16" fmla="*/ 818859 w 3628956"/>
                  <a:gd name="connsiteY16" fmla="*/ 362342 h 3280074"/>
                  <a:gd name="connsiteX0" fmla="*/ 8188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18859 w 3628956"/>
                  <a:gd name="connsiteY16" fmla="*/ 364549 h 3282281"/>
                  <a:gd name="connsiteX0" fmla="*/ 8188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188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61615 w 3684412"/>
                  <a:gd name="connsiteY0" fmla="*/ 364549 h 3282281"/>
                  <a:gd name="connsiteX1" fmla="*/ 1473347 w 3684412"/>
                  <a:gd name="connsiteY1" fmla="*/ 133959 h 3282281"/>
                  <a:gd name="connsiteX2" fmla="*/ 2181372 w 3684412"/>
                  <a:gd name="connsiteY2" fmla="*/ 127609 h 3282281"/>
                  <a:gd name="connsiteX3" fmla="*/ 2797322 w 3684412"/>
                  <a:gd name="connsiteY3" fmla="*/ 362559 h 3282281"/>
                  <a:gd name="connsiteX4" fmla="*/ 3275847 w 3684412"/>
                  <a:gd name="connsiteY4" fmla="*/ 796349 h 3282281"/>
                  <a:gd name="connsiteX5" fmla="*/ 3546622 w 3684412"/>
                  <a:gd name="connsiteY5" fmla="*/ 1403959 h 3282281"/>
                  <a:gd name="connsiteX6" fmla="*/ 3597422 w 3684412"/>
                  <a:gd name="connsiteY6" fmla="*/ 2032609 h 3282281"/>
                  <a:gd name="connsiteX7" fmla="*/ 3279922 w 3684412"/>
                  <a:gd name="connsiteY7" fmla="*/ 2572359 h 3282281"/>
                  <a:gd name="connsiteX8" fmla="*/ 2875797 w 3684412"/>
                  <a:gd name="connsiteY8" fmla="*/ 2883509 h 3282281"/>
                  <a:gd name="connsiteX9" fmla="*/ 2492522 w 3684412"/>
                  <a:gd name="connsiteY9" fmla="*/ 3048609 h 3282281"/>
                  <a:gd name="connsiteX10" fmla="*/ 1184423 w 3684412"/>
                  <a:gd name="connsiteY10" fmla="*/ 3054959 h 3282281"/>
                  <a:gd name="connsiteX11" fmla="*/ 804465 w 3684412"/>
                  <a:gd name="connsiteY11" fmla="*/ 2877159 h 3282281"/>
                  <a:gd name="connsiteX12" fmla="*/ 397023 w 3684412"/>
                  <a:gd name="connsiteY12" fmla="*/ 2572359 h 3282281"/>
                  <a:gd name="connsiteX13" fmla="*/ 92223 w 3684412"/>
                  <a:gd name="connsiteY13" fmla="*/ 2070709 h 3282281"/>
                  <a:gd name="connsiteX14" fmla="*/ 92223 w 3684412"/>
                  <a:gd name="connsiteY14" fmla="*/ 1391259 h 3282281"/>
                  <a:gd name="connsiteX15" fmla="*/ 377972 w 3684412"/>
                  <a:gd name="connsiteY15" fmla="*/ 788009 h 3282281"/>
                  <a:gd name="connsiteX16" fmla="*/ 861615 w 3684412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78965"/>
                  <a:gd name="connsiteX1" fmla="*/ 1479383 w 3690448"/>
                  <a:gd name="connsiteY1" fmla="*/ 133959 h 3278965"/>
                  <a:gd name="connsiteX2" fmla="*/ 2187408 w 3690448"/>
                  <a:gd name="connsiteY2" fmla="*/ 127609 h 3278965"/>
                  <a:gd name="connsiteX3" fmla="*/ 2803358 w 3690448"/>
                  <a:gd name="connsiteY3" fmla="*/ 362559 h 3278965"/>
                  <a:gd name="connsiteX4" fmla="*/ 3281883 w 3690448"/>
                  <a:gd name="connsiteY4" fmla="*/ 796349 h 3278965"/>
                  <a:gd name="connsiteX5" fmla="*/ 3552658 w 3690448"/>
                  <a:gd name="connsiteY5" fmla="*/ 1403959 h 3278965"/>
                  <a:gd name="connsiteX6" fmla="*/ 3603458 w 3690448"/>
                  <a:gd name="connsiteY6" fmla="*/ 2032609 h 3278965"/>
                  <a:gd name="connsiteX7" fmla="*/ 3285958 w 3690448"/>
                  <a:gd name="connsiteY7" fmla="*/ 2572359 h 3278965"/>
                  <a:gd name="connsiteX8" fmla="*/ 2881833 w 3690448"/>
                  <a:gd name="connsiteY8" fmla="*/ 2883509 h 3278965"/>
                  <a:gd name="connsiteX9" fmla="*/ 2498558 w 3690448"/>
                  <a:gd name="connsiteY9" fmla="*/ 3048609 h 3278965"/>
                  <a:gd name="connsiteX10" fmla="*/ 1173790 w 3690448"/>
                  <a:gd name="connsiteY10" fmla="*/ 3050196 h 3278965"/>
                  <a:gd name="connsiteX11" fmla="*/ 793833 w 3690448"/>
                  <a:gd name="connsiteY11" fmla="*/ 2874778 h 3278965"/>
                  <a:gd name="connsiteX12" fmla="*/ 381628 w 3690448"/>
                  <a:gd name="connsiteY12" fmla="*/ 2572359 h 3278965"/>
                  <a:gd name="connsiteX13" fmla="*/ 98259 w 3690448"/>
                  <a:gd name="connsiteY13" fmla="*/ 2070709 h 3278965"/>
                  <a:gd name="connsiteX14" fmla="*/ 98259 w 3690448"/>
                  <a:gd name="connsiteY14" fmla="*/ 1391259 h 3278965"/>
                  <a:gd name="connsiteX15" fmla="*/ 384008 w 3690448"/>
                  <a:gd name="connsiteY15" fmla="*/ 788009 h 3278965"/>
                  <a:gd name="connsiteX16" fmla="*/ 867651 w 3690448"/>
                  <a:gd name="connsiteY16" fmla="*/ 364549 h 3278965"/>
                  <a:gd name="connsiteX0" fmla="*/ 867651 w 3690448"/>
                  <a:gd name="connsiteY0" fmla="*/ 364549 h 3278965"/>
                  <a:gd name="connsiteX1" fmla="*/ 1479383 w 3690448"/>
                  <a:gd name="connsiteY1" fmla="*/ 133959 h 3278965"/>
                  <a:gd name="connsiteX2" fmla="*/ 2187408 w 3690448"/>
                  <a:gd name="connsiteY2" fmla="*/ 127609 h 3278965"/>
                  <a:gd name="connsiteX3" fmla="*/ 2803358 w 3690448"/>
                  <a:gd name="connsiteY3" fmla="*/ 362559 h 3278965"/>
                  <a:gd name="connsiteX4" fmla="*/ 3281883 w 3690448"/>
                  <a:gd name="connsiteY4" fmla="*/ 796349 h 3278965"/>
                  <a:gd name="connsiteX5" fmla="*/ 3552658 w 3690448"/>
                  <a:gd name="connsiteY5" fmla="*/ 1403959 h 3278965"/>
                  <a:gd name="connsiteX6" fmla="*/ 3603458 w 3690448"/>
                  <a:gd name="connsiteY6" fmla="*/ 2032609 h 3278965"/>
                  <a:gd name="connsiteX7" fmla="*/ 3285958 w 3690448"/>
                  <a:gd name="connsiteY7" fmla="*/ 2572359 h 3278965"/>
                  <a:gd name="connsiteX8" fmla="*/ 2881833 w 3690448"/>
                  <a:gd name="connsiteY8" fmla="*/ 2883509 h 3278965"/>
                  <a:gd name="connsiteX9" fmla="*/ 2498558 w 3690448"/>
                  <a:gd name="connsiteY9" fmla="*/ 3048609 h 3278965"/>
                  <a:gd name="connsiteX10" fmla="*/ 1173790 w 3690448"/>
                  <a:gd name="connsiteY10" fmla="*/ 3050196 h 3278965"/>
                  <a:gd name="connsiteX11" fmla="*/ 793833 w 3690448"/>
                  <a:gd name="connsiteY11" fmla="*/ 2874778 h 3278965"/>
                  <a:gd name="connsiteX12" fmla="*/ 381628 w 3690448"/>
                  <a:gd name="connsiteY12" fmla="*/ 2572359 h 3278965"/>
                  <a:gd name="connsiteX13" fmla="*/ 98259 w 3690448"/>
                  <a:gd name="connsiteY13" fmla="*/ 2070709 h 3278965"/>
                  <a:gd name="connsiteX14" fmla="*/ 98259 w 3690448"/>
                  <a:gd name="connsiteY14" fmla="*/ 1391259 h 3278965"/>
                  <a:gd name="connsiteX15" fmla="*/ 384008 w 3690448"/>
                  <a:gd name="connsiteY15" fmla="*/ 788009 h 3278965"/>
                  <a:gd name="connsiteX16" fmla="*/ 867651 w 3690448"/>
                  <a:gd name="connsiteY16" fmla="*/ 364549 h 3278965"/>
                  <a:gd name="connsiteX0" fmla="*/ 867651 w 3690448"/>
                  <a:gd name="connsiteY0" fmla="*/ 364549 h 3306480"/>
                  <a:gd name="connsiteX1" fmla="*/ 1479383 w 3690448"/>
                  <a:gd name="connsiteY1" fmla="*/ 133959 h 3306480"/>
                  <a:gd name="connsiteX2" fmla="*/ 2187408 w 3690448"/>
                  <a:gd name="connsiteY2" fmla="*/ 127609 h 3306480"/>
                  <a:gd name="connsiteX3" fmla="*/ 2803358 w 3690448"/>
                  <a:gd name="connsiteY3" fmla="*/ 362559 h 3306480"/>
                  <a:gd name="connsiteX4" fmla="*/ 3281883 w 3690448"/>
                  <a:gd name="connsiteY4" fmla="*/ 796349 h 3306480"/>
                  <a:gd name="connsiteX5" fmla="*/ 3552658 w 3690448"/>
                  <a:gd name="connsiteY5" fmla="*/ 1403959 h 3306480"/>
                  <a:gd name="connsiteX6" fmla="*/ 3603458 w 3690448"/>
                  <a:gd name="connsiteY6" fmla="*/ 2032609 h 3306480"/>
                  <a:gd name="connsiteX7" fmla="*/ 3285958 w 3690448"/>
                  <a:gd name="connsiteY7" fmla="*/ 2572359 h 3306480"/>
                  <a:gd name="connsiteX8" fmla="*/ 2881833 w 3690448"/>
                  <a:gd name="connsiteY8" fmla="*/ 2883509 h 3306480"/>
                  <a:gd name="connsiteX9" fmla="*/ 2498558 w 3690448"/>
                  <a:gd name="connsiteY9" fmla="*/ 3048609 h 3306480"/>
                  <a:gd name="connsiteX10" fmla="*/ 1173790 w 3690448"/>
                  <a:gd name="connsiteY10" fmla="*/ 3050196 h 3306480"/>
                  <a:gd name="connsiteX11" fmla="*/ 793833 w 3690448"/>
                  <a:gd name="connsiteY11" fmla="*/ 2874778 h 3306480"/>
                  <a:gd name="connsiteX12" fmla="*/ 381628 w 3690448"/>
                  <a:gd name="connsiteY12" fmla="*/ 2572359 h 3306480"/>
                  <a:gd name="connsiteX13" fmla="*/ 98259 w 3690448"/>
                  <a:gd name="connsiteY13" fmla="*/ 2070709 h 3306480"/>
                  <a:gd name="connsiteX14" fmla="*/ 98259 w 3690448"/>
                  <a:gd name="connsiteY14" fmla="*/ 1391259 h 3306480"/>
                  <a:gd name="connsiteX15" fmla="*/ 384008 w 3690448"/>
                  <a:gd name="connsiteY15" fmla="*/ 788009 h 3306480"/>
                  <a:gd name="connsiteX16" fmla="*/ 867651 w 3690448"/>
                  <a:gd name="connsiteY16" fmla="*/ 364549 h 3306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90448" h="3306480">
                    <a:moveTo>
                      <a:pt x="867651" y="364549"/>
                    </a:moveTo>
                    <a:cubicBezTo>
                      <a:pt x="968903" y="259111"/>
                      <a:pt x="1086031" y="13972"/>
                      <a:pt x="1479383" y="133959"/>
                    </a:cubicBezTo>
                    <a:cubicBezTo>
                      <a:pt x="1541825" y="35534"/>
                      <a:pt x="1896366" y="-107341"/>
                      <a:pt x="2187408" y="127609"/>
                    </a:cubicBezTo>
                    <a:cubicBezTo>
                      <a:pt x="2348275" y="93742"/>
                      <a:pt x="2655191" y="72576"/>
                      <a:pt x="2803358" y="362559"/>
                    </a:cubicBezTo>
                    <a:cubicBezTo>
                      <a:pt x="3045416" y="424606"/>
                      <a:pt x="3192225" y="461252"/>
                      <a:pt x="3281883" y="796349"/>
                    </a:cubicBezTo>
                    <a:cubicBezTo>
                      <a:pt x="3473741" y="945969"/>
                      <a:pt x="3627500" y="1076539"/>
                      <a:pt x="3552658" y="1403959"/>
                    </a:cubicBezTo>
                    <a:cubicBezTo>
                      <a:pt x="3664841" y="1516142"/>
                      <a:pt x="3770675" y="1774376"/>
                      <a:pt x="3603458" y="2032609"/>
                    </a:cubicBezTo>
                    <a:cubicBezTo>
                      <a:pt x="3563241" y="2212526"/>
                      <a:pt x="3669075" y="2417842"/>
                      <a:pt x="3285958" y="2572359"/>
                    </a:cubicBezTo>
                    <a:cubicBezTo>
                      <a:pt x="3214750" y="2701476"/>
                      <a:pt x="3162591" y="2811542"/>
                      <a:pt x="2881833" y="2883509"/>
                    </a:cubicBezTo>
                    <a:cubicBezTo>
                      <a:pt x="2830275" y="2951242"/>
                      <a:pt x="2639016" y="3082476"/>
                      <a:pt x="2498558" y="3048609"/>
                    </a:cubicBezTo>
                    <a:cubicBezTo>
                      <a:pt x="2351450" y="3241755"/>
                      <a:pt x="1559023" y="3515863"/>
                      <a:pt x="1173790" y="3050196"/>
                    </a:cubicBezTo>
                    <a:cubicBezTo>
                      <a:pt x="1041581" y="3032998"/>
                      <a:pt x="890323" y="3025325"/>
                      <a:pt x="793833" y="2874778"/>
                    </a:cubicBezTo>
                    <a:cubicBezTo>
                      <a:pt x="530045" y="2847526"/>
                      <a:pt x="466997" y="2732433"/>
                      <a:pt x="381628" y="2572359"/>
                    </a:cubicBezTo>
                    <a:cubicBezTo>
                      <a:pt x="243871" y="2509917"/>
                      <a:pt x="90851" y="2448535"/>
                      <a:pt x="98259" y="2070709"/>
                    </a:cubicBezTo>
                    <a:cubicBezTo>
                      <a:pt x="892" y="1897672"/>
                      <a:pt x="-62607" y="1630442"/>
                      <a:pt x="98259" y="1391259"/>
                    </a:cubicBezTo>
                    <a:cubicBezTo>
                      <a:pt x="106725" y="1218751"/>
                      <a:pt x="54163" y="1015219"/>
                      <a:pt x="384008" y="788009"/>
                    </a:cubicBezTo>
                    <a:cubicBezTo>
                      <a:pt x="410814" y="673314"/>
                      <a:pt x="478895" y="431619"/>
                      <a:pt x="867651" y="364549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D603881-0131-56DA-B901-81D7A4CDD329}"/>
                  </a:ext>
                </a:extLst>
              </p:cNvPr>
              <p:cNvSpPr/>
              <p:nvPr/>
            </p:nvSpPr>
            <p:spPr>
              <a:xfrm>
                <a:off x="5729828" y="2755899"/>
                <a:ext cx="279400" cy="2794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CE25984-13AB-F435-8DD3-609C7832CE3E}"/>
                  </a:ext>
                </a:extLst>
              </p:cNvPr>
              <p:cNvCxnSpPr>
                <a:stCxn id="14" idx="2"/>
                <a:endCxn id="15" idx="0"/>
              </p:cNvCxnSpPr>
              <p:nvPr/>
            </p:nvCxnSpPr>
            <p:spPr>
              <a:xfrm flipH="1">
                <a:off x="5869528" y="373470"/>
                <a:ext cx="994257" cy="238242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160BD90-8913-B617-39F5-4798EF51DC64}"/>
                  </a:ext>
                </a:extLst>
              </p:cNvPr>
              <p:cNvCxnSpPr>
                <a:stCxn id="14" idx="3"/>
                <a:endCxn id="15" idx="7"/>
              </p:cNvCxnSpPr>
              <p:nvPr/>
            </p:nvCxnSpPr>
            <p:spPr>
              <a:xfrm flipH="1">
                <a:off x="5968311" y="940717"/>
                <a:ext cx="1887856" cy="185609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DC423F4-4E21-6A88-6913-5767C99B1988}"/>
                  </a:ext>
                </a:extLst>
              </p:cNvPr>
              <p:cNvCxnSpPr>
                <a:stCxn id="14" idx="4"/>
                <a:endCxn id="15" idx="6"/>
              </p:cNvCxnSpPr>
              <p:nvPr/>
            </p:nvCxnSpPr>
            <p:spPr>
              <a:xfrm flipH="1">
                <a:off x="6009228" y="1811854"/>
                <a:ext cx="2550708" cy="1083745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206A12E-90E4-8CA2-A8AE-B07CAE25B622}"/>
                  </a:ext>
                </a:extLst>
              </p:cNvPr>
              <p:cNvCxnSpPr>
                <a:stCxn id="14" idx="5"/>
                <a:endCxn id="15" idx="4"/>
              </p:cNvCxnSpPr>
              <p:nvPr/>
            </p:nvCxnSpPr>
            <p:spPr>
              <a:xfrm flipH="1">
                <a:off x="5869528" y="2925207"/>
                <a:ext cx="2991779" cy="110092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CC2A25F-7B75-ECE8-8383-E20AEEFE0CBE}"/>
                  </a:ext>
                </a:extLst>
              </p:cNvPr>
              <p:cNvCxnSpPr>
                <a:stCxn id="14" idx="6"/>
                <a:endCxn id="15" idx="3"/>
              </p:cNvCxnSpPr>
              <p:nvPr/>
            </p:nvCxnSpPr>
            <p:spPr>
              <a:xfrm flipH="1" flipV="1">
                <a:off x="5770745" y="2994382"/>
                <a:ext cx="3009453" cy="1021390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4907F00-F166-8C3E-445E-4820E4217023}"/>
                  </a:ext>
                </a:extLst>
              </p:cNvPr>
              <p:cNvCxnSpPr>
                <a:stCxn id="14" idx="7"/>
                <a:endCxn id="15" idx="4"/>
              </p:cNvCxnSpPr>
              <p:nvPr/>
            </p:nvCxnSpPr>
            <p:spPr>
              <a:xfrm flipH="1" flipV="1">
                <a:off x="5869528" y="3035299"/>
                <a:ext cx="2222382" cy="1820232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9345658-5EDB-8EE8-4393-E5DCC85EA38E}"/>
                  </a:ext>
                </a:extLst>
              </p:cNvPr>
              <p:cNvCxnSpPr>
                <a:stCxn id="14" idx="8"/>
                <a:endCxn id="15" idx="4"/>
              </p:cNvCxnSpPr>
              <p:nvPr/>
            </p:nvCxnSpPr>
            <p:spPr>
              <a:xfrm flipH="1" flipV="1">
                <a:off x="5869528" y="3035299"/>
                <a:ext cx="1446832" cy="2245196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B925EE0-4941-F946-9975-8BA98DBB25F1}"/>
                  </a:ext>
                </a:extLst>
              </p:cNvPr>
              <p:cNvCxnSpPr>
                <a:stCxn id="14" idx="9"/>
                <a:endCxn id="15" idx="4"/>
              </p:cNvCxnSpPr>
              <p:nvPr/>
            </p:nvCxnSpPr>
            <p:spPr>
              <a:xfrm flipH="1" flipV="1">
                <a:off x="5869528" y="3035299"/>
                <a:ext cx="746064" cy="242552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2A11F94-9AFE-3C32-7FFE-6E863E120BCC}"/>
                  </a:ext>
                </a:extLst>
              </p:cNvPr>
              <p:cNvCxnSpPr>
                <a:stCxn id="14" idx="1"/>
                <a:endCxn id="15" idx="1"/>
              </p:cNvCxnSpPr>
              <p:nvPr/>
            </p:nvCxnSpPr>
            <p:spPr>
              <a:xfrm>
                <a:off x="5649128" y="194982"/>
                <a:ext cx="121617" cy="2601834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44E6A01-4E75-A44A-07F0-B2DAA3D816CC}"/>
                  </a:ext>
                </a:extLst>
              </p:cNvPr>
              <p:cNvCxnSpPr>
                <a:stCxn id="14" idx="0"/>
                <a:endCxn id="15" idx="1"/>
              </p:cNvCxnSpPr>
              <p:nvPr/>
            </p:nvCxnSpPr>
            <p:spPr>
              <a:xfrm>
                <a:off x="4539460" y="426408"/>
                <a:ext cx="1231285" cy="237040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34C2F13-F251-DEED-B3EA-DF281199097F}"/>
                  </a:ext>
                </a:extLst>
              </p:cNvPr>
              <p:cNvCxnSpPr>
                <a:stCxn id="14" idx="15"/>
                <a:endCxn id="15" idx="3"/>
              </p:cNvCxnSpPr>
              <p:nvPr/>
            </p:nvCxnSpPr>
            <p:spPr>
              <a:xfrm>
                <a:off x="3597645" y="1022508"/>
                <a:ext cx="2173100" cy="1971874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168B0E2-4D9D-5511-390F-911E490071DC}"/>
                  </a:ext>
                </a:extLst>
              </p:cNvPr>
              <p:cNvCxnSpPr>
                <a:stCxn id="14" idx="14"/>
                <a:endCxn id="15" idx="3"/>
              </p:cNvCxnSpPr>
              <p:nvPr/>
            </p:nvCxnSpPr>
            <p:spPr>
              <a:xfrm>
                <a:off x="2946768" y="1979546"/>
                <a:ext cx="2823977" cy="1014836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8F72767-02C4-06FB-884A-724593FF8BB9}"/>
                  </a:ext>
                </a:extLst>
              </p:cNvPr>
              <p:cNvCxnSpPr>
                <a:cxnSpLocks/>
                <a:stCxn id="14" idx="13"/>
                <a:endCxn id="15" idx="4"/>
              </p:cNvCxnSpPr>
              <p:nvPr/>
            </p:nvCxnSpPr>
            <p:spPr>
              <a:xfrm flipV="1">
                <a:off x="2765044" y="3035299"/>
                <a:ext cx="3104484" cy="108253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B348E36-DAF6-3EEB-1601-A488031CE05B}"/>
                  </a:ext>
                </a:extLst>
              </p:cNvPr>
              <p:cNvCxnSpPr>
                <a:stCxn id="14" idx="12"/>
                <a:endCxn id="15" idx="4"/>
              </p:cNvCxnSpPr>
              <p:nvPr/>
            </p:nvCxnSpPr>
            <p:spPr>
              <a:xfrm flipV="1">
                <a:off x="3116330" y="3035299"/>
                <a:ext cx="2753198" cy="104344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626197A-64ED-D363-7E24-F2EF5CE73D23}"/>
                  </a:ext>
                </a:extLst>
              </p:cNvPr>
              <p:cNvCxnSpPr>
                <a:stCxn id="14" idx="11"/>
                <a:endCxn id="15" idx="4"/>
              </p:cNvCxnSpPr>
              <p:nvPr/>
            </p:nvCxnSpPr>
            <p:spPr>
              <a:xfrm flipV="1">
                <a:off x="3741619" y="3035299"/>
                <a:ext cx="2127909" cy="167178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5AAEB1E-EE59-1750-CCC5-0FF4E2246B58}"/>
                  </a:ext>
                </a:extLst>
              </p:cNvPr>
              <p:cNvCxnSpPr>
                <a:stCxn id="14" idx="10"/>
                <a:endCxn id="15" idx="4"/>
              </p:cNvCxnSpPr>
              <p:nvPr/>
            </p:nvCxnSpPr>
            <p:spPr>
              <a:xfrm flipV="1">
                <a:off x="4345630" y="3035299"/>
                <a:ext cx="1523898" cy="207392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" name="Rectangle 39">
              <a:extLst>
                <a:ext uri="{FF2B5EF4-FFF2-40B4-BE49-F238E27FC236}">
                  <a16:creationId xmlns:a16="http://schemas.microsoft.com/office/drawing/2014/main" id="{199F293A-BCDD-781F-62CF-3914F3A90D28}"/>
                </a:ext>
              </a:extLst>
            </p:cNvPr>
            <p:cNvSpPr/>
            <p:nvPr/>
          </p:nvSpPr>
          <p:spPr>
            <a:xfrm>
              <a:off x="3380132" y="487475"/>
              <a:ext cx="3642601" cy="5294515"/>
            </a:xfrm>
            <a:custGeom>
              <a:avLst/>
              <a:gdLst>
                <a:gd name="connsiteX0" fmla="*/ 0 w 464457"/>
                <a:gd name="connsiteY0" fmla="*/ 0 h 856343"/>
                <a:gd name="connsiteX1" fmla="*/ 464457 w 464457"/>
                <a:gd name="connsiteY1" fmla="*/ 0 h 856343"/>
                <a:gd name="connsiteX2" fmla="*/ 464457 w 464457"/>
                <a:gd name="connsiteY2" fmla="*/ 856343 h 856343"/>
                <a:gd name="connsiteX3" fmla="*/ 0 w 464457"/>
                <a:gd name="connsiteY3" fmla="*/ 856343 h 856343"/>
                <a:gd name="connsiteX4" fmla="*/ 0 w 464457"/>
                <a:gd name="connsiteY4" fmla="*/ 0 h 856343"/>
                <a:gd name="connsiteX0" fmla="*/ 203200 w 667657"/>
                <a:gd name="connsiteY0" fmla="*/ 0 h 856343"/>
                <a:gd name="connsiteX1" fmla="*/ 667657 w 667657"/>
                <a:gd name="connsiteY1" fmla="*/ 0 h 856343"/>
                <a:gd name="connsiteX2" fmla="*/ 667657 w 667657"/>
                <a:gd name="connsiteY2" fmla="*/ 856343 h 856343"/>
                <a:gd name="connsiteX3" fmla="*/ 0 w 667657"/>
                <a:gd name="connsiteY3" fmla="*/ 609600 h 856343"/>
                <a:gd name="connsiteX4" fmla="*/ 203200 w 667657"/>
                <a:gd name="connsiteY4" fmla="*/ 0 h 856343"/>
                <a:gd name="connsiteX0" fmla="*/ 203200 w 667657"/>
                <a:gd name="connsiteY0" fmla="*/ 0 h 1059543"/>
                <a:gd name="connsiteX1" fmla="*/ 667657 w 667657"/>
                <a:gd name="connsiteY1" fmla="*/ 0 h 1059543"/>
                <a:gd name="connsiteX2" fmla="*/ 653143 w 667657"/>
                <a:gd name="connsiteY2" fmla="*/ 1059543 h 1059543"/>
                <a:gd name="connsiteX3" fmla="*/ 0 w 667657"/>
                <a:gd name="connsiteY3" fmla="*/ 609600 h 1059543"/>
                <a:gd name="connsiteX4" fmla="*/ 203200 w 667657"/>
                <a:gd name="connsiteY4" fmla="*/ 0 h 1059543"/>
                <a:gd name="connsiteX0" fmla="*/ 203200 w 725714"/>
                <a:gd name="connsiteY0" fmla="*/ 14515 h 1074058"/>
                <a:gd name="connsiteX1" fmla="*/ 725714 w 725714"/>
                <a:gd name="connsiteY1" fmla="*/ 0 h 1074058"/>
                <a:gd name="connsiteX2" fmla="*/ 653143 w 725714"/>
                <a:gd name="connsiteY2" fmla="*/ 1074058 h 1074058"/>
                <a:gd name="connsiteX3" fmla="*/ 0 w 725714"/>
                <a:gd name="connsiteY3" fmla="*/ 624115 h 1074058"/>
                <a:gd name="connsiteX4" fmla="*/ 203200 w 725714"/>
                <a:gd name="connsiteY4" fmla="*/ 14515 h 1074058"/>
                <a:gd name="connsiteX0" fmla="*/ 0 w 1074057"/>
                <a:gd name="connsiteY0" fmla="*/ 0 h 1306286"/>
                <a:gd name="connsiteX1" fmla="*/ 1074057 w 1074057"/>
                <a:gd name="connsiteY1" fmla="*/ 232228 h 1306286"/>
                <a:gd name="connsiteX2" fmla="*/ 1001486 w 1074057"/>
                <a:gd name="connsiteY2" fmla="*/ 1306286 h 1306286"/>
                <a:gd name="connsiteX3" fmla="*/ 348343 w 1074057"/>
                <a:gd name="connsiteY3" fmla="*/ 856343 h 1306286"/>
                <a:gd name="connsiteX4" fmla="*/ 0 w 1074057"/>
                <a:gd name="connsiteY4" fmla="*/ 0 h 1306286"/>
                <a:gd name="connsiteX0" fmla="*/ 0 w 1001486"/>
                <a:gd name="connsiteY0" fmla="*/ 0 h 1306286"/>
                <a:gd name="connsiteX1" fmla="*/ 1001486 w 1001486"/>
                <a:gd name="connsiteY1" fmla="*/ 1306286 h 1306286"/>
                <a:gd name="connsiteX2" fmla="*/ 348343 w 1001486"/>
                <a:gd name="connsiteY2" fmla="*/ 856343 h 1306286"/>
                <a:gd name="connsiteX3" fmla="*/ 0 w 1001486"/>
                <a:gd name="connsiteY3" fmla="*/ 0 h 1306286"/>
                <a:gd name="connsiteX0" fmla="*/ 0 w 1039586"/>
                <a:gd name="connsiteY0" fmla="*/ 0 h 1306286"/>
                <a:gd name="connsiteX1" fmla="*/ 1039586 w 1039586"/>
                <a:gd name="connsiteY1" fmla="*/ 1306286 h 1306286"/>
                <a:gd name="connsiteX2" fmla="*/ 386443 w 1039586"/>
                <a:gd name="connsiteY2" fmla="*/ 856343 h 1306286"/>
                <a:gd name="connsiteX3" fmla="*/ 0 w 1039586"/>
                <a:gd name="connsiteY3" fmla="*/ 0 h 1306286"/>
                <a:gd name="connsiteX0" fmla="*/ 0 w 1039586"/>
                <a:gd name="connsiteY0" fmla="*/ 324926 h 1631212"/>
                <a:gd name="connsiteX1" fmla="*/ 1039586 w 1039586"/>
                <a:gd name="connsiteY1" fmla="*/ 1631212 h 1631212"/>
                <a:gd name="connsiteX2" fmla="*/ 386443 w 1039586"/>
                <a:gd name="connsiteY2" fmla="*/ 1181269 h 1631212"/>
                <a:gd name="connsiteX3" fmla="*/ 0 w 1039586"/>
                <a:gd name="connsiteY3" fmla="*/ 324926 h 1631212"/>
                <a:gd name="connsiteX0" fmla="*/ 0 w 1106261"/>
                <a:gd name="connsiteY0" fmla="*/ 326038 h 1622799"/>
                <a:gd name="connsiteX1" fmla="*/ 1106261 w 1106261"/>
                <a:gd name="connsiteY1" fmla="*/ 1622799 h 1622799"/>
                <a:gd name="connsiteX2" fmla="*/ 453118 w 1106261"/>
                <a:gd name="connsiteY2" fmla="*/ 1172856 h 1622799"/>
                <a:gd name="connsiteX3" fmla="*/ 0 w 1106261"/>
                <a:gd name="connsiteY3" fmla="*/ 326038 h 1622799"/>
                <a:gd name="connsiteX0" fmla="*/ 0 w 1300600"/>
                <a:gd name="connsiteY0" fmla="*/ 532240 h 1829001"/>
                <a:gd name="connsiteX1" fmla="*/ 1106261 w 1300600"/>
                <a:gd name="connsiteY1" fmla="*/ 1829001 h 1829001"/>
                <a:gd name="connsiteX2" fmla="*/ 453118 w 1300600"/>
                <a:gd name="connsiteY2" fmla="*/ 1379058 h 1829001"/>
                <a:gd name="connsiteX3" fmla="*/ 0 w 1300600"/>
                <a:gd name="connsiteY3" fmla="*/ 532240 h 1829001"/>
                <a:gd name="connsiteX0" fmla="*/ 0 w 1251470"/>
                <a:gd name="connsiteY0" fmla="*/ 565915 h 1738851"/>
                <a:gd name="connsiteX1" fmla="*/ 1049111 w 1251470"/>
                <a:gd name="connsiteY1" fmla="*/ 1738851 h 1738851"/>
                <a:gd name="connsiteX2" fmla="*/ 453118 w 1251470"/>
                <a:gd name="connsiteY2" fmla="*/ 1412733 h 1738851"/>
                <a:gd name="connsiteX3" fmla="*/ 0 w 1251470"/>
                <a:gd name="connsiteY3" fmla="*/ 565915 h 1738851"/>
                <a:gd name="connsiteX0" fmla="*/ 0 w 1283347"/>
                <a:gd name="connsiteY0" fmla="*/ 552324 h 1725260"/>
                <a:gd name="connsiteX1" fmla="*/ 1049111 w 1283347"/>
                <a:gd name="connsiteY1" fmla="*/ 1725260 h 1725260"/>
                <a:gd name="connsiteX2" fmla="*/ 453118 w 1283347"/>
                <a:gd name="connsiteY2" fmla="*/ 1399142 h 1725260"/>
                <a:gd name="connsiteX3" fmla="*/ 0 w 1283347"/>
                <a:gd name="connsiteY3" fmla="*/ 552324 h 1725260"/>
                <a:gd name="connsiteX0" fmla="*/ 0 w 1240775"/>
                <a:gd name="connsiteY0" fmla="*/ 522722 h 1695658"/>
                <a:gd name="connsiteX1" fmla="*/ 1049111 w 1240775"/>
                <a:gd name="connsiteY1" fmla="*/ 1695658 h 1695658"/>
                <a:gd name="connsiteX2" fmla="*/ 453118 w 1240775"/>
                <a:gd name="connsiteY2" fmla="*/ 1369540 h 1695658"/>
                <a:gd name="connsiteX3" fmla="*/ 0 w 1240775"/>
                <a:gd name="connsiteY3" fmla="*/ 522722 h 1695658"/>
                <a:gd name="connsiteX0" fmla="*/ 0 w 1304763"/>
                <a:gd name="connsiteY0" fmla="*/ 531767 h 1704703"/>
                <a:gd name="connsiteX1" fmla="*/ 1049111 w 1304763"/>
                <a:gd name="connsiteY1" fmla="*/ 1704703 h 1704703"/>
                <a:gd name="connsiteX2" fmla="*/ 453118 w 1304763"/>
                <a:gd name="connsiteY2" fmla="*/ 1378585 h 1704703"/>
                <a:gd name="connsiteX3" fmla="*/ 0 w 1304763"/>
                <a:gd name="connsiteY3" fmla="*/ 531767 h 1704703"/>
                <a:gd name="connsiteX0" fmla="*/ 0 w 1304763"/>
                <a:gd name="connsiteY0" fmla="*/ 513847 h 1686783"/>
                <a:gd name="connsiteX1" fmla="*/ 1049111 w 1304763"/>
                <a:gd name="connsiteY1" fmla="*/ 1686783 h 1686783"/>
                <a:gd name="connsiteX2" fmla="*/ 453118 w 1304763"/>
                <a:gd name="connsiteY2" fmla="*/ 1360665 h 1686783"/>
                <a:gd name="connsiteX3" fmla="*/ 0 w 1304763"/>
                <a:gd name="connsiteY3" fmla="*/ 513847 h 1686783"/>
                <a:gd name="connsiteX0" fmla="*/ 0 w 1279705"/>
                <a:gd name="connsiteY0" fmla="*/ 3207 h 1176143"/>
                <a:gd name="connsiteX1" fmla="*/ 1211943 w 1279705"/>
                <a:gd name="connsiteY1" fmla="*/ 583326 h 1176143"/>
                <a:gd name="connsiteX2" fmla="*/ 1049111 w 1279705"/>
                <a:gd name="connsiteY2" fmla="*/ 1176143 h 1176143"/>
                <a:gd name="connsiteX3" fmla="*/ 453118 w 1279705"/>
                <a:gd name="connsiteY3" fmla="*/ 850025 h 1176143"/>
                <a:gd name="connsiteX4" fmla="*/ 0 w 1279705"/>
                <a:gd name="connsiteY4" fmla="*/ 3207 h 1176143"/>
                <a:gd name="connsiteX0" fmla="*/ 0 w 1287479"/>
                <a:gd name="connsiteY0" fmla="*/ 364509 h 1537445"/>
                <a:gd name="connsiteX1" fmla="*/ 1211943 w 1287479"/>
                <a:gd name="connsiteY1" fmla="*/ 944628 h 1537445"/>
                <a:gd name="connsiteX2" fmla="*/ 1049111 w 1287479"/>
                <a:gd name="connsiteY2" fmla="*/ 1537445 h 1537445"/>
                <a:gd name="connsiteX3" fmla="*/ 453118 w 1287479"/>
                <a:gd name="connsiteY3" fmla="*/ 1211327 h 1537445"/>
                <a:gd name="connsiteX4" fmla="*/ 0 w 1287479"/>
                <a:gd name="connsiteY4" fmla="*/ 364509 h 1537445"/>
                <a:gd name="connsiteX0" fmla="*/ 0 w 1279705"/>
                <a:gd name="connsiteY0" fmla="*/ 352697 h 1525633"/>
                <a:gd name="connsiteX1" fmla="*/ 1211943 w 1279705"/>
                <a:gd name="connsiteY1" fmla="*/ 932816 h 1525633"/>
                <a:gd name="connsiteX2" fmla="*/ 1049111 w 1279705"/>
                <a:gd name="connsiteY2" fmla="*/ 1525633 h 1525633"/>
                <a:gd name="connsiteX3" fmla="*/ 453118 w 1279705"/>
                <a:gd name="connsiteY3" fmla="*/ 1199515 h 1525633"/>
                <a:gd name="connsiteX4" fmla="*/ 0 w 1279705"/>
                <a:gd name="connsiteY4" fmla="*/ 352697 h 1525633"/>
                <a:gd name="connsiteX0" fmla="*/ 0 w 1279705"/>
                <a:gd name="connsiteY0" fmla="*/ 517898 h 1690834"/>
                <a:gd name="connsiteX1" fmla="*/ 1211943 w 1279705"/>
                <a:gd name="connsiteY1" fmla="*/ 1098017 h 1690834"/>
                <a:gd name="connsiteX2" fmla="*/ 1049111 w 1279705"/>
                <a:gd name="connsiteY2" fmla="*/ 1690834 h 1690834"/>
                <a:gd name="connsiteX3" fmla="*/ 453118 w 1279705"/>
                <a:gd name="connsiteY3" fmla="*/ 1364716 h 1690834"/>
                <a:gd name="connsiteX4" fmla="*/ 0 w 1279705"/>
                <a:gd name="connsiteY4" fmla="*/ 517898 h 1690834"/>
                <a:gd name="connsiteX0" fmla="*/ 0 w 1232080"/>
                <a:gd name="connsiteY0" fmla="*/ 517898 h 1690834"/>
                <a:gd name="connsiteX1" fmla="*/ 1164318 w 1232080"/>
                <a:gd name="connsiteY1" fmla="*/ 1098017 h 1690834"/>
                <a:gd name="connsiteX2" fmla="*/ 1001486 w 1232080"/>
                <a:gd name="connsiteY2" fmla="*/ 1690834 h 1690834"/>
                <a:gd name="connsiteX3" fmla="*/ 405493 w 1232080"/>
                <a:gd name="connsiteY3" fmla="*/ 1364716 h 1690834"/>
                <a:gd name="connsiteX4" fmla="*/ 0 w 1232080"/>
                <a:gd name="connsiteY4" fmla="*/ 517898 h 1690834"/>
                <a:gd name="connsiteX0" fmla="*/ 0 w 1232080"/>
                <a:gd name="connsiteY0" fmla="*/ 535969 h 1708905"/>
                <a:gd name="connsiteX1" fmla="*/ 1164318 w 1232080"/>
                <a:gd name="connsiteY1" fmla="*/ 1116088 h 1708905"/>
                <a:gd name="connsiteX2" fmla="*/ 1001486 w 1232080"/>
                <a:gd name="connsiteY2" fmla="*/ 1708905 h 1708905"/>
                <a:gd name="connsiteX3" fmla="*/ 405493 w 1232080"/>
                <a:gd name="connsiteY3" fmla="*/ 1382787 h 1708905"/>
                <a:gd name="connsiteX4" fmla="*/ 0 w 1232080"/>
                <a:gd name="connsiteY4" fmla="*/ 535969 h 1708905"/>
                <a:gd name="connsiteX0" fmla="*/ 0 w 1232080"/>
                <a:gd name="connsiteY0" fmla="*/ 494505 h 1667441"/>
                <a:gd name="connsiteX1" fmla="*/ 1164318 w 1232080"/>
                <a:gd name="connsiteY1" fmla="*/ 1074624 h 1667441"/>
                <a:gd name="connsiteX2" fmla="*/ 1001486 w 1232080"/>
                <a:gd name="connsiteY2" fmla="*/ 1667441 h 1667441"/>
                <a:gd name="connsiteX3" fmla="*/ 405493 w 1232080"/>
                <a:gd name="connsiteY3" fmla="*/ 1341323 h 1667441"/>
                <a:gd name="connsiteX4" fmla="*/ 0 w 1232080"/>
                <a:gd name="connsiteY4" fmla="*/ 494505 h 1667441"/>
                <a:gd name="connsiteX0" fmla="*/ 0 w 1217166"/>
                <a:gd name="connsiteY0" fmla="*/ 494505 h 1667441"/>
                <a:gd name="connsiteX1" fmla="*/ 1164318 w 1217166"/>
                <a:gd name="connsiteY1" fmla="*/ 1074624 h 1667441"/>
                <a:gd name="connsiteX2" fmla="*/ 1001486 w 1217166"/>
                <a:gd name="connsiteY2" fmla="*/ 1667441 h 1667441"/>
                <a:gd name="connsiteX3" fmla="*/ 405493 w 1217166"/>
                <a:gd name="connsiteY3" fmla="*/ 1341323 h 1667441"/>
                <a:gd name="connsiteX4" fmla="*/ 0 w 1217166"/>
                <a:gd name="connsiteY4" fmla="*/ 494505 h 1667441"/>
                <a:gd name="connsiteX0" fmla="*/ 0 w 1217166"/>
                <a:gd name="connsiteY0" fmla="*/ 494505 h 1667441"/>
                <a:gd name="connsiteX1" fmla="*/ 1164318 w 1217166"/>
                <a:gd name="connsiteY1" fmla="*/ 1074624 h 1667441"/>
                <a:gd name="connsiteX2" fmla="*/ 1001486 w 1217166"/>
                <a:gd name="connsiteY2" fmla="*/ 1667441 h 1667441"/>
                <a:gd name="connsiteX3" fmla="*/ 405493 w 1217166"/>
                <a:gd name="connsiteY3" fmla="*/ 1341323 h 1667441"/>
                <a:gd name="connsiteX4" fmla="*/ 0 w 1217166"/>
                <a:gd name="connsiteY4" fmla="*/ 494505 h 1667441"/>
                <a:gd name="connsiteX0" fmla="*/ 0 w 1237578"/>
                <a:gd name="connsiteY0" fmla="*/ 494505 h 2305616"/>
                <a:gd name="connsiteX1" fmla="*/ 1164318 w 1237578"/>
                <a:gd name="connsiteY1" fmla="*/ 1074624 h 2305616"/>
                <a:gd name="connsiteX2" fmla="*/ 1220561 w 1237578"/>
                <a:gd name="connsiteY2" fmla="*/ 2305616 h 2305616"/>
                <a:gd name="connsiteX3" fmla="*/ 405493 w 1237578"/>
                <a:gd name="connsiteY3" fmla="*/ 1341323 h 2305616"/>
                <a:gd name="connsiteX4" fmla="*/ 0 w 1237578"/>
                <a:gd name="connsiteY4" fmla="*/ 494505 h 2305616"/>
                <a:gd name="connsiteX0" fmla="*/ 0 w 1220561"/>
                <a:gd name="connsiteY0" fmla="*/ 494505 h 2305616"/>
                <a:gd name="connsiteX1" fmla="*/ 1164318 w 1220561"/>
                <a:gd name="connsiteY1" fmla="*/ 1074624 h 2305616"/>
                <a:gd name="connsiteX2" fmla="*/ 1220561 w 1220561"/>
                <a:gd name="connsiteY2" fmla="*/ 2305616 h 2305616"/>
                <a:gd name="connsiteX3" fmla="*/ 405493 w 1220561"/>
                <a:gd name="connsiteY3" fmla="*/ 1341323 h 2305616"/>
                <a:gd name="connsiteX4" fmla="*/ 0 w 1220561"/>
                <a:gd name="connsiteY4" fmla="*/ 494505 h 2305616"/>
                <a:gd name="connsiteX0" fmla="*/ 0 w 1468211"/>
                <a:gd name="connsiteY0" fmla="*/ 494505 h 2305616"/>
                <a:gd name="connsiteX1" fmla="*/ 1164318 w 1468211"/>
                <a:gd name="connsiteY1" fmla="*/ 1074624 h 2305616"/>
                <a:gd name="connsiteX2" fmla="*/ 1468211 w 1468211"/>
                <a:gd name="connsiteY2" fmla="*/ 2305616 h 2305616"/>
                <a:gd name="connsiteX3" fmla="*/ 405493 w 1468211"/>
                <a:gd name="connsiteY3" fmla="*/ 1341323 h 2305616"/>
                <a:gd name="connsiteX4" fmla="*/ 0 w 1468211"/>
                <a:gd name="connsiteY4" fmla="*/ 494505 h 2305616"/>
                <a:gd name="connsiteX0" fmla="*/ 0 w 1268186"/>
                <a:gd name="connsiteY0" fmla="*/ 494505 h 2305616"/>
                <a:gd name="connsiteX1" fmla="*/ 1164318 w 1268186"/>
                <a:gd name="connsiteY1" fmla="*/ 1074624 h 2305616"/>
                <a:gd name="connsiteX2" fmla="*/ 1268186 w 1268186"/>
                <a:gd name="connsiteY2" fmla="*/ 2305616 h 2305616"/>
                <a:gd name="connsiteX3" fmla="*/ 405493 w 1268186"/>
                <a:gd name="connsiteY3" fmla="*/ 1341323 h 2305616"/>
                <a:gd name="connsiteX4" fmla="*/ 0 w 1268186"/>
                <a:gd name="connsiteY4" fmla="*/ 494505 h 2305616"/>
                <a:gd name="connsiteX0" fmla="*/ 0 w 1268186"/>
                <a:gd name="connsiteY0" fmla="*/ 494505 h 2305616"/>
                <a:gd name="connsiteX1" fmla="*/ 1164318 w 1268186"/>
                <a:gd name="connsiteY1" fmla="*/ 1074624 h 2305616"/>
                <a:gd name="connsiteX2" fmla="*/ 1268186 w 1268186"/>
                <a:gd name="connsiteY2" fmla="*/ 2305616 h 2305616"/>
                <a:gd name="connsiteX3" fmla="*/ 405493 w 1268186"/>
                <a:gd name="connsiteY3" fmla="*/ 1341323 h 2305616"/>
                <a:gd name="connsiteX4" fmla="*/ 0 w 1268186"/>
                <a:gd name="connsiteY4" fmla="*/ 494505 h 2305616"/>
                <a:gd name="connsiteX0" fmla="*/ 0 w 1334861"/>
                <a:gd name="connsiteY0" fmla="*/ 494505 h 2296091"/>
                <a:gd name="connsiteX1" fmla="*/ 1164318 w 1334861"/>
                <a:gd name="connsiteY1" fmla="*/ 1074624 h 2296091"/>
                <a:gd name="connsiteX2" fmla="*/ 1334861 w 1334861"/>
                <a:gd name="connsiteY2" fmla="*/ 2296091 h 2296091"/>
                <a:gd name="connsiteX3" fmla="*/ 405493 w 1334861"/>
                <a:gd name="connsiteY3" fmla="*/ 1341323 h 2296091"/>
                <a:gd name="connsiteX4" fmla="*/ 0 w 1334861"/>
                <a:gd name="connsiteY4" fmla="*/ 494505 h 2296091"/>
                <a:gd name="connsiteX0" fmla="*/ 0 w 1334861"/>
                <a:gd name="connsiteY0" fmla="*/ 494505 h 2296091"/>
                <a:gd name="connsiteX1" fmla="*/ 1164318 w 1334861"/>
                <a:gd name="connsiteY1" fmla="*/ 1074624 h 2296091"/>
                <a:gd name="connsiteX2" fmla="*/ 1334861 w 1334861"/>
                <a:gd name="connsiteY2" fmla="*/ 2296091 h 2296091"/>
                <a:gd name="connsiteX3" fmla="*/ 405493 w 1334861"/>
                <a:gd name="connsiteY3" fmla="*/ 1341323 h 2296091"/>
                <a:gd name="connsiteX4" fmla="*/ 0 w 1334861"/>
                <a:gd name="connsiteY4" fmla="*/ 494505 h 2296091"/>
                <a:gd name="connsiteX0" fmla="*/ 0 w 1334861"/>
                <a:gd name="connsiteY0" fmla="*/ 494505 h 3246360"/>
                <a:gd name="connsiteX1" fmla="*/ 1164318 w 1334861"/>
                <a:gd name="connsiteY1" fmla="*/ 1074624 h 3246360"/>
                <a:gd name="connsiteX2" fmla="*/ 1334861 w 1334861"/>
                <a:gd name="connsiteY2" fmla="*/ 2296091 h 3246360"/>
                <a:gd name="connsiteX3" fmla="*/ 735693 w 1334861"/>
                <a:gd name="connsiteY3" fmla="*/ 3227275 h 3246360"/>
                <a:gd name="connsiteX4" fmla="*/ 405493 w 1334861"/>
                <a:gd name="connsiteY4" fmla="*/ 1341323 h 3246360"/>
                <a:gd name="connsiteX5" fmla="*/ 0 w 1334861"/>
                <a:gd name="connsiteY5" fmla="*/ 494505 h 3246360"/>
                <a:gd name="connsiteX0" fmla="*/ 0 w 1334861"/>
                <a:gd name="connsiteY0" fmla="*/ 494505 h 5050855"/>
                <a:gd name="connsiteX1" fmla="*/ 1164318 w 1334861"/>
                <a:gd name="connsiteY1" fmla="*/ 1074624 h 5050855"/>
                <a:gd name="connsiteX2" fmla="*/ 1334861 w 1334861"/>
                <a:gd name="connsiteY2" fmla="*/ 2296091 h 5050855"/>
                <a:gd name="connsiteX3" fmla="*/ 817580 w 1334861"/>
                <a:gd name="connsiteY3" fmla="*/ 5042427 h 5050855"/>
                <a:gd name="connsiteX4" fmla="*/ 405493 w 1334861"/>
                <a:gd name="connsiteY4" fmla="*/ 1341323 h 5050855"/>
                <a:gd name="connsiteX5" fmla="*/ 0 w 1334861"/>
                <a:gd name="connsiteY5" fmla="*/ 494505 h 5050855"/>
                <a:gd name="connsiteX0" fmla="*/ 290968 w 1625829"/>
                <a:gd name="connsiteY0" fmla="*/ 494505 h 5050855"/>
                <a:gd name="connsiteX1" fmla="*/ 1455286 w 1625829"/>
                <a:gd name="connsiteY1" fmla="*/ 1074624 h 5050855"/>
                <a:gd name="connsiteX2" fmla="*/ 1625829 w 1625829"/>
                <a:gd name="connsiteY2" fmla="*/ 2296091 h 5050855"/>
                <a:gd name="connsiteX3" fmla="*/ 1108548 w 1625829"/>
                <a:gd name="connsiteY3" fmla="*/ 5042427 h 5050855"/>
                <a:gd name="connsiteX4" fmla="*/ 696461 w 1625829"/>
                <a:gd name="connsiteY4" fmla="*/ 1341323 h 5050855"/>
                <a:gd name="connsiteX5" fmla="*/ 290968 w 1625829"/>
                <a:gd name="connsiteY5" fmla="*/ 494505 h 5050855"/>
                <a:gd name="connsiteX0" fmla="*/ 363831 w 1698692"/>
                <a:gd name="connsiteY0" fmla="*/ 494505 h 5050855"/>
                <a:gd name="connsiteX1" fmla="*/ 1528149 w 1698692"/>
                <a:gd name="connsiteY1" fmla="*/ 1074624 h 5050855"/>
                <a:gd name="connsiteX2" fmla="*/ 1698692 w 1698692"/>
                <a:gd name="connsiteY2" fmla="*/ 2296091 h 5050855"/>
                <a:gd name="connsiteX3" fmla="*/ 1181411 w 1698692"/>
                <a:gd name="connsiteY3" fmla="*/ 5042427 h 5050855"/>
                <a:gd name="connsiteX4" fmla="*/ 769324 w 1698692"/>
                <a:gd name="connsiteY4" fmla="*/ 1341323 h 5050855"/>
                <a:gd name="connsiteX5" fmla="*/ 363831 w 1698692"/>
                <a:gd name="connsiteY5" fmla="*/ 494505 h 5050855"/>
                <a:gd name="connsiteX0" fmla="*/ 326299 w 1661160"/>
                <a:gd name="connsiteY0" fmla="*/ 494505 h 5003356"/>
                <a:gd name="connsiteX1" fmla="*/ 1490617 w 1661160"/>
                <a:gd name="connsiteY1" fmla="*/ 1074624 h 5003356"/>
                <a:gd name="connsiteX2" fmla="*/ 1661160 w 1661160"/>
                <a:gd name="connsiteY2" fmla="*/ 2296091 h 5003356"/>
                <a:gd name="connsiteX3" fmla="*/ 1201029 w 1661160"/>
                <a:gd name="connsiteY3" fmla="*/ 4994802 h 5003356"/>
                <a:gd name="connsiteX4" fmla="*/ 731792 w 1661160"/>
                <a:gd name="connsiteY4" fmla="*/ 1341323 h 5003356"/>
                <a:gd name="connsiteX5" fmla="*/ 326299 w 1661160"/>
                <a:gd name="connsiteY5" fmla="*/ 494505 h 5003356"/>
                <a:gd name="connsiteX0" fmla="*/ 359311 w 1694172"/>
                <a:gd name="connsiteY0" fmla="*/ 494505 h 5003356"/>
                <a:gd name="connsiteX1" fmla="*/ 1523629 w 1694172"/>
                <a:gd name="connsiteY1" fmla="*/ 1074624 h 5003356"/>
                <a:gd name="connsiteX2" fmla="*/ 1694172 w 1694172"/>
                <a:gd name="connsiteY2" fmla="*/ 2296091 h 5003356"/>
                <a:gd name="connsiteX3" fmla="*/ 1234041 w 1694172"/>
                <a:gd name="connsiteY3" fmla="*/ 4994802 h 5003356"/>
                <a:gd name="connsiteX4" fmla="*/ 764804 w 1694172"/>
                <a:gd name="connsiteY4" fmla="*/ 1341323 h 5003356"/>
                <a:gd name="connsiteX5" fmla="*/ 359311 w 1694172"/>
                <a:gd name="connsiteY5" fmla="*/ 494505 h 5003356"/>
                <a:gd name="connsiteX0" fmla="*/ 379974 w 1714835"/>
                <a:gd name="connsiteY0" fmla="*/ 494505 h 5003356"/>
                <a:gd name="connsiteX1" fmla="*/ 1544292 w 1714835"/>
                <a:gd name="connsiteY1" fmla="*/ 1074624 h 5003356"/>
                <a:gd name="connsiteX2" fmla="*/ 1714835 w 1714835"/>
                <a:gd name="connsiteY2" fmla="*/ 2296091 h 5003356"/>
                <a:gd name="connsiteX3" fmla="*/ 1254704 w 1714835"/>
                <a:gd name="connsiteY3" fmla="*/ 4994802 h 5003356"/>
                <a:gd name="connsiteX4" fmla="*/ 785467 w 1714835"/>
                <a:gd name="connsiteY4" fmla="*/ 1341323 h 5003356"/>
                <a:gd name="connsiteX5" fmla="*/ 379974 w 1714835"/>
                <a:gd name="connsiteY5" fmla="*/ 494505 h 5003356"/>
                <a:gd name="connsiteX0" fmla="*/ 379974 w 2048769"/>
                <a:gd name="connsiteY0" fmla="*/ 494505 h 5467842"/>
                <a:gd name="connsiteX1" fmla="*/ 1544292 w 2048769"/>
                <a:gd name="connsiteY1" fmla="*/ 1074624 h 5467842"/>
                <a:gd name="connsiteX2" fmla="*/ 1714835 w 2048769"/>
                <a:gd name="connsiteY2" fmla="*/ 2296091 h 5467842"/>
                <a:gd name="connsiteX3" fmla="*/ 2039593 w 2048769"/>
                <a:gd name="connsiteY3" fmla="*/ 5179899 h 5467842"/>
                <a:gd name="connsiteX4" fmla="*/ 1254704 w 2048769"/>
                <a:gd name="connsiteY4" fmla="*/ 4994802 h 5467842"/>
                <a:gd name="connsiteX5" fmla="*/ 785467 w 2048769"/>
                <a:gd name="connsiteY5" fmla="*/ 1341323 h 5467842"/>
                <a:gd name="connsiteX6" fmla="*/ 379974 w 2048769"/>
                <a:gd name="connsiteY6" fmla="*/ 494505 h 5467842"/>
                <a:gd name="connsiteX0" fmla="*/ 379974 w 2048769"/>
                <a:gd name="connsiteY0" fmla="*/ 494505 h 5306824"/>
                <a:gd name="connsiteX1" fmla="*/ 1544292 w 2048769"/>
                <a:gd name="connsiteY1" fmla="*/ 1074624 h 5306824"/>
                <a:gd name="connsiteX2" fmla="*/ 1714835 w 2048769"/>
                <a:gd name="connsiteY2" fmla="*/ 2296091 h 5306824"/>
                <a:gd name="connsiteX3" fmla="*/ 2039593 w 2048769"/>
                <a:gd name="connsiteY3" fmla="*/ 5179899 h 5306824"/>
                <a:gd name="connsiteX4" fmla="*/ 1254704 w 2048769"/>
                <a:gd name="connsiteY4" fmla="*/ 4994802 h 5306824"/>
                <a:gd name="connsiteX5" fmla="*/ 785467 w 2048769"/>
                <a:gd name="connsiteY5" fmla="*/ 1341323 h 5306824"/>
                <a:gd name="connsiteX6" fmla="*/ 379974 w 2048769"/>
                <a:gd name="connsiteY6" fmla="*/ 494505 h 5306824"/>
                <a:gd name="connsiteX0" fmla="*/ 379974 w 2048769"/>
                <a:gd name="connsiteY0" fmla="*/ 494505 h 5232721"/>
                <a:gd name="connsiteX1" fmla="*/ 1544292 w 2048769"/>
                <a:gd name="connsiteY1" fmla="*/ 1074624 h 5232721"/>
                <a:gd name="connsiteX2" fmla="*/ 1714835 w 2048769"/>
                <a:gd name="connsiteY2" fmla="*/ 2296091 h 5232721"/>
                <a:gd name="connsiteX3" fmla="*/ 2039593 w 2048769"/>
                <a:gd name="connsiteY3" fmla="*/ 5179899 h 5232721"/>
                <a:gd name="connsiteX4" fmla="*/ 1254704 w 2048769"/>
                <a:gd name="connsiteY4" fmla="*/ 4994802 h 5232721"/>
                <a:gd name="connsiteX5" fmla="*/ 785467 w 2048769"/>
                <a:gd name="connsiteY5" fmla="*/ 1341323 h 5232721"/>
                <a:gd name="connsiteX6" fmla="*/ 379974 w 2048769"/>
                <a:gd name="connsiteY6" fmla="*/ 494505 h 5232721"/>
                <a:gd name="connsiteX0" fmla="*/ 379974 w 3241615"/>
                <a:gd name="connsiteY0" fmla="*/ 494505 h 5232721"/>
                <a:gd name="connsiteX1" fmla="*/ 1544292 w 3241615"/>
                <a:gd name="connsiteY1" fmla="*/ 1074624 h 5232721"/>
                <a:gd name="connsiteX2" fmla="*/ 1714835 w 3241615"/>
                <a:gd name="connsiteY2" fmla="*/ 2296091 h 5232721"/>
                <a:gd name="connsiteX3" fmla="*/ 3239743 w 3241615"/>
                <a:gd name="connsiteY3" fmla="*/ 4846525 h 5232721"/>
                <a:gd name="connsiteX4" fmla="*/ 2039593 w 3241615"/>
                <a:gd name="connsiteY4" fmla="*/ 5179899 h 5232721"/>
                <a:gd name="connsiteX5" fmla="*/ 1254704 w 3241615"/>
                <a:gd name="connsiteY5" fmla="*/ 4994802 h 5232721"/>
                <a:gd name="connsiteX6" fmla="*/ 785467 w 3241615"/>
                <a:gd name="connsiteY6" fmla="*/ 1341323 h 5232721"/>
                <a:gd name="connsiteX7" fmla="*/ 379974 w 3241615"/>
                <a:gd name="connsiteY7" fmla="*/ 494505 h 5232721"/>
                <a:gd name="connsiteX0" fmla="*/ 379974 w 3241834"/>
                <a:gd name="connsiteY0" fmla="*/ 494505 h 5284903"/>
                <a:gd name="connsiteX1" fmla="*/ 1544292 w 3241834"/>
                <a:gd name="connsiteY1" fmla="*/ 1074624 h 5284903"/>
                <a:gd name="connsiteX2" fmla="*/ 1714835 w 3241834"/>
                <a:gd name="connsiteY2" fmla="*/ 2296091 h 5284903"/>
                <a:gd name="connsiteX3" fmla="*/ 3239743 w 3241834"/>
                <a:gd name="connsiteY3" fmla="*/ 4846525 h 5284903"/>
                <a:gd name="connsiteX4" fmla="*/ 2039593 w 3241834"/>
                <a:gd name="connsiteY4" fmla="*/ 5179899 h 5284903"/>
                <a:gd name="connsiteX5" fmla="*/ 1254704 w 3241834"/>
                <a:gd name="connsiteY5" fmla="*/ 4994802 h 5284903"/>
                <a:gd name="connsiteX6" fmla="*/ 785467 w 3241834"/>
                <a:gd name="connsiteY6" fmla="*/ 1341323 h 5284903"/>
                <a:gd name="connsiteX7" fmla="*/ 379974 w 3241834"/>
                <a:gd name="connsiteY7" fmla="*/ 494505 h 5284903"/>
                <a:gd name="connsiteX0" fmla="*/ 379974 w 3239743"/>
                <a:gd name="connsiteY0" fmla="*/ 494505 h 5294515"/>
                <a:gd name="connsiteX1" fmla="*/ 1544292 w 3239743"/>
                <a:gd name="connsiteY1" fmla="*/ 1074624 h 5294515"/>
                <a:gd name="connsiteX2" fmla="*/ 1714835 w 3239743"/>
                <a:gd name="connsiteY2" fmla="*/ 2296091 h 5294515"/>
                <a:gd name="connsiteX3" fmla="*/ 3239743 w 3239743"/>
                <a:gd name="connsiteY3" fmla="*/ 4846525 h 5294515"/>
                <a:gd name="connsiteX4" fmla="*/ 2039593 w 3239743"/>
                <a:gd name="connsiteY4" fmla="*/ 5179899 h 5294515"/>
                <a:gd name="connsiteX5" fmla="*/ 1254704 w 3239743"/>
                <a:gd name="connsiteY5" fmla="*/ 4994802 h 5294515"/>
                <a:gd name="connsiteX6" fmla="*/ 785467 w 3239743"/>
                <a:gd name="connsiteY6" fmla="*/ 1341323 h 5294515"/>
                <a:gd name="connsiteX7" fmla="*/ 379974 w 3239743"/>
                <a:gd name="connsiteY7" fmla="*/ 494505 h 5294515"/>
                <a:gd name="connsiteX0" fmla="*/ 379974 w 3679065"/>
                <a:gd name="connsiteY0" fmla="*/ 494505 h 5294515"/>
                <a:gd name="connsiteX1" fmla="*/ 1544292 w 3679065"/>
                <a:gd name="connsiteY1" fmla="*/ 1074624 h 5294515"/>
                <a:gd name="connsiteX2" fmla="*/ 1714835 w 3679065"/>
                <a:gd name="connsiteY2" fmla="*/ 2296091 h 5294515"/>
                <a:gd name="connsiteX3" fmla="*/ 3601693 w 3679065"/>
                <a:gd name="connsiteY3" fmla="*/ 4427425 h 5294515"/>
                <a:gd name="connsiteX4" fmla="*/ 3239743 w 3679065"/>
                <a:gd name="connsiteY4" fmla="*/ 4846525 h 5294515"/>
                <a:gd name="connsiteX5" fmla="*/ 2039593 w 3679065"/>
                <a:gd name="connsiteY5" fmla="*/ 5179899 h 5294515"/>
                <a:gd name="connsiteX6" fmla="*/ 1254704 w 3679065"/>
                <a:gd name="connsiteY6" fmla="*/ 4994802 h 5294515"/>
                <a:gd name="connsiteX7" fmla="*/ 785467 w 3679065"/>
                <a:gd name="connsiteY7" fmla="*/ 1341323 h 5294515"/>
                <a:gd name="connsiteX8" fmla="*/ 379974 w 3679065"/>
                <a:gd name="connsiteY8" fmla="*/ 494505 h 5294515"/>
                <a:gd name="connsiteX0" fmla="*/ 379974 w 3642601"/>
                <a:gd name="connsiteY0" fmla="*/ 494505 h 5294515"/>
                <a:gd name="connsiteX1" fmla="*/ 1544292 w 3642601"/>
                <a:gd name="connsiteY1" fmla="*/ 1074624 h 5294515"/>
                <a:gd name="connsiteX2" fmla="*/ 1714835 w 3642601"/>
                <a:gd name="connsiteY2" fmla="*/ 2296091 h 5294515"/>
                <a:gd name="connsiteX3" fmla="*/ 3601693 w 3642601"/>
                <a:gd name="connsiteY3" fmla="*/ 4427425 h 5294515"/>
                <a:gd name="connsiteX4" fmla="*/ 3239743 w 3642601"/>
                <a:gd name="connsiteY4" fmla="*/ 4846525 h 5294515"/>
                <a:gd name="connsiteX5" fmla="*/ 2039593 w 3642601"/>
                <a:gd name="connsiteY5" fmla="*/ 5179899 h 5294515"/>
                <a:gd name="connsiteX6" fmla="*/ 1254704 w 3642601"/>
                <a:gd name="connsiteY6" fmla="*/ 4994802 h 5294515"/>
                <a:gd name="connsiteX7" fmla="*/ 785467 w 3642601"/>
                <a:gd name="connsiteY7" fmla="*/ 1341323 h 5294515"/>
                <a:gd name="connsiteX8" fmla="*/ 379974 w 3642601"/>
                <a:gd name="connsiteY8" fmla="*/ 494505 h 5294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42601" h="5294515">
                  <a:moveTo>
                    <a:pt x="379974" y="494505"/>
                  </a:moveTo>
                  <a:cubicBezTo>
                    <a:pt x="400082" y="-64295"/>
                    <a:pt x="1893315" y="-454365"/>
                    <a:pt x="1544292" y="1074624"/>
                  </a:cubicBezTo>
                  <a:cubicBezTo>
                    <a:pt x="1509594" y="1212963"/>
                    <a:pt x="1230118" y="1908741"/>
                    <a:pt x="1714835" y="2296091"/>
                  </a:cubicBezTo>
                  <a:cubicBezTo>
                    <a:pt x="1975185" y="2872354"/>
                    <a:pt x="3347542" y="4002353"/>
                    <a:pt x="3601693" y="4427425"/>
                  </a:cubicBezTo>
                  <a:cubicBezTo>
                    <a:pt x="3760594" y="4776297"/>
                    <a:pt x="3417543" y="4738575"/>
                    <a:pt x="3239743" y="4846525"/>
                  </a:cubicBezTo>
                  <a:cubicBezTo>
                    <a:pt x="3055744" y="5365260"/>
                    <a:pt x="2281533" y="5369499"/>
                    <a:pt x="2039593" y="5179899"/>
                  </a:cubicBezTo>
                  <a:cubicBezTo>
                    <a:pt x="1943855" y="5210584"/>
                    <a:pt x="1362125" y="5350402"/>
                    <a:pt x="1254704" y="4994802"/>
                  </a:cubicBezTo>
                  <a:cubicBezTo>
                    <a:pt x="-1176477" y="4179206"/>
                    <a:pt x="649874" y="2083704"/>
                    <a:pt x="785467" y="1341323"/>
                  </a:cubicBezTo>
                  <a:lnTo>
                    <a:pt x="379974" y="494505"/>
                  </a:lnTo>
                  <a:close/>
                </a:path>
              </a:pathLst>
            </a:custGeom>
            <a:solidFill>
              <a:srgbClr val="AB622D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CE83D1-1988-5129-6A46-1F2E7E743EF7}"/>
                </a:ext>
              </a:extLst>
            </p:cNvPr>
            <p:cNvSpPr/>
            <p:nvPr/>
          </p:nvSpPr>
          <p:spPr>
            <a:xfrm>
              <a:off x="4415549" y="819369"/>
              <a:ext cx="189492" cy="256641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1E150C3-9851-15A7-BAD3-E8466567DFFA}"/>
                </a:ext>
              </a:extLst>
            </p:cNvPr>
            <p:cNvSpPr/>
            <p:nvPr/>
          </p:nvSpPr>
          <p:spPr>
            <a:xfrm>
              <a:off x="4415916" y="884385"/>
              <a:ext cx="100836" cy="136568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 59">
              <a:extLst>
                <a:ext uri="{FF2B5EF4-FFF2-40B4-BE49-F238E27FC236}">
                  <a16:creationId xmlns:a16="http://schemas.microsoft.com/office/drawing/2014/main" id="{9F7F2F94-9C32-BD74-2A8D-45B036488A6C}"/>
                </a:ext>
              </a:extLst>
            </p:cNvPr>
            <p:cNvSpPr/>
            <p:nvPr/>
          </p:nvSpPr>
          <p:spPr>
            <a:xfrm>
              <a:off x="4474198" y="2576807"/>
              <a:ext cx="3392714" cy="2862998"/>
            </a:xfrm>
            <a:custGeom>
              <a:avLst/>
              <a:gdLst>
                <a:gd name="connsiteX0" fmla="*/ 0 w 2495550"/>
                <a:gd name="connsiteY0" fmla="*/ 0 h 717485"/>
                <a:gd name="connsiteX1" fmla="*/ 2495550 w 2495550"/>
                <a:gd name="connsiteY1" fmla="*/ 0 h 717485"/>
                <a:gd name="connsiteX2" fmla="*/ 2495550 w 2495550"/>
                <a:gd name="connsiteY2" fmla="*/ 717485 h 717485"/>
                <a:gd name="connsiteX3" fmla="*/ 0 w 2495550"/>
                <a:gd name="connsiteY3" fmla="*/ 717485 h 717485"/>
                <a:gd name="connsiteX4" fmla="*/ 0 w 2495550"/>
                <a:gd name="connsiteY4" fmla="*/ 0 h 717485"/>
                <a:gd name="connsiteX0" fmla="*/ 0 w 2495550"/>
                <a:gd name="connsiteY0" fmla="*/ 723900 h 1441385"/>
                <a:gd name="connsiteX1" fmla="*/ 2228850 w 2495550"/>
                <a:gd name="connsiteY1" fmla="*/ 0 h 1441385"/>
                <a:gd name="connsiteX2" fmla="*/ 2495550 w 2495550"/>
                <a:gd name="connsiteY2" fmla="*/ 1441385 h 1441385"/>
                <a:gd name="connsiteX3" fmla="*/ 0 w 2495550"/>
                <a:gd name="connsiteY3" fmla="*/ 1441385 h 1441385"/>
                <a:gd name="connsiteX4" fmla="*/ 0 w 2495550"/>
                <a:gd name="connsiteY4" fmla="*/ 723900 h 1441385"/>
                <a:gd name="connsiteX0" fmla="*/ 0 w 2667000"/>
                <a:gd name="connsiteY0" fmla="*/ 1085850 h 1441385"/>
                <a:gd name="connsiteX1" fmla="*/ 2400300 w 2667000"/>
                <a:gd name="connsiteY1" fmla="*/ 0 h 1441385"/>
                <a:gd name="connsiteX2" fmla="*/ 2667000 w 2667000"/>
                <a:gd name="connsiteY2" fmla="*/ 1441385 h 1441385"/>
                <a:gd name="connsiteX3" fmla="*/ 171450 w 2667000"/>
                <a:gd name="connsiteY3" fmla="*/ 1441385 h 1441385"/>
                <a:gd name="connsiteX4" fmla="*/ 0 w 2667000"/>
                <a:gd name="connsiteY4" fmla="*/ 1085850 h 1441385"/>
                <a:gd name="connsiteX0" fmla="*/ 0 w 2667000"/>
                <a:gd name="connsiteY0" fmla="*/ 1085850 h 2165285"/>
                <a:gd name="connsiteX1" fmla="*/ 2400300 w 2667000"/>
                <a:gd name="connsiteY1" fmla="*/ 0 h 2165285"/>
                <a:gd name="connsiteX2" fmla="*/ 2667000 w 2667000"/>
                <a:gd name="connsiteY2" fmla="*/ 1441385 h 2165285"/>
                <a:gd name="connsiteX3" fmla="*/ 2552700 w 2667000"/>
                <a:gd name="connsiteY3" fmla="*/ 2165285 h 2165285"/>
                <a:gd name="connsiteX4" fmla="*/ 0 w 2667000"/>
                <a:gd name="connsiteY4" fmla="*/ 1085850 h 2165285"/>
                <a:gd name="connsiteX0" fmla="*/ 0 w 3086100"/>
                <a:gd name="connsiteY0" fmla="*/ 1085850 h 2165285"/>
                <a:gd name="connsiteX1" fmla="*/ 2400300 w 3086100"/>
                <a:gd name="connsiteY1" fmla="*/ 0 h 2165285"/>
                <a:gd name="connsiteX2" fmla="*/ 3086100 w 3086100"/>
                <a:gd name="connsiteY2" fmla="*/ 1650935 h 2165285"/>
                <a:gd name="connsiteX3" fmla="*/ 2552700 w 3086100"/>
                <a:gd name="connsiteY3" fmla="*/ 2165285 h 2165285"/>
                <a:gd name="connsiteX4" fmla="*/ 0 w 3086100"/>
                <a:gd name="connsiteY4" fmla="*/ 1085850 h 2165285"/>
                <a:gd name="connsiteX0" fmla="*/ 83310 w 3169410"/>
                <a:gd name="connsiteY0" fmla="*/ 1085850 h 2165285"/>
                <a:gd name="connsiteX1" fmla="*/ 2483610 w 3169410"/>
                <a:gd name="connsiteY1" fmla="*/ 0 h 2165285"/>
                <a:gd name="connsiteX2" fmla="*/ 3169410 w 3169410"/>
                <a:gd name="connsiteY2" fmla="*/ 1650935 h 2165285"/>
                <a:gd name="connsiteX3" fmla="*/ 2636010 w 3169410"/>
                <a:gd name="connsiteY3" fmla="*/ 2165285 h 2165285"/>
                <a:gd name="connsiteX4" fmla="*/ 83310 w 3169410"/>
                <a:gd name="connsiteY4" fmla="*/ 1085850 h 2165285"/>
                <a:gd name="connsiteX0" fmla="*/ 91102 w 3177202"/>
                <a:gd name="connsiteY0" fmla="*/ 1486875 h 2566310"/>
                <a:gd name="connsiteX1" fmla="*/ 2491402 w 3177202"/>
                <a:gd name="connsiteY1" fmla="*/ 401025 h 2566310"/>
                <a:gd name="connsiteX2" fmla="*/ 3177202 w 3177202"/>
                <a:gd name="connsiteY2" fmla="*/ 2051960 h 2566310"/>
                <a:gd name="connsiteX3" fmla="*/ 2643802 w 3177202"/>
                <a:gd name="connsiteY3" fmla="*/ 2566310 h 2566310"/>
                <a:gd name="connsiteX4" fmla="*/ 91102 w 3177202"/>
                <a:gd name="connsiteY4" fmla="*/ 1486875 h 2566310"/>
                <a:gd name="connsiteX0" fmla="*/ 91102 w 3177202"/>
                <a:gd name="connsiteY0" fmla="*/ 1486875 h 2789351"/>
                <a:gd name="connsiteX1" fmla="*/ 2491402 w 3177202"/>
                <a:gd name="connsiteY1" fmla="*/ 401025 h 2789351"/>
                <a:gd name="connsiteX2" fmla="*/ 3177202 w 3177202"/>
                <a:gd name="connsiteY2" fmla="*/ 2051960 h 2789351"/>
                <a:gd name="connsiteX3" fmla="*/ 2643802 w 3177202"/>
                <a:gd name="connsiteY3" fmla="*/ 2566310 h 2789351"/>
                <a:gd name="connsiteX4" fmla="*/ 91102 w 3177202"/>
                <a:gd name="connsiteY4" fmla="*/ 1486875 h 2789351"/>
                <a:gd name="connsiteX0" fmla="*/ 91102 w 3177202"/>
                <a:gd name="connsiteY0" fmla="*/ 1486875 h 2873223"/>
                <a:gd name="connsiteX1" fmla="*/ 2491402 w 3177202"/>
                <a:gd name="connsiteY1" fmla="*/ 401025 h 2873223"/>
                <a:gd name="connsiteX2" fmla="*/ 3177202 w 3177202"/>
                <a:gd name="connsiteY2" fmla="*/ 2051960 h 2873223"/>
                <a:gd name="connsiteX3" fmla="*/ 2643802 w 3177202"/>
                <a:gd name="connsiteY3" fmla="*/ 2566310 h 2873223"/>
                <a:gd name="connsiteX4" fmla="*/ 91102 w 3177202"/>
                <a:gd name="connsiteY4" fmla="*/ 1486875 h 2873223"/>
                <a:gd name="connsiteX0" fmla="*/ 91102 w 3205817"/>
                <a:gd name="connsiteY0" fmla="*/ 1486875 h 2873223"/>
                <a:gd name="connsiteX1" fmla="*/ 2491402 w 3205817"/>
                <a:gd name="connsiteY1" fmla="*/ 401025 h 2873223"/>
                <a:gd name="connsiteX2" fmla="*/ 3177202 w 3205817"/>
                <a:gd name="connsiteY2" fmla="*/ 2051960 h 2873223"/>
                <a:gd name="connsiteX3" fmla="*/ 2643802 w 3205817"/>
                <a:gd name="connsiteY3" fmla="*/ 2566310 h 2873223"/>
                <a:gd name="connsiteX4" fmla="*/ 91102 w 3205817"/>
                <a:gd name="connsiteY4" fmla="*/ 1486875 h 2873223"/>
                <a:gd name="connsiteX0" fmla="*/ 91102 w 3370014"/>
                <a:gd name="connsiteY0" fmla="*/ 1486875 h 2873223"/>
                <a:gd name="connsiteX1" fmla="*/ 2491402 w 3370014"/>
                <a:gd name="connsiteY1" fmla="*/ 401025 h 2873223"/>
                <a:gd name="connsiteX2" fmla="*/ 3177202 w 3370014"/>
                <a:gd name="connsiteY2" fmla="*/ 2051960 h 2873223"/>
                <a:gd name="connsiteX3" fmla="*/ 2643802 w 3370014"/>
                <a:gd name="connsiteY3" fmla="*/ 2566310 h 2873223"/>
                <a:gd name="connsiteX4" fmla="*/ 91102 w 3370014"/>
                <a:gd name="connsiteY4" fmla="*/ 1486875 h 2873223"/>
                <a:gd name="connsiteX0" fmla="*/ 91102 w 3399424"/>
                <a:gd name="connsiteY0" fmla="*/ 1486875 h 2873223"/>
                <a:gd name="connsiteX1" fmla="*/ 2491402 w 3399424"/>
                <a:gd name="connsiteY1" fmla="*/ 401025 h 2873223"/>
                <a:gd name="connsiteX2" fmla="*/ 3177202 w 3399424"/>
                <a:gd name="connsiteY2" fmla="*/ 2051960 h 2873223"/>
                <a:gd name="connsiteX3" fmla="*/ 2643802 w 3399424"/>
                <a:gd name="connsiteY3" fmla="*/ 2566310 h 2873223"/>
                <a:gd name="connsiteX4" fmla="*/ 91102 w 3399424"/>
                <a:gd name="connsiteY4" fmla="*/ 1486875 h 2873223"/>
                <a:gd name="connsiteX0" fmla="*/ 91102 w 3447725"/>
                <a:gd name="connsiteY0" fmla="*/ 1486875 h 2873223"/>
                <a:gd name="connsiteX1" fmla="*/ 2491402 w 3447725"/>
                <a:gd name="connsiteY1" fmla="*/ 401025 h 2873223"/>
                <a:gd name="connsiteX2" fmla="*/ 3177202 w 3447725"/>
                <a:gd name="connsiteY2" fmla="*/ 2051960 h 2873223"/>
                <a:gd name="connsiteX3" fmla="*/ 2643802 w 3447725"/>
                <a:gd name="connsiteY3" fmla="*/ 2566310 h 2873223"/>
                <a:gd name="connsiteX4" fmla="*/ 91102 w 3447725"/>
                <a:gd name="connsiteY4" fmla="*/ 1486875 h 2873223"/>
                <a:gd name="connsiteX0" fmla="*/ 92790 w 3441678"/>
                <a:gd name="connsiteY0" fmla="*/ 1476650 h 2862998"/>
                <a:gd name="connsiteX1" fmla="*/ 2450227 w 3441678"/>
                <a:gd name="connsiteY1" fmla="*/ 405088 h 2862998"/>
                <a:gd name="connsiteX2" fmla="*/ 3178890 w 3441678"/>
                <a:gd name="connsiteY2" fmla="*/ 2041735 h 2862998"/>
                <a:gd name="connsiteX3" fmla="*/ 2645490 w 3441678"/>
                <a:gd name="connsiteY3" fmla="*/ 2556085 h 2862998"/>
                <a:gd name="connsiteX4" fmla="*/ 92790 w 3441678"/>
                <a:gd name="connsiteY4" fmla="*/ 1476650 h 2862998"/>
                <a:gd name="connsiteX0" fmla="*/ 92790 w 3392714"/>
                <a:gd name="connsiteY0" fmla="*/ 1476650 h 2862998"/>
                <a:gd name="connsiteX1" fmla="*/ 2450227 w 3392714"/>
                <a:gd name="connsiteY1" fmla="*/ 405088 h 2862998"/>
                <a:gd name="connsiteX2" fmla="*/ 3178890 w 3392714"/>
                <a:gd name="connsiteY2" fmla="*/ 2041735 h 2862998"/>
                <a:gd name="connsiteX3" fmla="*/ 2645490 w 3392714"/>
                <a:gd name="connsiteY3" fmla="*/ 2556085 h 2862998"/>
                <a:gd name="connsiteX4" fmla="*/ 92790 w 3392714"/>
                <a:gd name="connsiteY4" fmla="*/ 1476650 h 2862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714" h="2862998">
                  <a:moveTo>
                    <a:pt x="92790" y="1476650"/>
                  </a:moveTo>
                  <a:cubicBezTo>
                    <a:pt x="-435848" y="-85450"/>
                    <a:pt x="1421527" y="-347387"/>
                    <a:pt x="2450227" y="405088"/>
                  </a:cubicBezTo>
                  <a:cubicBezTo>
                    <a:pt x="3021727" y="841100"/>
                    <a:pt x="3764678" y="2120073"/>
                    <a:pt x="3178890" y="2041735"/>
                  </a:cubicBezTo>
                  <a:cubicBezTo>
                    <a:pt x="3415428" y="2098885"/>
                    <a:pt x="3609103" y="2613235"/>
                    <a:pt x="2645490" y="2556085"/>
                  </a:cubicBezTo>
                  <a:cubicBezTo>
                    <a:pt x="2351803" y="3339273"/>
                    <a:pt x="200740" y="2493687"/>
                    <a:pt x="92790" y="1476650"/>
                  </a:cubicBezTo>
                  <a:close/>
                </a:path>
              </a:pathLst>
            </a:custGeom>
            <a:solidFill>
              <a:srgbClr val="A05D3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54">
              <a:extLst>
                <a:ext uri="{FF2B5EF4-FFF2-40B4-BE49-F238E27FC236}">
                  <a16:creationId xmlns:a16="http://schemas.microsoft.com/office/drawing/2014/main" id="{B5999A5B-3D4B-6F56-CA43-96328FFC8FED}"/>
                </a:ext>
              </a:extLst>
            </p:cNvPr>
            <p:cNvSpPr/>
            <p:nvPr/>
          </p:nvSpPr>
          <p:spPr>
            <a:xfrm>
              <a:off x="3686180" y="896049"/>
              <a:ext cx="703715" cy="1088577"/>
            </a:xfrm>
            <a:custGeom>
              <a:avLst/>
              <a:gdLst>
                <a:gd name="connsiteX0" fmla="*/ 0 w 466348"/>
                <a:gd name="connsiteY0" fmla="*/ 0 h 313308"/>
                <a:gd name="connsiteX1" fmla="*/ 466348 w 466348"/>
                <a:gd name="connsiteY1" fmla="*/ 0 h 313308"/>
                <a:gd name="connsiteX2" fmla="*/ 466348 w 466348"/>
                <a:gd name="connsiteY2" fmla="*/ 313308 h 313308"/>
                <a:gd name="connsiteX3" fmla="*/ 0 w 466348"/>
                <a:gd name="connsiteY3" fmla="*/ 313308 h 313308"/>
                <a:gd name="connsiteX4" fmla="*/ 0 w 466348"/>
                <a:gd name="connsiteY4" fmla="*/ 0 h 313308"/>
                <a:gd name="connsiteX0" fmla="*/ 0 w 466348"/>
                <a:gd name="connsiteY0" fmla="*/ 45720 h 359028"/>
                <a:gd name="connsiteX1" fmla="*/ 329188 w 466348"/>
                <a:gd name="connsiteY1" fmla="*/ 0 h 359028"/>
                <a:gd name="connsiteX2" fmla="*/ 466348 w 466348"/>
                <a:gd name="connsiteY2" fmla="*/ 359028 h 359028"/>
                <a:gd name="connsiteX3" fmla="*/ 0 w 466348"/>
                <a:gd name="connsiteY3" fmla="*/ 359028 h 359028"/>
                <a:gd name="connsiteX4" fmla="*/ 0 w 466348"/>
                <a:gd name="connsiteY4" fmla="*/ 45720 h 359028"/>
                <a:gd name="connsiteX0" fmla="*/ 0 w 626368"/>
                <a:gd name="connsiteY0" fmla="*/ 45720 h 549528"/>
                <a:gd name="connsiteX1" fmla="*/ 329188 w 626368"/>
                <a:gd name="connsiteY1" fmla="*/ 0 h 549528"/>
                <a:gd name="connsiteX2" fmla="*/ 626368 w 626368"/>
                <a:gd name="connsiteY2" fmla="*/ 549528 h 549528"/>
                <a:gd name="connsiteX3" fmla="*/ 0 w 626368"/>
                <a:gd name="connsiteY3" fmla="*/ 359028 h 549528"/>
                <a:gd name="connsiteX4" fmla="*/ 0 w 626368"/>
                <a:gd name="connsiteY4" fmla="*/ 45720 h 549528"/>
                <a:gd name="connsiteX0" fmla="*/ 0 w 496828"/>
                <a:gd name="connsiteY0" fmla="*/ 45720 h 397128"/>
                <a:gd name="connsiteX1" fmla="*/ 329188 w 496828"/>
                <a:gd name="connsiteY1" fmla="*/ 0 h 397128"/>
                <a:gd name="connsiteX2" fmla="*/ 496828 w 496828"/>
                <a:gd name="connsiteY2" fmla="*/ 397128 h 397128"/>
                <a:gd name="connsiteX3" fmla="*/ 0 w 496828"/>
                <a:gd name="connsiteY3" fmla="*/ 359028 h 397128"/>
                <a:gd name="connsiteX4" fmla="*/ 0 w 496828"/>
                <a:gd name="connsiteY4" fmla="*/ 45720 h 397128"/>
                <a:gd name="connsiteX0" fmla="*/ 0 w 618748"/>
                <a:gd name="connsiteY0" fmla="*/ 45720 h 435228"/>
                <a:gd name="connsiteX1" fmla="*/ 329188 w 618748"/>
                <a:gd name="connsiteY1" fmla="*/ 0 h 435228"/>
                <a:gd name="connsiteX2" fmla="*/ 618748 w 618748"/>
                <a:gd name="connsiteY2" fmla="*/ 435228 h 435228"/>
                <a:gd name="connsiteX3" fmla="*/ 0 w 618748"/>
                <a:gd name="connsiteY3" fmla="*/ 359028 h 435228"/>
                <a:gd name="connsiteX4" fmla="*/ 0 w 618748"/>
                <a:gd name="connsiteY4" fmla="*/ 45720 h 435228"/>
                <a:gd name="connsiteX0" fmla="*/ 0 w 626368"/>
                <a:gd name="connsiteY0" fmla="*/ 45720 h 458088"/>
                <a:gd name="connsiteX1" fmla="*/ 329188 w 626368"/>
                <a:gd name="connsiteY1" fmla="*/ 0 h 458088"/>
                <a:gd name="connsiteX2" fmla="*/ 626368 w 626368"/>
                <a:gd name="connsiteY2" fmla="*/ 458088 h 458088"/>
                <a:gd name="connsiteX3" fmla="*/ 0 w 626368"/>
                <a:gd name="connsiteY3" fmla="*/ 359028 h 458088"/>
                <a:gd name="connsiteX4" fmla="*/ 0 w 626368"/>
                <a:gd name="connsiteY4" fmla="*/ 45720 h 458088"/>
                <a:gd name="connsiteX0" fmla="*/ 0 w 626368"/>
                <a:gd name="connsiteY0" fmla="*/ 45720 h 458088"/>
                <a:gd name="connsiteX1" fmla="*/ 329188 w 626368"/>
                <a:gd name="connsiteY1" fmla="*/ 0 h 458088"/>
                <a:gd name="connsiteX2" fmla="*/ 626368 w 626368"/>
                <a:gd name="connsiteY2" fmla="*/ 458088 h 458088"/>
                <a:gd name="connsiteX3" fmla="*/ 0 w 626368"/>
                <a:gd name="connsiteY3" fmla="*/ 359028 h 458088"/>
                <a:gd name="connsiteX4" fmla="*/ 0 w 626368"/>
                <a:gd name="connsiteY4" fmla="*/ 45720 h 458088"/>
                <a:gd name="connsiteX0" fmla="*/ 0 w 641729"/>
                <a:gd name="connsiteY0" fmla="*/ 45720 h 458088"/>
                <a:gd name="connsiteX1" fmla="*/ 329188 w 641729"/>
                <a:gd name="connsiteY1" fmla="*/ 0 h 458088"/>
                <a:gd name="connsiteX2" fmla="*/ 626368 w 641729"/>
                <a:gd name="connsiteY2" fmla="*/ 458088 h 458088"/>
                <a:gd name="connsiteX3" fmla="*/ 0 w 641729"/>
                <a:gd name="connsiteY3" fmla="*/ 359028 h 458088"/>
                <a:gd name="connsiteX4" fmla="*/ 0 w 641729"/>
                <a:gd name="connsiteY4" fmla="*/ 45720 h 458088"/>
                <a:gd name="connsiteX0" fmla="*/ 0 w 639515"/>
                <a:gd name="connsiteY0" fmla="*/ 51467 h 463835"/>
                <a:gd name="connsiteX1" fmla="*/ 329188 w 639515"/>
                <a:gd name="connsiteY1" fmla="*/ 5747 h 463835"/>
                <a:gd name="connsiteX2" fmla="*/ 626368 w 639515"/>
                <a:gd name="connsiteY2" fmla="*/ 463835 h 463835"/>
                <a:gd name="connsiteX3" fmla="*/ 0 w 639515"/>
                <a:gd name="connsiteY3" fmla="*/ 364775 h 463835"/>
                <a:gd name="connsiteX4" fmla="*/ 0 w 639515"/>
                <a:gd name="connsiteY4" fmla="*/ 51467 h 463835"/>
                <a:gd name="connsiteX0" fmla="*/ 0 w 639515"/>
                <a:gd name="connsiteY0" fmla="*/ 105982 h 518350"/>
                <a:gd name="connsiteX1" fmla="*/ 329188 w 639515"/>
                <a:gd name="connsiteY1" fmla="*/ 60262 h 518350"/>
                <a:gd name="connsiteX2" fmla="*/ 626368 w 639515"/>
                <a:gd name="connsiteY2" fmla="*/ 518350 h 518350"/>
                <a:gd name="connsiteX3" fmla="*/ 0 w 639515"/>
                <a:gd name="connsiteY3" fmla="*/ 419290 h 518350"/>
                <a:gd name="connsiteX4" fmla="*/ 0 w 639515"/>
                <a:gd name="connsiteY4" fmla="*/ 105982 h 518350"/>
                <a:gd name="connsiteX0" fmla="*/ 42862 w 639515"/>
                <a:gd name="connsiteY0" fmla="*/ 203371 h 501439"/>
                <a:gd name="connsiteX1" fmla="*/ 329188 w 639515"/>
                <a:gd name="connsiteY1" fmla="*/ 43351 h 501439"/>
                <a:gd name="connsiteX2" fmla="*/ 626368 w 639515"/>
                <a:gd name="connsiteY2" fmla="*/ 501439 h 501439"/>
                <a:gd name="connsiteX3" fmla="*/ 0 w 639515"/>
                <a:gd name="connsiteY3" fmla="*/ 402379 h 501439"/>
                <a:gd name="connsiteX4" fmla="*/ 42862 w 639515"/>
                <a:gd name="connsiteY4" fmla="*/ 203371 h 501439"/>
                <a:gd name="connsiteX0" fmla="*/ 78871 w 675524"/>
                <a:gd name="connsiteY0" fmla="*/ 215583 h 513651"/>
                <a:gd name="connsiteX1" fmla="*/ 365197 w 675524"/>
                <a:gd name="connsiteY1" fmla="*/ 55563 h 513651"/>
                <a:gd name="connsiteX2" fmla="*/ 662377 w 675524"/>
                <a:gd name="connsiteY2" fmla="*/ 513651 h 513651"/>
                <a:gd name="connsiteX3" fmla="*/ 36009 w 675524"/>
                <a:gd name="connsiteY3" fmla="*/ 414591 h 513651"/>
                <a:gd name="connsiteX4" fmla="*/ 78871 w 675524"/>
                <a:gd name="connsiteY4" fmla="*/ 215583 h 513651"/>
                <a:gd name="connsiteX0" fmla="*/ 78871 w 675524"/>
                <a:gd name="connsiteY0" fmla="*/ 215583 h 728916"/>
                <a:gd name="connsiteX1" fmla="*/ 365197 w 675524"/>
                <a:gd name="connsiteY1" fmla="*/ 55563 h 728916"/>
                <a:gd name="connsiteX2" fmla="*/ 662377 w 675524"/>
                <a:gd name="connsiteY2" fmla="*/ 513651 h 728916"/>
                <a:gd name="connsiteX3" fmla="*/ 188409 w 675524"/>
                <a:gd name="connsiteY3" fmla="*/ 728916 h 728916"/>
                <a:gd name="connsiteX4" fmla="*/ 78871 w 675524"/>
                <a:gd name="connsiteY4" fmla="*/ 215583 h 728916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159834 w 675524"/>
                <a:gd name="connsiteY3" fmla="*/ 705104 h 705104"/>
                <a:gd name="connsiteX4" fmla="*/ 78871 w 675524"/>
                <a:gd name="connsiteY4" fmla="*/ 215583 h 705104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159834 w 675524"/>
                <a:gd name="connsiteY3" fmla="*/ 705104 h 705104"/>
                <a:gd name="connsiteX4" fmla="*/ 78871 w 675524"/>
                <a:gd name="connsiteY4" fmla="*/ 215583 h 705104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319082 w 675524"/>
                <a:gd name="connsiteY3" fmla="*/ 456501 h 705104"/>
                <a:gd name="connsiteX4" fmla="*/ 159834 w 675524"/>
                <a:gd name="connsiteY4" fmla="*/ 705104 h 705104"/>
                <a:gd name="connsiteX5" fmla="*/ 78871 w 675524"/>
                <a:gd name="connsiteY5" fmla="*/ 215583 h 705104"/>
                <a:gd name="connsiteX0" fmla="*/ 78871 w 675524"/>
                <a:gd name="connsiteY0" fmla="*/ 215583 h 922546"/>
                <a:gd name="connsiteX1" fmla="*/ 365197 w 675524"/>
                <a:gd name="connsiteY1" fmla="*/ 55563 h 922546"/>
                <a:gd name="connsiteX2" fmla="*/ 662377 w 675524"/>
                <a:gd name="connsiteY2" fmla="*/ 513651 h 922546"/>
                <a:gd name="connsiteX3" fmla="*/ 319082 w 675524"/>
                <a:gd name="connsiteY3" fmla="*/ 456501 h 922546"/>
                <a:gd name="connsiteX4" fmla="*/ 159834 w 675524"/>
                <a:gd name="connsiteY4" fmla="*/ 705104 h 922546"/>
                <a:gd name="connsiteX5" fmla="*/ 78871 w 675524"/>
                <a:gd name="connsiteY5" fmla="*/ 215583 h 922546"/>
                <a:gd name="connsiteX0" fmla="*/ 78871 w 675524"/>
                <a:gd name="connsiteY0" fmla="*/ 215583 h 1079166"/>
                <a:gd name="connsiteX1" fmla="*/ 365197 w 675524"/>
                <a:gd name="connsiteY1" fmla="*/ 55563 h 1079166"/>
                <a:gd name="connsiteX2" fmla="*/ 662377 w 675524"/>
                <a:gd name="connsiteY2" fmla="*/ 513651 h 1079166"/>
                <a:gd name="connsiteX3" fmla="*/ 319082 w 675524"/>
                <a:gd name="connsiteY3" fmla="*/ 456501 h 1079166"/>
                <a:gd name="connsiteX4" fmla="*/ 159834 w 675524"/>
                <a:gd name="connsiteY4" fmla="*/ 705104 h 1079166"/>
                <a:gd name="connsiteX5" fmla="*/ 78871 w 675524"/>
                <a:gd name="connsiteY5" fmla="*/ 215583 h 1079166"/>
                <a:gd name="connsiteX0" fmla="*/ 78871 w 675524"/>
                <a:gd name="connsiteY0" fmla="*/ 215583 h 793174"/>
                <a:gd name="connsiteX1" fmla="*/ 365197 w 675524"/>
                <a:gd name="connsiteY1" fmla="*/ 55563 h 793174"/>
                <a:gd name="connsiteX2" fmla="*/ 662377 w 675524"/>
                <a:gd name="connsiteY2" fmla="*/ 513651 h 793174"/>
                <a:gd name="connsiteX3" fmla="*/ 319082 w 675524"/>
                <a:gd name="connsiteY3" fmla="*/ 456501 h 793174"/>
                <a:gd name="connsiteX4" fmla="*/ 195257 w 675524"/>
                <a:gd name="connsiteY4" fmla="*/ 770826 h 793174"/>
                <a:gd name="connsiteX5" fmla="*/ 159834 w 675524"/>
                <a:gd name="connsiteY5" fmla="*/ 705104 h 793174"/>
                <a:gd name="connsiteX6" fmla="*/ 78871 w 675524"/>
                <a:gd name="connsiteY6" fmla="*/ 215583 h 793174"/>
                <a:gd name="connsiteX0" fmla="*/ 78871 w 675524"/>
                <a:gd name="connsiteY0" fmla="*/ 215583 h 1040844"/>
                <a:gd name="connsiteX1" fmla="*/ 365197 w 675524"/>
                <a:gd name="connsiteY1" fmla="*/ 55563 h 1040844"/>
                <a:gd name="connsiteX2" fmla="*/ 662377 w 675524"/>
                <a:gd name="connsiteY2" fmla="*/ 513651 h 1040844"/>
                <a:gd name="connsiteX3" fmla="*/ 319082 w 675524"/>
                <a:gd name="connsiteY3" fmla="*/ 456501 h 1040844"/>
                <a:gd name="connsiteX4" fmla="*/ 195257 w 675524"/>
                <a:gd name="connsiteY4" fmla="*/ 770826 h 1040844"/>
                <a:gd name="connsiteX5" fmla="*/ 159834 w 675524"/>
                <a:gd name="connsiteY5" fmla="*/ 705104 h 1040844"/>
                <a:gd name="connsiteX6" fmla="*/ 78871 w 675524"/>
                <a:gd name="connsiteY6" fmla="*/ 215583 h 1040844"/>
                <a:gd name="connsiteX0" fmla="*/ 78871 w 675524"/>
                <a:gd name="connsiteY0" fmla="*/ 215583 h 1053049"/>
                <a:gd name="connsiteX1" fmla="*/ 365197 w 675524"/>
                <a:gd name="connsiteY1" fmla="*/ 55563 h 1053049"/>
                <a:gd name="connsiteX2" fmla="*/ 662377 w 675524"/>
                <a:gd name="connsiteY2" fmla="*/ 513651 h 1053049"/>
                <a:gd name="connsiteX3" fmla="*/ 309557 w 675524"/>
                <a:gd name="connsiteY3" fmla="*/ 523176 h 1053049"/>
                <a:gd name="connsiteX4" fmla="*/ 195257 w 675524"/>
                <a:gd name="connsiteY4" fmla="*/ 770826 h 1053049"/>
                <a:gd name="connsiteX5" fmla="*/ 159834 w 675524"/>
                <a:gd name="connsiteY5" fmla="*/ 705104 h 1053049"/>
                <a:gd name="connsiteX6" fmla="*/ 78871 w 675524"/>
                <a:gd name="connsiteY6" fmla="*/ 215583 h 1053049"/>
                <a:gd name="connsiteX0" fmla="*/ 78871 w 675524"/>
                <a:gd name="connsiteY0" fmla="*/ 215583 h 1034022"/>
                <a:gd name="connsiteX1" fmla="*/ 365197 w 675524"/>
                <a:gd name="connsiteY1" fmla="*/ 55563 h 1034022"/>
                <a:gd name="connsiteX2" fmla="*/ 662377 w 675524"/>
                <a:gd name="connsiteY2" fmla="*/ 513651 h 1034022"/>
                <a:gd name="connsiteX3" fmla="*/ 309557 w 675524"/>
                <a:gd name="connsiteY3" fmla="*/ 523176 h 1034022"/>
                <a:gd name="connsiteX4" fmla="*/ 195257 w 675524"/>
                <a:gd name="connsiteY4" fmla="*/ 770826 h 1034022"/>
                <a:gd name="connsiteX5" fmla="*/ 159834 w 675524"/>
                <a:gd name="connsiteY5" fmla="*/ 705104 h 1034022"/>
                <a:gd name="connsiteX6" fmla="*/ 78871 w 675524"/>
                <a:gd name="connsiteY6" fmla="*/ 215583 h 1034022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09557 w 675524"/>
                <a:gd name="connsiteY3" fmla="*/ 523176 h 1088577"/>
                <a:gd name="connsiteX4" fmla="*/ 195257 w 675524"/>
                <a:gd name="connsiteY4" fmla="*/ 770826 h 1088577"/>
                <a:gd name="connsiteX5" fmla="*/ 159834 w 675524"/>
                <a:gd name="connsiteY5" fmla="*/ 705104 h 1088577"/>
                <a:gd name="connsiteX6" fmla="*/ 78871 w 675524"/>
                <a:gd name="connsiteY6" fmla="*/ 215583 h 1088577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64325 w 675524"/>
                <a:gd name="connsiteY3" fmla="*/ 516032 h 1088577"/>
                <a:gd name="connsiteX4" fmla="*/ 309557 w 675524"/>
                <a:gd name="connsiteY4" fmla="*/ 523176 h 1088577"/>
                <a:gd name="connsiteX5" fmla="*/ 195257 w 675524"/>
                <a:gd name="connsiteY5" fmla="*/ 770826 h 1088577"/>
                <a:gd name="connsiteX6" fmla="*/ 159834 w 675524"/>
                <a:gd name="connsiteY6" fmla="*/ 705104 h 1088577"/>
                <a:gd name="connsiteX7" fmla="*/ 78871 w 675524"/>
                <a:gd name="connsiteY7" fmla="*/ 215583 h 1088577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64325 w 675524"/>
                <a:gd name="connsiteY3" fmla="*/ 516032 h 1088577"/>
                <a:gd name="connsiteX4" fmla="*/ 309557 w 675524"/>
                <a:gd name="connsiteY4" fmla="*/ 523176 h 1088577"/>
                <a:gd name="connsiteX5" fmla="*/ 195257 w 675524"/>
                <a:gd name="connsiteY5" fmla="*/ 770826 h 1088577"/>
                <a:gd name="connsiteX6" fmla="*/ 159834 w 675524"/>
                <a:gd name="connsiteY6" fmla="*/ 705104 h 1088577"/>
                <a:gd name="connsiteX7" fmla="*/ 78871 w 675524"/>
                <a:gd name="connsiteY7" fmla="*/ 215583 h 1088577"/>
                <a:gd name="connsiteX0" fmla="*/ 78871 w 699240"/>
                <a:gd name="connsiteY0" fmla="*/ 215583 h 1088577"/>
                <a:gd name="connsiteX1" fmla="*/ 365197 w 699240"/>
                <a:gd name="connsiteY1" fmla="*/ 55563 h 1088577"/>
                <a:gd name="connsiteX2" fmla="*/ 662377 w 699240"/>
                <a:gd name="connsiteY2" fmla="*/ 513651 h 1088577"/>
                <a:gd name="connsiteX3" fmla="*/ 364325 w 699240"/>
                <a:gd name="connsiteY3" fmla="*/ 516032 h 1088577"/>
                <a:gd name="connsiteX4" fmla="*/ 309557 w 699240"/>
                <a:gd name="connsiteY4" fmla="*/ 523176 h 1088577"/>
                <a:gd name="connsiteX5" fmla="*/ 195257 w 699240"/>
                <a:gd name="connsiteY5" fmla="*/ 770826 h 1088577"/>
                <a:gd name="connsiteX6" fmla="*/ 159834 w 699240"/>
                <a:gd name="connsiteY6" fmla="*/ 705104 h 1088577"/>
                <a:gd name="connsiteX7" fmla="*/ 78871 w 699240"/>
                <a:gd name="connsiteY7" fmla="*/ 215583 h 1088577"/>
                <a:gd name="connsiteX0" fmla="*/ 78871 w 690001"/>
                <a:gd name="connsiteY0" fmla="*/ 215583 h 1088577"/>
                <a:gd name="connsiteX1" fmla="*/ 365197 w 690001"/>
                <a:gd name="connsiteY1" fmla="*/ 55563 h 1088577"/>
                <a:gd name="connsiteX2" fmla="*/ 662377 w 690001"/>
                <a:gd name="connsiteY2" fmla="*/ 513651 h 1088577"/>
                <a:gd name="connsiteX3" fmla="*/ 364325 w 690001"/>
                <a:gd name="connsiteY3" fmla="*/ 516032 h 1088577"/>
                <a:gd name="connsiteX4" fmla="*/ 309557 w 690001"/>
                <a:gd name="connsiteY4" fmla="*/ 523176 h 1088577"/>
                <a:gd name="connsiteX5" fmla="*/ 195257 w 690001"/>
                <a:gd name="connsiteY5" fmla="*/ 770826 h 1088577"/>
                <a:gd name="connsiteX6" fmla="*/ 159834 w 690001"/>
                <a:gd name="connsiteY6" fmla="*/ 705104 h 1088577"/>
                <a:gd name="connsiteX7" fmla="*/ 78871 w 690001"/>
                <a:gd name="connsiteY7" fmla="*/ 215583 h 1088577"/>
                <a:gd name="connsiteX0" fmla="*/ 78871 w 703715"/>
                <a:gd name="connsiteY0" fmla="*/ 215583 h 1088577"/>
                <a:gd name="connsiteX1" fmla="*/ 365197 w 703715"/>
                <a:gd name="connsiteY1" fmla="*/ 55563 h 1088577"/>
                <a:gd name="connsiteX2" fmla="*/ 662377 w 703715"/>
                <a:gd name="connsiteY2" fmla="*/ 513651 h 1088577"/>
                <a:gd name="connsiteX3" fmla="*/ 364325 w 703715"/>
                <a:gd name="connsiteY3" fmla="*/ 516032 h 1088577"/>
                <a:gd name="connsiteX4" fmla="*/ 309557 w 703715"/>
                <a:gd name="connsiteY4" fmla="*/ 523176 h 1088577"/>
                <a:gd name="connsiteX5" fmla="*/ 195257 w 703715"/>
                <a:gd name="connsiteY5" fmla="*/ 770826 h 1088577"/>
                <a:gd name="connsiteX6" fmla="*/ 159834 w 703715"/>
                <a:gd name="connsiteY6" fmla="*/ 705104 h 1088577"/>
                <a:gd name="connsiteX7" fmla="*/ 78871 w 703715"/>
                <a:gd name="connsiteY7" fmla="*/ 215583 h 108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3715" h="1088577">
                  <a:moveTo>
                    <a:pt x="78871" y="215583"/>
                  </a:moveTo>
                  <a:cubicBezTo>
                    <a:pt x="-149538" y="100330"/>
                    <a:pt x="171648" y="-96837"/>
                    <a:pt x="365197" y="55563"/>
                  </a:cubicBezTo>
                  <a:cubicBezTo>
                    <a:pt x="403297" y="40619"/>
                    <a:pt x="746197" y="18055"/>
                    <a:pt x="662377" y="513651"/>
                  </a:cubicBezTo>
                  <a:cubicBezTo>
                    <a:pt x="816617" y="1101571"/>
                    <a:pt x="499328" y="1402651"/>
                    <a:pt x="364325" y="516032"/>
                  </a:cubicBezTo>
                  <a:cubicBezTo>
                    <a:pt x="305522" y="517620"/>
                    <a:pt x="344482" y="479917"/>
                    <a:pt x="309557" y="523176"/>
                  </a:cubicBezTo>
                  <a:cubicBezTo>
                    <a:pt x="578572" y="448563"/>
                    <a:pt x="294823" y="1637442"/>
                    <a:pt x="195257" y="770826"/>
                  </a:cubicBezTo>
                  <a:cubicBezTo>
                    <a:pt x="168716" y="812260"/>
                    <a:pt x="173675" y="799232"/>
                    <a:pt x="159834" y="705104"/>
                  </a:cubicBezTo>
                  <a:cubicBezTo>
                    <a:pt x="185234" y="494305"/>
                    <a:pt x="105859" y="378757"/>
                    <a:pt x="78871" y="215583"/>
                  </a:cubicBezTo>
                  <a:close/>
                </a:path>
              </a:pathLst>
            </a:custGeom>
            <a:solidFill>
              <a:srgbClr val="D11608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Oval 56">
              <a:extLst>
                <a:ext uri="{FF2B5EF4-FFF2-40B4-BE49-F238E27FC236}">
                  <a16:creationId xmlns:a16="http://schemas.microsoft.com/office/drawing/2014/main" id="{9FAA2CBD-97E7-173D-4AC3-0502E73D8BE4}"/>
                </a:ext>
              </a:extLst>
            </p:cNvPr>
            <p:cNvSpPr/>
            <p:nvPr/>
          </p:nvSpPr>
          <p:spPr>
            <a:xfrm rot="2947017">
              <a:off x="3636741" y="1014015"/>
              <a:ext cx="390857" cy="576291"/>
            </a:xfrm>
            <a:custGeom>
              <a:avLst/>
              <a:gdLst>
                <a:gd name="connsiteX0" fmla="*/ 0 w 379323"/>
                <a:gd name="connsiteY0" fmla="*/ 295920 h 591840"/>
                <a:gd name="connsiteX1" fmla="*/ 189662 w 379323"/>
                <a:gd name="connsiteY1" fmla="*/ 0 h 591840"/>
                <a:gd name="connsiteX2" fmla="*/ 379324 w 379323"/>
                <a:gd name="connsiteY2" fmla="*/ 295920 h 591840"/>
                <a:gd name="connsiteX3" fmla="*/ 189662 w 379323"/>
                <a:gd name="connsiteY3" fmla="*/ 591840 h 591840"/>
                <a:gd name="connsiteX4" fmla="*/ 0 w 379323"/>
                <a:gd name="connsiteY4" fmla="*/ 295920 h 591840"/>
                <a:gd name="connsiteX0" fmla="*/ 0 w 384596"/>
                <a:gd name="connsiteY0" fmla="*/ 36990 h 332910"/>
                <a:gd name="connsiteX1" fmla="*/ 379324 w 384596"/>
                <a:gd name="connsiteY1" fmla="*/ 36990 h 332910"/>
                <a:gd name="connsiteX2" fmla="*/ 189662 w 384596"/>
                <a:gd name="connsiteY2" fmla="*/ 332910 h 332910"/>
                <a:gd name="connsiteX3" fmla="*/ 0 w 384596"/>
                <a:gd name="connsiteY3" fmla="*/ 36990 h 332910"/>
                <a:gd name="connsiteX0" fmla="*/ 22789 w 407385"/>
                <a:gd name="connsiteY0" fmla="*/ 83891 h 379811"/>
                <a:gd name="connsiteX1" fmla="*/ 402113 w 407385"/>
                <a:gd name="connsiteY1" fmla="*/ 83891 h 379811"/>
                <a:gd name="connsiteX2" fmla="*/ 212451 w 407385"/>
                <a:gd name="connsiteY2" fmla="*/ 379811 h 379811"/>
                <a:gd name="connsiteX3" fmla="*/ 22789 w 407385"/>
                <a:gd name="connsiteY3" fmla="*/ 83891 h 379811"/>
                <a:gd name="connsiteX0" fmla="*/ 13764 w 396011"/>
                <a:gd name="connsiteY0" fmla="*/ 56263 h 352183"/>
                <a:gd name="connsiteX1" fmla="*/ 56970 w 396011"/>
                <a:gd name="connsiteY1" fmla="*/ 15 h 352183"/>
                <a:gd name="connsiteX2" fmla="*/ 393088 w 396011"/>
                <a:gd name="connsiteY2" fmla="*/ 56263 h 352183"/>
                <a:gd name="connsiteX3" fmla="*/ 203426 w 396011"/>
                <a:gd name="connsiteY3" fmla="*/ 352183 h 352183"/>
                <a:gd name="connsiteX4" fmla="*/ 13764 w 396011"/>
                <a:gd name="connsiteY4" fmla="*/ 56263 h 352183"/>
                <a:gd name="connsiteX0" fmla="*/ 151604 w 343395"/>
                <a:gd name="connsiteY0" fmla="*/ 372693 h 372952"/>
                <a:gd name="connsiteX1" fmla="*/ 5148 w 343395"/>
                <a:gd name="connsiteY1" fmla="*/ 20525 h 372952"/>
                <a:gd name="connsiteX2" fmla="*/ 341266 w 343395"/>
                <a:gd name="connsiteY2" fmla="*/ 76773 h 372952"/>
                <a:gd name="connsiteX3" fmla="*/ 151604 w 343395"/>
                <a:gd name="connsiteY3" fmla="*/ 372693 h 372952"/>
                <a:gd name="connsiteX0" fmla="*/ 160695 w 352505"/>
                <a:gd name="connsiteY0" fmla="*/ 364345 h 364516"/>
                <a:gd name="connsiteX1" fmla="*/ 4888 w 352505"/>
                <a:gd name="connsiteY1" fmla="*/ 22979 h 364516"/>
                <a:gd name="connsiteX2" fmla="*/ 350357 w 352505"/>
                <a:gd name="connsiteY2" fmla="*/ 68425 h 364516"/>
                <a:gd name="connsiteX3" fmla="*/ 160695 w 352505"/>
                <a:gd name="connsiteY3" fmla="*/ 364345 h 364516"/>
                <a:gd name="connsiteX0" fmla="*/ 160695 w 352505"/>
                <a:gd name="connsiteY0" fmla="*/ 417242 h 417413"/>
                <a:gd name="connsiteX1" fmla="*/ 4888 w 352505"/>
                <a:gd name="connsiteY1" fmla="*/ 75876 h 417413"/>
                <a:gd name="connsiteX2" fmla="*/ 350357 w 352505"/>
                <a:gd name="connsiteY2" fmla="*/ 121322 h 417413"/>
                <a:gd name="connsiteX3" fmla="*/ 160695 w 352505"/>
                <a:gd name="connsiteY3" fmla="*/ 417242 h 417413"/>
                <a:gd name="connsiteX0" fmla="*/ 116507 w 354084"/>
                <a:gd name="connsiteY0" fmla="*/ 572503 h 572608"/>
                <a:gd name="connsiteX1" fmla="*/ 6923 w 354084"/>
                <a:gd name="connsiteY1" fmla="*/ 75876 h 572608"/>
                <a:gd name="connsiteX2" fmla="*/ 352392 w 354084"/>
                <a:gd name="connsiteY2" fmla="*/ 121322 h 572608"/>
                <a:gd name="connsiteX3" fmla="*/ 116507 w 354084"/>
                <a:gd name="connsiteY3" fmla="*/ 572503 h 572608"/>
                <a:gd name="connsiteX0" fmla="*/ 118964 w 356830"/>
                <a:gd name="connsiteY0" fmla="*/ 572503 h 574601"/>
                <a:gd name="connsiteX1" fmla="*/ 9380 w 356830"/>
                <a:gd name="connsiteY1" fmla="*/ 75876 h 574601"/>
                <a:gd name="connsiteX2" fmla="*/ 354849 w 356830"/>
                <a:gd name="connsiteY2" fmla="*/ 121322 h 574601"/>
                <a:gd name="connsiteX3" fmla="*/ 118964 w 356830"/>
                <a:gd name="connsiteY3" fmla="*/ 572503 h 574601"/>
                <a:gd name="connsiteX0" fmla="*/ 125982 w 363501"/>
                <a:gd name="connsiteY0" fmla="*/ 572503 h 614412"/>
                <a:gd name="connsiteX1" fmla="*/ 63198 w 363501"/>
                <a:gd name="connsiteY1" fmla="*/ 538436 h 614412"/>
                <a:gd name="connsiteX2" fmla="*/ 16398 w 363501"/>
                <a:gd name="connsiteY2" fmla="*/ 75876 h 614412"/>
                <a:gd name="connsiteX3" fmla="*/ 361867 w 363501"/>
                <a:gd name="connsiteY3" fmla="*/ 121322 h 614412"/>
                <a:gd name="connsiteX4" fmla="*/ 125982 w 363501"/>
                <a:gd name="connsiteY4" fmla="*/ 572503 h 614412"/>
                <a:gd name="connsiteX0" fmla="*/ 361867 w 362046"/>
                <a:gd name="connsiteY0" fmla="*/ 125745 h 542980"/>
                <a:gd name="connsiteX1" fmla="*/ 63198 w 362046"/>
                <a:gd name="connsiteY1" fmla="*/ 542859 h 542980"/>
                <a:gd name="connsiteX2" fmla="*/ 16398 w 362046"/>
                <a:gd name="connsiteY2" fmla="*/ 80299 h 542980"/>
                <a:gd name="connsiteX3" fmla="*/ 361867 w 362046"/>
                <a:gd name="connsiteY3" fmla="*/ 125745 h 542980"/>
                <a:gd name="connsiteX0" fmla="*/ 356729 w 356955"/>
                <a:gd name="connsiteY0" fmla="*/ 125745 h 576291"/>
                <a:gd name="connsiteX1" fmla="*/ 111102 w 356955"/>
                <a:gd name="connsiteY1" fmla="*/ 576180 h 576291"/>
                <a:gd name="connsiteX2" fmla="*/ 11260 w 356955"/>
                <a:gd name="connsiteY2" fmla="*/ 80299 h 576291"/>
                <a:gd name="connsiteX3" fmla="*/ 356729 w 356955"/>
                <a:gd name="connsiteY3" fmla="*/ 125745 h 576291"/>
                <a:gd name="connsiteX0" fmla="*/ 390631 w 390857"/>
                <a:gd name="connsiteY0" fmla="*/ 125745 h 576291"/>
                <a:gd name="connsiteX1" fmla="*/ 145004 w 390857"/>
                <a:gd name="connsiteY1" fmla="*/ 576180 h 576291"/>
                <a:gd name="connsiteX2" fmla="*/ 45162 w 390857"/>
                <a:gd name="connsiteY2" fmla="*/ 80299 h 576291"/>
                <a:gd name="connsiteX3" fmla="*/ 390631 w 390857"/>
                <a:gd name="connsiteY3" fmla="*/ 125745 h 5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57" h="576291">
                  <a:moveTo>
                    <a:pt x="390631" y="125745"/>
                  </a:moveTo>
                  <a:cubicBezTo>
                    <a:pt x="398431" y="202838"/>
                    <a:pt x="202582" y="583754"/>
                    <a:pt x="145004" y="576180"/>
                  </a:cubicBezTo>
                  <a:cubicBezTo>
                    <a:pt x="-56142" y="391778"/>
                    <a:pt x="-4822" y="139141"/>
                    <a:pt x="45162" y="80299"/>
                  </a:cubicBezTo>
                  <a:cubicBezTo>
                    <a:pt x="135731" y="-88058"/>
                    <a:pt x="382831" y="48652"/>
                    <a:pt x="390631" y="125745"/>
                  </a:cubicBezTo>
                  <a:close/>
                </a:path>
              </a:pathLst>
            </a:custGeom>
            <a:solidFill>
              <a:srgbClr val="EEBD2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7641D7-F341-F550-EB3A-59D92E934F86}"/>
                </a:ext>
              </a:extLst>
            </p:cNvPr>
            <p:cNvSpPr/>
            <p:nvPr/>
          </p:nvSpPr>
          <p:spPr>
            <a:xfrm>
              <a:off x="4415549" y="2448730"/>
              <a:ext cx="3098765" cy="2504578"/>
            </a:xfrm>
            <a:custGeom>
              <a:avLst/>
              <a:gdLst>
                <a:gd name="connsiteX0" fmla="*/ 1276886 w 2766486"/>
                <a:gd name="connsiteY0" fmla="*/ 1019 h 2211725"/>
                <a:gd name="connsiteX1" fmla="*/ 2346610 w 2766486"/>
                <a:gd name="connsiteY1" fmla="*/ 381089 h 2211725"/>
                <a:gd name="connsiteX2" fmla="*/ 2410407 w 2766486"/>
                <a:gd name="connsiteY2" fmla="*/ 425443 h 2211725"/>
                <a:gd name="connsiteX3" fmla="*/ 2437555 w 2766486"/>
                <a:gd name="connsiteY3" fmla="*/ 462841 h 2211725"/>
                <a:gd name="connsiteX4" fmla="*/ 2636924 w 2766486"/>
                <a:gd name="connsiteY4" fmla="*/ 1432905 h 2211725"/>
                <a:gd name="connsiteX5" fmla="*/ 2027324 w 2766486"/>
                <a:gd name="connsiteY5" fmla="*/ 1994880 h 2211725"/>
                <a:gd name="connsiteX6" fmla="*/ 336216 w 2766486"/>
                <a:gd name="connsiteY6" fmla="*/ 1937581 h 2211725"/>
                <a:gd name="connsiteX7" fmla="*/ 312199 w 2766486"/>
                <a:gd name="connsiteY7" fmla="*/ 1921937 h 2211725"/>
                <a:gd name="connsiteX8" fmla="*/ 303890 w 2766486"/>
                <a:gd name="connsiteY8" fmla="*/ 1910214 h 2211725"/>
                <a:gd name="connsiteX9" fmla="*/ 55534 w 2766486"/>
                <a:gd name="connsiteY9" fmla="*/ 1455065 h 2211725"/>
                <a:gd name="connsiteX10" fmla="*/ 1276886 w 2766486"/>
                <a:gd name="connsiteY10" fmla="*/ 1019 h 2211725"/>
                <a:gd name="connsiteX0" fmla="*/ 1276886 w 2766486"/>
                <a:gd name="connsiteY0" fmla="*/ 1019 h 2258603"/>
                <a:gd name="connsiteX1" fmla="*/ 2346610 w 2766486"/>
                <a:gd name="connsiteY1" fmla="*/ 381089 h 2258603"/>
                <a:gd name="connsiteX2" fmla="*/ 2410407 w 2766486"/>
                <a:gd name="connsiteY2" fmla="*/ 425443 h 2258603"/>
                <a:gd name="connsiteX3" fmla="*/ 2437555 w 2766486"/>
                <a:gd name="connsiteY3" fmla="*/ 462841 h 2258603"/>
                <a:gd name="connsiteX4" fmla="*/ 2636924 w 2766486"/>
                <a:gd name="connsiteY4" fmla="*/ 1432905 h 2258603"/>
                <a:gd name="connsiteX5" fmla="*/ 1392324 w 2766486"/>
                <a:gd name="connsiteY5" fmla="*/ 2096480 h 2258603"/>
                <a:gd name="connsiteX6" fmla="*/ 336216 w 2766486"/>
                <a:gd name="connsiteY6" fmla="*/ 1937581 h 2258603"/>
                <a:gd name="connsiteX7" fmla="*/ 312199 w 2766486"/>
                <a:gd name="connsiteY7" fmla="*/ 1921937 h 2258603"/>
                <a:gd name="connsiteX8" fmla="*/ 303890 w 2766486"/>
                <a:gd name="connsiteY8" fmla="*/ 1910214 h 2258603"/>
                <a:gd name="connsiteX9" fmla="*/ 55534 w 2766486"/>
                <a:gd name="connsiteY9" fmla="*/ 1455065 h 2258603"/>
                <a:gd name="connsiteX10" fmla="*/ 1276886 w 276648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1392324 w 3150796"/>
                <a:gd name="connsiteY5" fmla="*/ 2096480 h 2258603"/>
                <a:gd name="connsiteX6" fmla="*/ 336216 w 3150796"/>
                <a:gd name="connsiteY6" fmla="*/ 1937581 h 2258603"/>
                <a:gd name="connsiteX7" fmla="*/ 312199 w 3150796"/>
                <a:gd name="connsiteY7" fmla="*/ 1921937 h 2258603"/>
                <a:gd name="connsiteX8" fmla="*/ 303890 w 3150796"/>
                <a:gd name="connsiteY8" fmla="*/ 1910214 h 2258603"/>
                <a:gd name="connsiteX9" fmla="*/ 55534 w 3150796"/>
                <a:gd name="connsiteY9" fmla="*/ 1455065 h 2258603"/>
                <a:gd name="connsiteX10" fmla="*/ 1276886 w 315079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312199 w 3150796"/>
                <a:gd name="connsiteY8" fmla="*/ 1921937 h 2258603"/>
                <a:gd name="connsiteX9" fmla="*/ 303890 w 3150796"/>
                <a:gd name="connsiteY9" fmla="*/ 1910214 h 2258603"/>
                <a:gd name="connsiteX10" fmla="*/ 55534 w 3150796"/>
                <a:gd name="connsiteY10" fmla="*/ 1455065 h 2258603"/>
                <a:gd name="connsiteX11" fmla="*/ 1276886 w 3150796"/>
                <a:gd name="connsiteY11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312199 w 3150796"/>
                <a:gd name="connsiteY8" fmla="*/ 1921937 h 2258603"/>
                <a:gd name="connsiteX9" fmla="*/ 55534 w 3150796"/>
                <a:gd name="connsiteY9" fmla="*/ 1455065 h 2258603"/>
                <a:gd name="connsiteX10" fmla="*/ 1276886 w 315079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55534 w 3150796"/>
                <a:gd name="connsiteY8" fmla="*/ 1455065 h 2258603"/>
                <a:gd name="connsiteX9" fmla="*/ 1276886 w 3150796"/>
                <a:gd name="connsiteY9" fmla="*/ 1019 h 2258603"/>
                <a:gd name="connsiteX0" fmla="*/ 1276886 w 3150796"/>
                <a:gd name="connsiteY0" fmla="*/ 1019 h 2096480"/>
                <a:gd name="connsiteX1" fmla="*/ 2346610 w 3150796"/>
                <a:gd name="connsiteY1" fmla="*/ 381089 h 2096480"/>
                <a:gd name="connsiteX2" fmla="*/ 2410407 w 3150796"/>
                <a:gd name="connsiteY2" fmla="*/ 425443 h 2096480"/>
                <a:gd name="connsiteX3" fmla="*/ 2437555 w 3150796"/>
                <a:gd name="connsiteY3" fmla="*/ 462841 h 2096480"/>
                <a:gd name="connsiteX4" fmla="*/ 3094124 w 3150796"/>
                <a:gd name="connsiteY4" fmla="*/ 1178905 h 2096480"/>
                <a:gd name="connsiteX5" fmla="*/ 2264650 w 3150796"/>
                <a:gd name="connsiteY5" fmla="*/ 1640670 h 2096480"/>
                <a:gd name="connsiteX6" fmla="*/ 1392324 w 3150796"/>
                <a:gd name="connsiteY6" fmla="*/ 2096480 h 2096480"/>
                <a:gd name="connsiteX7" fmla="*/ 55534 w 3150796"/>
                <a:gd name="connsiteY7" fmla="*/ 1455065 h 2096480"/>
                <a:gd name="connsiteX8" fmla="*/ 1276886 w 3150796"/>
                <a:gd name="connsiteY8" fmla="*/ 1019 h 2096480"/>
                <a:gd name="connsiteX0" fmla="*/ 1276886 w 3150796"/>
                <a:gd name="connsiteY0" fmla="*/ 1019 h 2367270"/>
                <a:gd name="connsiteX1" fmla="*/ 2346610 w 3150796"/>
                <a:gd name="connsiteY1" fmla="*/ 381089 h 2367270"/>
                <a:gd name="connsiteX2" fmla="*/ 2410407 w 3150796"/>
                <a:gd name="connsiteY2" fmla="*/ 425443 h 2367270"/>
                <a:gd name="connsiteX3" fmla="*/ 2437555 w 3150796"/>
                <a:gd name="connsiteY3" fmla="*/ 462841 h 2367270"/>
                <a:gd name="connsiteX4" fmla="*/ 3094124 w 3150796"/>
                <a:gd name="connsiteY4" fmla="*/ 1178905 h 2367270"/>
                <a:gd name="connsiteX5" fmla="*/ 2264650 w 3150796"/>
                <a:gd name="connsiteY5" fmla="*/ 1640670 h 2367270"/>
                <a:gd name="connsiteX6" fmla="*/ 1392324 w 3150796"/>
                <a:gd name="connsiteY6" fmla="*/ 2096480 h 2367270"/>
                <a:gd name="connsiteX7" fmla="*/ 55534 w 3150796"/>
                <a:gd name="connsiteY7" fmla="*/ 1455065 h 2367270"/>
                <a:gd name="connsiteX8" fmla="*/ 1276886 w 3150796"/>
                <a:gd name="connsiteY8" fmla="*/ 1019 h 2367270"/>
                <a:gd name="connsiteX0" fmla="*/ 1276886 w 3150796"/>
                <a:gd name="connsiteY0" fmla="*/ 1019 h 2471242"/>
                <a:gd name="connsiteX1" fmla="*/ 2346610 w 3150796"/>
                <a:gd name="connsiteY1" fmla="*/ 381089 h 2471242"/>
                <a:gd name="connsiteX2" fmla="*/ 2410407 w 3150796"/>
                <a:gd name="connsiteY2" fmla="*/ 425443 h 2471242"/>
                <a:gd name="connsiteX3" fmla="*/ 2437555 w 3150796"/>
                <a:gd name="connsiteY3" fmla="*/ 462841 h 2471242"/>
                <a:gd name="connsiteX4" fmla="*/ 3094124 w 3150796"/>
                <a:gd name="connsiteY4" fmla="*/ 1178905 h 2471242"/>
                <a:gd name="connsiteX5" fmla="*/ 2264650 w 3150796"/>
                <a:gd name="connsiteY5" fmla="*/ 1640670 h 2471242"/>
                <a:gd name="connsiteX6" fmla="*/ 1392324 w 3150796"/>
                <a:gd name="connsiteY6" fmla="*/ 2096480 h 2471242"/>
                <a:gd name="connsiteX7" fmla="*/ 55534 w 3150796"/>
                <a:gd name="connsiteY7" fmla="*/ 1455065 h 2471242"/>
                <a:gd name="connsiteX8" fmla="*/ 1276886 w 3150796"/>
                <a:gd name="connsiteY8" fmla="*/ 1019 h 2471242"/>
                <a:gd name="connsiteX0" fmla="*/ 1276886 w 3150796"/>
                <a:gd name="connsiteY0" fmla="*/ 1019 h 2498322"/>
                <a:gd name="connsiteX1" fmla="*/ 2346610 w 3150796"/>
                <a:gd name="connsiteY1" fmla="*/ 381089 h 2498322"/>
                <a:gd name="connsiteX2" fmla="*/ 2410407 w 3150796"/>
                <a:gd name="connsiteY2" fmla="*/ 425443 h 2498322"/>
                <a:gd name="connsiteX3" fmla="*/ 2437555 w 3150796"/>
                <a:gd name="connsiteY3" fmla="*/ 462841 h 2498322"/>
                <a:gd name="connsiteX4" fmla="*/ 3094124 w 3150796"/>
                <a:gd name="connsiteY4" fmla="*/ 1178905 h 2498322"/>
                <a:gd name="connsiteX5" fmla="*/ 2264650 w 3150796"/>
                <a:gd name="connsiteY5" fmla="*/ 1640670 h 2498322"/>
                <a:gd name="connsiteX6" fmla="*/ 1392324 w 3150796"/>
                <a:gd name="connsiteY6" fmla="*/ 2096480 h 2498322"/>
                <a:gd name="connsiteX7" fmla="*/ 55534 w 3150796"/>
                <a:gd name="connsiteY7" fmla="*/ 1455065 h 2498322"/>
                <a:gd name="connsiteX8" fmla="*/ 1276886 w 3150796"/>
                <a:gd name="connsiteY8" fmla="*/ 1019 h 2498322"/>
                <a:gd name="connsiteX0" fmla="*/ 1276886 w 3150796"/>
                <a:gd name="connsiteY0" fmla="*/ 1019 h 2471242"/>
                <a:gd name="connsiteX1" fmla="*/ 2346610 w 3150796"/>
                <a:gd name="connsiteY1" fmla="*/ 381089 h 2471242"/>
                <a:gd name="connsiteX2" fmla="*/ 2410407 w 3150796"/>
                <a:gd name="connsiteY2" fmla="*/ 425443 h 2471242"/>
                <a:gd name="connsiteX3" fmla="*/ 2437555 w 3150796"/>
                <a:gd name="connsiteY3" fmla="*/ 462841 h 2471242"/>
                <a:gd name="connsiteX4" fmla="*/ 3094124 w 3150796"/>
                <a:gd name="connsiteY4" fmla="*/ 1178905 h 2471242"/>
                <a:gd name="connsiteX5" fmla="*/ 2264650 w 3150796"/>
                <a:gd name="connsiteY5" fmla="*/ 1640670 h 2471242"/>
                <a:gd name="connsiteX6" fmla="*/ 1392324 w 3150796"/>
                <a:gd name="connsiteY6" fmla="*/ 2096480 h 2471242"/>
                <a:gd name="connsiteX7" fmla="*/ 55534 w 3150796"/>
                <a:gd name="connsiteY7" fmla="*/ 1455065 h 2471242"/>
                <a:gd name="connsiteX8" fmla="*/ 1276886 w 3150796"/>
                <a:gd name="connsiteY8" fmla="*/ 1019 h 2471242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8765"/>
                <a:gd name="connsiteY0" fmla="*/ 1019 h 2504578"/>
                <a:gd name="connsiteX1" fmla="*/ 2346610 w 3098765"/>
                <a:gd name="connsiteY1" fmla="*/ 381089 h 2504578"/>
                <a:gd name="connsiteX2" fmla="*/ 2410407 w 3098765"/>
                <a:gd name="connsiteY2" fmla="*/ 425443 h 2504578"/>
                <a:gd name="connsiteX3" fmla="*/ 2437555 w 3098765"/>
                <a:gd name="connsiteY3" fmla="*/ 462841 h 2504578"/>
                <a:gd name="connsiteX4" fmla="*/ 3094124 w 3098765"/>
                <a:gd name="connsiteY4" fmla="*/ 1178905 h 2504578"/>
                <a:gd name="connsiteX5" fmla="*/ 2264650 w 3098765"/>
                <a:gd name="connsiteY5" fmla="*/ 1640670 h 2504578"/>
                <a:gd name="connsiteX6" fmla="*/ 1392324 w 3098765"/>
                <a:gd name="connsiteY6" fmla="*/ 2096480 h 2504578"/>
                <a:gd name="connsiteX7" fmla="*/ 55534 w 3098765"/>
                <a:gd name="connsiteY7" fmla="*/ 1455065 h 2504578"/>
                <a:gd name="connsiteX8" fmla="*/ 1276886 w 3098765"/>
                <a:gd name="connsiteY8" fmla="*/ 1019 h 250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8765" h="2504578">
                  <a:moveTo>
                    <a:pt x="1276886" y="1019"/>
                  </a:moveTo>
                  <a:cubicBezTo>
                    <a:pt x="1594673" y="12714"/>
                    <a:pt x="1957051" y="125911"/>
                    <a:pt x="2346610" y="381089"/>
                  </a:cubicBezTo>
                  <a:lnTo>
                    <a:pt x="2410407" y="425443"/>
                  </a:lnTo>
                  <a:lnTo>
                    <a:pt x="2437555" y="462841"/>
                  </a:lnTo>
                  <a:cubicBezTo>
                    <a:pt x="2600000" y="570342"/>
                    <a:pt x="3025068" y="855650"/>
                    <a:pt x="3094124" y="1178905"/>
                  </a:cubicBezTo>
                  <a:cubicBezTo>
                    <a:pt x="3128595" y="1412463"/>
                    <a:pt x="2982623" y="1823021"/>
                    <a:pt x="2264650" y="1640670"/>
                  </a:cubicBezTo>
                  <a:cubicBezTo>
                    <a:pt x="2514417" y="1839319"/>
                    <a:pt x="2089438" y="2396668"/>
                    <a:pt x="1392324" y="2096480"/>
                  </a:cubicBezTo>
                  <a:cubicBezTo>
                    <a:pt x="1622308" y="2859296"/>
                    <a:pt x="280514" y="2500269"/>
                    <a:pt x="55534" y="1455065"/>
                  </a:cubicBezTo>
                  <a:cubicBezTo>
                    <a:pt x="-181797" y="772738"/>
                    <a:pt x="363252" y="-32605"/>
                    <a:pt x="1276886" y="1019"/>
                  </a:cubicBezTo>
                  <a:close/>
                </a:path>
              </a:pathLst>
            </a:custGeom>
            <a:solidFill>
              <a:srgbClr val="D285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A32A36-3BF5-DDD4-A7AB-EB8051BA43C8}"/>
                </a:ext>
              </a:extLst>
            </p:cNvPr>
            <p:cNvSpPr/>
            <p:nvPr/>
          </p:nvSpPr>
          <p:spPr>
            <a:xfrm>
              <a:off x="4415550" y="2448730"/>
              <a:ext cx="2483102" cy="1775728"/>
            </a:xfrm>
            <a:custGeom>
              <a:avLst/>
              <a:gdLst>
                <a:gd name="connsiteX0" fmla="*/ 1276886 w 2175713"/>
                <a:gd name="connsiteY0" fmla="*/ 1019 h 1754703"/>
                <a:gd name="connsiteX1" fmla="*/ 1920741 w 2175713"/>
                <a:gd name="connsiteY1" fmla="*/ 151777 h 1754703"/>
                <a:gd name="connsiteX2" fmla="*/ 1945328 w 2175713"/>
                <a:gd name="connsiteY2" fmla="*/ 163078 h 1754703"/>
                <a:gd name="connsiteX3" fmla="*/ 2006595 w 2175713"/>
                <a:gd name="connsiteY3" fmla="*/ 273110 h 1754703"/>
                <a:gd name="connsiteX4" fmla="*/ 2046151 w 2175713"/>
                <a:gd name="connsiteY4" fmla="*/ 975883 h 1754703"/>
                <a:gd name="connsiteX5" fmla="*/ 1436551 w 2175713"/>
                <a:gd name="connsiteY5" fmla="*/ 1537858 h 1754703"/>
                <a:gd name="connsiteX6" fmla="*/ 163924 w 2175713"/>
                <a:gd name="connsiteY6" fmla="*/ 1669794 h 1754703"/>
                <a:gd name="connsiteX7" fmla="*/ 161138 w 2175713"/>
                <a:gd name="connsiteY7" fmla="*/ 1668834 h 1754703"/>
                <a:gd name="connsiteX8" fmla="*/ 133875 w 2175713"/>
                <a:gd name="connsiteY8" fmla="*/ 1619004 h 1754703"/>
                <a:gd name="connsiteX9" fmla="*/ 55534 w 2175713"/>
                <a:gd name="connsiteY9" fmla="*/ 1455065 h 1754703"/>
                <a:gd name="connsiteX10" fmla="*/ 1276886 w 2175713"/>
                <a:gd name="connsiteY10" fmla="*/ 1019 h 1754703"/>
                <a:gd name="connsiteX0" fmla="*/ 1276886 w 2214274"/>
                <a:gd name="connsiteY0" fmla="*/ 1019 h 1754703"/>
                <a:gd name="connsiteX1" fmla="*/ 1920741 w 2214274"/>
                <a:gd name="connsiteY1" fmla="*/ 151777 h 1754703"/>
                <a:gd name="connsiteX2" fmla="*/ 1945328 w 2214274"/>
                <a:gd name="connsiteY2" fmla="*/ 163078 h 1754703"/>
                <a:gd name="connsiteX3" fmla="*/ 2082795 w 2214274"/>
                <a:gd name="connsiteY3" fmla="*/ 663635 h 1754703"/>
                <a:gd name="connsiteX4" fmla="*/ 2046151 w 2214274"/>
                <a:gd name="connsiteY4" fmla="*/ 975883 h 1754703"/>
                <a:gd name="connsiteX5" fmla="*/ 1436551 w 2214274"/>
                <a:gd name="connsiteY5" fmla="*/ 1537858 h 1754703"/>
                <a:gd name="connsiteX6" fmla="*/ 163924 w 2214274"/>
                <a:gd name="connsiteY6" fmla="*/ 1669794 h 1754703"/>
                <a:gd name="connsiteX7" fmla="*/ 161138 w 2214274"/>
                <a:gd name="connsiteY7" fmla="*/ 1668834 h 1754703"/>
                <a:gd name="connsiteX8" fmla="*/ 133875 w 2214274"/>
                <a:gd name="connsiteY8" fmla="*/ 1619004 h 1754703"/>
                <a:gd name="connsiteX9" fmla="*/ 55534 w 2214274"/>
                <a:gd name="connsiteY9" fmla="*/ 1455065 h 1754703"/>
                <a:gd name="connsiteX10" fmla="*/ 1276886 w 2214274"/>
                <a:gd name="connsiteY10" fmla="*/ 1019 h 1754703"/>
                <a:gd name="connsiteX0" fmla="*/ 1276886 w 2214274"/>
                <a:gd name="connsiteY0" fmla="*/ 1019 h 1754703"/>
                <a:gd name="connsiteX1" fmla="*/ 1920741 w 2214274"/>
                <a:gd name="connsiteY1" fmla="*/ 151777 h 1754703"/>
                <a:gd name="connsiteX2" fmla="*/ 1945328 w 2214274"/>
                <a:gd name="connsiteY2" fmla="*/ 163078 h 1754703"/>
                <a:gd name="connsiteX3" fmla="*/ 2082795 w 2214274"/>
                <a:gd name="connsiteY3" fmla="*/ 663635 h 1754703"/>
                <a:gd name="connsiteX4" fmla="*/ 2046151 w 2214274"/>
                <a:gd name="connsiteY4" fmla="*/ 975883 h 1754703"/>
                <a:gd name="connsiteX5" fmla="*/ 1436551 w 2214274"/>
                <a:gd name="connsiteY5" fmla="*/ 1537858 h 1754703"/>
                <a:gd name="connsiteX6" fmla="*/ 163924 w 2214274"/>
                <a:gd name="connsiteY6" fmla="*/ 1669794 h 1754703"/>
                <a:gd name="connsiteX7" fmla="*/ 161138 w 2214274"/>
                <a:gd name="connsiteY7" fmla="*/ 1668834 h 1754703"/>
                <a:gd name="connsiteX8" fmla="*/ 133875 w 2214274"/>
                <a:gd name="connsiteY8" fmla="*/ 1619004 h 1754703"/>
                <a:gd name="connsiteX9" fmla="*/ 55534 w 2214274"/>
                <a:gd name="connsiteY9" fmla="*/ 1455065 h 1754703"/>
                <a:gd name="connsiteX10" fmla="*/ 1276886 w 2214274"/>
                <a:gd name="connsiteY10" fmla="*/ 1019 h 1754703"/>
                <a:gd name="connsiteX0" fmla="*/ 1276886 w 2453394"/>
                <a:gd name="connsiteY0" fmla="*/ 1019 h 1754703"/>
                <a:gd name="connsiteX1" fmla="*/ 1920741 w 2453394"/>
                <a:gd name="connsiteY1" fmla="*/ 151777 h 1754703"/>
                <a:gd name="connsiteX2" fmla="*/ 1945328 w 2453394"/>
                <a:gd name="connsiteY2" fmla="*/ 163078 h 1754703"/>
                <a:gd name="connsiteX3" fmla="*/ 2082795 w 2453394"/>
                <a:gd name="connsiteY3" fmla="*/ 663635 h 1754703"/>
                <a:gd name="connsiteX4" fmla="*/ 2046151 w 2453394"/>
                <a:gd name="connsiteY4" fmla="*/ 975883 h 1754703"/>
                <a:gd name="connsiteX5" fmla="*/ 1436551 w 2453394"/>
                <a:gd name="connsiteY5" fmla="*/ 1537858 h 1754703"/>
                <a:gd name="connsiteX6" fmla="*/ 163924 w 2453394"/>
                <a:gd name="connsiteY6" fmla="*/ 1669794 h 1754703"/>
                <a:gd name="connsiteX7" fmla="*/ 161138 w 2453394"/>
                <a:gd name="connsiteY7" fmla="*/ 1668834 h 1754703"/>
                <a:gd name="connsiteX8" fmla="*/ 133875 w 2453394"/>
                <a:gd name="connsiteY8" fmla="*/ 1619004 h 1754703"/>
                <a:gd name="connsiteX9" fmla="*/ 55534 w 2453394"/>
                <a:gd name="connsiteY9" fmla="*/ 1455065 h 1754703"/>
                <a:gd name="connsiteX10" fmla="*/ 1276886 w 2453394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2046151 w 2483102"/>
                <a:gd name="connsiteY4" fmla="*/ 97588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38269"/>
                <a:gd name="connsiteX1" fmla="*/ 1920741 w 2483102"/>
                <a:gd name="connsiteY1" fmla="*/ 151777 h 1738269"/>
                <a:gd name="connsiteX2" fmla="*/ 1945328 w 2483102"/>
                <a:gd name="connsiteY2" fmla="*/ 163078 h 1738269"/>
                <a:gd name="connsiteX3" fmla="*/ 2082795 w 2483102"/>
                <a:gd name="connsiteY3" fmla="*/ 663635 h 1738269"/>
                <a:gd name="connsiteX4" fmla="*/ 1588951 w 2483102"/>
                <a:gd name="connsiteY4" fmla="*/ 994933 h 1738269"/>
                <a:gd name="connsiteX5" fmla="*/ 969826 w 2483102"/>
                <a:gd name="connsiteY5" fmla="*/ 1452133 h 1738269"/>
                <a:gd name="connsiteX6" fmla="*/ 163924 w 2483102"/>
                <a:gd name="connsiteY6" fmla="*/ 1669794 h 1738269"/>
                <a:gd name="connsiteX7" fmla="*/ 161138 w 2483102"/>
                <a:gd name="connsiteY7" fmla="*/ 1668834 h 1738269"/>
                <a:gd name="connsiteX8" fmla="*/ 133875 w 2483102"/>
                <a:gd name="connsiteY8" fmla="*/ 1619004 h 1738269"/>
                <a:gd name="connsiteX9" fmla="*/ 55534 w 2483102"/>
                <a:gd name="connsiteY9" fmla="*/ 1455065 h 1738269"/>
                <a:gd name="connsiteX10" fmla="*/ 1276886 w 2483102"/>
                <a:gd name="connsiteY10" fmla="*/ 1019 h 1738269"/>
                <a:gd name="connsiteX0" fmla="*/ 1276886 w 2483102"/>
                <a:gd name="connsiteY0" fmla="*/ 1019 h 1738269"/>
                <a:gd name="connsiteX1" fmla="*/ 1920741 w 2483102"/>
                <a:gd name="connsiteY1" fmla="*/ 151777 h 1738269"/>
                <a:gd name="connsiteX2" fmla="*/ 1945328 w 2483102"/>
                <a:gd name="connsiteY2" fmla="*/ 163078 h 1738269"/>
                <a:gd name="connsiteX3" fmla="*/ 2082795 w 2483102"/>
                <a:gd name="connsiteY3" fmla="*/ 663635 h 1738269"/>
                <a:gd name="connsiteX4" fmla="*/ 1588951 w 2483102"/>
                <a:gd name="connsiteY4" fmla="*/ 994933 h 1738269"/>
                <a:gd name="connsiteX5" fmla="*/ 969826 w 2483102"/>
                <a:gd name="connsiteY5" fmla="*/ 1452133 h 1738269"/>
                <a:gd name="connsiteX6" fmla="*/ 163924 w 2483102"/>
                <a:gd name="connsiteY6" fmla="*/ 1669794 h 1738269"/>
                <a:gd name="connsiteX7" fmla="*/ 161138 w 2483102"/>
                <a:gd name="connsiteY7" fmla="*/ 1668834 h 1738269"/>
                <a:gd name="connsiteX8" fmla="*/ 133875 w 2483102"/>
                <a:gd name="connsiteY8" fmla="*/ 1619004 h 1738269"/>
                <a:gd name="connsiteX9" fmla="*/ 55534 w 2483102"/>
                <a:gd name="connsiteY9" fmla="*/ 1455065 h 1738269"/>
                <a:gd name="connsiteX10" fmla="*/ 1276886 w 2483102"/>
                <a:gd name="connsiteY10" fmla="*/ 1019 h 1738269"/>
                <a:gd name="connsiteX0" fmla="*/ 1276886 w 2483102"/>
                <a:gd name="connsiteY0" fmla="*/ 1019 h 1777615"/>
                <a:gd name="connsiteX1" fmla="*/ 1920741 w 2483102"/>
                <a:gd name="connsiteY1" fmla="*/ 151777 h 1777615"/>
                <a:gd name="connsiteX2" fmla="*/ 1945328 w 2483102"/>
                <a:gd name="connsiteY2" fmla="*/ 163078 h 1777615"/>
                <a:gd name="connsiteX3" fmla="*/ 2082795 w 2483102"/>
                <a:gd name="connsiteY3" fmla="*/ 663635 h 1777615"/>
                <a:gd name="connsiteX4" fmla="*/ 1588951 w 2483102"/>
                <a:gd name="connsiteY4" fmla="*/ 994933 h 1777615"/>
                <a:gd name="connsiteX5" fmla="*/ 969826 w 2483102"/>
                <a:gd name="connsiteY5" fmla="*/ 1452133 h 1777615"/>
                <a:gd name="connsiteX6" fmla="*/ 163924 w 2483102"/>
                <a:gd name="connsiteY6" fmla="*/ 1669794 h 1777615"/>
                <a:gd name="connsiteX7" fmla="*/ 161138 w 2483102"/>
                <a:gd name="connsiteY7" fmla="*/ 1668834 h 1777615"/>
                <a:gd name="connsiteX8" fmla="*/ 133875 w 2483102"/>
                <a:gd name="connsiteY8" fmla="*/ 1619004 h 1777615"/>
                <a:gd name="connsiteX9" fmla="*/ 55534 w 2483102"/>
                <a:gd name="connsiteY9" fmla="*/ 1455065 h 1777615"/>
                <a:gd name="connsiteX10" fmla="*/ 1276886 w 2483102"/>
                <a:gd name="connsiteY10" fmla="*/ 1019 h 1777615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161138 w 2483102"/>
                <a:gd name="connsiteY7" fmla="*/ 1668834 h 1775193"/>
                <a:gd name="connsiteX8" fmla="*/ 133875 w 2483102"/>
                <a:gd name="connsiteY8" fmla="*/ 1619004 h 1775193"/>
                <a:gd name="connsiteX9" fmla="*/ 55534 w 2483102"/>
                <a:gd name="connsiteY9" fmla="*/ 1455065 h 1775193"/>
                <a:gd name="connsiteX10" fmla="*/ 1276886 w 2483102"/>
                <a:gd name="connsiteY10" fmla="*/ 1019 h 1775193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161138 w 2483102"/>
                <a:gd name="connsiteY7" fmla="*/ 1668834 h 1775193"/>
                <a:gd name="connsiteX8" fmla="*/ 55534 w 2483102"/>
                <a:gd name="connsiteY8" fmla="*/ 1455065 h 1775193"/>
                <a:gd name="connsiteX9" fmla="*/ 1276886 w 2483102"/>
                <a:gd name="connsiteY9" fmla="*/ 1019 h 1775193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55534 w 2483102"/>
                <a:gd name="connsiteY7" fmla="*/ 1455065 h 1775193"/>
                <a:gd name="connsiteX8" fmla="*/ 1276886 w 2483102"/>
                <a:gd name="connsiteY8" fmla="*/ 1019 h 1775193"/>
                <a:gd name="connsiteX0" fmla="*/ 1276886 w 2483102"/>
                <a:gd name="connsiteY0" fmla="*/ 1019 h 1580722"/>
                <a:gd name="connsiteX1" fmla="*/ 1920741 w 2483102"/>
                <a:gd name="connsiteY1" fmla="*/ 151777 h 1580722"/>
                <a:gd name="connsiteX2" fmla="*/ 1945328 w 2483102"/>
                <a:gd name="connsiteY2" fmla="*/ 163078 h 1580722"/>
                <a:gd name="connsiteX3" fmla="*/ 2082795 w 2483102"/>
                <a:gd name="connsiteY3" fmla="*/ 663635 h 1580722"/>
                <a:gd name="connsiteX4" fmla="*/ 1588951 w 2483102"/>
                <a:gd name="connsiteY4" fmla="*/ 994933 h 1580722"/>
                <a:gd name="connsiteX5" fmla="*/ 969826 w 2483102"/>
                <a:gd name="connsiteY5" fmla="*/ 1452133 h 1580722"/>
                <a:gd name="connsiteX6" fmla="*/ 55534 w 2483102"/>
                <a:gd name="connsiteY6" fmla="*/ 1455065 h 1580722"/>
                <a:gd name="connsiteX7" fmla="*/ 1276886 w 2483102"/>
                <a:gd name="connsiteY7" fmla="*/ 1019 h 1580722"/>
                <a:gd name="connsiteX0" fmla="*/ 1276886 w 2483102"/>
                <a:gd name="connsiteY0" fmla="*/ 1019 h 1800782"/>
                <a:gd name="connsiteX1" fmla="*/ 1920741 w 2483102"/>
                <a:gd name="connsiteY1" fmla="*/ 151777 h 1800782"/>
                <a:gd name="connsiteX2" fmla="*/ 1945328 w 2483102"/>
                <a:gd name="connsiteY2" fmla="*/ 163078 h 1800782"/>
                <a:gd name="connsiteX3" fmla="*/ 2082795 w 2483102"/>
                <a:gd name="connsiteY3" fmla="*/ 663635 h 1800782"/>
                <a:gd name="connsiteX4" fmla="*/ 1588951 w 2483102"/>
                <a:gd name="connsiteY4" fmla="*/ 994933 h 1800782"/>
                <a:gd name="connsiteX5" fmla="*/ 969826 w 2483102"/>
                <a:gd name="connsiteY5" fmla="*/ 1452133 h 1800782"/>
                <a:gd name="connsiteX6" fmla="*/ 55534 w 2483102"/>
                <a:gd name="connsiteY6" fmla="*/ 1455065 h 1800782"/>
                <a:gd name="connsiteX7" fmla="*/ 1276886 w 2483102"/>
                <a:gd name="connsiteY7" fmla="*/ 1019 h 1800782"/>
                <a:gd name="connsiteX0" fmla="*/ 1276886 w 2483102"/>
                <a:gd name="connsiteY0" fmla="*/ 1019 h 1779533"/>
                <a:gd name="connsiteX1" fmla="*/ 1920741 w 2483102"/>
                <a:gd name="connsiteY1" fmla="*/ 151777 h 1779533"/>
                <a:gd name="connsiteX2" fmla="*/ 1945328 w 2483102"/>
                <a:gd name="connsiteY2" fmla="*/ 163078 h 1779533"/>
                <a:gd name="connsiteX3" fmla="*/ 2082795 w 2483102"/>
                <a:gd name="connsiteY3" fmla="*/ 663635 h 1779533"/>
                <a:gd name="connsiteX4" fmla="*/ 1588951 w 2483102"/>
                <a:gd name="connsiteY4" fmla="*/ 994933 h 1779533"/>
                <a:gd name="connsiteX5" fmla="*/ 969826 w 2483102"/>
                <a:gd name="connsiteY5" fmla="*/ 1452133 h 1779533"/>
                <a:gd name="connsiteX6" fmla="*/ 55534 w 2483102"/>
                <a:gd name="connsiteY6" fmla="*/ 1455065 h 1779533"/>
                <a:gd name="connsiteX7" fmla="*/ 1276886 w 2483102"/>
                <a:gd name="connsiteY7" fmla="*/ 1019 h 1779533"/>
                <a:gd name="connsiteX0" fmla="*/ 1276886 w 2483102"/>
                <a:gd name="connsiteY0" fmla="*/ 1019 h 1775728"/>
                <a:gd name="connsiteX1" fmla="*/ 1920741 w 2483102"/>
                <a:gd name="connsiteY1" fmla="*/ 151777 h 1775728"/>
                <a:gd name="connsiteX2" fmla="*/ 1945328 w 2483102"/>
                <a:gd name="connsiteY2" fmla="*/ 163078 h 1775728"/>
                <a:gd name="connsiteX3" fmla="*/ 2082795 w 2483102"/>
                <a:gd name="connsiteY3" fmla="*/ 663635 h 1775728"/>
                <a:gd name="connsiteX4" fmla="*/ 1588951 w 2483102"/>
                <a:gd name="connsiteY4" fmla="*/ 994933 h 1775728"/>
                <a:gd name="connsiteX5" fmla="*/ 969826 w 2483102"/>
                <a:gd name="connsiteY5" fmla="*/ 1452133 h 1775728"/>
                <a:gd name="connsiteX6" fmla="*/ 55534 w 2483102"/>
                <a:gd name="connsiteY6" fmla="*/ 1455065 h 1775728"/>
                <a:gd name="connsiteX7" fmla="*/ 1276886 w 2483102"/>
                <a:gd name="connsiteY7" fmla="*/ 1019 h 177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102" h="1775728">
                  <a:moveTo>
                    <a:pt x="1276886" y="1019"/>
                  </a:moveTo>
                  <a:cubicBezTo>
                    <a:pt x="1475503" y="8329"/>
                    <a:pt x="1691538" y="55287"/>
                    <a:pt x="1920741" y="151777"/>
                  </a:cubicBezTo>
                  <a:lnTo>
                    <a:pt x="1945328" y="163078"/>
                  </a:lnTo>
                  <a:cubicBezTo>
                    <a:pt x="3013500" y="609330"/>
                    <a:pt x="2176673" y="722208"/>
                    <a:pt x="2082795" y="663635"/>
                  </a:cubicBezTo>
                  <a:cubicBezTo>
                    <a:pt x="2246995" y="1112135"/>
                    <a:pt x="1829457" y="1096732"/>
                    <a:pt x="1588951" y="994933"/>
                  </a:cubicBezTo>
                  <a:cubicBezTo>
                    <a:pt x="1928676" y="1410858"/>
                    <a:pt x="1363526" y="1598183"/>
                    <a:pt x="969826" y="1452133"/>
                  </a:cubicBezTo>
                  <a:cubicBezTo>
                    <a:pt x="733307" y="2095560"/>
                    <a:pt x="75794" y="1606430"/>
                    <a:pt x="55534" y="1455065"/>
                  </a:cubicBezTo>
                  <a:cubicBezTo>
                    <a:pt x="-181797" y="772738"/>
                    <a:pt x="363252" y="-32605"/>
                    <a:pt x="1276886" y="1019"/>
                  </a:cubicBezTo>
                  <a:close/>
                </a:path>
              </a:pathLst>
            </a:custGeom>
            <a:solidFill>
              <a:srgbClr val="A05D3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3C2B0C-2CF3-410A-9B02-A0643116FAB9}"/>
              </a:ext>
            </a:extLst>
          </p:cNvPr>
          <p:cNvGrpSpPr/>
          <p:nvPr/>
        </p:nvGrpSpPr>
        <p:grpSpPr>
          <a:xfrm flipH="1">
            <a:off x="4878378" y="864498"/>
            <a:ext cx="6091113" cy="6555144"/>
            <a:chOff x="2919374" y="281088"/>
            <a:chExt cx="6091113" cy="6555144"/>
          </a:xfrm>
        </p:grpSpPr>
        <p:sp>
          <p:nvSpPr>
            <p:cNvPr id="33" name="Rectangle 57">
              <a:extLst>
                <a:ext uri="{FF2B5EF4-FFF2-40B4-BE49-F238E27FC236}">
                  <a16:creationId xmlns:a16="http://schemas.microsoft.com/office/drawing/2014/main" id="{F7DB002F-6B99-B234-3D44-1A344156E7B0}"/>
                </a:ext>
              </a:extLst>
            </p:cNvPr>
            <p:cNvSpPr/>
            <p:nvPr/>
          </p:nvSpPr>
          <p:spPr>
            <a:xfrm>
              <a:off x="4852707" y="5243515"/>
              <a:ext cx="1243292" cy="1592717"/>
            </a:xfrm>
            <a:custGeom>
              <a:avLst/>
              <a:gdLst>
                <a:gd name="connsiteX0" fmla="*/ 0 w 729476"/>
                <a:gd name="connsiteY0" fmla="*/ 0 h 353665"/>
                <a:gd name="connsiteX1" fmla="*/ 729476 w 729476"/>
                <a:gd name="connsiteY1" fmla="*/ 0 h 353665"/>
                <a:gd name="connsiteX2" fmla="*/ 729476 w 729476"/>
                <a:gd name="connsiteY2" fmla="*/ 353665 h 353665"/>
                <a:gd name="connsiteX3" fmla="*/ 0 w 729476"/>
                <a:gd name="connsiteY3" fmla="*/ 353665 h 353665"/>
                <a:gd name="connsiteX4" fmla="*/ 0 w 729476"/>
                <a:gd name="connsiteY4" fmla="*/ 0 h 353665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0 w 729476"/>
                <a:gd name="connsiteY3" fmla="*/ 353665 h 991840"/>
                <a:gd name="connsiteX4" fmla="*/ 0 w 729476"/>
                <a:gd name="connsiteY4" fmla="*/ 0 h 991840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238125 w 729476"/>
                <a:gd name="connsiteY3" fmla="*/ 982315 h 991840"/>
                <a:gd name="connsiteX4" fmla="*/ 0 w 729476"/>
                <a:gd name="connsiteY4" fmla="*/ 0 h 991840"/>
                <a:gd name="connsiteX0" fmla="*/ 299224 w 1028700"/>
                <a:gd name="connsiteY0" fmla="*/ 0 h 1166917"/>
                <a:gd name="connsiteX1" fmla="*/ 1028700 w 1028700"/>
                <a:gd name="connsiteY1" fmla="*/ 0 h 1166917"/>
                <a:gd name="connsiteX2" fmla="*/ 828675 w 1028700"/>
                <a:gd name="connsiteY2" fmla="*/ 991840 h 1166917"/>
                <a:gd name="connsiteX3" fmla="*/ 0 w 1028700"/>
                <a:gd name="connsiteY3" fmla="*/ 1166811 h 1166917"/>
                <a:gd name="connsiteX4" fmla="*/ 537349 w 1028700"/>
                <a:gd name="connsiteY4" fmla="*/ 982315 h 1166917"/>
                <a:gd name="connsiteX5" fmla="*/ 299224 w 1028700"/>
                <a:gd name="connsiteY5" fmla="*/ 0 h 1166917"/>
                <a:gd name="connsiteX0" fmla="*/ 302540 w 1032016"/>
                <a:gd name="connsiteY0" fmla="*/ 0 h 1294787"/>
                <a:gd name="connsiteX1" fmla="*/ 1032016 w 1032016"/>
                <a:gd name="connsiteY1" fmla="*/ 0 h 1294787"/>
                <a:gd name="connsiteX2" fmla="*/ 831991 w 1032016"/>
                <a:gd name="connsiteY2" fmla="*/ 991840 h 1294787"/>
                <a:gd name="connsiteX3" fmla="*/ 365266 w 1032016"/>
                <a:gd name="connsiteY3" fmla="*/ 1290636 h 1294787"/>
                <a:gd name="connsiteX4" fmla="*/ 3316 w 1032016"/>
                <a:gd name="connsiteY4" fmla="*/ 1166811 h 1294787"/>
                <a:gd name="connsiteX5" fmla="*/ 540665 w 1032016"/>
                <a:gd name="connsiteY5" fmla="*/ 982315 h 1294787"/>
                <a:gd name="connsiteX6" fmla="*/ 302540 w 1032016"/>
                <a:gd name="connsiteY6" fmla="*/ 0 h 1294787"/>
                <a:gd name="connsiteX0" fmla="*/ 302294 w 1031770"/>
                <a:gd name="connsiteY0" fmla="*/ 0 h 1290899"/>
                <a:gd name="connsiteX1" fmla="*/ 1031770 w 1031770"/>
                <a:gd name="connsiteY1" fmla="*/ 0 h 1290899"/>
                <a:gd name="connsiteX2" fmla="*/ 831745 w 1031770"/>
                <a:gd name="connsiteY2" fmla="*/ 991840 h 1290899"/>
                <a:gd name="connsiteX3" fmla="*/ 717445 w 1031770"/>
                <a:gd name="connsiteY3" fmla="*/ 1185861 h 1290899"/>
                <a:gd name="connsiteX4" fmla="*/ 365020 w 1031770"/>
                <a:gd name="connsiteY4" fmla="*/ 1290636 h 1290899"/>
                <a:gd name="connsiteX5" fmla="*/ 3070 w 1031770"/>
                <a:gd name="connsiteY5" fmla="*/ 1166811 h 1290899"/>
                <a:gd name="connsiteX6" fmla="*/ 540419 w 1031770"/>
                <a:gd name="connsiteY6" fmla="*/ 982315 h 1290899"/>
                <a:gd name="connsiteX7" fmla="*/ 302294 w 1031770"/>
                <a:gd name="connsiteY7" fmla="*/ 0 h 1290899"/>
                <a:gd name="connsiteX0" fmla="*/ 125436 w 854912"/>
                <a:gd name="connsiteY0" fmla="*/ 0 h 1290922"/>
                <a:gd name="connsiteX1" fmla="*/ 854912 w 854912"/>
                <a:gd name="connsiteY1" fmla="*/ 0 h 1290922"/>
                <a:gd name="connsiteX2" fmla="*/ 654887 w 854912"/>
                <a:gd name="connsiteY2" fmla="*/ 991840 h 1290922"/>
                <a:gd name="connsiteX3" fmla="*/ 540587 w 854912"/>
                <a:gd name="connsiteY3" fmla="*/ 1185861 h 1290922"/>
                <a:gd name="connsiteX4" fmla="*/ 188162 w 854912"/>
                <a:gd name="connsiteY4" fmla="*/ 1290636 h 1290922"/>
                <a:gd name="connsiteX5" fmla="*/ 7187 w 854912"/>
                <a:gd name="connsiteY5" fmla="*/ 1176336 h 1290922"/>
                <a:gd name="connsiteX6" fmla="*/ 363561 w 854912"/>
                <a:gd name="connsiteY6" fmla="*/ 982315 h 1290922"/>
                <a:gd name="connsiteX7" fmla="*/ 125436 w 854912"/>
                <a:gd name="connsiteY7" fmla="*/ 0 h 1290922"/>
                <a:gd name="connsiteX0" fmla="*/ 491327 w 1220803"/>
                <a:gd name="connsiteY0" fmla="*/ 0 h 1290922"/>
                <a:gd name="connsiteX1" fmla="*/ 1220803 w 1220803"/>
                <a:gd name="connsiteY1" fmla="*/ 0 h 1290922"/>
                <a:gd name="connsiteX2" fmla="*/ 1020778 w 1220803"/>
                <a:gd name="connsiteY2" fmla="*/ 991840 h 1290922"/>
                <a:gd name="connsiteX3" fmla="*/ 906478 w 1220803"/>
                <a:gd name="connsiteY3" fmla="*/ 1185861 h 1290922"/>
                <a:gd name="connsiteX4" fmla="*/ 554053 w 1220803"/>
                <a:gd name="connsiteY4" fmla="*/ 1290636 h 1290922"/>
                <a:gd name="connsiteX5" fmla="*/ 373078 w 1220803"/>
                <a:gd name="connsiteY5" fmla="*/ 1176336 h 1290922"/>
                <a:gd name="connsiteX6" fmla="*/ 729452 w 1220803"/>
                <a:gd name="connsiteY6" fmla="*/ 982315 h 1290922"/>
                <a:gd name="connsiteX7" fmla="*/ 491327 w 1220803"/>
                <a:gd name="connsiteY7" fmla="*/ 0 h 1290922"/>
                <a:gd name="connsiteX0" fmla="*/ 526460 w 1255936"/>
                <a:gd name="connsiteY0" fmla="*/ 0 h 1290922"/>
                <a:gd name="connsiteX1" fmla="*/ 1255936 w 1255936"/>
                <a:gd name="connsiteY1" fmla="*/ 0 h 1290922"/>
                <a:gd name="connsiteX2" fmla="*/ 1055911 w 1255936"/>
                <a:gd name="connsiteY2" fmla="*/ 991840 h 1290922"/>
                <a:gd name="connsiteX3" fmla="*/ 941611 w 1255936"/>
                <a:gd name="connsiteY3" fmla="*/ 1185861 h 1290922"/>
                <a:gd name="connsiteX4" fmla="*/ 589186 w 1255936"/>
                <a:gd name="connsiteY4" fmla="*/ 1290636 h 1290922"/>
                <a:gd name="connsiteX5" fmla="*/ 408211 w 1255936"/>
                <a:gd name="connsiteY5" fmla="*/ 1176336 h 1290922"/>
                <a:gd name="connsiteX6" fmla="*/ 764585 w 1255936"/>
                <a:gd name="connsiteY6" fmla="*/ 982315 h 1290922"/>
                <a:gd name="connsiteX7" fmla="*/ 526460 w 1255936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461657"/>
                <a:gd name="connsiteX1" fmla="*/ 1243292 w 1243292"/>
                <a:gd name="connsiteY1" fmla="*/ 0 h 1461657"/>
                <a:gd name="connsiteX2" fmla="*/ 1043267 w 1243292"/>
                <a:gd name="connsiteY2" fmla="*/ 991840 h 1461657"/>
                <a:gd name="connsiteX3" fmla="*/ 928967 w 1243292"/>
                <a:gd name="connsiteY3" fmla="*/ 1185861 h 1461657"/>
                <a:gd name="connsiteX4" fmla="*/ 576542 w 1243292"/>
                <a:gd name="connsiteY4" fmla="*/ 1290636 h 1461657"/>
                <a:gd name="connsiteX5" fmla="*/ 395567 w 1243292"/>
                <a:gd name="connsiteY5" fmla="*/ 1176336 h 1461657"/>
                <a:gd name="connsiteX6" fmla="*/ 751941 w 1243292"/>
                <a:gd name="connsiteY6" fmla="*/ 982315 h 1461657"/>
                <a:gd name="connsiteX7" fmla="*/ 513816 w 1243292"/>
                <a:gd name="connsiteY7" fmla="*/ 0 h 1461657"/>
                <a:gd name="connsiteX0" fmla="*/ 536560 w 1266036"/>
                <a:gd name="connsiteY0" fmla="*/ 0 h 1459968"/>
                <a:gd name="connsiteX1" fmla="*/ 1266036 w 1266036"/>
                <a:gd name="connsiteY1" fmla="*/ 0 h 1459968"/>
                <a:gd name="connsiteX2" fmla="*/ 1066011 w 1266036"/>
                <a:gd name="connsiteY2" fmla="*/ 991840 h 1459968"/>
                <a:gd name="connsiteX3" fmla="*/ 951711 w 1266036"/>
                <a:gd name="connsiteY3" fmla="*/ 1185861 h 1459968"/>
                <a:gd name="connsiteX4" fmla="*/ 599286 w 1266036"/>
                <a:gd name="connsiteY4" fmla="*/ 1290636 h 1459968"/>
                <a:gd name="connsiteX5" fmla="*/ 418311 w 1266036"/>
                <a:gd name="connsiteY5" fmla="*/ 1176336 h 1459968"/>
                <a:gd name="connsiteX6" fmla="*/ 774685 w 1266036"/>
                <a:gd name="connsiteY6" fmla="*/ 982315 h 1459968"/>
                <a:gd name="connsiteX7" fmla="*/ 536560 w 1266036"/>
                <a:gd name="connsiteY7" fmla="*/ 0 h 1459968"/>
                <a:gd name="connsiteX0" fmla="*/ 513816 w 1243292"/>
                <a:gd name="connsiteY0" fmla="*/ 0 h 1466223"/>
                <a:gd name="connsiteX1" fmla="*/ 1243292 w 1243292"/>
                <a:gd name="connsiteY1" fmla="*/ 0 h 1466223"/>
                <a:gd name="connsiteX2" fmla="*/ 1043267 w 1243292"/>
                <a:gd name="connsiteY2" fmla="*/ 991840 h 1466223"/>
                <a:gd name="connsiteX3" fmla="*/ 928967 w 1243292"/>
                <a:gd name="connsiteY3" fmla="*/ 1185861 h 1466223"/>
                <a:gd name="connsiteX4" fmla="*/ 576542 w 1243292"/>
                <a:gd name="connsiteY4" fmla="*/ 1290636 h 1466223"/>
                <a:gd name="connsiteX5" fmla="*/ 395567 w 1243292"/>
                <a:gd name="connsiteY5" fmla="*/ 1176336 h 1466223"/>
                <a:gd name="connsiteX6" fmla="*/ 751941 w 1243292"/>
                <a:gd name="connsiteY6" fmla="*/ 982315 h 1466223"/>
                <a:gd name="connsiteX7" fmla="*/ 513816 w 1243292"/>
                <a:gd name="connsiteY7" fmla="*/ 0 h 1466223"/>
                <a:gd name="connsiteX0" fmla="*/ 513816 w 1243292"/>
                <a:gd name="connsiteY0" fmla="*/ 0 h 1457884"/>
                <a:gd name="connsiteX1" fmla="*/ 1243292 w 1243292"/>
                <a:gd name="connsiteY1" fmla="*/ 0 h 1457884"/>
                <a:gd name="connsiteX2" fmla="*/ 1043267 w 1243292"/>
                <a:gd name="connsiteY2" fmla="*/ 991840 h 1457884"/>
                <a:gd name="connsiteX3" fmla="*/ 928967 w 1243292"/>
                <a:gd name="connsiteY3" fmla="*/ 1185861 h 1457884"/>
                <a:gd name="connsiteX4" fmla="*/ 576542 w 1243292"/>
                <a:gd name="connsiteY4" fmla="*/ 1290636 h 1457884"/>
                <a:gd name="connsiteX5" fmla="*/ 395567 w 1243292"/>
                <a:gd name="connsiteY5" fmla="*/ 1176336 h 1457884"/>
                <a:gd name="connsiteX6" fmla="*/ 751941 w 1243292"/>
                <a:gd name="connsiteY6" fmla="*/ 982315 h 1457884"/>
                <a:gd name="connsiteX7" fmla="*/ 513816 w 1243292"/>
                <a:gd name="connsiteY7" fmla="*/ 0 h 1457884"/>
                <a:gd name="connsiteX0" fmla="*/ 513816 w 1243292"/>
                <a:gd name="connsiteY0" fmla="*/ 0 h 1545790"/>
                <a:gd name="connsiteX1" fmla="*/ 1243292 w 1243292"/>
                <a:gd name="connsiteY1" fmla="*/ 0 h 1545790"/>
                <a:gd name="connsiteX2" fmla="*/ 1043267 w 1243292"/>
                <a:gd name="connsiteY2" fmla="*/ 991840 h 1545790"/>
                <a:gd name="connsiteX3" fmla="*/ 928967 w 1243292"/>
                <a:gd name="connsiteY3" fmla="*/ 1185861 h 1545790"/>
                <a:gd name="connsiteX4" fmla="*/ 576542 w 1243292"/>
                <a:gd name="connsiteY4" fmla="*/ 1290636 h 1545790"/>
                <a:gd name="connsiteX5" fmla="*/ 395567 w 1243292"/>
                <a:gd name="connsiteY5" fmla="*/ 1176336 h 1545790"/>
                <a:gd name="connsiteX6" fmla="*/ 751941 w 1243292"/>
                <a:gd name="connsiteY6" fmla="*/ 982315 h 1545790"/>
                <a:gd name="connsiteX7" fmla="*/ 513816 w 1243292"/>
                <a:gd name="connsiteY7" fmla="*/ 0 h 1545790"/>
                <a:gd name="connsiteX0" fmla="*/ 513816 w 1243292"/>
                <a:gd name="connsiteY0" fmla="*/ 0 h 1587252"/>
                <a:gd name="connsiteX1" fmla="*/ 1243292 w 1243292"/>
                <a:gd name="connsiteY1" fmla="*/ 0 h 1587252"/>
                <a:gd name="connsiteX2" fmla="*/ 1043267 w 1243292"/>
                <a:gd name="connsiteY2" fmla="*/ 991840 h 1587252"/>
                <a:gd name="connsiteX3" fmla="*/ 928967 w 1243292"/>
                <a:gd name="connsiteY3" fmla="*/ 1185861 h 1587252"/>
                <a:gd name="connsiteX4" fmla="*/ 576542 w 1243292"/>
                <a:gd name="connsiteY4" fmla="*/ 1290636 h 1587252"/>
                <a:gd name="connsiteX5" fmla="*/ 395567 w 1243292"/>
                <a:gd name="connsiteY5" fmla="*/ 1176336 h 1587252"/>
                <a:gd name="connsiteX6" fmla="*/ 751941 w 1243292"/>
                <a:gd name="connsiteY6" fmla="*/ 982315 h 1587252"/>
                <a:gd name="connsiteX7" fmla="*/ 513816 w 1243292"/>
                <a:gd name="connsiteY7" fmla="*/ 0 h 1587252"/>
                <a:gd name="connsiteX0" fmla="*/ 513816 w 1243292"/>
                <a:gd name="connsiteY0" fmla="*/ 0 h 1589955"/>
                <a:gd name="connsiteX1" fmla="*/ 1243292 w 1243292"/>
                <a:gd name="connsiteY1" fmla="*/ 0 h 1589955"/>
                <a:gd name="connsiteX2" fmla="*/ 1043267 w 1243292"/>
                <a:gd name="connsiteY2" fmla="*/ 991840 h 1589955"/>
                <a:gd name="connsiteX3" fmla="*/ 928967 w 1243292"/>
                <a:gd name="connsiteY3" fmla="*/ 1185861 h 1589955"/>
                <a:gd name="connsiteX4" fmla="*/ 379693 w 1243292"/>
                <a:gd name="connsiteY4" fmla="*/ 1589085 h 1589955"/>
                <a:gd name="connsiteX5" fmla="*/ 576542 w 1243292"/>
                <a:gd name="connsiteY5" fmla="*/ 1290636 h 1589955"/>
                <a:gd name="connsiteX6" fmla="*/ 395567 w 1243292"/>
                <a:gd name="connsiteY6" fmla="*/ 1176336 h 1589955"/>
                <a:gd name="connsiteX7" fmla="*/ 751941 w 1243292"/>
                <a:gd name="connsiteY7" fmla="*/ 982315 h 1589955"/>
                <a:gd name="connsiteX8" fmla="*/ 513816 w 1243292"/>
                <a:gd name="connsiteY8" fmla="*/ 0 h 1589955"/>
                <a:gd name="connsiteX0" fmla="*/ 513816 w 1243292"/>
                <a:gd name="connsiteY0" fmla="*/ 0 h 1589998"/>
                <a:gd name="connsiteX1" fmla="*/ 1243292 w 1243292"/>
                <a:gd name="connsiteY1" fmla="*/ 0 h 1589998"/>
                <a:gd name="connsiteX2" fmla="*/ 1043267 w 1243292"/>
                <a:gd name="connsiteY2" fmla="*/ 991840 h 1589998"/>
                <a:gd name="connsiteX3" fmla="*/ 928967 w 1243292"/>
                <a:gd name="connsiteY3" fmla="*/ 1185861 h 1589998"/>
                <a:gd name="connsiteX4" fmla="*/ 379693 w 1243292"/>
                <a:gd name="connsiteY4" fmla="*/ 1589085 h 1589998"/>
                <a:gd name="connsiteX5" fmla="*/ 576542 w 1243292"/>
                <a:gd name="connsiteY5" fmla="*/ 1290636 h 1589998"/>
                <a:gd name="connsiteX6" fmla="*/ 395567 w 1243292"/>
                <a:gd name="connsiteY6" fmla="*/ 1176336 h 1589998"/>
                <a:gd name="connsiteX7" fmla="*/ 751941 w 1243292"/>
                <a:gd name="connsiteY7" fmla="*/ 982315 h 1589998"/>
                <a:gd name="connsiteX8" fmla="*/ 513816 w 1243292"/>
                <a:gd name="connsiteY8" fmla="*/ 0 h 1589998"/>
                <a:gd name="connsiteX0" fmla="*/ 513816 w 1243292"/>
                <a:gd name="connsiteY0" fmla="*/ 0 h 1590308"/>
                <a:gd name="connsiteX1" fmla="*/ 1243292 w 1243292"/>
                <a:gd name="connsiteY1" fmla="*/ 0 h 1590308"/>
                <a:gd name="connsiteX2" fmla="*/ 1043267 w 1243292"/>
                <a:gd name="connsiteY2" fmla="*/ 991840 h 1590308"/>
                <a:gd name="connsiteX3" fmla="*/ 928967 w 1243292"/>
                <a:gd name="connsiteY3" fmla="*/ 1185861 h 1590308"/>
                <a:gd name="connsiteX4" fmla="*/ 379693 w 1243292"/>
                <a:gd name="connsiteY4" fmla="*/ 1589085 h 1590308"/>
                <a:gd name="connsiteX5" fmla="*/ 576542 w 1243292"/>
                <a:gd name="connsiteY5" fmla="*/ 1290636 h 1590308"/>
                <a:gd name="connsiteX6" fmla="*/ 395567 w 1243292"/>
                <a:gd name="connsiteY6" fmla="*/ 1176336 h 1590308"/>
                <a:gd name="connsiteX7" fmla="*/ 751941 w 1243292"/>
                <a:gd name="connsiteY7" fmla="*/ 982315 h 1590308"/>
                <a:gd name="connsiteX8" fmla="*/ 513816 w 1243292"/>
                <a:gd name="connsiteY8" fmla="*/ 0 h 1590308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292" h="1592717">
                  <a:moveTo>
                    <a:pt x="513816" y="0"/>
                  </a:moveTo>
                  <a:lnTo>
                    <a:pt x="1243292" y="0"/>
                  </a:lnTo>
                  <a:cubicBezTo>
                    <a:pt x="1176617" y="330613"/>
                    <a:pt x="906742" y="365952"/>
                    <a:pt x="1043267" y="991840"/>
                  </a:cubicBezTo>
                  <a:cubicBezTo>
                    <a:pt x="1278217" y="1087883"/>
                    <a:pt x="1006755" y="1136062"/>
                    <a:pt x="928967" y="1185861"/>
                  </a:cubicBezTo>
                  <a:cubicBezTo>
                    <a:pt x="813080" y="1282227"/>
                    <a:pt x="413030" y="1606548"/>
                    <a:pt x="373343" y="1592260"/>
                  </a:cubicBezTo>
                  <a:cubicBezTo>
                    <a:pt x="320956" y="1584322"/>
                    <a:pt x="416205" y="1368952"/>
                    <a:pt x="576542" y="1290636"/>
                  </a:cubicBezTo>
                  <a:cubicBezTo>
                    <a:pt x="-485495" y="1720848"/>
                    <a:pt x="250447" y="1186448"/>
                    <a:pt x="395567" y="1176336"/>
                  </a:cubicBezTo>
                  <a:cubicBezTo>
                    <a:pt x="-542917" y="1302162"/>
                    <a:pt x="442650" y="989839"/>
                    <a:pt x="751941" y="982315"/>
                  </a:cubicBezTo>
                  <a:cubicBezTo>
                    <a:pt x="791628" y="673927"/>
                    <a:pt x="593191" y="327438"/>
                    <a:pt x="513816" y="0"/>
                  </a:cubicBezTo>
                  <a:close/>
                </a:path>
              </a:pathLst>
            </a:custGeom>
            <a:solidFill>
              <a:srgbClr val="EEBD2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Rectangle 57">
              <a:extLst>
                <a:ext uri="{FF2B5EF4-FFF2-40B4-BE49-F238E27FC236}">
                  <a16:creationId xmlns:a16="http://schemas.microsoft.com/office/drawing/2014/main" id="{F270FC61-EFA9-C7D1-C07F-9E6A659356CD}"/>
                </a:ext>
              </a:extLst>
            </p:cNvPr>
            <p:cNvSpPr/>
            <p:nvPr/>
          </p:nvSpPr>
          <p:spPr>
            <a:xfrm>
              <a:off x="4079278" y="5033268"/>
              <a:ext cx="1244244" cy="1486060"/>
            </a:xfrm>
            <a:custGeom>
              <a:avLst/>
              <a:gdLst>
                <a:gd name="connsiteX0" fmla="*/ 0 w 729476"/>
                <a:gd name="connsiteY0" fmla="*/ 0 h 353665"/>
                <a:gd name="connsiteX1" fmla="*/ 729476 w 729476"/>
                <a:gd name="connsiteY1" fmla="*/ 0 h 353665"/>
                <a:gd name="connsiteX2" fmla="*/ 729476 w 729476"/>
                <a:gd name="connsiteY2" fmla="*/ 353665 h 353665"/>
                <a:gd name="connsiteX3" fmla="*/ 0 w 729476"/>
                <a:gd name="connsiteY3" fmla="*/ 353665 h 353665"/>
                <a:gd name="connsiteX4" fmla="*/ 0 w 729476"/>
                <a:gd name="connsiteY4" fmla="*/ 0 h 353665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0 w 729476"/>
                <a:gd name="connsiteY3" fmla="*/ 353665 h 991840"/>
                <a:gd name="connsiteX4" fmla="*/ 0 w 729476"/>
                <a:gd name="connsiteY4" fmla="*/ 0 h 991840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238125 w 729476"/>
                <a:gd name="connsiteY3" fmla="*/ 982315 h 991840"/>
                <a:gd name="connsiteX4" fmla="*/ 0 w 729476"/>
                <a:gd name="connsiteY4" fmla="*/ 0 h 991840"/>
                <a:gd name="connsiteX0" fmla="*/ 299224 w 1028700"/>
                <a:gd name="connsiteY0" fmla="*/ 0 h 1166917"/>
                <a:gd name="connsiteX1" fmla="*/ 1028700 w 1028700"/>
                <a:gd name="connsiteY1" fmla="*/ 0 h 1166917"/>
                <a:gd name="connsiteX2" fmla="*/ 828675 w 1028700"/>
                <a:gd name="connsiteY2" fmla="*/ 991840 h 1166917"/>
                <a:gd name="connsiteX3" fmla="*/ 0 w 1028700"/>
                <a:gd name="connsiteY3" fmla="*/ 1166811 h 1166917"/>
                <a:gd name="connsiteX4" fmla="*/ 537349 w 1028700"/>
                <a:gd name="connsiteY4" fmla="*/ 982315 h 1166917"/>
                <a:gd name="connsiteX5" fmla="*/ 299224 w 1028700"/>
                <a:gd name="connsiteY5" fmla="*/ 0 h 1166917"/>
                <a:gd name="connsiteX0" fmla="*/ 302540 w 1032016"/>
                <a:gd name="connsiteY0" fmla="*/ 0 h 1294787"/>
                <a:gd name="connsiteX1" fmla="*/ 1032016 w 1032016"/>
                <a:gd name="connsiteY1" fmla="*/ 0 h 1294787"/>
                <a:gd name="connsiteX2" fmla="*/ 831991 w 1032016"/>
                <a:gd name="connsiteY2" fmla="*/ 991840 h 1294787"/>
                <a:gd name="connsiteX3" fmla="*/ 365266 w 1032016"/>
                <a:gd name="connsiteY3" fmla="*/ 1290636 h 1294787"/>
                <a:gd name="connsiteX4" fmla="*/ 3316 w 1032016"/>
                <a:gd name="connsiteY4" fmla="*/ 1166811 h 1294787"/>
                <a:gd name="connsiteX5" fmla="*/ 540665 w 1032016"/>
                <a:gd name="connsiteY5" fmla="*/ 982315 h 1294787"/>
                <a:gd name="connsiteX6" fmla="*/ 302540 w 1032016"/>
                <a:gd name="connsiteY6" fmla="*/ 0 h 1294787"/>
                <a:gd name="connsiteX0" fmla="*/ 302294 w 1031770"/>
                <a:gd name="connsiteY0" fmla="*/ 0 h 1290899"/>
                <a:gd name="connsiteX1" fmla="*/ 1031770 w 1031770"/>
                <a:gd name="connsiteY1" fmla="*/ 0 h 1290899"/>
                <a:gd name="connsiteX2" fmla="*/ 831745 w 1031770"/>
                <a:gd name="connsiteY2" fmla="*/ 991840 h 1290899"/>
                <a:gd name="connsiteX3" fmla="*/ 717445 w 1031770"/>
                <a:gd name="connsiteY3" fmla="*/ 1185861 h 1290899"/>
                <a:gd name="connsiteX4" fmla="*/ 365020 w 1031770"/>
                <a:gd name="connsiteY4" fmla="*/ 1290636 h 1290899"/>
                <a:gd name="connsiteX5" fmla="*/ 3070 w 1031770"/>
                <a:gd name="connsiteY5" fmla="*/ 1166811 h 1290899"/>
                <a:gd name="connsiteX6" fmla="*/ 540419 w 1031770"/>
                <a:gd name="connsiteY6" fmla="*/ 982315 h 1290899"/>
                <a:gd name="connsiteX7" fmla="*/ 302294 w 1031770"/>
                <a:gd name="connsiteY7" fmla="*/ 0 h 1290899"/>
                <a:gd name="connsiteX0" fmla="*/ 125436 w 854912"/>
                <a:gd name="connsiteY0" fmla="*/ 0 h 1290922"/>
                <a:gd name="connsiteX1" fmla="*/ 854912 w 854912"/>
                <a:gd name="connsiteY1" fmla="*/ 0 h 1290922"/>
                <a:gd name="connsiteX2" fmla="*/ 654887 w 854912"/>
                <a:gd name="connsiteY2" fmla="*/ 991840 h 1290922"/>
                <a:gd name="connsiteX3" fmla="*/ 540587 w 854912"/>
                <a:gd name="connsiteY3" fmla="*/ 1185861 h 1290922"/>
                <a:gd name="connsiteX4" fmla="*/ 188162 w 854912"/>
                <a:gd name="connsiteY4" fmla="*/ 1290636 h 1290922"/>
                <a:gd name="connsiteX5" fmla="*/ 7187 w 854912"/>
                <a:gd name="connsiteY5" fmla="*/ 1176336 h 1290922"/>
                <a:gd name="connsiteX6" fmla="*/ 363561 w 854912"/>
                <a:gd name="connsiteY6" fmla="*/ 982315 h 1290922"/>
                <a:gd name="connsiteX7" fmla="*/ 125436 w 854912"/>
                <a:gd name="connsiteY7" fmla="*/ 0 h 1290922"/>
                <a:gd name="connsiteX0" fmla="*/ 491327 w 1220803"/>
                <a:gd name="connsiteY0" fmla="*/ 0 h 1290922"/>
                <a:gd name="connsiteX1" fmla="*/ 1220803 w 1220803"/>
                <a:gd name="connsiteY1" fmla="*/ 0 h 1290922"/>
                <a:gd name="connsiteX2" fmla="*/ 1020778 w 1220803"/>
                <a:gd name="connsiteY2" fmla="*/ 991840 h 1290922"/>
                <a:gd name="connsiteX3" fmla="*/ 906478 w 1220803"/>
                <a:gd name="connsiteY3" fmla="*/ 1185861 h 1290922"/>
                <a:gd name="connsiteX4" fmla="*/ 554053 w 1220803"/>
                <a:gd name="connsiteY4" fmla="*/ 1290636 h 1290922"/>
                <a:gd name="connsiteX5" fmla="*/ 373078 w 1220803"/>
                <a:gd name="connsiteY5" fmla="*/ 1176336 h 1290922"/>
                <a:gd name="connsiteX6" fmla="*/ 729452 w 1220803"/>
                <a:gd name="connsiteY6" fmla="*/ 982315 h 1290922"/>
                <a:gd name="connsiteX7" fmla="*/ 491327 w 1220803"/>
                <a:gd name="connsiteY7" fmla="*/ 0 h 1290922"/>
                <a:gd name="connsiteX0" fmla="*/ 526460 w 1255936"/>
                <a:gd name="connsiteY0" fmla="*/ 0 h 1290922"/>
                <a:gd name="connsiteX1" fmla="*/ 1255936 w 1255936"/>
                <a:gd name="connsiteY1" fmla="*/ 0 h 1290922"/>
                <a:gd name="connsiteX2" fmla="*/ 1055911 w 1255936"/>
                <a:gd name="connsiteY2" fmla="*/ 991840 h 1290922"/>
                <a:gd name="connsiteX3" fmla="*/ 941611 w 1255936"/>
                <a:gd name="connsiteY3" fmla="*/ 1185861 h 1290922"/>
                <a:gd name="connsiteX4" fmla="*/ 589186 w 1255936"/>
                <a:gd name="connsiteY4" fmla="*/ 1290636 h 1290922"/>
                <a:gd name="connsiteX5" fmla="*/ 408211 w 1255936"/>
                <a:gd name="connsiteY5" fmla="*/ 1176336 h 1290922"/>
                <a:gd name="connsiteX6" fmla="*/ 764585 w 1255936"/>
                <a:gd name="connsiteY6" fmla="*/ 982315 h 1290922"/>
                <a:gd name="connsiteX7" fmla="*/ 526460 w 1255936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461657"/>
                <a:gd name="connsiteX1" fmla="*/ 1243292 w 1243292"/>
                <a:gd name="connsiteY1" fmla="*/ 0 h 1461657"/>
                <a:gd name="connsiteX2" fmla="*/ 1043267 w 1243292"/>
                <a:gd name="connsiteY2" fmla="*/ 991840 h 1461657"/>
                <a:gd name="connsiteX3" fmla="*/ 928967 w 1243292"/>
                <a:gd name="connsiteY3" fmla="*/ 1185861 h 1461657"/>
                <a:gd name="connsiteX4" fmla="*/ 576542 w 1243292"/>
                <a:gd name="connsiteY4" fmla="*/ 1290636 h 1461657"/>
                <a:gd name="connsiteX5" fmla="*/ 395567 w 1243292"/>
                <a:gd name="connsiteY5" fmla="*/ 1176336 h 1461657"/>
                <a:gd name="connsiteX6" fmla="*/ 751941 w 1243292"/>
                <a:gd name="connsiteY6" fmla="*/ 982315 h 1461657"/>
                <a:gd name="connsiteX7" fmla="*/ 513816 w 1243292"/>
                <a:gd name="connsiteY7" fmla="*/ 0 h 1461657"/>
                <a:gd name="connsiteX0" fmla="*/ 536560 w 1266036"/>
                <a:gd name="connsiteY0" fmla="*/ 0 h 1459968"/>
                <a:gd name="connsiteX1" fmla="*/ 1266036 w 1266036"/>
                <a:gd name="connsiteY1" fmla="*/ 0 h 1459968"/>
                <a:gd name="connsiteX2" fmla="*/ 1066011 w 1266036"/>
                <a:gd name="connsiteY2" fmla="*/ 991840 h 1459968"/>
                <a:gd name="connsiteX3" fmla="*/ 951711 w 1266036"/>
                <a:gd name="connsiteY3" fmla="*/ 1185861 h 1459968"/>
                <a:gd name="connsiteX4" fmla="*/ 599286 w 1266036"/>
                <a:gd name="connsiteY4" fmla="*/ 1290636 h 1459968"/>
                <a:gd name="connsiteX5" fmla="*/ 418311 w 1266036"/>
                <a:gd name="connsiteY5" fmla="*/ 1176336 h 1459968"/>
                <a:gd name="connsiteX6" fmla="*/ 774685 w 1266036"/>
                <a:gd name="connsiteY6" fmla="*/ 982315 h 1459968"/>
                <a:gd name="connsiteX7" fmla="*/ 536560 w 1266036"/>
                <a:gd name="connsiteY7" fmla="*/ 0 h 1459968"/>
                <a:gd name="connsiteX0" fmla="*/ 513816 w 1243292"/>
                <a:gd name="connsiteY0" fmla="*/ 0 h 1466223"/>
                <a:gd name="connsiteX1" fmla="*/ 1243292 w 1243292"/>
                <a:gd name="connsiteY1" fmla="*/ 0 h 1466223"/>
                <a:gd name="connsiteX2" fmla="*/ 1043267 w 1243292"/>
                <a:gd name="connsiteY2" fmla="*/ 991840 h 1466223"/>
                <a:gd name="connsiteX3" fmla="*/ 928967 w 1243292"/>
                <a:gd name="connsiteY3" fmla="*/ 1185861 h 1466223"/>
                <a:gd name="connsiteX4" fmla="*/ 576542 w 1243292"/>
                <a:gd name="connsiteY4" fmla="*/ 1290636 h 1466223"/>
                <a:gd name="connsiteX5" fmla="*/ 395567 w 1243292"/>
                <a:gd name="connsiteY5" fmla="*/ 1176336 h 1466223"/>
                <a:gd name="connsiteX6" fmla="*/ 751941 w 1243292"/>
                <a:gd name="connsiteY6" fmla="*/ 982315 h 1466223"/>
                <a:gd name="connsiteX7" fmla="*/ 513816 w 1243292"/>
                <a:gd name="connsiteY7" fmla="*/ 0 h 1466223"/>
                <a:gd name="connsiteX0" fmla="*/ 513816 w 1243292"/>
                <a:gd name="connsiteY0" fmla="*/ 0 h 1457884"/>
                <a:gd name="connsiteX1" fmla="*/ 1243292 w 1243292"/>
                <a:gd name="connsiteY1" fmla="*/ 0 h 1457884"/>
                <a:gd name="connsiteX2" fmla="*/ 1043267 w 1243292"/>
                <a:gd name="connsiteY2" fmla="*/ 991840 h 1457884"/>
                <a:gd name="connsiteX3" fmla="*/ 928967 w 1243292"/>
                <a:gd name="connsiteY3" fmla="*/ 1185861 h 1457884"/>
                <a:gd name="connsiteX4" fmla="*/ 576542 w 1243292"/>
                <a:gd name="connsiteY4" fmla="*/ 1290636 h 1457884"/>
                <a:gd name="connsiteX5" fmla="*/ 395567 w 1243292"/>
                <a:gd name="connsiteY5" fmla="*/ 1176336 h 1457884"/>
                <a:gd name="connsiteX6" fmla="*/ 751941 w 1243292"/>
                <a:gd name="connsiteY6" fmla="*/ 982315 h 1457884"/>
                <a:gd name="connsiteX7" fmla="*/ 513816 w 1243292"/>
                <a:gd name="connsiteY7" fmla="*/ 0 h 1457884"/>
                <a:gd name="connsiteX0" fmla="*/ 513816 w 1243292"/>
                <a:gd name="connsiteY0" fmla="*/ 0 h 1545790"/>
                <a:gd name="connsiteX1" fmla="*/ 1243292 w 1243292"/>
                <a:gd name="connsiteY1" fmla="*/ 0 h 1545790"/>
                <a:gd name="connsiteX2" fmla="*/ 1043267 w 1243292"/>
                <a:gd name="connsiteY2" fmla="*/ 991840 h 1545790"/>
                <a:gd name="connsiteX3" fmla="*/ 928967 w 1243292"/>
                <a:gd name="connsiteY3" fmla="*/ 1185861 h 1545790"/>
                <a:gd name="connsiteX4" fmla="*/ 576542 w 1243292"/>
                <a:gd name="connsiteY4" fmla="*/ 1290636 h 1545790"/>
                <a:gd name="connsiteX5" fmla="*/ 395567 w 1243292"/>
                <a:gd name="connsiteY5" fmla="*/ 1176336 h 1545790"/>
                <a:gd name="connsiteX6" fmla="*/ 751941 w 1243292"/>
                <a:gd name="connsiteY6" fmla="*/ 982315 h 1545790"/>
                <a:gd name="connsiteX7" fmla="*/ 513816 w 1243292"/>
                <a:gd name="connsiteY7" fmla="*/ 0 h 1545790"/>
                <a:gd name="connsiteX0" fmla="*/ 513816 w 1243292"/>
                <a:gd name="connsiteY0" fmla="*/ 0 h 1587252"/>
                <a:gd name="connsiteX1" fmla="*/ 1243292 w 1243292"/>
                <a:gd name="connsiteY1" fmla="*/ 0 h 1587252"/>
                <a:gd name="connsiteX2" fmla="*/ 1043267 w 1243292"/>
                <a:gd name="connsiteY2" fmla="*/ 991840 h 1587252"/>
                <a:gd name="connsiteX3" fmla="*/ 928967 w 1243292"/>
                <a:gd name="connsiteY3" fmla="*/ 1185861 h 1587252"/>
                <a:gd name="connsiteX4" fmla="*/ 576542 w 1243292"/>
                <a:gd name="connsiteY4" fmla="*/ 1290636 h 1587252"/>
                <a:gd name="connsiteX5" fmla="*/ 395567 w 1243292"/>
                <a:gd name="connsiteY5" fmla="*/ 1176336 h 1587252"/>
                <a:gd name="connsiteX6" fmla="*/ 751941 w 1243292"/>
                <a:gd name="connsiteY6" fmla="*/ 982315 h 1587252"/>
                <a:gd name="connsiteX7" fmla="*/ 513816 w 1243292"/>
                <a:gd name="connsiteY7" fmla="*/ 0 h 1587252"/>
                <a:gd name="connsiteX0" fmla="*/ 513816 w 1243292"/>
                <a:gd name="connsiteY0" fmla="*/ 0 h 1589955"/>
                <a:gd name="connsiteX1" fmla="*/ 1243292 w 1243292"/>
                <a:gd name="connsiteY1" fmla="*/ 0 h 1589955"/>
                <a:gd name="connsiteX2" fmla="*/ 1043267 w 1243292"/>
                <a:gd name="connsiteY2" fmla="*/ 991840 h 1589955"/>
                <a:gd name="connsiteX3" fmla="*/ 928967 w 1243292"/>
                <a:gd name="connsiteY3" fmla="*/ 1185861 h 1589955"/>
                <a:gd name="connsiteX4" fmla="*/ 379693 w 1243292"/>
                <a:gd name="connsiteY4" fmla="*/ 1589085 h 1589955"/>
                <a:gd name="connsiteX5" fmla="*/ 576542 w 1243292"/>
                <a:gd name="connsiteY5" fmla="*/ 1290636 h 1589955"/>
                <a:gd name="connsiteX6" fmla="*/ 395567 w 1243292"/>
                <a:gd name="connsiteY6" fmla="*/ 1176336 h 1589955"/>
                <a:gd name="connsiteX7" fmla="*/ 751941 w 1243292"/>
                <a:gd name="connsiteY7" fmla="*/ 982315 h 1589955"/>
                <a:gd name="connsiteX8" fmla="*/ 513816 w 1243292"/>
                <a:gd name="connsiteY8" fmla="*/ 0 h 1589955"/>
                <a:gd name="connsiteX0" fmla="*/ 513816 w 1243292"/>
                <a:gd name="connsiteY0" fmla="*/ 0 h 1589998"/>
                <a:gd name="connsiteX1" fmla="*/ 1243292 w 1243292"/>
                <a:gd name="connsiteY1" fmla="*/ 0 h 1589998"/>
                <a:gd name="connsiteX2" fmla="*/ 1043267 w 1243292"/>
                <a:gd name="connsiteY2" fmla="*/ 991840 h 1589998"/>
                <a:gd name="connsiteX3" fmla="*/ 928967 w 1243292"/>
                <a:gd name="connsiteY3" fmla="*/ 1185861 h 1589998"/>
                <a:gd name="connsiteX4" fmla="*/ 379693 w 1243292"/>
                <a:gd name="connsiteY4" fmla="*/ 1589085 h 1589998"/>
                <a:gd name="connsiteX5" fmla="*/ 576542 w 1243292"/>
                <a:gd name="connsiteY5" fmla="*/ 1290636 h 1589998"/>
                <a:gd name="connsiteX6" fmla="*/ 395567 w 1243292"/>
                <a:gd name="connsiteY6" fmla="*/ 1176336 h 1589998"/>
                <a:gd name="connsiteX7" fmla="*/ 751941 w 1243292"/>
                <a:gd name="connsiteY7" fmla="*/ 982315 h 1589998"/>
                <a:gd name="connsiteX8" fmla="*/ 513816 w 1243292"/>
                <a:gd name="connsiteY8" fmla="*/ 0 h 1589998"/>
                <a:gd name="connsiteX0" fmla="*/ 513816 w 1243292"/>
                <a:gd name="connsiteY0" fmla="*/ 0 h 1590308"/>
                <a:gd name="connsiteX1" fmla="*/ 1243292 w 1243292"/>
                <a:gd name="connsiteY1" fmla="*/ 0 h 1590308"/>
                <a:gd name="connsiteX2" fmla="*/ 1043267 w 1243292"/>
                <a:gd name="connsiteY2" fmla="*/ 991840 h 1590308"/>
                <a:gd name="connsiteX3" fmla="*/ 928967 w 1243292"/>
                <a:gd name="connsiteY3" fmla="*/ 1185861 h 1590308"/>
                <a:gd name="connsiteX4" fmla="*/ 379693 w 1243292"/>
                <a:gd name="connsiteY4" fmla="*/ 1589085 h 1590308"/>
                <a:gd name="connsiteX5" fmla="*/ 576542 w 1243292"/>
                <a:gd name="connsiteY5" fmla="*/ 1290636 h 1590308"/>
                <a:gd name="connsiteX6" fmla="*/ 395567 w 1243292"/>
                <a:gd name="connsiteY6" fmla="*/ 1176336 h 1590308"/>
                <a:gd name="connsiteX7" fmla="*/ 751941 w 1243292"/>
                <a:gd name="connsiteY7" fmla="*/ 982315 h 1590308"/>
                <a:gd name="connsiteX8" fmla="*/ 513816 w 1243292"/>
                <a:gd name="connsiteY8" fmla="*/ 0 h 1590308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496189 w 1225665"/>
                <a:gd name="connsiteY0" fmla="*/ 0 h 1592717"/>
                <a:gd name="connsiteX1" fmla="*/ 1225665 w 1225665"/>
                <a:gd name="connsiteY1" fmla="*/ 0 h 1592717"/>
                <a:gd name="connsiteX2" fmla="*/ 1025640 w 1225665"/>
                <a:gd name="connsiteY2" fmla="*/ 991840 h 1592717"/>
                <a:gd name="connsiteX3" fmla="*/ 911340 w 1225665"/>
                <a:gd name="connsiteY3" fmla="*/ 1185861 h 1592717"/>
                <a:gd name="connsiteX4" fmla="*/ 355716 w 1225665"/>
                <a:gd name="connsiteY4" fmla="*/ 1592260 h 1592717"/>
                <a:gd name="connsiteX5" fmla="*/ 558915 w 1225665"/>
                <a:gd name="connsiteY5" fmla="*/ 1290636 h 1592717"/>
                <a:gd name="connsiteX6" fmla="*/ 400800 w 1225665"/>
                <a:gd name="connsiteY6" fmla="*/ 1115376 h 1592717"/>
                <a:gd name="connsiteX7" fmla="*/ 734314 w 1225665"/>
                <a:gd name="connsiteY7" fmla="*/ 982315 h 1592717"/>
                <a:gd name="connsiteX8" fmla="*/ 496189 w 1225665"/>
                <a:gd name="connsiteY8" fmla="*/ 0 h 1592717"/>
                <a:gd name="connsiteX0" fmla="*/ 646512 w 1375988"/>
                <a:gd name="connsiteY0" fmla="*/ 0 h 1592717"/>
                <a:gd name="connsiteX1" fmla="*/ 1375988 w 1375988"/>
                <a:gd name="connsiteY1" fmla="*/ 0 h 1592717"/>
                <a:gd name="connsiteX2" fmla="*/ 1175963 w 1375988"/>
                <a:gd name="connsiteY2" fmla="*/ 991840 h 1592717"/>
                <a:gd name="connsiteX3" fmla="*/ 1061663 w 1375988"/>
                <a:gd name="connsiteY3" fmla="*/ 1185861 h 1592717"/>
                <a:gd name="connsiteX4" fmla="*/ 506039 w 1375988"/>
                <a:gd name="connsiteY4" fmla="*/ 1592260 h 1592717"/>
                <a:gd name="connsiteX5" fmla="*/ 488258 w 1375988"/>
                <a:gd name="connsiteY5" fmla="*/ 1229676 h 1592717"/>
                <a:gd name="connsiteX6" fmla="*/ 551123 w 1375988"/>
                <a:gd name="connsiteY6" fmla="*/ 1115376 h 1592717"/>
                <a:gd name="connsiteX7" fmla="*/ 884637 w 1375988"/>
                <a:gd name="connsiteY7" fmla="*/ 982315 h 1592717"/>
                <a:gd name="connsiteX8" fmla="*/ 646512 w 1375988"/>
                <a:gd name="connsiteY8" fmla="*/ 0 h 1592717"/>
                <a:gd name="connsiteX0" fmla="*/ 646512 w 1375988"/>
                <a:gd name="connsiteY0" fmla="*/ 0 h 1486250"/>
                <a:gd name="connsiteX1" fmla="*/ 1375988 w 1375988"/>
                <a:gd name="connsiteY1" fmla="*/ 0 h 1486250"/>
                <a:gd name="connsiteX2" fmla="*/ 1175963 w 1375988"/>
                <a:gd name="connsiteY2" fmla="*/ 991840 h 1486250"/>
                <a:gd name="connsiteX3" fmla="*/ 1061663 w 1375988"/>
                <a:gd name="connsiteY3" fmla="*/ 1185861 h 1486250"/>
                <a:gd name="connsiteX4" fmla="*/ 269819 w 1375988"/>
                <a:gd name="connsiteY4" fmla="*/ 1485580 h 1486250"/>
                <a:gd name="connsiteX5" fmla="*/ 488258 w 1375988"/>
                <a:gd name="connsiteY5" fmla="*/ 1229676 h 1486250"/>
                <a:gd name="connsiteX6" fmla="*/ 551123 w 1375988"/>
                <a:gd name="connsiteY6" fmla="*/ 1115376 h 1486250"/>
                <a:gd name="connsiteX7" fmla="*/ 884637 w 1375988"/>
                <a:gd name="connsiteY7" fmla="*/ 982315 h 1486250"/>
                <a:gd name="connsiteX8" fmla="*/ 646512 w 1375988"/>
                <a:gd name="connsiteY8" fmla="*/ 0 h 1486250"/>
                <a:gd name="connsiteX0" fmla="*/ 646512 w 1269676"/>
                <a:gd name="connsiteY0" fmla="*/ 0 h 1486250"/>
                <a:gd name="connsiteX1" fmla="*/ 1193108 w 1269676"/>
                <a:gd name="connsiteY1" fmla="*/ 38100 h 1486250"/>
                <a:gd name="connsiteX2" fmla="*/ 1175963 w 1269676"/>
                <a:gd name="connsiteY2" fmla="*/ 991840 h 1486250"/>
                <a:gd name="connsiteX3" fmla="*/ 1061663 w 1269676"/>
                <a:gd name="connsiteY3" fmla="*/ 1185861 h 1486250"/>
                <a:gd name="connsiteX4" fmla="*/ 269819 w 1269676"/>
                <a:gd name="connsiteY4" fmla="*/ 1485580 h 1486250"/>
                <a:gd name="connsiteX5" fmla="*/ 488258 w 1269676"/>
                <a:gd name="connsiteY5" fmla="*/ 1229676 h 1486250"/>
                <a:gd name="connsiteX6" fmla="*/ 551123 w 1269676"/>
                <a:gd name="connsiteY6" fmla="*/ 1115376 h 1486250"/>
                <a:gd name="connsiteX7" fmla="*/ 884637 w 1269676"/>
                <a:gd name="connsiteY7" fmla="*/ 982315 h 1486250"/>
                <a:gd name="connsiteX8" fmla="*/ 646512 w 1269676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351778"/>
                <a:gd name="connsiteY0" fmla="*/ 0 h 1486250"/>
                <a:gd name="connsiteX1" fmla="*/ 1193108 w 1351778"/>
                <a:gd name="connsiteY1" fmla="*/ 38100 h 1486250"/>
                <a:gd name="connsiteX2" fmla="*/ 1092143 w 1351778"/>
                <a:gd name="connsiteY2" fmla="*/ 938500 h 1486250"/>
                <a:gd name="connsiteX3" fmla="*/ 1061663 w 1351778"/>
                <a:gd name="connsiteY3" fmla="*/ 1185861 h 1486250"/>
                <a:gd name="connsiteX4" fmla="*/ 269819 w 1351778"/>
                <a:gd name="connsiteY4" fmla="*/ 1485580 h 1486250"/>
                <a:gd name="connsiteX5" fmla="*/ 488258 w 1351778"/>
                <a:gd name="connsiteY5" fmla="*/ 1229676 h 1486250"/>
                <a:gd name="connsiteX6" fmla="*/ 551123 w 1351778"/>
                <a:gd name="connsiteY6" fmla="*/ 1115376 h 1486250"/>
                <a:gd name="connsiteX7" fmla="*/ 884637 w 1351778"/>
                <a:gd name="connsiteY7" fmla="*/ 982315 h 1486250"/>
                <a:gd name="connsiteX8" fmla="*/ 646512 w 1351778"/>
                <a:gd name="connsiteY8" fmla="*/ 0 h 1486250"/>
                <a:gd name="connsiteX0" fmla="*/ 646512 w 1351778"/>
                <a:gd name="connsiteY0" fmla="*/ 0 h 1486250"/>
                <a:gd name="connsiteX1" fmla="*/ 1193108 w 1351778"/>
                <a:gd name="connsiteY1" fmla="*/ 38100 h 1486250"/>
                <a:gd name="connsiteX2" fmla="*/ 1092143 w 1351778"/>
                <a:gd name="connsiteY2" fmla="*/ 938500 h 1486250"/>
                <a:gd name="connsiteX3" fmla="*/ 1061663 w 1351778"/>
                <a:gd name="connsiteY3" fmla="*/ 1185861 h 1486250"/>
                <a:gd name="connsiteX4" fmla="*/ 269819 w 1351778"/>
                <a:gd name="connsiteY4" fmla="*/ 1485580 h 1486250"/>
                <a:gd name="connsiteX5" fmla="*/ 488258 w 1351778"/>
                <a:gd name="connsiteY5" fmla="*/ 1229676 h 1486250"/>
                <a:gd name="connsiteX6" fmla="*/ 551123 w 1351778"/>
                <a:gd name="connsiteY6" fmla="*/ 1115376 h 1486250"/>
                <a:gd name="connsiteX7" fmla="*/ 884637 w 1351778"/>
                <a:gd name="connsiteY7" fmla="*/ 982315 h 1486250"/>
                <a:gd name="connsiteX8" fmla="*/ 646512 w 1351778"/>
                <a:gd name="connsiteY8" fmla="*/ 0 h 1486250"/>
                <a:gd name="connsiteX0" fmla="*/ 646512 w 1351778"/>
                <a:gd name="connsiteY0" fmla="*/ 0 h 1486060"/>
                <a:gd name="connsiteX1" fmla="*/ 1193108 w 1351778"/>
                <a:gd name="connsiteY1" fmla="*/ 38100 h 1486060"/>
                <a:gd name="connsiteX2" fmla="*/ 1092143 w 1351778"/>
                <a:gd name="connsiteY2" fmla="*/ 938500 h 1486060"/>
                <a:gd name="connsiteX3" fmla="*/ 1061663 w 1351778"/>
                <a:gd name="connsiteY3" fmla="*/ 1185861 h 1486060"/>
                <a:gd name="connsiteX4" fmla="*/ 269819 w 1351778"/>
                <a:gd name="connsiteY4" fmla="*/ 1485580 h 1486060"/>
                <a:gd name="connsiteX5" fmla="*/ 488258 w 1351778"/>
                <a:gd name="connsiteY5" fmla="*/ 1229676 h 1486060"/>
                <a:gd name="connsiteX6" fmla="*/ 551123 w 1351778"/>
                <a:gd name="connsiteY6" fmla="*/ 1115376 h 1486060"/>
                <a:gd name="connsiteX7" fmla="*/ 884637 w 1351778"/>
                <a:gd name="connsiteY7" fmla="*/ 982315 h 1486060"/>
                <a:gd name="connsiteX8" fmla="*/ 646512 w 1351778"/>
                <a:gd name="connsiteY8" fmla="*/ 0 h 1486060"/>
                <a:gd name="connsiteX0" fmla="*/ 646512 w 1351778"/>
                <a:gd name="connsiteY0" fmla="*/ 0 h 1486060"/>
                <a:gd name="connsiteX1" fmla="*/ 1193108 w 1351778"/>
                <a:gd name="connsiteY1" fmla="*/ 38100 h 1486060"/>
                <a:gd name="connsiteX2" fmla="*/ 1092143 w 1351778"/>
                <a:gd name="connsiteY2" fmla="*/ 938500 h 1486060"/>
                <a:gd name="connsiteX3" fmla="*/ 1061663 w 1351778"/>
                <a:gd name="connsiteY3" fmla="*/ 1185861 h 1486060"/>
                <a:gd name="connsiteX4" fmla="*/ 269819 w 1351778"/>
                <a:gd name="connsiteY4" fmla="*/ 1485580 h 1486060"/>
                <a:gd name="connsiteX5" fmla="*/ 488258 w 1351778"/>
                <a:gd name="connsiteY5" fmla="*/ 1229676 h 1486060"/>
                <a:gd name="connsiteX6" fmla="*/ 551123 w 1351778"/>
                <a:gd name="connsiteY6" fmla="*/ 1115376 h 1486060"/>
                <a:gd name="connsiteX7" fmla="*/ 884637 w 1351778"/>
                <a:gd name="connsiteY7" fmla="*/ 982315 h 1486060"/>
                <a:gd name="connsiteX8" fmla="*/ 646512 w 1351778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53450 w 1258716"/>
                <a:gd name="connsiteY0" fmla="*/ 0 h 1486060"/>
                <a:gd name="connsiteX1" fmla="*/ 1100046 w 1258716"/>
                <a:gd name="connsiteY1" fmla="*/ 38100 h 1486060"/>
                <a:gd name="connsiteX2" fmla="*/ 999081 w 1258716"/>
                <a:gd name="connsiteY2" fmla="*/ 938500 h 1486060"/>
                <a:gd name="connsiteX3" fmla="*/ 968601 w 1258716"/>
                <a:gd name="connsiteY3" fmla="*/ 1185861 h 1486060"/>
                <a:gd name="connsiteX4" fmla="*/ 176757 w 1258716"/>
                <a:gd name="connsiteY4" fmla="*/ 1485580 h 1486060"/>
                <a:gd name="connsiteX5" fmla="*/ 395196 w 1258716"/>
                <a:gd name="connsiteY5" fmla="*/ 1229676 h 1486060"/>
                <a:gd name="connsiteX6" fmla="*/ 458061 w 1258716"/>
                <a:gd name="connsiteY6" fmla="*/ 1115376 h 1486060"/>
                <a:gd name="connsiteX7" fmla="*/ 791575 w 1258716"/>
                <a:gd name="connsiteY7" fmla="*/ 982315 h 1486060"/>
                <a:gd name="connsiteX8" fmla="*/ 553450 w 1258716"/>
                <a:gd name="connsiteY8" fmla="*/ 0 h 1486060"/>
                <a:gd name="connsiteX0" fmla="*/ 559080 w 1264346"/>
                <a:gd name="connsiteY0" fmla="*/ 0 h 1486060"/>
                <a:gd name="connsiteX1" fmla="*/ 1105676 w 1264346"/>
                <a:gd name="connsiteY1" fmla="*/ 38100 h 1486060"/>
                <a:gd name="connsiteX2" fmla="*/ 1004711 w 1264346"/>
                <a:gd name="connsiteY2" fmla="*/ 938500 h 1486060"/>
                <a:gd name="connsiteX3" fmla="*/ 974231 w 1264346"/>
                <a:gd name="connsiteY3" fmla="*/ 1185861 h 1486060"/>
                <a:gd name="connsiteX4" fmla="*/ 182387 w 1264346"/>
                <a:gd name="connsiteY4" fmla="*/ 1485580 h 1486060"/>
                <a:gd name="connsiteX5" fmla="*/ 400826 w 1264346"/>
                <a:gd name="connsiteY5" fmla="*/ 1229676 h 1486060"/>
                <a:gd name="connsiteX6" fmla="*/ 463691 w 1264346"/>
                <a:gd name="connsiteY6" fmla="*/ 1115376 h 1486060"/>
                <a:gd name="connsiteX7" fmla="*/ 797205 w 1264346"/>
                <a:gd name="connsiteY7" fmla="*/ 982315 h 1486060"/>
                <a:gd name="connsiteX8" fmla="*/ 559080 w 1264346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52389 w 1257655"/>
                <a:gd name="connsiteY0" fmla="*/ 0 h 1486060"/>
                <a:gd name="connsiteX1" fmla="*/ 1098985 w 1257655"/>
                <a:gd name="connsiteY1" fmla="*/ 38100 h 1486060"/>
                <a:gd name="connsiteX2" fmla="*/ 998020 w 1257655"/>
                <a:gd name="connsiteY2" fmla="*/ 938500 h 1486060"/>
                <a:gd name="connsiteX3" fmla="*/ 967540 w 1257655"/>
                <a:gd name="connsiteY3" fmla="*/ 1185861 h 1486060"/>
                <a:gd name="connsiteX4" fmla="*/ 175696 w 1257655"/>
                <a:gd name="connsiteY4" fmla="*/ 1485580 h 1486060"/>
                <a:gd name="connsiteX5" fmla="*/ 394135 w 1257655"/>
                <a:gd name="connsiteY5" fmla="*/ 1229676 h 1486060"/>
                <a:gd name="connsiteX6" fmla="*/ 457000 w 1257655"/>
                <a:gd name="connsiteY6" fmla="*/ 1115376 h 1486060"/>
                <a:gd name="connsiteX7" fmla="*/ 517641 w 1257655"/>
                <a:gd name="connsiteY7" fmla="*/ 1043248 h 1486060"/>
                <a:gd name="connsiteX8" fmla="*/ 790514 w 1257655"/>
                <a:gd name="connsiteY8" fmla="*/ 982315 h 1486060"/>
                <a:gd name="connsiteX9" fmla="*/ 552389 w 1257655"/>
                <a:gd name="connsiteY9" fmla="*/ 0 h 1486060"/>
                <a:gd name="connsiteX0" fmla="*/ 552389 w 1257655"/>
                <a:gd name="connsiteY0" fmla="*/ 0 h 1486060"/>
                <a:gd name="connsiteX1" fmla="*/ 1098985 w 1257655"/>
                <a:gd name="connsiteY1" fmla="*/ 38100 h 1486060"/>
                <a:gd name="connsiteX2" fmla="*/ 998020 w 1257655"/>
                <a:gd name="connsiteY2" fmla="*/ 938500 h 1486060"/>
                <a:gd name="connsiteX3" fmla="*/ 967540 w 1257655"/>
                <a:gd name="connsiteY3" fmla="*/ 1185861 h 1486060"/>
                <a:gd name="connsiteX4" fmla="*/ 175696 w 1257655"/>
                <a:gd name="connsiteY4" fmla="*/ 1485580 h 1486060"/>
                <a:gd name="connsiteX5" fmla="*/ 394135 w 1257655"/>
                <a:gd name="connsiteY5" fmla="*/ 1229676 h 1486060"/>
                <a:gd name="connsiteX6" fmla="*/ 457000 w 1257655"/>
                <a:gd name="connsiteY6" fmla="*/ 1115376 h 1486060"/>
                <a:gd name="connsiteX7" fmla="*/ 517641 w 1257655"/>
                <a:gd name="connsiteY7" fmla="*/ 1043248 h 1486060"/>
                <a:gd name="connsiteX8" fmla="*/ 790514 w 1257655"/>
                <a:gd name="connsiteY8" fmla="*/ 982315 h 1486060"/>
                <a:gd name="connsiteX9" fmla="*/ 552389 w 1257655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610416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610416 w 1244244"/>
                <a:gd name="connsiteY9" fmla="*/ 0 h 1486060"/>
                <a:gd name="connsiteX0" fmla="*/ 610416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610416 w 1244244"/>
                <a:gd name="connsiteY9" fmla="*/ 0 h 148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44244" h="1486060">
                  <a:moveTo>
                    <a:pt x="610416" y="0"/>
                  </a:moveTo>
                  <a:lnTo>
                    <a:pt x="1085574" y="38100"/>
                  </a:lnTo>
                  <a:cubicBezTo>
                    <a:pt x="1018899" y="368713"/>
                    <a:pt x="901424" y="746952"/>
                    <a:pt x="984609" y="938500"/>
                  </a:cubicBezTo>
                  <a:cubicBezTo>
                    <a:pt x="1547219" y="1133603"/>
                    <a:pt x="1031917" y="1166542"/>
                    <a:pt x="954129" y="1185861"/>
                  </a:cubicBezTo>
                  <a:cubicBezTo>
                    <a:pt x="723942" y="1190787"/>
                    <a:pt x="201972" y="1499868"/>
                    <a:pt x="162285" y="1485580"/>
                  </a:cubicBezTo>
                  <a:cubicBezTo>
                    <a:pt x="71798" y="1447162"/>
                    <a:pt x="239437" y="1303230"/>
                    <a:pt x="399774" y="1224914"/>
                  </a:cubicBezTo>
                  <a:cubicBezTo>
                    <a:pt x="-419376" y="1489392"/>
                    <a:pt x="241318" y="1096913"/>
                    <a:pt x="443589" y="1115376"/>
                  </a:cubicBezTo>
                  <a:cubicBezTo>
                    <a:pt x="469728" y="1172411"/>
                    <a:pt x="-337169" y="1132100"/>
                    <a:pt x="504230" y="1043248"/>
                  </a:cubicBezTo>
                  <a:cubicBezTo>
                    <a:pt x="559816" y="1021071"/>
                    <a:pt x="748293" y="1053796"/>
                    <a:pt x="777103" y="982315"/>
                  </a:cubicBezTo>
                  <a:cubicBezTo>
                    <a:pt x="816790" y="673927"/>
                    <a:pt x="742178" y="484600"/>
                    <a:pt x="610416" y="0"/>
                  </a:cubicBezTo>
                  <a:close/>
                </a:path>
              </a:pathLst>
            </a:custGeom>
            <a:solidFill>
              <a:srgbClr val="EEBD2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66DD69-662A-0E48-907A-A0B401FA999C}"/>
                </a:ext>
              </a:extLst>
            </p:cNvPr>
            <p:cNvGrpSpPr/>
            <p:nvPr/>
          </p:nvGrpSpPr>
          <p:grpSpPr>
            <a:xfrm>
              <a:off x="2919374" y="281088"/>
              <a:ext cx="6091113" cy="5457371"/>
              <a:chOff x="2670074" y="29028"/>
              <a:chExt cx="6398909" cy="5733143"/>
            </a:xfrm>
            <a:solidFill>
              <a:srgbClr val="704A2F"/>
            </a:solidFill>
          </p:grpSpPr>
          <p:sp>
            <p:nvSpPr>
              <p:cNvPr id="44" name="Rectangle 2">
                <a:extLst>
                  <a:ext uri="{FF2B5EF4-FFF2-40B4-BE49-F238E27FC236}">
                    <a16:creationId xmlns:a16="http://schemas.microsoft.com/office/drawing/2014/main" id="{5886831C-7A1A-0816-D299-943B553E4035}"/>
                  </a:ext>
                </a:extLst>
              </p:cNvPr>
              <p:cNvSpPr/>
              <p:nvPr/>
            </p:nvSpPr>
            <p:spPr>
              <a:xfrm rot="532401">
                <a:off x="2670074" y="29028"/>
                <a:ext cx="6398909" cy="5733143"/>
              </a:xfrm>
              <a:custGeom>
                <a:avLst/>
                <a:gdLst>
                  <a:gd name="connsiteX0" fmla="*/ 0 w 1937982"/>
                  <a:gd name="connsiteY0" fmla="*/ 0 h 1845860"/>
                  <a:gd name="connsiteX1" fmla="*/ 1937982 w 1937982"/>
                  <a:gd name="connsiteY1" fmla="*/ 0 h 1845860"/>
                  <a:gd name="connsiteX2" fmla="*/ 1937982 w 1937982"/>
                  <a:gd name="connsiteY2" fmla="*/ 1845860 h 1845860"/>
                  <a:gd name="connsiteX3" fmla="*/ 0 w 1937982"/>
                  <a:gd name="connsiteY3" fmla="*/ 1845860 h 1845860"/>
                  <a:gd name="connsiteX4" fmla="*/ 0 w 1937982"/>
                  <a:gd name="connsiteY4" fmla="*/ 0 h 1845860"/>
                  <a:gd name="connsiteX0" fmla="*/ 0 w 1982432"/>
                  <a:gd name="connsiteY0" fmla="*/ 0 h 2080810"/>
                  <a:gd name="connsiteX1" fmla="*/ 1982432 w 1982432"/>
                  <a:gd name="connsiteY1" fmla="*/ 234950 h 2080810"/>
                  <a:gd name="connsiteX2" fmla="*/ 1982432 w 1982432"/>
                  <a:gd name="connsiteY2" fmla="*/ 2080810 h 2080810"/>
                  <a:gd name="connsiteX3" fmla="*/ 44450 w 1982432"/>
                  <a:gd name="connsiteY3" fmla="*/ 2080810 h 2080810"/>
                  <a:gd name="connsiteX4" fmla="*/ 0 w 1982432"/>
                  <a:gd name="connsiteY4" fmla="*/ 0 h 2080810"/>
                  <a:gd name="connsiteX0" fmla="*/ 0 w 1982432"/>
                  <a:gd name="connsiteY0" fmla="*/ 225168 h 2305978"/>
                  <a:gd name="connsiteX1" fmla="*/ 621257 w 1982432"/>
                  <a:gd name="connsiteY1" fmla="*/ 928 h 2305978"/>
                  <a:gd name="connsiteX2" fmla="*/ 1982432 w 1982432"/>
                  <a:gd name="connsiteY2" fmla="*/ 460118 h 2305978"/>
                  <a:gd name="connsiteX3" fmla="*/ 1982432 w 1982432"/>
                  <a:gd name="connsiteY3" fmla="*/ 2305978 h 2305978"/>
                  <a:gd name="connsiteX4" fmla="*/ 44450 w 1982432"/>
                  <a:gd name="connsiteY4" fmla="*/ 2305978 h 2305978"/>
                  <a:gd name="connsiteX5" fmla="*/ 0 w 1982432"/>
                  <a:gd name="connsiteY5" fmla="*/ 225168 h 2305978"/>
                  <a:gd name="connsiteX0" fmla="*/ 0 w 1982432"/>
                  <a:gd name="connsiteY0" fmla="*/ 246654 h 2327464"/>
                  <a:gd name="connsiteX1" fmla="*/ 621257 w 1982432"/>
                  <a:gd name="connsiteY1" fmla="*/ 22414 h 2327464"/>
                  <a:gd name="connsiteX2" fmla="*/ 1307057 w 1982432"/>
                  <a:gd name="connsiteY2" fmla="*/ 9714 h 2327464"/>
                  <a:gd name="connsiteX3" fmla="*/ 1982432 w 1982432"/>
                  <a:gd name="connsiteY3" fmla="*/ 481604 h 2327464"/>
                  <a:gd name="connsiteX4" fmla="*/ 1982432 w 1982432"/>
                  <a:gd name="connsiteY4" fmla="*/ 2327464 h 2327464"/>
                  <a:gd name="connsiteX5" fmla="*/ 44450 w 1982432"/>
                  <a:gd name="connsiteY5" fmla="*/ 2327464 h 2327464"/>
                  <a:gd name="connsiteX6" fmla="*/ 0 w 1982432"/>
                  <a:gd name="connsiteY6" fmla="*/ 246654 h 2327464"/>
                  <a:gd name="connsiteX0" fmla="*/ 0 w 1982432"/>
                  <a:gd name="connsiteY0" fmla="*/ 246654 h 2327464"/>
                  <a:gd name="connsiteX1" fmla="*/ 621257 w 1982432"/>
                  <a:gd name="connsiteY1" fmla="*/ 22414 h 2327464"/>
                  <a:gd name="connsiteX2" fmla="*/ 1307057 w 1982432"/>
                  <a:gd name="connsiteY2" fmla="*/ 9714 h 2327464"/>
                  <a:gd name="connsiteX3" fmla="*/ 1923007 w 1982432"/>
                  <a:gd name="connsiteY3" fmla="*/ 244664 h 2327464"/>
                  <a:gd name="connsiteX4" fmla="*/ 1982432 w 1982432"/>
                  <a:gd name="connsiteY4" fmla="*/ 481604 h 2327464"/>
                  <a:gd name="connsiteX5" fmla="*/ 1982432 w 1982432"/>
                  <a:gd name="connsiteY5" fmla="*/ 2327464 h 2327464"/>
                  <a:gd name="connsiteX6" fmla="*/ 44450 w 1982432"/>
                  <a:gd name="connsiteY6" fmla="*/ 2327464 h 2327464"/>
                  <a:gd name="connsiteX7" fmla="*/ 0 w 1982432"/>
                  <a:gd name="connsiteY7" fmla="*/ 246654 h 2327464"/>
                  <a:gd name="connsiteX0" fmla="*/ 0 w 2401532"/>
                  <a:gd name="connsiteY0" fmla="*/ 246654 h 2327464"/>
                  <a:gd name="connsiteX1" fmla="*/ 621257 w 2401532"/>
                  <a:gd name="connsiteY1" fmla="*/ 22414 h 2327464"/>
                  <a:gd name="connsiteX2" fmla="*/ 1307057 w 2401532"/>
                  <a:gd name="connsiteY2" fmla="*/ 9714 h 2327464"/>
                  <a:gd name="connsiteX3" fmla="*/ 1923007 w 2401532"/>
                  <a:gd name="connsiteY3" fmla="*/ 244664 h 2327464"/>
                  <a:gd name="connsiteX4" fmla="*/ 2401532 w 2401532"/>
                  <a:gd name="connsiteY4" fmla="*/ 678454 h 2327464"/>
                  <a:gd name="connsiteX5" fmla="*/ 1982432 w 2401532"/>
                  <a:gd name="connsiteY5" fmla="*/ 2327464 h 2327464"/>
                  <a:gd name="connsiteX6" fmla="*/ 44450 w 2401532"/>
                  <a:gd name="connsiteY6" fmla="*/ 2327464 h 2327464"/>
                  <a:gd name="connsiteX7" fmla="*/ 0 w 2401532"/>
                  <a:gd name="connsiteY7" fmla="*/ 246654 h 2327464"/>
                  <a:gd name="connsiteX0" fmla="*/ 0 w 2677886"/>
                  <a:gd name="connsiteY0" fmla="*/ 246654 h 2327464"/>
                  <a:gd name="connsiteX1" fmla="*/ 621257 w 2677886"/>
                  <a:gd name="connsiteY1" fmla="*/ 22414 h 2327464"/>
                  <a:gd name="connsiteX2" fmla="*/ 1307057 w 2677886"/>
                  <a:gd name="connsiteY2" fmla="*/ 9714 h 2327464"/>
                  <a:gd name="connsiteX3" fmla="*/ 1923007 w 2677886"/>
                  <a:gd name="connsiteY3" fmla="*/ 244664 h 2327464"/>
                  <a:gd name="connsiteX4" fmla="*/ 2401532 w 2677886"/>
                  <a:gd name="connsiteY4" fmla="*/ 678454 h 2327464"/>
                  <a:gd name="connsiteX5" fmla="*/ 2672307 w 2677886"/>
                  <a:gd name="connsiteY5" fmla="*/ 1286064 h 2327464"/>
                  <a:gd name="connsiteX6" fmla="*/ 1982432 w 2677886"/>
                  <a:gd name="connsiteY6" fmla="*/ 2327464 h 2327464"/>
                  <a:gd name="connsiteX7" fmla="*/ 44450 w 2677886"/>
                  <a:gd name="connsiteY7" fmla="*/ 2327464 h 2327464"/>
                  <a:gd name="connsiteX8" fmla="*/ 0 w 2677886"/>
                  <a:gd name="connsiteY8" fmla="*/ 246654 h 2327464"/>
                  <a:gd name="connsiteX0" fmla="*/ 0 w 2729260"/>
                  <a:gd name="connsiteY0" fmla="*/ 246654 h 2327464"/>
                  <a:gd name="connsiteX1" fmla="*/ 621257 w 2729260"/>
                  <a:gd name="connsiteY1" fmla="*/ 22414 h 2327464"/>
                  <a:gd name="connsiteX2" fmla="*/ 1307057 w 2729260"/>
                  <a:gd name="connsiteY2" fmla="*/ 9714 h 2327464"/>
                  <a:gd name="connsiteX3" fmla="*/ 1923007 w 2729260"/>
                  <a:gd name="connsiteY3" fmla="*/ 244664 h 2327464"/>
                  <a:gd name="connsiteX4" fmla="*/ 2401532 w 2729260"/>
                  <a:gd name="connsiteY4" fmla="*/ 678454 h 2327464"/>
                  <a:gd name="connsiteX5" fmla="*/ 2672307 w 2729260"/>
                  <a:gd name="connsiteY5" fmla="*/ 1286064 h 2327464"/>
                  <a:gd name="connsiteX6" fmla="*/ 2723107 w 2729260"/>
                  <a:gd name="connsiteY6" fmla="*/ 1914714 h 2327464"/>
                  <a:gd name="connsiteX7" fmla="*/ 1982432 w 2729260"/>
                  <a:gd name="connsiteY7" fmla="*/ 2327464 h 2327464"/>
                  <a:gd name="connsiteX8" fmla="*/ 44450 w 2729260"/>
                  <a:gd name="connsiteY8" fmla="*/ 2327464 h 2327464"/>
                  <a:gd name="connsiteX9" fmla="*/ 0 w 2729260"/>
                  <a:gd name="connsiteY9" fmla="*/ 246654 h 2327464"/>
                  <a:gd name="connsiteX0" fmla="*/ 0 w 2729260"/>
                  <a:gd name="connsiteY0" fmla="*/ 246654 h 2454464"/>
                  <a:gd name="connsiteX1" fmla="*/ 621257 w 2729260"/>
                  <a:gd name="connsiteY1" fmla="*/ 22414 h 2454464"/>
                  <a:gd name="connsiteX2" fmla="*/ 1307057 w 2729260"/>
                  <a:gd name="connsiteY2" fmla="*/ 9714 h 2454464"/>
                  <a:gd name="connsiteX3" fmla="*/ 1923007 w 2729260"/>
                  <a:gd name="connsiteY3" fmla="*/ 244664 h 2454464"/>
                  <a:gd name="connsiteX4" fmla="*/ 2401532 w 2729260"/>
                  <a:gd name="connsiteY4" fmla="*/ 678454 h 2454464"/>
                  <a:gd name="connsiteX5" fmla="*/ 2672307 w 2729260"/>
                  <a:gd name="connsiteY5" fmla="*/ 1286064 h 2454464"/>
                  <a:gd name="connsiteX6" fmla="*/ 2723107 w 2729260"/>
                  <a:gd name="connsiteY6" fmla="*/ 1914714 h 2454464"/>
                  <a:gd name="connsiteX7" fmla="*/ 2405607 w 2729260"/>
                  <a:gd name="connsiteY7" fmla="*/ 2454464 h 2454464"/>
                  <a:gd name="connsiteX8" fmla="*/ 1982432 w 2729260"/>
                  <a:gd name="connsiteY8" fmla="*/ 2327464 h 2454464"/>
                  <a:gd name="connsiteX9" fmla="*/ 44450 w 2729260"/>
                  <a:gd name="connsiteY9" fmla="*/ 2327464 h 2454464"/>
                  <a:gd name="connsiteX10" fmla="*/ 0 w 2729260"/>
                  <a:gd name="connsiteY10" fmla="*/ 246654 h 2454464"/>
                  <a:gd name="connsiteX0" fmla="*/ 0 w 2729260"/>
                  <a:gd name="connsiteY0" fmla="*/ 246654 h 2765614"/>
                  <a:gd name="connsiteX1" fmla="*/ 621257 w 2729260"/>
                  <a:gd name="connsiteY1" fmla="*/ 22414 h 2765614"/>
                  <a:gd name="connsiteX2" fmla="*/ 1307057 w 2729260"/>
                  <a:gd name="connsiteY2" fmla="*/ 9714 h 2765614"/>
                  <a:gd name="connsiteX3" fmla="*/ 1923007 w 2729260"/>
                  <a:gd name="connsiteY3" fmla="*/ 244664 h 2765614"/>
                  <a:gd name="connsiteX4" fmla="*/ 2401532 w 2729260"/>
                  <a:gd name="connsiteY4" fmla="*/ 678454 h 2765614"/>
                  <a:gd name="connsiteX5" fmla="*/ 2672307 w 2729260"/>
                  <a:gd name="connsiteY5" fmla="*/ 1286064 h 2765614"/>
                  <a:gd name="connsiteX6" fmla="*/ 2723107 w 2729260"/>
                  <a:gd name="connsiteY6" fmla="*/ 1914714 h 2765614"/>
                  <a:gd name="connsiteX7" fmla="*/ 2405607 w 2729260"/>
                  <a:gd name="connsiteY7" fmla="*/ 2454464 h 2765614"/>
                  <a:gd name="connsiteX8" fmla="*/ 2001482 w 2729260"/>
                  <a:gd name="connsiteY8" fmla="*/ 2765614 h 2765614"/>
                  <a:gd name="connsiteX9" fmla="*/ 44450 w 2729260"/>
                  <a:gd name="connsiteY9" fmla="*/ 2327464 h 2765614"/>
                  <a:gd name="connsiteX10" fmla="*/ 0 w 2729260"/>
                  <a:gd name="connsiteY10" fmla="*/ 246654 h 2765614"/>
                  <a:gd name="connsiteX0" fmla="*/ 0 w 2729260"/>
                  <a:gd name="connsiteY0" fmla="*/ 246654 h 2921568"/>
                  <a:gd name="connsiteX1" fmla="*/ 621257 w 2729260"/>
                  <a:gd name="connsiteY1" fmla="*/ 22414 h 2921568"/>
                  <a:gd name="connsiteX2" fmla="*/ 1307057 w 2729260"/>
                  <a:gd name="connsiteY2" fmla="*/ 9714 h 2921568"/>
                  <a:gd name="connsiteX3" fmla="*/ 1923007 w 2729260"/>
                  <a:gd name="connsiteY3" fmla="*/ 244664 h 2921568"/>
                  <a:gd name="connsiteX4" fmla="*/ 2401532 w 2729260"/>
                  <a:gd name="connsiteY4" fmla="*/ 678454 h 2921568"/>
                  <a:gd name="connsiteX5" fmla="*/ 2672307 w 2729260"/>
                  <a:gd name="connsiteY5" fmla="*/ 1286064 h 2921568"/>
                  <a:gd name="connsiteX6" fmla="*/ 2723107 w 2729260"/>
                  <a:gd name="connsiteY6" fmla="*/ 1914714 h 2921568"/>
                  <a:gd name="connsiteX7" fmla="*/ 2405607 w 2729260"/>
                  <a:gd name="connsiteY7" fmla="*/ 2454464 h 2921568"/>
                  <a:gd name="connsiteX8" fmla="*/ 2001482 w 2729260"/>
                  <a:gd name="connsiteY8" fmla="*/ 2765614 h 2921568"/>
                  <a:gd name="connsiteX9" fmla="*/ 1599157 w 2729260"/>
                  <a:gd name="connsiteY9" fmla="*/ 2918014 h 2921568"/>
                  <a:gd name="connsiteX10" fmla="*/ 44450 w 2729260"/>
                  <a:gd name="connsiteY10" fmla="*/ 2327464 h 2921568"/>
                  <a:gd name="connsiteX11" fmla="*/ 0 w 2729260"/>
                  <a:gd name="connsiteY11" fmla="*/ 246654 h 2921568"/>
                  <a:gd name="connsiteX0" fmla="*/ 483643 w 3212903"/>
                  <a:gd name="connsiteY0" fmla="*/ 246654 h 2921568"/>
                  <a:gd name="connsiteX1" fmla="*/ 1104900 w 3212903"/>
                  <a:gd name="connsiteY1" fmla="*/ 22414 h 2921568"/>
                  <a:gd name="connsiteX2" fmla="*/ 1790700 w 3212903"/>
                  <a:gd name="connsiteY2" fmla="*/ 9714 h 2921568"/>
                  <a:gd name="connsiteX3" fmla="*/ 2406650 w 3212903"/>
                  <a:gd name="connsiteY3" fmla="*/ 244664 h 2921568"/>
                  <a:gd name="connsiteX4" fmla="*/ 2885175 w 3212903"/>
                  <a:gd name="connsiteY4" fmla="*/ 678454 h 2921568"/>
                  <a:gd name="connsiteX5" fmla="*/ 3155950 w 3212903"/>
                  <a:gd name="connsiteY5" fmla="*/ 1286064 h 2921568"/>
                  <a:gd name="connsiteX6" fmla="*/ 3206750 w 3212903"/>
                  <a:gd name="connsiteY6" fmla="*/ 1914714 h 2921568"/>
                  <a:gd name="connsiteX7" fmla="*/ 2889250 w 3212903"/>
                  <a:gd name="connsiteY7" fmla="*/ 2454464 h 2921568"/>
                  <a:gd name="connsiteX8" fmla="*/ 2485125 w 3212903"/>
                  <a:gd name="connsiteY8" fmla="*/ 2765614 h 2921568"/>
                  <a:gd name="connsiteX9" fmla="*/ 2082800 w 3212903"/>
                  <a:gd name="connsiteY9" fmla="*/ 2918014 h 2921568"/>
                  <a:gd name="connsiteX10" fmla="*/ 528093 w 3212903"/>
                  <a:gd name="connsiteY10" fmla="*/ 2327464 h 2921568"/>
                  <a:gd name="connsiteX11" fmla="*/ 0 w 3212903"/>
                  <a:gd name="connsiteY11" fmla="*/ 657414 h 2921568"/>
                  <a:gd name="connsiteX12" fmla="*/ 483643 w 3212903"/>
                  <a:gd name="connsiteY12" fmla="*/ 246654 h 2921568"/>
                  <a:gd name="connsiteX0" fmla="*/ 797349 w 3526609"/>
                  <a:gd name="connsiteY0" fmla="*/ 246654 h 2921568"/>
                  <a:gd name="connsiteX1" fmla="*/ 1418606 w 3526609"/>
                  <a:gd name="connsiteY1" fmla="*/ 22414 h 2921568"/>
                  <a:gd name="connsiteX2" fmla="*/ 2104406 w 3526609"/>
                  <a:gd name="connsiteY2" fmla="*/ 9714 h 2921568"/>
                  <a:gd name="connsiteX3" fmla="*/ 2720356 w 3526609"/>
                  <a:gd name="connsiteY3" fmla="*/ 244664 h 2921568"/>
                  <a:gd name="connsiteX4" fmla="*/ 3198881 w 3526609"/>
                  <a:gd name="connsiteY4" fmla="*/ 678454 h 2921568"/>
                  <a:gd name="connsiteX5" fmla="*/ 3469656 w 3526609"/>
                  <a:gd name="connsiteY5" fmla="*/ 1286064 h 2921568"/>
                  <a:gd name="connsiteX6" fmla="*/ 3520456 w 3526609"/>
                  <a:gd name="connsiteY6" fmla="*/ 1914714 h 2921568"/>
                  <a:gd name="connsiteX7" fmla="*/ 3202956 w 3526609"/>
                  <a:gd name="connsiteY7" fmla="*/ 2454464 h 2921568"/>
                  <a:gd name="connsiteX8" fmla="*/ 2798831 w 3526609"/>
                  <a:gd name="connsiteY8" fmla="*/ 2765614 h 2921568"/>
                  <a:gd name="connsiteX9" fmla="*/ 2396506 w 3526609"/>
                  <a:gd name="connsiteY9" fmla="*/ 2918014 h 2921568"/>
                  <a:gd name="connsiteX10" fmla="*/ 841799 w 3526609"/>
                  <a:gd name="connsiteY10" fmla="*/ 2327464 h 2921568"/>
                  <a:gd name="connsiteX11" fmla="*/ 15257 w 3526609"/>
                  <a:gd name="connsiteY11" fmla="*/ 1273364 h 2921568"/>
                  <a:gd name="connsiteX12" fmla="*/ 313706 w 3526609"/>
                  <a:gd name="connsiteY12" fmla="*/ 657414 h 2921568"/>
                  <a:gd name="connsiteX13" fmla="*/ 797349 w 3526609"/>
                  <a:gd name="connsiteY13" fmla="*/ 246654 h 2921568"/>
                  <a:gd name="connsiteX0" fmla="*/ 845242 w 3574502"/>
                  <a:gd name="connsiteY0" fmla="*/ 246654 h 2921568"/>
                  <a:gd name="connsiteX1" fmla="*/ 1466499 w 3574502"/>
                  <a:gd name="connsiteY1" fmla="*/ 22414 h 2921568"/>
                  <a:gd name="connsiteX2" fmla="*/ 2152299 w 3574502"/>
                  <a:gd name="connsiteY2" fmla="*/ 9714 h 2921568"/>
                  <a:gd name="connsiteX3" fmla="*/ 2768249 w 3574502"/>
                  <a:gd name="connsiteY3" fmla="*/ 244664 h 2921568"/>
                  <a:gd name="connsiteX4" fmla="*/ 3246774 w 3574502"/>
                  <a:gd name="connsiteY4" fmla="*/ 678454 h 2921568"/>
                  <a:gd name="connsiteX5" fmla="*/ 3517549 w 3574502"/>
                  <a:gd name="connsiteY5" fmla="*/ 1286064 h 2921568"/>
                  <a:gd name="connsiteX6" fmla="*/ 3568349 w 3574502"/>
                  <a:gd name="connsiteY6" fmla="*/ 1914714 h 2921568"/>
                  <a:gd name="connsiteX7" fmla="*/ 3250849 w 3574502"/>
                  <a:gd name="connsiteY7" fmla="*/ 2454464 h 2921568"/>
                  <a:gd name="connsiteX8" fmla="*/ 2846724 w 3574502"/>
                  <a:gd name="connsiteY8" fmla="*/ 2765614 h 2921568"/>
                  <a:gd name="connsiteX9" fmla="*/ 2444399 w 3574502"/>
                  <a:gd name="connsiteY9" fmla="*/ 2918014 h 2921568"/>
                  <a:gd name="connsiteX10" fmla="*/ 889692 w 3574502"/>
                  <a:gd name="connsiteY10" fmla="*/ 2327464 h 2921568"/>
                  <a:gd name="connsiteX11" fmla="*/ 63150 w 3574502"/>
                  <a:gd name="connsiteY11" fmla="*/ 1952814 h 2921568"/>
                  <a:gd name="connsiteX12" fmla="*/ 63150 w 3574502"/>
                  <a:gd name="connsiteY12" fmla="*/ 1273364 h 2921568"/>
                  <a:gd name="connsiteX13" fmla="*/ 361599 w 3574502"/>
                  <a:gd name="connsiteY13" fmla="*/ 657414 h 2921568"/>
                  <a:gd name="connsiteX14" fmla="*/ 845242 w 3574502"/>
                  <a:gd name="connsiteY14" fmla="*/ 246654 h 2921568"/>
                  <a:gd name="connsiteX0" fmla="*/ 818859 w 3548119"/>
                  <a:gd name="connsiteY0" fmla="*/ 246654 h 2921568"/>
                  <a:gd name="connsiteX1" fmla="*/ 1440116 w 3548119"/>
                  <a:gd name="connsiteY1" fmla="*/ 22414 h 2921568"/>
                  <a:gd name="connsiteX2" fmla="*/ 2125916 w 3548119"/>
                  <a:gd name="connsiteY2" fmla="*/ 9714 h 2921568"/>
                  <a:gd name="connsiteX3" fmla="*/ 2741866 w 3548119"/>
                  <a:gd name="connsiteY3" fmla="*/ 244664 h 2921568"/>
                  <a:gd name="connsiteX4" fmla="*/ 3220391 w 3548119"/>
                  <a:gd name="connsiteY4" fmla="*/ 678454 h 2921568"/>
                  <a:gd name="connsiteX5" fmla="*/ 3491166 w 3548119"/>
                  <a:gd name="connsiteY5" fmla="*/ 1286064 h 2921568"/>
                  <a:gd name="connsiteX6" fmla="*/ 3541966 w 3548119"/>
                  <a:gd name="connsiteY6" fmla="*/ 1914714 h 2921568"/>
                  <a:gd name="connsiteX7" fmla="*/ 3224466 w 3548119"/>
                  <a:gd name="connsiteY7" fmla="*/ 2454464 h 2921568"/>
                  <a:gd name="connsiteX8" fmla="*/ 2820341 w 3548119"/>
                  <a:gd name="connsiteY8" fmla="*/ 2765614 h 2921568"/>
                  <a:gd name="connsiteX9" fmla="*/ 2418016 w 3548119"/>
                  <a:gd name="connsiteY9" fmla="*/ 2918014 h 2921568"/>
                  <a:gd name="connsiteX10" fmla="*/ 863309 w 3548119"/>
                  <a:gd name="connsiteY10" fmla="*/ 2327464 h 2921568"/>
                  <a:gd name="connsiteX11" fmla="*/ 341567 w 3548119"/>
                  <a:gd name="connsiteY11" fmla="*/ 2454464 h 2921568"/>
                  <a:gd name="connsiteX12" fmla="*/ 36767 w 3548119"/>
                  <a:gd name="connsiteY12" fmla="*/ 1952814 h 2921568"/>
                  <a:gd name="connsiteX13" fmla="*/ 36767 w 3548119"/>
                  <a:gd name="connsiteY13" fmla="*/ 1273364 h 2921568"/>
                  <a:gd name="connsiteX14" fmla="*/ 335216 w 3548119"/>
                  <a:gd name="connsiteY14" fmla="*/ 657414 h 2921568"/>
                  <a:gd name="connsiteX15" fmla="*/ 818859 w 3548119"/>
                  <a:gd name="connsiteY15" fmla="*/ 246654 h 2921568"/>
                  <a:gd name="connsiteX0" fmla="*/ 818859 w 3548119"/>
                  <a:gd name="connsiteY0" fmla="*/ 246654 h 2921568"/>
                  <a:gd name="connsiteX1" fmla="*/ 1440116 w 3548119"/>
                  <a:gd name="connsiteY1" fmla="*/ 22414 h 2921568"/>
                  <a:gd name="connsiteX2" fmla="*/ 2125916 w 3548119"/>
                  <a:gd name="connsiteY2" fmla="*/ 9714 h 2921568"/>
                  <a:gd name="connsiteX3" fmla="*/ 2741866 w 3548119"/>
                  <a:gd name="connsiteY3" fmla="*/ 244664 h 2921568"/>
                  <a:gd name="connsiteX4" fmla="*/ 3220391 w 3548119"/>
                  <a:gd name="connsiteY4" fmla="*/ 678454 h 2921568"/>
                  <a:gd name="connsiteX5" fmla="*/ 3491166 w 3548119"/>
                  <a:gd name="connsiteY5" fmla="*/ 1286064 h 2921568"/>
                  <a:gd name="connsiteX6" fmla="*/ 3541966 w 3548119"/>
                  <a:gd name="connsiteY6" fmla="*/ 1914714 h 2921568"/>
                  <a:gd name="connsiteX7" fmla="*/ 3224466 w 3548119"/>
                  <a:gd name="connsiteY7" fmla="*/ 2454464 h 2921568"/>
                  <a:gd name="connsiteX8" fmla="*/ 2820341 w 3548119"/>
                  <a:gd name="connsiteY8" fmla="*/ 2765614 h 2921568"/>
                  <a:gd name="connsiteX9" fmla="*/ 2418016 w 3548119"/>
                  <a:gd name="connsiteY9" fmla="*/ 2918014 h 2921568"/>
                  <a:gd name="connsiteX10" fmla="*/ 749009 w 3548119"/>
                  <a:gd name="connsiteY10" fmla="*/ 2759264 h 2921568"/>
                  <a:gd name="connsiteX11" fmla="*/ 341567 w 3548119"/>
                  <a:gd name="connsiteY11" fmla="*/ 2454464 h 2921568"/>
                  <a:gd name="connsiteX12" fmla="*/ 36767 w 3548119"/>
                  <a:gd name="connsiteY12" fmla="*/ 1952814 h 2921568"/>
                  <a:gd name="connsiteX13" fmla="*/ 36767 w 3548119"/>
                  <a:gd name="connsiteY13" fmla="*/ 1273364 h 2921568"/>
                  <a:gd name="connsiteX14" fmla="*/ 335216 w 3548119"/>
                  <a:gd name="connsiteY14" fmla="*/ 657414 h 2921568"/>
                  <a:gd name="connsiteX15" fmla="*/ 818859 w 3548119"/>
                  <a:gd name="connsiteY15" fmla="*/ 246654 h 2921568"/>
                  <a:gd name="connsiteX0" fmla="*/ 818859 w 3548119"/>
                  <a:gd name="connsiteY0" fmla="*/ 246654 h 2946840"/>
                  <a:gd name="connsiteX1" fmla="*/ 1440116 w 3548119"/>
                  <a:gd name="connsiteY1" fmla="*/ 22414 h 2946840"/>
                  <a:gd name="connsiteX2" fmla="*/ 2125916 w 3548119"/>
                  <a:gd name="connsiteY2" fmla="*/ 9714 h 2946840"/>
                  <a:gd name="connsiteX3" fmla="*/ 2741866 w 3548119"/>
                  <a:gd name="connsiteY3" fmla="*/ 244664 h 2946840"/>
                  <a:gd name="connsiteX4" fmla="*/ 3220391 w 3548119"/>
                  <a:gd name="connsiteY4" fmla="*/ 678454 h 2946840"/>
                  <a:gd name="connsiteX5" fmla="*/ 3491166 w 3548119"/>
                  <a:gd name="connsiteY5" fmla="*/ 1286064 h 2946840"/>
                  <a:gd name="connsiteX6" fmla="*/ 3541966 w 3548119"/>
                  <a:gd name="connsiteY6" fmla="*/ 1914714 h 2946840"/>
                  <a:gd name="connsiteX7" fmla="*/ 3224466 w 3548119"/>
                  <a:gd name="connsiteY7" fmla="*/ 2454464 h 2946840"/>
                  <a:gd name="connsiteX8" fmla="*/ 2820341 w 3548119"/>
                  <a:gd name="connsiteY8" fmla="*/ 2765614 h 2946840"/>
                  <a:gd name="connsiteX9" fmla="*/ 2418016 w 3548119"/>
                  <a:gd name="connsiteY9" fmla="*/ 2918014 h 2946840"/>
                  <a:gd name="connsiteX10" fmla="*/ 1128967 w 3548119"/>
                  <a:gd name="connsiteY10" fmla="*/ 2937064 h 2946840"/>
                  <a:gd name="connsiteX11" fmla="*/ 749009 w 3548119"/>
                  <a:gd name="connsiteY11" fmla="*/ 2759264 h 2946840"/>
                  <a:gd name="connsiteX12" fmla="*/ 341567 w 3548119"/>
                  <a:gd name="connsiteY12" fmla="*/ 2454464 h 2946840"/>
                  <a:gd name="connsiteX13" fmla="*/ 36767 w 3548119"/>
                  <a:gd name="connsiteY13" fmla="*/ 1952814 h 2946840"/>
                  <a:gd name="connsiteX14" fmla="*/ 36767 w 3548119"/>
                  <a:gd name="connsiteY14" fmla="*/ 1273364 h 2946840"/>
                  <a:gd name="connsiteX15" fmla="*/ 335216 w 3548119"/>
                  <a:gd name="connsiteY15" fmla="*/ 657414 h 2946840"/>
                  <a:gd name="connsiteX16" fmla="*/ 818859 w 3548119"/>
                  <a:gd name="connsiteY16" fmla="*/ 246654 h 2946840"/>
                  <a:gd name="connsiteX0" fmla="*/ 818859 w 3548119"/>
                  <a:gd name="connsiteY0" fmla="*/ 246654 h 3130892"/>
                  <a:gd name="connsiteX1" fmla="*/ 1440116 w 3548119"/>
                  <a:gd name="connsiteY1" fmla="*/ 22414 h 3130892"/>
                  <a:gd name="connsiteX2" fmla="*/ 2125916 w 3548119"/>
                  <a:gd name="connsiteY2" fmla="*/ 9714 h 3130892"/>
                  <a:gd name="connsiteX3" fmla="*/ 2741866 w 3548119"/>
                  <a:gd name="connsiteY3" fmla="*/ 244664 h 3130892"/>
                  <a:gd name="connsiteX4" fmla="*/ 3220391 w 3548119"/>
                  <a:gd name="connsiteY4" fmla="*/ 678454 h 3130892"/>
                  <a:gd name="connsiteX5" fmla="*/ 3491166 w 3548119"/>
                  <a:gd name="connsiteY5" fmla="*/ 1286064 h 3130892"/>
                  <a:gd name="connsiteX6" fmla="*/ 3541966 w 3548119"/>
                  <a:gd name="connsiteY6" fmla="*/ 1914714 h 3130892"/>
                  <a:gd name="connsiteX7" fmla="*/ 3224466 w 3548119"/>
                  <a:gd name="connsiteY7" fmla="*/ 2454464 h 3130892"/>
                  <a:gd name="connsiteX8" fmla="*/ 2820341 w 3548119"/>
                  <a:gd name="connsiteY8" fmla="*/ 2765614 h 3130892"/>
                  <a:gd name="connsiteX9" fmla="*/ 2418016 w 3548119"/>
                  <a:gd name="connsiteY9" fmla="*/ 2918014 h 3130892"/>
                  <a:gd name="connsiteX10" fmla="*/ 1128967 w 3548119"/>
                  <a:gd name="connsiteY10" fmla="*/ 2937064 h 3130892"/>
                  <a:gd name="connsiteX11" fmla="*/ 749009 w 3548119"/>
                  <a:gd name="connsiteY11" fmla="*/ 2759264 h 3130892"/>
                  <a:gd name="connsiteX12" fmla="*/ 341567 w 3548119"/>
                  <a:gd name="connsiteY12" fmla="*/ 2454464 h 3130892"/>
                  <a:gd name="connsiteX13" fmla="*/ 36767 w 3548119"/>
                  <a:gd name="connsiteY13" fmla="*/ 1952814 h 3130892"/>
                  <a:gd name="connsiteX14" fmla="*/ 36767 w 3548119"/>
                  <a:gd name="connsiteY14" fmla="*/ 1273364 h 3130892"/>
                  <a:gd name="connsiteX15" fmla="*/ 335216 w 3548119"/>
                  <a:gd name="connsiteY15" fmla="*/ 657414 h 3130892"/>
                  <a:gd name="connsiteX16" fmla="*/ 818859 w 3548119"/>
                  <a:gd name="connsiteY16" fmla="*/ 246654 h 3130892"/>
                  <a:gd name="connsiteX0" fmla="*/ 818859 w 3548119"/>
                  <a:gd name="connsiteY0" fmla="*/ 246654 h 3160610"/>
                  <a:gd name="connsiteX1" fmla="*/ 1440116 w 3548119"/>
                  <a:gd name="connsiteY1" fmla="*/ 22414 h 3160610"/>
                  <a:gd name="connsiteX2" fmla="*/ 2125916 w 3548119"/>
                  <a:gd name="connsiteY2" fmla="*/ 9714 h 3160610"/>
                  <a:gd name="connsiteX3" fmla="*/ 2741866 w 3548119"/>
                  <a:gd name="connsiteY3" fmla="*/ 244664 h 3160610"/>
                  <a:gd name="connsiteX4" fmla="*/ 3220391 w 3548119"/>
                  <a:gd name="connsiteY4" fmla="*/ 678454 h 3160610"/>
                  <a:gd name="connsiteX5" fmla="*/ 3491166 w 3548119"/>
                  <a:gd name="connsiteY5" fmla="*/ 1286064 h 3160610"/>
                  <a:gd name="connsiteX6" fmla="*/ 3541966 w 3548119"/>
                  <a:gd name="connsiteY6" fmla="*/ 1914714 h 3160610"/>
                  <a:gd name="connsiteX7" fmla="*/ 3224466 w 3548119"/>
                  <a:gd name="connsiteY7" fmla="*/ 2454464 h 3160610"/>
                  <a:gd name="connsiteX8" fmla="*/ 2820341 w 3548119"/>
                  <a:gd name="connsiteY8" fmla="*/ 2765614 h 3160610"/>
                  <a:gd name="connsiteX9" fmla="*/ 2418016 w 3548119"/>
                  <a:gd name="connsiteY9" fmla="*/ 2918014 h 3160610"/>
                  <a:gd name="connsiteX10" fmla="*/ 1128967 w 3548119"/>
                  <a:gd name="connsiteY10" fmla="*/ 2937064 h 3160610"/>
                  <a:gd name="connsiteX11" fmla="*/ 749009 w 3548119"/>
                  <a:gd name="connsiteY11" fmla="*/ 2759264 h 3160610"/>
                  <a:gd name="connsiteX12" fmla="*/ 341567 w 3548119"/>
                  <a:gd name="connsiteY12" fmla="*/ 2454464 h 3160610"/>
                  <a:gd name="connsiteX13" fmla="*/ 36767 w 3548119"/>
                  <a:gd name="connsiteY13" fmla="*/ 1952814 h 3160610"/>
                  <a:gd name="connsiteX14" fmla="*/ 36767 w 3548119"/>
                  <a:gd name="connsiteY14" fmla="*/ 1273364 h 3160610"/>
                  <a:gd name="connsiteX15" fmla="*/ 335216 w 3548119"/>
                  <a:gd name="connsiteY15" fmla="*/ 657414 h 3160610"/>
                  <a:gd name="connsiteX16" fmla="*/ 818859 w 3548119"/>
                  <a:gd name="connsiteY16" fmla="*/ 246654 h 3160610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99819"/>
                  <a:gd name="connsiteY0" fmla="*/ 246654 h 3164386"/>
                  <a:gd name="connsiteX1" fmla="*/ 1440116 w 3599819"/>
                  <a:gd name="connsiteY1" fmla="*/ 22414 h 3164386"/>
                  <a:gd name="connsiteX2" fmla="*/ 2125916 w 3599819"/>
                  <a:gd name="connsiteY2" fmla="*/ 9714 h 3164386"/>
                  <a:gd name="connsiteX3" fmla="*/ 2741866 w 3599819"/>
                  <a:gd name="connsiteY3" fmla="*/ 244664 h 3164386"/>
                  <a:gd name="connsiteX4" fmla="*/ 3220391 w 3599819"/>
                  <a:gd name="connsiteY4" fmla="*/ 678454 h 3164386"/>
                  <a:gd name="connsiteX5" fmla="*/ 3491166 w 3599819"/>
                  <a:gd name="connsiteY5" fmla="*/ 1286064 h 3164386"/>
                  <a:gd name="connsiteX6" fmla="*/ 3541966 w 3599819"/>
                  <a:gd name="connsiteY6" fmla="*/ 1914714 h 3164386"/>
                  <a:gd name="connsiteX7" fmla="*/ 3224466 w 3599819"/>
                  <a:gd name="connsiteY7" fmla="*/ 2454464 h 3164386"/>
                  <a:gd name="connsiteX8" fmla="*/ 2820341 w 3599819"/>
                  <a:gd name="connsiteY8" fmla="*/ 2765614 h 3164386"/>
                  <a:gd name="connsiteX9" fmla="*/ 2437066 w 3599819"/>
                  <a:gd name="connsiteY9" fmla="*/ 2930714 h 3164386"/>
                  <a:gd name="connsiteX10" fmla="*/ 1128967 w 3599819"/>
                  <a:gd name="connsiteY10" fmla="*/ 2937064 h 3164386"/>
                  <a:gd name="connsiteX11" fmla="*/ 749009 w 3599819"/>
                  <a:gd name="connsiteY11" fmla="*/ 2759264 h 3164386"/>
                  <a:gd name="connsiteX12" fmla="*/ 341567 w 3599819"/>
                  <a:gd name="connsiteY12" fmla="*/ 2454464 h 3164386"/>
                  <a:gd name="connsiteX13" fmla="*/ 36767 w 3599819"/>
                  <a:gd name="connsiteY13" fmla="*/ 1952814 h 3164386"/>
                  <a:gd name="connsiteX14" fmla="*/ 36767 w 3599819"/>
                  <a:gd name="connsiteY14" fmla="*/ 1273364 h 3164386"/>
                  <a:gd name="connsiteX15" fmla="*/ 335216 w 3599819"/>
                  <a:gd name="connsiteY15" fmla="*/ 657414 h 3164386"/>
                  <a:gd name="connsiteX16" fmla="*/ 818859 w 3599819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55935 h 3173667"/>
                  <a:gd name="connsiteX1" fmla="*/ 1440116 w 3628956"/>
                  <a:gd name="connsiteY1" fmla="*/ 31695 h 3173667"/>
                  <a:gd name="connsiteX2" fmla="*/ 2125916 w 3628956"/>
                  <a:gd name="connsiteY2" fmla="*/ 18995 h 3173667"/>
                  <a:gd name="connsiteX3" fmla="*/ 2741866 w 3628956"/>
                  <a:gd name="connsiteY3" fmla="*/ 253945 h 3173667"/>
                  <a:gd name="connsiteX4" fmla="*/ 3220391 w 3628956"/>
                  <a:gd name="connsiteY4" fmla="*/ 687735 h 3173667"/>
                  <a:gd name="connsiteX5" fmla="*/ 3491166 w 3628956"/>
                  <a:gd name="connsiteY5" fmla="*/ 1295345 h 3173667"/>
                  <a:gd name="connsiteX6" fmla="*/ 3541966 w 3628956"/>
                  <a:gd name="connsiteY6" fmla="*/ 1923995 h 3173667"/>
                  <a:gd name="connsiteX7" fmla="*/ 3224466 w 3628956"/>
                  <a:gd name="connsiteY7" fmla="*/ 2463745 h 3173667"/>
                  <a:gd name="connsiteX8" fmla="*/ 2820341 w 3628956"/>
                  <a:gd name="connsiteY8" fmla="*/ 2774895 h 3173667"/>
                  <a:gd name="connsiteX9" fmla="*/ 2437066 w 3628956"/>
                  <a:gd name="connsiteY9" fmla="*/ 2939995 h 3173667"/>
                  <a:gd name="connsiteX10" fmla="*/ 1128967 w 3628956"/>
                  <a:gd name="connsiteY10" fmla="*/ 2946345 h 3173667"/>
                  <a:gd name="connsiteX11" fmla="*/ 749009 w 3628956"/>
                  <a:gd name="connsiteY11" fmla="*/ 2768545 h 3173667"/>
                  <a:gd name="connsiteX12" fmla="*/ 341567 w 3628956"/>
                  <a:gd name="connsiteY12" fmla="*/ 2463745 h 3173667"/>
                  <a:gd name="connsiteX13" fmla="*/ 36767 w 3628956"/>
                  <a:gd name="connsiteY13" fmla="*/ 1962095 h 3173667"/>
                  <a:gd name="connsiteX14" fmla="*/ 36767 w 3628956"/>
                  <a:gd name="connsiteY14" fmla="*/ 1282645 h 3173667"/>
                  <a:gd name="connsiteX15" fmla="*/ 335216 w 3628956"/>
                  <a:gd name="connsiteY15" fmla="*/ 666695 h 3173667"/>
                  <a:gd name="connsiteX16" fmla="*/ 818859 w 3628956"/>
                  <a:gd name="connsiteY16" fmla="*/ 255935 h 3173667"/>
                  <a:gd name="connsiteX0" fmla="*/ 818859 w 3628956"/>
                  <a:gd name="connsiteY0" fmla="*/ 330614 h 3248346"/>
                  <a:gd name="connsiteX1" fmla="*/ 1440116 w 3628956"/>
                  <a:gd name="connsiteY1" fmla="*/ 106374 h 3248346"/>
                  <a:gd name="connsiteX2" fmla="*/ 2125916 w 3628956"/>
                  <a:gd name="connsiteY2" fmla="*/ 93674 h 3248346"/>
                  <a:gd name="connsiteX3" fmla="*/ 2741866 w 3628956"/>
                  <a:gd name="connsiteY3" fmla="*/ 328624 h 3248346"/>
                  <a:gd name="connsiteX4" fmla="*/ 3220391 w 3628956"/>
                  <a:gd name="connsiteY4" fmla="*/ 762414 h 3248346"/>
                  <a:gd name="connsiteX5" fmla="*/ 3491166 w 3628956"/>
                  <a:gd name="connsiteY5" fmla="*/ 1370024 h 3248346"/>
                  <a:gd name="connsiteX6" fmla="*/ 3541966 w 3628956"/>
                  <a:gd name="connsiteY6" fmla="*/ 1998674 h 3248346"/>
                  <a:gd name="connsiteX7" fmla="*/ 3224466 w 3628956"/>
                  <a:gd name="connsiteY7" fmla="*/ 2538424 h 3248346"/>
                  <a:gd name="connsiteX8" fmla="*/ 2820341 w 3628956"/>
                  <a:gd name="connsiteY8" fmla="*/ 2849574 h 3248346"/>
                  <a:gd name="connsiteX9" fmla="*/ 2437066 w 3628956"/>
                  <a:gd name="connsiteY9" fmla="*/ 3014674 h 3248346"/>
                  <a:gd name="connsiteX10" fmla="*/ 1128967 w 3628956"/>
                  <a:gd name="connsiteY10" fmla="*/ 3021024 h 3248346"/>
                  <a:gd name="connsiteX11" fmla="*/ 749009 w 3628956"/>
                  <a:gd name="connsiteY11" fmla="*/ 2843224 h 3248346"/>
                  <a:gd name="connsiteX12" fmla="*/ 341567 w 3628956"/>
                  <a:gd name="connsiteY12" fmla="*/ 2538424 h 3248346"/>
                  <a:gd name="connsiteX13" fmla="*/ 36767 w 3628956"/>
                  <a:gd name="connsiteY13" fmla="*/ 2036774 h 3248346"/>
                  <a:gd name="connsiteX14" fmla="*/ 36767 w 3628956"/>
                  <a:gd name="connsiteY14" fmla="*/ 1357324 h 3248346"/>
                  <a:gd name="connsiteX15" fmla="*/ 335216 w 3628956"/>
                  <a:gd name="connsiteY15" fmla="*/ 741374 h 3248346"/>
                  <a:gd name="connsiteX16" fmla="*/ 818859 w 3628956"/>
                  <a:gd name="connsiteY16" fmla="*/ 330614 h 3248346"/>
                  <a:gd name="connsiteX0" fmla="*/ 818859 w 3628956"/>
                  <a:gd name="connsiteY0" fmla="*/ 362342 h 3280074"/>
                  <a:gd name="connsiteX1" fmla="*/ 1440116 w 3628956"/>
                  <a:gd name="connsiteY1" fmla="*/ 138102 h 3280074"/>
                  <a:gd name="connsiteX2" fmla="*/ 2125916 w 3628956"/>
                  <a:gd name="connsiteY2" fmla="*/ 125402 h 3280074"/>
                  <a:gd name="connsiteX3" fmla="*/ 2741866 w 3628956"/>
                  <a:gd name="connsiteY3" fmla="*/ 360352 h 3280074"/>
                  <a:gd name="connsiteX4" fmla="*/ 3220391 w 3628956"/>
                  <a:gd name="connsiteY4" fmla="*/ 794142 h 3280074"/>
                  <a:gd name="connsiteX5" fmla="*/ 3491166 w 3628956"/>
                  <a:gd name="connsiteY5" fmla="*/ 1401752 h 3280074"/>
                  <a:gd name="connsiteX6" fmla="*/ 3541966 w 3628956"/>
                  <a:gd name="connsiteY6" fmla="*/ 2030402 h 3280074"/>
                  <a:gd name="connsiteX7" fmla="*/ 3224466 w 3628956"/>
                  <a:gd name="connsiteY7" fmla="*/ 2570152 h 3280074"/>
                  <a:gd name="connsiteX8" fmla="*/ 2820341 w 3628956"/>
                  <a:gd name="connsiteY8" fmla="*/ 2881302 h 3280074"/>
                  <a:gd name="connsiteX9" fmla="*/ 2437066 w 3628956"/>
                  <a:gd name="connsiteY9" fmla="*/ 3046402 h 3280074"/>
                  <a:gd name="connsiteX10" fmla="*/ 1128967 w 3628956"/>
                  <a:gd name="connsiteY10" fmla="*/ 3052752 h 3280074"/>
                  <a:gd name="connsiteX11" fmla="*/ 749009 w 3628956"/>
                  <a:gd name="connsiteY11" fmla="*/ 2874952 h 3280074"/>
                  <a:gd name="connsiteX12" fmla="*/ 341567 w 3628956"/>
                  <a:gd name="connsiteY12" fmla="*/ 2570152 h 3280074"/>
                  <a:gd name="connsiteX13" fmla="*/ 36767 w 3628956"/>
                  <a:gd name="connsiteY13" fmla="*/ 2068502 h 3280074"/>
                  <a:gd name="connsiteX14" fmla="*/ 36767 w 3628956"/>
                  <a:gd name="connsiteY14" fmla="*/ 1389052 h 3280074"/>
                  <a:gd name="connsiteX15" fmla="*/ 335216 w 3628956"/>
                  <a:gd name="connsiteY15" fmla="*/ 773102 h 3280074"/>
                  <a:gd name="connsiteX16" fmla="*/ 818859 w 3628956"/>
                  <a:gd name="connsiteY16" fmla="*/ 362342 h 3280074"/>
                  <a:gd name="connsiteX0" fmla="*/ 8188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18859 w 3628956"/>
                  <a:gd name="connsiteY16" fmla="*/ 364549 h 3282281"/>
                  <a:gd name="connsiteX0" fmla="*/ 8188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188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61615 w 3684412"/>
                  <a:gd name="connsiteY0" fmla="*/ 364549 h 3282281"/>
                  <a:gd name="connsiteX1" fmla="*/ 1473347 w 3684412"/>
                  <a:gd name="connsiteY1" fmla="*/ 133959 h 3282281"/>
                  <a:gd name="connsiteX2" fmla="*/ 2181372 w 3684412"/>
                  <a:gd name="connsiteY2" fmla="*/ 127609 h 3282281"/>
                  <a:gd name="connsiteX3" fmla="*/ 2797322 w 3684412"/>
                  <a:gd name="connsiteY3" fmla="*/ 362559 h 3282281"/>
                  <a:gd name="connsiteX4" fmla="*/ 3275847 w 3684412"/>
                  <a:gd name="connsiteY4" fmla="*/ 796349 h 3282281"/>
                  <a:gd name="connsiteX5" fmla="*/ 3546622 w 3684412"/>
                  <a:gd name="connsiteY5" fmla="*/ 1403959 h 3282281"/>
                  <a:gd name="connsiteX6" fmla="*/ 3597422 w 3684412"/>
                  <a:gd name="connsiteY6" fmla="*/ 2032609 h 3282281"/>
                  <a:gd name="connsiteX7" fmla="*/ 3279922 w 3684412"/>
                  <a:gd name="connsiteY7" fmla="*/ 2572359 h 3282281"/>
                  <a:gd name="connsiteX8" fmla="*/ 2875797 w 3684412"/>
                  <a:gd name="connsiteY8" fmla="*/ 2883509 h 3282281"/>
                  <a:gd name="connsiteX9" fmla="*/ 2492522 w 3684412"/>
                  <a:gd name="connsiteY9" fmla="*/ 3048609 h 3282281"/>
                  <a:gd name="connsiteX10" fmla="*/ 1184423 w 3684412"/>
                  <a:gd name="connsiteY10" fmla="*/ 3054959 h 3282281"/>
                  <a:gd name="connsiteX11" fmla="*/ 804465 w 3684412"/>
                  <a:gd name="connsiteY11" fmla="*/ 2877159 h 3282281"/>
                  <a:gd name="connsiteX12" fmla="*/ 397023 w 3684412"/>
                  <a:gd name="connsiteY12" fmla="*/ 2572359 h 3282281"/>
                  <a:gd name="connsiteX13" fmla="*/ 92223 w 3684412"/>
                  <a:gd name="connsiteY13" fmla="*/ 2070709 h 3282281"/>
                  <a:gd name="connsiteX14" fmla="*/ 92223 w 3684412"/>
                  <a:gd name="connsiteY14" fmla="*/ 1391259 h 3282281"/>
                  <a:gd name="connsiteX15" fmla="*/ 377972 w 3684412"/>
                  <a:gd name="connsiteY15" fmla="*/ 788009 h 3282281"/>
                  <a:gd name="connsiteX16" fmla="*/ 861615 w 3684412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78965"/>
                  <a:gd name="connsiteX1" fmla="*/ 1479383 w 3690448"/>
                  <a:gd name="connsiteY1" fmla="*/ 133959 h 3278965"/>
                  <a:gd name="connsiteX2" fmla="*/ 2187408 w 3690448"/>
                  <a:gd name="connsiteY2" fmla="*/ 127609 h 3278965"/>
                  <a:gd name="connsiteX3" fmla="*/ 2803358 w 3690448"/>
                  <a:gd name="connsiteY3" fmla="*/ 362559 h 3278965"/>
                  <a:gd name="connsiteX4" fmla="*/ 3281883 w 3690448"/>
                  <a:gd name="connsiteY4" fmla="*/ 796349 h 3278965"/>
                  <a:gd name="connsiteX5" fmla="*/ 3552658 w 3690448"/>
                  <a:gd name="connsiteY5" fmla="*/ 1403959 h 3278965"/>
                  <a:gd name="connsiteX6" fmla="*/ 3603458 w 3690448"/>
                  <a:gd name="connsiteY6" fmla="*/ 2032609 h 3278965"/>
                  <a:gd name="connsiteX7" fmla="*/ 3285958 w 3690448"/>
                  <a:gd name="connsiteY7" fmla="*/ 2572359 h 3278965"/>
                  <a:gd name="connsiteX8" fmla="*/ 2881833 w 3690448"/>
                  <a:gd name="connsiteY8" fmla="*/ 2883509 h 3278965"/>
                  <a:gd name="connsiteX9" fmla="*/ 2498558 w 3690448"/>
                  <a:gd name="connsiteY9" fmla="*/ 3048609 h 3278965"/>
                  <a:gd name="connsiteX10" fmla="*/ 1173790 w 3690448"/>
                  <a:gd name="connsiteY10" fmla="*/ 3050196 h 3278965"/>
                  <a:gd name="connsiteX11" fmla="*/ 793833 w 3690448"/>
                  <a:gd name="connsiteY11" fmla="*/ 2874778 h 3278965"/>
                  <a:gd name="connsiteX12" fmla="*/ 381628 w 3690448"/>
                  <a:gd name="connsiteY12" fmla="*/ 2572359 h 3278965"/>
                  <a:gd name="connsiteX13" fmla="*/ 98259 w 3690448"/>
                  <a:gd name="connsiteY13" fmla="*/ 2070709 h 3278965"/>
                  <a:gd name="connsiteX14" fmla="*/ 98259 w 3690448"/>
                  <a:gd name="connsiteY14" fmla="*/ 1391259 h 3278965"/>
                  <a:gd name="connsiteX15" fmla="*/ 384008 w 3690448"/>
                  <a:gd name="connsiteY15" fmla="*/ 788009 h 3278965"/>
                  <a:gd name="connsiteX16" fmla="*/ 867651 w 3690448"/>
                  <a:gd name="connsiteY16" fmla="*/ 364549 h 3278965"/>
                  <a:gd name="connsiteX0" fmla="*/ 867651 w 3690448"/>
                  <a:gd name="connsiteY0" fmla="*/ 364549 h 3278965"/>
                  <a:gd name="connsiteX1" fmla="*/ 1479383 w 3690448"/>
                  <a:gd name="connsiteY1" fmla="*/ 133959 h 3278965"/>
                  <a:gd name="connsiteX2" fmla="*/ 2187408 w 3690448"/>
                  <a:gd name="connsiteY2" fmla="*/ 127609 h 3278965"/>
                  <a:gd name="connsiteX3" fmla="*/ 2803358 w 3690448"/>
                  <a:gd name="connsiteY3" fmla="*/ 362559 h 3278965"/>
                  <a:gd name="connsiteX4" fmla="*/ 3281883 w 3690448"/>
                  <a:gd name="connsiteY4" fmla="*/ 796349 h 3278965"/>
                  <a:gd name="connsiteX5" fmla="*/ 3552658 w 3690448"/>
                  <a:gd name="connsiteY5" fmla="*/ 1403959 h 3278965"/>
                  <a:gd name="connsiteX6" fmla="*/ 3603458 w 3690448"/>
                  <a:gd name="connsiteY6" fmla="*/ 2032609 h 3278965"/>
                  <a:gd name="connsiteX7" fmla="*/ 3285958 w 3690448"/>
                  <a:gd name="connsiteY7" fmla="*/ 2572359 h 3278965"/>
                  <a:gd name="connsiteX8" fmla="*/ 2881833 w 3690448"/>
                  <a:gd name="connsiteY8" fmla="*/ 2883509 h 3278965"/>
                  <a:gd name="connsiteX9" fmla="*/ 2498558 w 3690448"/>
                  <a:gd name="connsiteY9" fmla="*/ 3048609 h 3278965"/>
                  <a:gd name="connsiteX10" fmla="*/ 1173790 w 3690448"/>
                  <a:gd name="connsiteY10" fmla="*/ 3050196 h 3278965"/>
                  <a:gd name="connsiteX11" fmla="*/ 793833 w 3690448"/>
                  <a:gd name="connsiteY11" fmla="*/ 2874778 h 3278965"/>
                  <a:gd name="connsiteX12" fmla="*/ 381628 w 3690448"/>
                  <a:gd name="connsiteY12" fmla="*/ 2572359 h 3278965"/>
                  <a:gd name="connsiteX13" fmla="*/ 98259 w 3690448"/>
                  <a:gd name="connsiteY13" fmla="*/ 2070709 h 3278965"/>
                  <a:gd name="connsiteX14" fmla="*/ 98259 w 3690448"/>
                  <a:gd name="connsiteY14" fmla="*/ 1391259 h 3278965"/>
                  <a:gd name="connsiteX15" fmla="*/ 384008 w 3690448"/>
                  <a:gd name="connsiteY15" fmla="*/ 788009 h 3278965"/>
                  <a:gd name="connsiteX16" fmla="*/ 867651 w 3690448"/>
                  <a:gd name="connsiteY16" fmla="*/ 364549 h 3278965"/>
                  <a:gd name="connsiteX0" fmla="*/ 867651 w 3690448"/>
                  <a:gd name="connsiteY0" fmla="*/ 364549 h 3306480"/>
                  <a:gd name="connsiteX1" fmla="*/ 1479383 w 3690448"/>
                  <a:gd name="connsiteY1" fmla="*/ 133959 h 3306480"/>
                  <a:gd name="connsiteX2" fmla="*/ 2187408 w 3690448"/>
                  <a:gd name="connsiteY2" fmla="*/ 127609 h 3306480"/>
                  <a:gd name="connsiteX3" fmla="*/ 2803358 w 3690448"/>
                  <a:gd name="connsiteY3" fmla="*/ 362559 h 3306480"/>
                  <a:gd name="connsiteX4" fmla="*/ 3281883 w 3690448"/>
                  <a:gd name="connsiteY4" fmla="*/ 796349 h 3306480"/>
                  <a:gd name="connsiteX5" fmla="*/ 3552658 w 3690448"/>
                  <a:gd name="connsiteY5" fmla="*/ 1403959 h 3306480"/>
                  <a:gd name="connsiteX6" fmla="*/ 3603458 w 3690448"/>
                  <a:gd name="connsiteY6" fmla="*/ 2032609 h 3306480"/>
                  <a:gd name="connsiteX7" fmla="*/ 3285958 w 3690448"/>
                  <a:gd name="connsiteY7" fmla="*/ 2572359 h 3306480"/>
                  <a:gd name="connsiteX8" fmla="*/ 2881833 w 3690448"/>
                  <a:gd name="connsiteY8" fmla="*/ 2883509 h 3306480"/>
                  <a:gd name="connsiteX9" fmla="*/ 2498558 w 3690448"/>
                  <a:gd name="connsiteY9" fmla="*/ 3048609 h 3306480"/>
                  <a:gd name="connsiteX10" fmla="*/ 1173790 w 3690448"/>
                  <a:gd name="connsiteY10" fmla="*/ 3050196 h 3306480"/>
                  <a:gd name="connsiteX11" fmla="*/ 793833 w 3690448"/>
                  <a:gd name="connsiteY11" fmla="*/ 2874778 h 3306480"/>
                  <a:gd name="connsiteX12" fmla="*/ 381628 w 3690448"/>
                  <a:gd name="connsiteY12" fmla="*/ 2572359 h 3306480"/>
                  <a:gd name="connsiteX13" fmla="*/ 98259 w 3690448"/>
                  <a:gd name="connsiteY13" fmla="*/ 2070709 h 3306480"/>
                  <a:gd name="connsiteX14" fmla="*/ 98259 w 3690448"/>
                  <a:gd name="connsiteY14" fmla="*/ 1391259 h 3306480"/>
                  <a:gd name="connsiteX15" fmla="*/ 384008 w 3690448"/>
                  <a:gd name="connsiteY15" fmla="*/ 788009 h 3306480"/>
                  <a:gd name="connsiteX16" fmla="*/ 867651 w 3690448"/>
                  <a:gd name="connsiteY16" fmla="*/ 364549 h 3306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90448" h="3306480">
                    <a:moveTo>
                      <a:pt x="867651" y="364549"/>
                    </a:moveTo>
                    <a:cubicBezTo>
                      <a:pt x="968903" y="259111"/>
                      <a:pt x="1086031" y="13972"/>
                      <a:pt x="1479383" y="133959"/>
                    </a:cubicBezTo>
                    <a:cubicBezTo>
                      <a:pt x="1541825" y="35534"/>
                      <a:pt x="1896366" y="-107341"/>
                      <a:pt x="2187408" y="127609"/>
                    </a:cubicBezTo>
                    <a:cubicBezTo>
                      <a:pt x="2348275" y="93742"/>
                      <a:pt x="2655191" y="72576"/>
                      <a:pt x="2803358" y="362559"/>
                    </a:cubicBezTo>
                    <a:cubicBezTo>
                      <a:pt x="3045416" y="424606"/>
                      <a:pt x="3192225" y="461252"/>
                      <a:pt x="3281883" y="796349"/>
                    </a:cubicBezTo>
                    <a:cubicBezTo>
                      <a:pt x="3473741" y="945969"/>
                      <a:pt x="3627500" y="1076539"/>
                      <a:pt x="3552658" y="1403959"/>
                    </a:cubicBezTo>
                    <a:cubicBezTo>
                      <a:pt x="3664841" y="1516142"/>
                      <a:pt x="3770675" y="1774376"/>
                      <a:pt x="3603458" y="2032609"/>
                    </a:cubicBezTo>
                    <a:cubicBezTo>
                      <a:pt x="3563241" y="2212526"/>
                      <a:pt x="3669075" y="2417842"/>
                      <a:pt x="3285958" y="2572359"/>
                    </a:cubicBezTo>
                    <a:cubicBezTo>
                      <a:pt x="3214750" y="2701476"/>
                      <a:pt x="3162591" y="2811542"/>
                      <a:pt x="2881833" y="2883509"/>
                    </a:cubicBezTo>
                    <a:cubicBezTo>
                      <a:pt x="2830275" y="2951242"/>
                      <a:pt x="2639016" y="3082476"/>
                      <a:pt x="2498558" y="3048609"/>
                    </a:cubicBezTo>
                    <a:cubicBezTo>
                      <a:pt x="2351450" y="3241755"/>
                      <a:pt x="1559023" y="3515863"/>
                      <a:pt x="1173790" y="3050196"/>
                    </a:cubicBezTo>
                    <a:cubicBezTo>
                      <a:pt x="1041581" y="3032998"/>
                      <a:pt x="890323" y="3025325"/>
                      <a:pt x="793833" y="2874778"/>
                    </a:cubicBezTo>
                    <a:cubicBezTo>
                      <a:pt x="530045" y="2847526"/>
                      <a:pt x="466997" y="2732433"/>
                      <a:pt x="381628" y="2572359"/>
                    </a:cubicBezTo>
                    <a:cubicBezTo>
                      <a:pt x="243871" y="2509917"/>
                      <a:pt x="90851" y="2448535"/>
                      <a:pt x="98259" y="2070709"/>
                    </a:cubicBezTo>
                    <a:cubicBezTo>
                      <a:pt x="892" y="1897672"/>
                      <a:pt x="-62607" y="1630442"/>
                      <a:pt x="98259" y="1391259"/>
                    </a:cubicBezTo>
                    <a:cubicBezTo>
                      <a:pt x="106725" y="1218751"/>
                      <a:pt x="54163" y="1015219"/>
                      <a:pt x="384008" y="788009"/>
                    </a:cubicBezTo>
                    <a:cubicBezTo>
                      <a:pt x="410814" y="673314"/>
                      <a:pt x="478895" y="431619"/>
                      <a:pt x="867651" y="364549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04CE54E-4020-E1F4-78D0-37E791A23EC6}"/>
                  </a:ext>
                </a:extLst>
              </p:cNvPr>
              <p:cNvSpPr/>
              <p:nvPr/>
            </p:nvSpPr>
            <p:spPr>
              <a:xfrm>
                <a:off x="5729828" y="2755899"/>
                <a:ext cx="279400" cy="279400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F96A1BA-30A2-15E5-49E3-8C4B00532792}"/>
                  </a:ext>
                </a:extLst>
              </p:cNvPr>
              <p:cNvCxnSpPr>
                <a:stCxn id="44" idx="2"/>
                <a:endCxn id="45" idx="0"/>
              </p:cNvCxnSpPr>
              <p:nvPr/>
            </p:nvCxnSpPr>
            <p:spPr>
              <a:xfrm flipH="1">
                <a:off x="5869528" y="373470"/>
                <a:ext cx="994257" cy="2382429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3CCB6AD-CF8C-BAFD-127F-A69696D9D9F9}"/>
                  </a:ext>
                </a:extLst>
              </p:cNvPr>
              <p:cNvCxnSpPr>
                <a:stCxn id="44" idx="3"/>
                <a:endCxn id="45" idx="7"/>
              </p:cNvCxnSpPr>
              <p:nvPr/>
            </p:nvCxnSpPr>
            <p:spPr>
              <a:xfrm flipH="1">
                <a:off x="5968311" y="940717"/>
                <a:ext cx="1887856" cy="1856099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13C6085-173D-E0AC-EC3B-E01B0B64F0F5}"/>
                  </a:ext>
                </a:extLst>
              </p:cNvPr>
              <p:cNvCxnSpPr>
                <a:stCxn id="44" idx="4"/>
                <a:endCxn id="45" idx="6"/>
              </p:cNvCxnSpPr>
              <p:nvPr/>
            </p:nvCxnSpPr>
            <p:spPr>
              <a:xfrm flipH="1">
                <a:off x="6009228" y="1811854"/>
                <a:ext cx="2550708" cy="1083745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681ECD3-8A16-4E3F-E629-709D7496B8CE}"/>
                  </a:ext>
                </a:extLst>
              </p:cNvPr>
              <p:cNvCxnSpPr>
                <a:stCxn id="44" idx="5"/>
                <a:endCxn id="45" idx="4"/>
              </p:cNvCxnSpPr>
              <p:nvPr/>
            </p:nvCxnSpPr>
            <p:spPr>
              <a:xfrm flipH="1">
                <a:off x="5869528" y="2925207"/>
                <a:ext cx="2991779" cy="110092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DCF8206-4B87-086A-CE4E-9EB8F0530BF5}"/>
                  </a:ext>
                </a:extLst>
              </p:cNvPr>
              <p:cNvCxnSpPr>
                <a:stCxn id="44" idx="6"/>
                <a:endCxn id="45" idx="3"/>
              </p:cNvCxnSpPr>
              <p:nvPr/>
            </p:nvCxnSpPr>
            <p:spPr>
              <a:xfrm flipH="1" flipV="1">
                <a:off x="5770745" y="2994382"/>
                <a:ext cx="3009453" cy="1021390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6F7F7F8-5A60-B1A2-2663-C2B8AEEF29FF}"/>
                  </a:ext>
                </a:extLst>
              </p:cNvPr>
              <p:cNvCxnSpPr>
                <a:stCxn id="44" idx="7"/>
                <a:endCxn id="45" idx="4"/>
              </p:cNvCxnSpPr>
              <p:nvPr/>
            </p:nvCxnSpPr>
            <p:spPr>
              <a:xfrm flipH="1" flipV="1">
                <a:off x="5869528" y="3035299"/>
                <a:ext cx="2222382" cy="1820232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65F6EB7-4C52-0CB3-1774-DEAC8AABC3AF}"/>
                  </a:ext>
                </a:extLst>
              </p:cNvPr>
              <p:cNvCxnSpPr>
                <a:stCxn id="44" idx="8"/>
                <a:endCxn id="45" idx="4"/>
              </p:cNvCxnSpPr>
              <p:nvPr/>
            </p:nvCxnSpPr>
            <p:spPr>
              <a:xfrm flipH="1" flipV="1">
                <a:off x="5869528" y="3035299"/>
                <a:ext cx="1446832" cy="2245196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FB78120-16CF-AFE3-46EF-46E24734481C}"/>
                  </a:ext>
                </a:extLst>
              </p:cNvPr>
              <p:cNvCxnSpPr>
                <a:stCxn id="44" idx="9"/>
                <a:endCxn id="45" idx="4"/>
              </p:cNvCxnSpPr>
              <p:nvPr/>
            </p:nvCxnSpPr>
            <p:spPr>
              <a:xfrm flipH="1" flipV="1">
                <a:off x="5869528" y="3035299"/>
                <a:ext cx="746064" cy="2425529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D9C33A9-3129-365A-57D5-C5156C043123}"/>
                  </a:ext>
                </a:extLst>
              </p:cNvPr>
              <p:cNvCxnSpPr>
                <a:stCxn id="44" idx="1"/>
                <a:endCxn id="45" idx="1"/>
              </p:cNvCxnSpPr>
              <p:nvPr/>
            </p:nvCxnSpPr>
            <p:spPr>
              <a:xfrm>
                <a:off x="5649128" y="194982"/>
                <a:ext cx="121617" cy="2601834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046C10-1C72-067B-1081-93E7260976EC}"/>
                  </a:ext>
                </a:extLst>
              </p:cNvPr>
              <p:cNvCxnSpPr>
                <a:stCxn id="44" idx="0"/>
                <a:endCxn id="45" idx="1"/>
              </p:cNvCxnSpPr>
              <p:nvPr/>
            </p:nvCxnSpPr>
            <p:spPr>
              <a:xfrm>
                <a:off x="4539460" y="426408"/>
                <a:ext cx="1231285" cy="2370408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942F003-ACEC-34EA-DF72-FE3CCCB9BCD6}"/>
                  </a:ext>
                </a:extLst>
              </p:cNvPr>
              <p:cNvCxnSpPr>
                <a:stCxn id="44" idx="15"/>
                <a:endCxn id="45" idx="3"/>
              </p:cNvCxnSpPr>
              <p:nvPr/>
            </p:nvCxnSpPr>
            <p:spPr>
              <a:xfrm>
                <a:off x="3597645" y="1022508"/>
                <a:ext cx="2173100" cy="1971874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7F99D9-4E3E-21DD-244C-08A1275DB03F}"/>
                  </a:ext>
                </a:extLst>
              </p:cNvPr>
              <p:cNvCxnSpPr>
                <a:stCxn id="44" idx="14"/>
                <a:endCxn id="45" idx="3"/>
              </p:cNvCxnSpPr>
              <p:nvPr/>
            </p:nvCxnSpPr>
            <p:spPr>
              <a:xfrm>
                <a:off x="2946768" y="1979546"/>
                <a:ext cx="2823977" cy="1014836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7EAB7E1-4ED7-FA49-A00F-A3027596002F}"/>
                  </a:ext>
                </a:extLst>
              </p:cNvPr>
              <p:cNvCxnSpPr>
                <a:cxnSpLocks/>
                <a:stCxn id="44" idx="13"/>
                <a:endCxn id="45" idx="4"/>
              </p:cNvCxnSpPr>
              <p:nvPr/>
            </p:nvCxnSpPr>
            <p:spPr>
              <a:xfrm flipV="1">
                <a:off x="2765044" y="3035299"/>
                <a:ext cx="3104484" cy="108253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45E907B-1706-F072-9470-C2D3D776DEE3}"/>
                  </a:ext>
                </a:extLst>
              </p:cNvPr>
              <p:cNvCxnSpPr>
                <a:stCxn id="44" idx="12"/>
                <a:endCxn id="45" idx="4"/>
              </p:cNvCxnSpPr>
              <p:nvPr/>
            </p:nvCxnSpPr>
            <p:spPr>
              <a:xfrm flipV="1">
                <a:off x="3116330" y="3035299"/>
                <a:ext cx="2753198" cy="1043448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0EBF1D6-8270-D3B3-89D6-68C367958309}"/>
                  </a:ext>
                </a:extLst>
              </p:cNvPr>
              <p:cNvCxnSpPr>
                <a:stCxn id="44" idx="11"/>
                <a:endCxn id="45" idx="4"/>
              </p:cNvCxnSpPr>
              <p:nvPr/>
            </p:nvCxnSpPr>
            <p:spPr>
              <a:xfrm flipV="1">
                <a:off x="3741619" y="3035299"/>
                <a:ext cx="2127909" cy="1671788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915E071-61DC-2248-EAB6-4C589191C7DC}"/>
                  </a:ext>
                </a:extLst>
              </p:cNvPr>
              <p:cNvCxnSpPr>
                <a:stCxn id="44" idx="10"/>
                <a:endCxn id="45" idx="4"/>
              </p:cNvCxnSpPr>
              <p:nvPr/>
            </p:nvCxnSpPr>
            <p:spPr>
              <a:xfrm flipV="1">
                <a:off x="4345630" y="3035299"/>
                <a:ext cx="1523898" cy="2073929"/>
              </a:xfrm>
              <a:prstGeom prst="lin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</p:cxnSp>
        </p:grpSp>
        <p:sp>
          <p:nvSpPr>
            <p:cNvPr id="36" name="Rectangle 39">
              <a:extLst>
                <a:ext uri="{FF2B5EF4-FFF2-40B4-BE49-F238E27FC236}">
                  <a16:creationId xmlns:a16="http://schemas.microsoft.com/office/drawing/2014/main" id="{5D9AC0D7-A1AA-5326-DDA5-291B087D9CAD}"/>
                </a:ext>
              </a:extLst>
            </p:cNvPr>
            <p:cNvSpPr/>
            <p:nvPr/>
          </p:nvSpPr>
          <p:spPr>
            <a:xfrm>
              <a:off x="3380132" y="487475"/>
              <a:ext cx="3642601" cy="5294515"/>
            </a:xfrm>
            <a:custGeom>
              <a:avLst/>
              <a:gdLst>
                <a:gd name="connsiteX0" fmla="*/ 0 w 464457"/>
                <a:gd name="connsiteY0" fmla="*/ 0 h 856343"/>
                <a:gd name="connsiteX1" fmla="*/ 464457 w 464457"/>
                <a:gd name="connsiteY1" fmla="*/ 0 h 856343"/>
                <a:gd name="connsiteX2" fmla="*/ 464457 w 464457"/>
                <a:gd name="connsiteY2" fmla="*/ 856343 h 856343"/>
                <a:gd name="connsiteX3" fmla="*/ 0 w 464457"/>
                <a:gd name="connsiteY3" fmla="*/ 856343 h 856343"/>
                <a:gd name="connsiteX4" fmla="*/ 0 w 464457"/>
                <a:gd name="connsiteY4" fmla="*/ 0 h 856343"/>
                <a:gd name="connsiteX0" fmla="*/ 203200 w 667657"/>
                <a:gd name="connsiteY0" fmla="*/ 0 h 856343"/>
                <a:gd name="connsiteX1" fmla="*/ 667657 w 667657"/>
                <a:gd name="connsiteY1" fmla="*/ 0 h 856343"/>
                <a:gd name="connsiteX2" fmla="*/ 667657 w 667657"/>
                <a:gd name="connsiteY2" fmla="*/ 856343 h 856343"/>
                <a:gd name="connsiteX3" fmla="*/ 0 w 667657"/>
                <a:gd name="connsiteY3" fmla="*/ 609600 h 856343"/>
                <a:gd name="connsiteX4" fmla="*/ 203200 w 667657"/>
                <a:gd name="connsiteY4" fmla="*/ 0 h 856343"/>
                <a:gd name="connsiteX0" fmla="*/ 203200 w 667657"/>
                <a:gd name="connsiteY0" fmla="*/ 0 h 1059543"/>
                <a:gd name="connsiteX1" fmla="*/ 667657 w 667657"/>
                <a:gd name="connsiteY1" fmla="*/ 0 h 1059543"/>
                <a:gd name="connsiteX2" fmla="*/ 653143 w 667657"/>
                <a:gd name="connsiteY2" fmla="*/ 1059543 h 1059543"/>
                <a:gd name="connsiteX3" fmla="*/ 0 w 667657"/>
                <a:gd name="connsiteY3" fmla="*/ 609600 h 1059543"/>
                <a:gd name="connsiteX4" fmla="*/ 203200 w 667657"/>
                <a:gd name="connsiteY4" fmla="*/ 0 h 1059543"/>
                <a:gd name="connsiteX0" fmla="*/ 203200 w 725714"/>
                <a:gd name="connsiteY0" fmla="*/ 14515 h 1074058"/>
                <a:gd name="connsiteX1" fmla="*/ 725714 w 725714"/>
                <a:gd name="connsiteY1" fmla="*/ 0 h 1074058"/>
                <a:gd name="connsiteX2" fmla="*/ 653143 w 725714"/>
                <a:gd name="connsiteY2" fmla="*/ 1074058 h 1074058"/>
                <a:gd name="connsiteX3" fmla="*/ 0 w 725714"/>
                <a:gd name="connsiteY3" fmla="*/ 624115 h 1074058"/>
                <a:gd name="connsiteX4" fmla="*/ 203200 w 725714"/>
                <a:gd name="connsiteY4" fmla="*/ 14515 h 1074058"/>
                <a:gd name="connsiteX0" fmla="*/ 0 w 1074057"/>
                <a:gd name="connsiteY0" fmla="*/ 0 h 1306286"/>
                <a:gd name="connsiteX1" fmla="*/ 1074057 w 1074057"/>
                <a:gd name="connsiteY1" fmla="*/ 232228 h 1306286"/>
                <a:gd name="connsiteX2" fmla="*/ 1001486 w 1074057"/>
                <a:gd name="connsiteY2" fmla="*/ 1306286 h 1306286"/>
                <a:gd name="connsiteX3" fmla="*/ 348343 w 1074057"/>
                <a:gd name="connsiteY3" fmla="*/ 856343 h 1306286"/>
                <a:gd name="connsiteX4" fmla="*/ 0 w 1074057"/>
                <a:gd name="connsiteY4" fmla="*/ 0 h 1306286"/>
                <a:gd name="connsiteX0" fmla="*/ 0 w 1001486"/>
                <a:gd name="connsiteY0" fmla="*/ 0 h 1306286"/>
                <a:gd name="connsiteX1" fmla="*/ 1001486 w 1001486"/>
                <a:gd name="connsiteY1" fmla="*/ 1306286 h 1306286"/>
                <a:gd name="connsiteX2" fmla="*/ 348343 w 1001486"/>
                <a:gd name="connsiteY2" fmla="*/ 856343 h 1306286"/>
                <a:gd name="connsiteX3" fmla="*/ 0 w 1001486"/>
                <a:gd name="connsiteY3" fmla="*/ 0 h 1306286"/>
                <a:gd name="connsiteX0" fmla="*/ 0 w 1039586"/>
                <a:gd name="connsiteY0" fmla="*/ 0 h 1306286"/>
                <a:gd name="connsiteX1" fmla="*/ 1039586 w 1039586"/>
                <a:gd name="connsiteY1" fmla="*/ 1306286 h 1306286"/>
                <a:gd name="connsiteX2" fmla="*/ 386443 w 1039586"/>
                <a:gd name="connsiteY2" fmla="*/ 856343 h 1306286"/>
                <a:gd name="connsiteX3" fmla="*/ 0 w 1039586"/>
                <a:gd name="connsiteY3" fmla="*/ 0 h 1306286"/>
                <a:gd name="connsiteX0" fmla="*/ 0 w 1039586"/>
                <a:gd name="connsiteY0" fmla="*/ 324926 h 1631212"/>
                <a:gd name="connsiteX1" fmla="*/ 1039586 w 1039586"/>
                <a:gd name="connsiteY1" fmla="*/ 1631212 h 1631212"/>
                <a:gd name="connsiteX2" fmla="*/ 386443 w 1039586"/>
                <a:gd name="connsiteY2" fmla="*/ 1181269 h 1631212"/>
                <a:gd name="connsiteX3" fmla="*/ 0 w 1039586"/>
                <a:gd name="connsiteY3" fmla="*/ 324926 h 1631212"/>
                <a:gd name="connsiteX0" fmla="*/ 0 w 1106261"/>
                <a:gd name="connsiteY0" fmla="*/ 326038 h 1622799"/>
                <a:gd name="connsiteX1" fmla="*/ 1106261 w 1106261"/>
                <a:gd name="connsiteY1" fmla="*/ 1622799 h 1622799"/>
                <a:gd name="connsiteX2" fmla="*/ 453118 w 1106261"/>
                <a:gd name="connsiteY2" fmla="*/ 1172856 h 1622799"/>
                <a:gd name="connsiteX3" fmla="*/ 0 w 1106261"/>
                <a:gd name="connsiteY3" fmla="*/ 326038 h 1622799"/>
                <a:gd name="connsiteX0" fmla="*/ 0 w 1300600"/>
                <a:gd name="connsiteY0" fmla="*/ 532240 h 1829001"/>
                <a:gd name="connsiteX1" fmla="*/ 1106261 w 1300600"/>
                <a:gd name="connsiteY1" fmla="*/ 1829001 h 1829001"/>
                <a:gd name="connsiteX2" fmla="*/ 453118 w 1300600"/>
                <a:gd name="connsiteY2" fmla="*/ 1379058 h 1829001"/>
                <a:gd name="connsiteX3" fmla="*/ 0 w 1300600"/>
                <a:gd name="connsiteY3" fmla="*/ 532240 h 1829001"/>
                <a:gd name="connsiteX0" fmla="*/ 0 w 1251470"/>
                <a:gd name="connsiteY0" fmla="*/ 565915 h 1738851"/>
                <a:gd name="connsiteX1" fmla="*/ 1049111 w 1251470"/>
                <a:gd name="connsiteY1" fmla="*/ 1738851 h 1738851"/>
                <a:gd name="connsiteX2" fmla="*/ 453118 w 1251470"/>
                <a:gd name="connsiteY2" fmla="*/ 1412733 h 1738851"/>
                <a:gd name="connsiteX3" fmla="*/ 0 w 1251470"/>
                <a:gd name="connsiteY3" fmla="*/ 565915 h 1738851"/>
                <a:gd name="connsiteX0" fmla="*/ 0 w 1283347"/>
                <a:gd name="connsiteY0" fmla="*/ 552324 h 1725260"/>
                <a:gd name="connsiteX1" fmla="*/ 1049111 w 1283347"/>
                <a:gd name="connsiteY1" fmla="*/ 1725260 h 1725260"/>
                <a:gd name="connsiteX2" fmla="*/ 453118 w 1283347"/>
                <a:gd name="connsiteY2" fmla="*/ 1399142 h 1725260"/>
                <a:gd name="connsiteX3" fmla="*/ 0 w 1283347"/>
                <a:gd name="connsiteY3" fmla="*/ 552324 h 1725260"/>
                <a:gd name="connsiteX0" fmla="*/ 0 w 1240775"/>
                <a:gd name="connsiteY0" fmla="*/ 522722 h 1695658"/>
                <a:gd name="connsiteX1" fmla="*/ 1049111 w 1240775"/>
                <a:gd name="connsiteY1" fmla="*/ 1695658 h 1695658"/>
                <a:gd name="connsiteX2" fmla="*/ 453118 w 1240775"/>
                <a:gd name="connsiteY2" fmla="*/ 1369540 h 1695658"/>
                <a:gd name="connsiteX3" fmla="*/ 0 w 1240775"/>
                <a:gd name="connsiteY3" fmla="*/ 522722 h 1695658"/>
                <a:gd name="connsiteX0" fmla="*/ 0 w 1304763"/>
                <a:gd name="connsiteY0" fmla="*/ 531767 h 1704703"/>
                <a:gd name="connsiteX1" fmla="*/ 1049111 w 1304763"/>
                <a:gd name="connsiteY1" fmla="*/ 1704703 h 1704703"/>
                <a:gd name="connsiteX2" fmla="*/ 453118 w 1304763"/>
                <a:gd name="connsiteY2" fmla="*/ 1378585 h 1704703"/>
                <a:gd name="connsiteX3" fmla="*/ 0 w 1304763"/>
                <a:gd name="connsiteY3" fmla="*/ 531767 h 1704703"/>
                <a:gd name="connsiteX0" fmla="*/ 0 w 1304763"/>
                <a:gd name="connsiteY0" fmla="*/ 513847 h 1686783"/>
                <a:gd name="connsiteX1" fmla="*/ 1049111 w 1304763"/>
                <a:gd name="connsiteY1" fmla="*/ 1686783 h 1686783"/>
                <a:gd name="connsiteX2" fmla="*/ 453118 w 1304763"/>
                <a:gd name="connsiteY2" fmla="*/ 1360665 h 1686783"/>
                <a:gd name="connsiteX3" fmla="*/ 0 w 1304763"/>
                <a:gd name="connsiteY3" fmla="*/ 513847 h 1686783"/>
                <a:gd name="connsiteX0" fmla="*/ 0 w 1279705"/>
                <a:gd name="connsiteY0" fmla="*/ 3207 h 1176143"/>
                <a:gd name="connsiteX1" fmla="*/ 1211943 w 1279705"/>
                <a:gd name="connsiteY1" fmla="*/ 583326 h 1176143"/>
                <a:gd name="connsiteX2" fmla="*/ 1049111 w 1279705"/>
                <a:gd name="connsiteY2" fmla="*/ 1176143 h 1176143"/>
                <a:gd name="connsiteX3" fmla="*/ 453118 w 1279705"/>
                <a:gd name="connsiteY3" fmla="*/ 850025 h 1176143"/>
                <a:gd name="connsiteX4" fmla="*/ 0 w 1279705"/>
                <a:gd name="connsiteY4" fmla="*/ 3207 h 1176143"/>
                <a:gd name="connsiteX0" fmla="*/ 0 w 1287479"/>
                <a:gd name="connsiteY0" fmla="*/ 364509 h 1537445"/>
                <a:gd name="connsiteX1" fmla="*/ 1211943 w 1287479"/>
                <a:gd name="connsiteY1" fmla="*/ 944628 h 1537445"/>
                <a:gd name="connsiteX2" fmla="*/ 1049111 w 1287479"/>
                <a:gd name="connsiteY2" fmla="*/ 1537445 h 1537445"/>
                <a:gd name="connsiteX3" fmla="*/ 453118 w 1287479"/>
                <a:gd name="connsiteY3" fmla="*/ 1211327 h 1537445"/>
                <a:gd name="connsiteX4" fmla="*/ 0 w 1287479"/>
                <a:gd name="connsiteY4" fmla="*/ 364509 h 1537445"/>
                <a:gd name="connsiteX0" fmla="*/ 0 w 1279705"/>
                <a:gd name="connsiteY0" fmla="*/ 352697 h 1525633"/>
                <a:gd name="connsiteX1" fmla="*/ 1211943 w 1279705"/>
                <a:gd name="connsiteY1" fmla="*/ 932816 h 1525633"/>
                <a:gd name="connsiteX2" fmla="*/ 1049111 w 1279705"/>
                <a:gd name="connsiteY2" fmla="*/ 1525633 h 1525633"/>
                <a:gd name="connsiteX3" fmla="*/ 453118 w 1279705"/>
                <a:gd name="connsiteY3" fmla="*/ 1199515 h 1525633"/>
                <a:gd name="connsiteX4" fmla="*/ 0 w 1279705"/>
                <a:gd name="connsiteY4" fmla="*/ 352697 h 1525633"/>
                <a:gd name="connsiteX0" fmla="*/ 0 w 1279705"/>
                <a:gd name="connsiteY0" fmla="*/ 517898 h 1690834"/>
                <a:gd name="connsiteX1" fmla="*/ 1211943 w 1279705"/>
                <a:gd name="connsiteY1" fmla="*/ 1098017 h 1690834"/>
                <a:gd name="connsiteX2" fmla="*/ 1049111 w 1279705"/>
                <a:gd name="connsiteY2" fmla="*/ 1690834 h 1690834"/>
                <a:gd name="connsiteX3" fmla="*/ 453118 w 1279705"/>
                <a:gd name="connsiteY3" fmla="*/ 1364716 h 1690834"/>
                <a:gd name="connsiteX4" fmla="*/ 0 w 1279705"/>
                <a:gd name="connsiteY4" fmla="*/ 517898 h 1690834"/>
                <a:gd name="connsiteX0" fmla="*/ 0 w 1232080"/>
                <a:gd name="connsiteY0" fmla="*/ 517898 h 1690834"/>
                <a:gd name="connsiteX1" fmla="*/ 1164318 w 1232080"/>
                <a:gd name="connsiteY1" fmla="*/ 1098017 h 1690834"/>
                <a:gd name="connsiteX2" fmla="*/ 1001486 w 1232080"/>
                <a:gd name="connsiteY2" fmla="*/ 1690834 h 1690834"/>
                <a:gd name="connsiteX3" fmla="*/ 405493 w 1232080"/>
                <a:gd name="connsiteY3" fmla="*/ 1364716 h 1690834"/>
                <a:gd name="connsiteX4" fmla="*/ 0 w 1232080"/>
                <a:gd name="connsiteY4" fmla="*/ 517898 h 1690834"/>
                <a:gd name="connsiteX0" fmla="*/ 0 w 1232080"/>
                <a:gd name="connsiteY0" fmla="*/ 535969 h 1708905"/>
                <a:gd name="connsiteX1" fmla="*/ 1164318 w 1232080"/>
                <a:gd name="connsiteY1" fmla="*/ 1116088 h 1708905"/>
                <a:gd name="connsiteX2" fmla="*/ 1001486 w 1232080"/>
                <a:gd name="connsiteY2" fmla="*/ 1708905 h 1708905"/>
                <a:gd name="connsiteX3" fmla="*/ 405493 w 1232080"/>
                <a:gd name="connsiteY3" fmla="*/ 1382787 h 1708905"/>
                <a:gd name="connsiteX4" fmla="*/ 0 w 1232080"/>
                <a:gd name="connsiteY4" fmla="*/ 535969 h 1708905"/>
                <a:gd name="connsiteX0" fmla="*/ 0 w 1232080"/>
                <a:gd name="connsiteY0" fmla="*/ 494505 h 1667441"/>
                <a:gd name="connsiteX1" fmla="*/ 1164318 w 1232080"/>
                <a:gd name="connsiteY1" fmla="*/ 1074624 h 1667441"/>
                <a:gd name="connsiteX2" fmla="*/ 1001486 w 1232080"/>
                <a:gd name="connsiteY2" fmla="*/ 1667441 h 1667441"/>
                <a:gd name="connsiteX3" fmla="*/ 405493 w 1232080"/>
                <a:gd name="connsiteY3" fmla="*/ 1341323 h 1667441"/>
                <a:gd name="connsiteX4" fmla="*/ 0 w 1232080"/>
                <a:gd name="connsiteY4" fmla="*/ 494505 h 1667441"/>
                <a:gd name="connsiteX0" fmla="*/ 0 w 1217166"/>
                <a:gd name="connsiteY0" fmla="*/ 494505 h 1667441"/>
                <a:gd name="connsiteX1" fmla="*/ 1164318 w 1217166"/>
                <a:gd name="connsiteY1" fmla="*/ 1074624 h 1667441"/>
                <a:gd name="connsiteX2" fmla="*/ 1001486 w 1217166"/>
                <a:gd name="connsiteY2" fmla="*/ 1667441 h 1667441"/>
                <a:gd name="connsiteX3" fmla="*/ 405493 w 1217166"/>
                <a:gd name="connsiteY3" fmla="*/ 1341323 h 1667441"/>
                <a:gd name="connsiteX4" fmla="*/ 0 w 1217166"/>
                <a:gd name="connsiteY4" fmla="*/ 494505 h 1667441"/>
                <a:gd name="connsiteX0" fmla="*/ 0 w 1217166"/>
                <a:gd name="connsiteY0" fmla="*/ 494505 h 1667441"/>
                <a:gd name="connsiteX1" fmla="*/ 1164318 w 1217166"/>
                <a:gd name="connsiteY1" fmla="*/ 1074624 h 1667441"/>
                <a:gd name="connsiteX2" fmla="*/ 1001486 w 1217166"/>
                <a:gd name="connsiteY2" fmla="*/ 1667441 h 1667441"/>
                <a:gd name="connsiteX3" fmla="*/ 405493 w 1217166"/>
                <a:gd name="connsiteY3" fmla="*/ 1341323 h 1667441"/>
                <a:gd name="connsiteX4" fmla="*/ 0 w 1217166"/>
                <a:gd name="connsiteY4" fmla="*/ 494505 h 1667441"/>
                <a:gd name="connsiteX0" fmla="*/ 0 w 1237578"/>
                <a:gd name="connsiteY0" fmla="*/ 494505 h 2305616"/>
                <a:gd name="connsiteX1" fmla="*/ 1164318 w 1237578"/>
                <a:gd name="connsiteY1" fmla="*/ 1074624 h 2305616"/>
                <a:gd name="connsiteX2" fmla="*/ 1220561 w 1237578"/>
                <a:gd name="connsiteY2" fmla="*/ 2305616 h 2305616"/>
                <a:gd name="connsiteX3" fmla="*/ 405493 w 1237578"/>
                <a:gd name="connsiteY3" fmla="*/ 1341323 h 2305616"/>
                <a:gd name="connsiteX4" fmla="*/ 0 w 1237578"/>
                <a:gd name="connsiteY4" fmla="*/ 494505 h 2305616"/>
                <a:gd name="connsiteX0" fmla="*/ 0 w 1220561"/>
                <a:gd name="connsiteY0" fmla="*/ 494505 h 2305616"/>
                <a:gd name="connsiteX1" fmla="*/ 1164318 w 1220561"/>
                <a:gd name="connsiteY1" fmla="*/ 1074624 h 2305616"/>
                <a:gd name="connsiteX2" fmla="*/ 1220561 w 1220561"/>
                <a:gd name="connsiteY2" fmla="*/ 2305616 h 2305616"/>
                <a:gd name="connsiteX3" fmla="*/ 405493 w 1220561"/>
                <a:gd name="connsiteY3" fmla="*/ 1341323 h 2305616"/>
                <a:gd name="connsiteX4" fmla="*/ 0 w 1220561"/>
                <a:gd name="connsiteY4" fmla="*/ 494505 h 2305616"/>
                <a:gd name="connsiteX0" fmla="*/ 0 w 1468211"/>
                <a:gd name="connsiteY0" fmla="*/ 494505 h 2305616"/>
                <a:gd name="connsiteX1" fmla="*/ 1164318 w 1468211"/>
                <a:gd name="connsiteY1" fmla="*/ 1074624 h 2305616"/>
                <a:gd name="connsiteX2" fmla="*/ 1468211 w 1468211"/>
                <a:gd name="connsiteY2" fmla="*/ 2305616 h 2305616"/>
                <a:gd name="connsiteX3" fmla="*/ 405493 w 1468211"/>
                <a:gd name="connsiteY3" fmla="*/ 1341323 h 2305616"/>
                <a:gd name="connsiteX4" fmla="*/ 0 w 1468211"/>
                <a:gd name="connsiteY4" fmla="*/ 494505 h 2305616"/>
                <a:gd name="connsiteX0" fmla="*/ 0 w 1268186"/>
                <a:gd name="connsiteY0" fmla="*/ 494505 h 2305616"/>
                <a:gd name="connsiteX1" fmla="*/ 1164318 w 1268186"/>
                <a:gd name="connsiteY1" fmla="*/ 1074624 h 2305616"/>
                <a:gd name="connsiteX2" fmla="*/ 1268186 w 1268186"/>
                <a:gd name="connsiteY2" fmla="*/ 2305616 h 2305616"/>
                <a:gd name="connsiteX3" fmla="*/ 405493 w 1268186"/>
                <a:gd name="connsiteY3" fmla="*/ 1341323 h 2305616"/>
                <a:gd name="connsiteX4" fmla="*/ 0 w 1268186"/>
                <a:gd name="connsiteY4" fmla="*/ 494505 h 2305616"/>
                <a:gd name="connsiteX0" fmla="*/ 0 w 1268186"/>
                <a:gd name="connsiteY0" fmla="*/ 494505 h 2305616"/>
                <a:gd name="connsiteX1" fmla="*/ 1164318 w 1268186"/>
                <a:gd name="connsiteY1" fmla="*/ 1074624 h 2305616"/>
                <a:gd name="connsiteX2" fmla="*/ 1268186 w 1268186"/>
                <a:gd name="connsiteY2" fmla="*/ 2305616 h 2305616"/>
                <a:gd name="connsiteX3" fmla="*/ 405493 w 1268186"/>
                <a:gd name="connsiteY3" fmla="*/ 1341323 h 2305616"/>
                <a:gd name="connsiteX4" fmla="*/ 0 w 1268186"/>
                <a:gd name="connsiteY4" fmla="*/ 494505 h 2305616"/>
                <a:gd name="connsiteX0" fmla="*/ 0 w 1334861"/>
                <a:gd name="connsiteY0" fmla="*/ 494505 h 2296091"/>
                <a:gd name="connsiteX1" fmla="*/ 1164318 w 1334861"/>
                <a:gd name="connsiteY1" fmla="*/ 1074624 h 2296091"/>
                <a:gd name="connsiteX2" fmla="*/ 1334861 w 1334861"/>
                <a:gd name="connsiteY2" fmla="*/ 2296091 h 2296091"/>
                <a:gd name="connsiteX3" fmla="*/ 405493 w 1334861"/>
                <a:gd name="connsiteY3" fmla="*/ 1341323 h 2296091"/>
                <a:gd name="connsiteX4" fmla="*/ 0 w 1334861"/>
                <a:gd name="connsiteY4" fmla="*/ 494505 h 2296091"/>
                <a:gd name="connsiteX0" fmla="*/ 0 w 1334861"/>
                <a:gd name="connsiteY0" fmla="*/ 494505 h 2296091"/>
                <a:gd name="connsiteX1" fmla="*/ 1164318 w 1334861"/>
                <a:gd name="connsiteY1" fmla="*/ 1074624 h 2296091"/>
                <a:gd name="connsiteX2" fmla="*/ 1334861 w 1334861"/>
                <a:gd name="connsiteY2" fmla="*/ 2296091 h 2296091"/>
                <a:gd name="connsiteX3" fmla="*/ 405493 w 1334861"/>
                <a:gd name="connsiteY3" fmla="*/ 1341323 h 2296091"/>
                <a:gd name="connsiteX4" fmla="*/ 0 w 1334861"/>
                <a:gd name="connsiteY4" fmla="*/ 494505 h 2296091"/>
                <a:gd name="connsiteX0" fmla="*/ 0 w 1334861"/>
                <a:gd name="connsiteY0" fmla="*/ 494505 h 3246360"/>
                <a:gd name="connsiteX1" fmla="*/ 1164318 w 1334861"/>
                <a:gd name="connsiteY1" fmla="*/ 1074624 h 3246360"/>
                <a:gd name="connsiteX2" fmla="*/ 1334861 w 1334861"/>
                <a:gd name="connsiteY2" fmla="*/ 2296091 h 3246360"/>
                <a:gd name="connsiteX3" fmla="*/ 735693 w 1334861"/>
                <a:gd name="connsiteY3" fmla="*/ 3227275 h 3246360"/>
                <a:gd name="connsiteX4" fmla="*/ 405493 w 1334861"/>
                <a:gd name="connsiteY4" fmla="*/ 1341323 h 3246360"/>
                <a:gd name="connsiteX5" fmla="*/ 0 w 1334861"/>
                <a:gd name="connsiteY5" fmla="*/ 494505 h 3246360"/>
                <a:gd name="connsiteX0" fmla="*/ 0 w 1334861"/>
                <a:gd name="connsiteY0" fmla="*/ 494505 h 5050855"/>
                <a:gd name="connsiteX1" fmla="*/ 1164318 w 1334861"/>
                <a:gd name="connsiteY1" fmla="*/ 1074624 h 5050855"/>
                <a:gd name="connsiteX2" fmla="*/ 1334861 w 1334861"/>
                <a:gd name="connsiteY2" fmla="*/ 2296091 h 5050855"/>
                <a:gd name="connsiteX3" fmla="*/ 817580 w 1334861"/>
                <a:gd name="connsiteY3" fmla="*/ 5042427 h 5050855"/>
                <a:gd name="connsiteX4" fmla="*/ 405493 w 1334861"/>
                <a:gd name="connsiteY4" fmla="*/ 1341323 h 5050855"/>
                <a:gd name="connsiteX5" fmla="*/ 0 w 1334861"/>
                <a:gd name="connsiteY5" fmla="*/ 494505 h 5050855"/>
                <a:gd name="connsiteX0" fmla="*/ 290968 w 1625829"/>
                <a:gd name="connsiteY0" fmla="*/ 494505 h 5050855"/>
                <a:gd name="connsiteX1" fmla="*/ 1455286 w 1625829"/>
                <a:gd name="connsiteY1" fmla="*/ 1074624 h 5050855"/>
                <a:gd name="connsiteX2" fmla="*/ 1625829 w 1625829"/>
                <a:gd name="connsiteY2" fmla="*/ 2296091 h 5050855"/>
                <a:gd name="connsiteX3" fmla="*/ 1108548 w 1625829"/>
                <a:gd name="connsiteY3" fmla="*/ 5042427 h 5050855"/>
                <a:gd name="connsiteX4" fmla="*/ 696461 w 1625829"/>
                <a:gd name="connsiteY4" fmla="*/ 1341323 h 5050855"/>
                <a:gd name="connsiteX5" fmla="*/ 290968 w 1625829"/>
                <a:gd name="connsiteY5" fmla="*/ 494505 h 5050855"/>
                <a:gd name="connsiteX0" fmla="*/ 363831 w 1698692"/>
                <a:gd name="connsiteY0" fmla="*/ 494505 h 5050855"/>
                <a:gd name="connsiteX1" fmla="*/ 1528149 w 1698692"/>
                <a:gd name="connsiteY1" fmla="*/ 1074624 h 5050855"/>
                <a:gd name="connsiteX2" fmla="*/ 1698692 w 1698692"/>
                <a:gd name="connsiteY2" fmla="*/ 2296091 h 5050855"/>
                <a:gd name="connsiteX3" fmla="*/ 1181411 w 1698692"/>
                <a:gd name="connsiteY3" fmla="*/ 5042427 h 5050855"/>
                <a:gd name="connsiteX4" fmla="*/ 769324 w 1698692"/>
                <a:gd name="connsiteY4" fmla="*/ 1341323 h 5050855"/>
                <a:gd name="connsiteX5" fmla="*/ 363831 w 1698692"/>
                <a:gd name="connsiteY5" fmla="*/ 494505 h 5050855"/>
                <a:gd name="connsiteX0" fmla="*/ 326299 w 1661160"/>
                <a:gd name="connsiteY0" fmla="*/ 494505 h 5003356"/>
                <a:gd name="connsiteX1" fmla="*/ 1490617 w 1661160"/>
                <a:gd name="connsiteY1" fmla="*/ 1074624 h 5003356"/>
                <a:gd name="connsiteX2" fmla="*/ 1661160 w 1661160"/>
                <a:gd name="connsiteY2" fmla="*/ 2296091 h 5003356"/>
                <a:gd name="connsiteX3" fmla="*/ 1201029 w 1661160"/>
                <a:gd name="connsiteY3" fmla="*/ 4994802 h 5003356"/>
                <a:gd name="connsiteX4" fmla="*/ 731792 w 1661160"/>
                <a:gd name="connsiteY4" fmla="*/ 1341323 h 5003356"/>
                <a:gd name="connsiteX5" fmla="*/ 326299 w 1661160"/>
                <a:gd name="connsiteY5" fmla="*/ 494505 h 5003356"/>
                <a:gd name="connsiteX0" fmla="*/ 359311 w 1694172"/>
                <a:gd name="connsiteY0" fmla="*/ 494505 h 5003356"/>
                <a:gd name="connsiteX1" fmla="*/ 1523629 w 1694172"/>
                <a:gd name="connsiteY1" fmla="*/ 1074624 h 5003356"/>
                <a:gd name="connsiteX2" fmla="*/ 1694172 w 1694172"/>
                <a:gd name="connsiteY2" fmla="*/ 2296091 h 5003356"/>
                <a:gd name="connsiteX3" fmla="*/ 1234041 w 1694172"/>
                <a:gd name="connsiteY3" fmla="*/ 4994802 h 5003356"/>
                <a:gd name="connsiteX4" fmla="*/ 764804 w 1694172"/>
                <a:gd name="connsiteY4" fmla="*/ 1341323 h 5003356"/>
                <a:gd name="connsiteX5" fmla="*/ 359311 w 1694172"/>
                <a:gd name="connsiteY5" fmla="*/ 494505 h 5003356"/>
                <a:gd name="connsiteX0" fmla="*/ 379974 w 1714835"/>
                <a:gd name="connsiteY0" fmla="*/ 494505 h 5003356"/>
                <a:gd name="connsiteX1" fmla="*/ 1544292 w 1714835"/>
                <a:gd name="connsiteY1" fmla="*/ 1074624 h 5003356"/>
                <a:gd name="connsiteX2" fmla="*/ 1714835 w 1714835"/>
                <a:gd name="connsiteY2" fmla="*/ 2296091 h 5003356"/>
                <a:gd name="connsiteX3" fmla="*/ 1254704 w 1714835"/>
                <a:gd name="connsiteY3" fmla="*/ 4994802 h 5003356"/>
                <a:gd name="connsiteX4" fmla="*/ 785467 w 1714835"/>
                <a:gd name="connsiteY4" fmla="*/ 1341323 h 5003356"/>
                <a:gd name="connsiteX5" fmla="*/ 379974 w 1714835"/>
                <a:gd name="connsiteY5" fmla="*/ 494505 h 5003356"/>
                <a:gd name="connsiteX0" fmla="*/ 379974 w 2048769"/>
                <a:gd name="connsiteY0" fmla="*/ 494505 h 5467842"/>
                <a:gd name="connsiteX1" fmla="*/ 1544292 w 2048769"/>
                <a:gd name="connsiteY1" fmla="*/ 1074624 h 5467842"/>
                <a:gd name="connsiteX2" fmla="*/ 1714835 w 2048769"/>
                <a:gd name="connsiteY2" fmla="*/ 2296091 h 5467842"/>
                <a:gd name="connsiteX3" fmla="*/ 2039593 w 2048769"/>
                <a:gd name="connsiteY3" fmla="*/ 5179899 h 5467842"/>
                <a:gd name="connsiteX4" fmla="*/ 1254704 w 2048769"/>
                <a:gd name="connsiteY4" fmla="*/ 4994802 h 5467842"/>
                <a:gd name="connsiteX5" fmla="*/ 785467 w 2048769"/>
                <a:gd name="connsiteY5" fmla="*/ 1341323 h 5467842"/>
                <a:gd name="connsiteX6" fmla="*/ 379974 w 2048769"/>
                <a:gd name="connsiteY6" fmla="*/ 494505 h 5467842"/>
                <a:gd name="connsiteX0" fmla="*/ 379974 w 2048769"/>
                <a:gd name="connsiteY0" fmla="*/ 494505 h 5306824"/>
                <a:gd name="connsiteX1" fmla="*/ 1544292 w 2048769"/>
                <a:gd name="connsiteY1" fmla="*/ 1074624 h 5306824"/>
                <a:gd name="connsiteX2" fmla="*/ 1714835 w 2048769"/>
                <a:gd name="connsiteY2" fmla="*/ 2296091 h 5306824"/>
                <a:gd name="connsiteX3" fmla="*/ 2039593 w 2048769"/>
                <a:gd name="connsiteY3" fmla="*/ 5179899 h 5306824"/>
                <a:gd name="connsiteX4" fmla="*/ 1254704 w 2048769"/>
                <a:gd name="connsiteY4" fmla="*/ 4994802 h 5306824"/>
                <a:gd name="connsiteX5" fmla="*/ 785467 w 2048769"/>
                <a:gd name="connsiteY5" fmla="*/ 1341323 h 5306824"/>
                <a:gd name="connsiteX6" fmla="*/ 379974 w 2048769"/>
                <a:gd name="connsiteY6" fmla="*/ 494505 h 5306824"/>
                <a:gd name="connsiteX0" fmla="*/ 379974 w 2048769"/>
                <a:gd name="connsiteY0" fmla="*/ 494505 h 5232721"/>
                <a:gd name="connsiteX1" fmla="*/ 1544292 w 2048769"/>
                <a:gd name="connsiteY1" fmla="*/ 1074624 h 5232721"/>
                <a:gd name="connsiteX2" fmla="*/ 1714835 w 2048769"/>
                <a:gd name="connsiteY2" fmla="*/ 2296091 h 5232721"/>
                <a:gd name="connsiteX3" fmla="*/ 2039593 w 2048769"/>
                <a:gd name="connsiteY3" fmla="*/ 5179899 h 5232721"/>
                <a:gd name="connsiteX4" fmla="*/ 1254704 w 2048769"/>
                <a:gd name="connsiteY4" fmla="*/ 4994802 h 5232721"/>
                <a:gd name="connsiteX5" fmla="*/ 785467 w 2048769"/>
                <a:gd name="connsiteY5" fmla="*/ 1341323 h 5232721"/>
                <a:gd name="connsiteX6" fmla="*/ 379974 w 2048769"/>
                <a:gd name="connsiteY6" fmla="*/ 494505 h 5232721"/>
                <a:gd name="connsiteX0" fmla="*/ 379974 w 3241615"/>
                <a:gd name="connsiteY0" fmla="*/ 494505 h 5232721"/>
                <a:gd name="connsiteX1" fmla="*/ 1544292 w 3241615"/>
                <a:gd name="connsiteY1" fmla="*/ 1074624 h 5232721"/>
                <a:gd name="connsiteX2" fmla="*/ 1714835 w 3241615"/>
                <a:gd name="connsiteY2" fmla="*/ 2296091 h 5232721"/>
                <a:gd name="connsiteX3" fmla="*/ 3239743 w 3241615"/>
                <a:gd name="connsiteY3" fmla="*/ 4846525 h 5232721"/>
                <a:gd name="connsiteX4" fmla="*/ 2039593 w 3241615"/>
                <a:gd name="connsiteY4" fmla="*/ 5179899 h 5232721"/>
                <a:gd name="connsiteX5" fmla="*/ 1254704 w 3241615"/>
                <a:gd name="connsiteY5" fmla="*/ 4994802 h 5232721"/>
                <a:gd name="connsiteX6" fmla="*/ 785467 w 3241615"/>
                <a:gd name="connsiteY6" fmla="*/ 1341323 h 5232721"/>
                <a:gd name="connsiteX7" fmla="*/ 379974 w 3241615"/>
                <a:gd name="connsiteY7" fmla="*/ 494505 h 5232721"/>
                <a:gd name="connsiteX0" fmla="*/ 379974 w 3241834"/>
                <a:gd name="connsiteY0" fmla="*/ 494505 h 5284903"/>
                <a:gd name="connsiteX1" fmla="*/ 1544292 w 3241834"/>
                <a:gd name="connsiteY1" fmla="*/ 1074624 h 5284903"/>
                <a:gd name="connsiteX2" fmla="*/ 1714835 w 3241834"/>
                <a:gd name="connsiteY2" fmla="*/ 2296091 h 5284903"/>
                <a:gd name="connsiteX3" fmla="*/ 3239743 w 3241834"/>
                <a:gd name="connsiteY3" fmla="*/ 4846525 h 5284903"/>
                <a:gd name="connsiteX4" fmla="*/ 2039593 w 3241834"/>
                <a:gd name="connsiteY4" fmla="*/ 5179899 h 5284903"/>
                <a:gd name="connsiteX5" fmla="*/ 1254704 w 3241834"/>
                <a:gd name="connsiteY5" fmla="*/ 4994802 h 5284903"/>
                <a:gd name="connsiteX6" fmla="*/ 785467 w 3241834"/>
                <a:gd name="connsiteY6" fmla="*/ 1341323 h 5284903"/>
                <a:gd name="connsiteX7" fmla="*/ 379974 w 3241834"/>
                <a:gd name="connsiteY7" fmla="*/ 494505 h 5284903"/>
                <a:gd name="connsiteX0" fmla="*/ 379974 w 3239743"/>
                <a:gd name="connsiteY0" fmla="*/ 494505 h 5294515"/>
                <a:gd name="connsiteX1" fmla="*/ 1544292 w 3239743"/>
                <a:gd name="connsiteY1" fmla="*/ 1074624 h 5294515"/>
                <a:gd name="connsiteX2" fmla="*/ 1714835 w 3239743"/>
                <a:gd name="connsiteY2" fmla="*/ 2296091 h 5294515"/>
                <a:gd name="connsiteX3" fmla="*/ 3239743 w 3239743"/>
                <a:gd name="connsiteY3" fmla="*/ 4846525 h 5294515"/>
                <a:gd name="connsiteX4" fmla="*/ 2039593 w 3239743"/>
                <a:gd name="connsiteY4" fmla="*/ 5179899 h 5294515"/>
                <a:gd name="connsiteX5" fmla="*/ 1254704 w 3239743"/>
                <a:gd name="connsiteY5" fmla="*/ 4994802 h 5294515"/>
                <a:gd name="connsiteX6" fmla="*/ 785467 w 3239743"/>
                <a:gd name="connsiteY6" fmla="*/ 1341323 h 5294515"/>
                <a:gd name="connsiteX7" fmla="*/ 379974 w 3239743"/>
                <a:gd name="connsiteY7" fmla="*/ 494505 h 5294515"/>
                <a:gd name="connsiteX0" fmla="*/ 379974 w 3679065"/>
                <a:gd name="connsiteY0" fmla="*/ 494505 h 5294515"/>
                <a:gd name="connsiteX1" fmla="*/ 1544292 w 3679065"/>
                <a:gd name="connsiteY1" fmla="*/ 1074624 h 5294515"/>
                <a:gd name="connsiteX2" fmla="*/ 1714835 w 3679065"/>
                <a:gd name="connsiteY2" fmla="*/ 2296091 h 5294515"/>
                <a:gd name="connsiteX3" fmla="*/ 3601693 w 3679065"/>
                <a:gd name="connsiteY3" fmla="*/ 4427425 h 5294515"/>
                <a:gd name="connsiteX4" fmla="*/ 3239743 w 3679065"/>
                <a:gd name="connsiteY4" fmla="*/ 4846525 h 5294515"/>
                <a:gd name="connsiteX5" fmla="*/ 2039593 w 3679065"/>
                <a:gd name="connsiteY5" fmla="*/ 5179899 h 5294515"/>
                <a:gd name="connsiteX6" fmla="*/ 1254704 w 3679065"/>
                <a:gd name="connsiteY6" fmla="*/ 4994802 h 5294515"/>
                <a:gd name="connsiteX7" fmla="*/ 785467 w 3679065"/>
                <a:gd name="connsiteY7" fmla="*/ 1341323 h 5294515"/>
                <a:gd name="connsiteX8" fmla="*/ 379974 w 3679065"/>
                <a:gd name="connsiteY8" fmla="*/ 494505 h 5294515"/>
                <a:gd name="connsiteX0" fmla="*/ 379974 w 3642601"/>
                <a:gd name="connsiteY0" fmla="*/ 494505 h 5294515"/>
                <a:gd name="connsiteX1" fmla="*/ 1544292 w 3642601"/>
                <a:gd name="connsiteY1" fmla="*/ 1074624 h 5294515"/>
                <a:gd name="connsiteX2" fmla="*/ 1714835 w 3642601"/>
                <a:gd name="connsiteY2" fmla="*/ 2296091 h 5294515"/>
                <a:gd name="connsiteX3" fmla="*/ 3601693 w 3642601"/>
                <a:gd name="connsiteY3" fmla="*/ 4427425 h 5294515"/>
                <a:gd name="connsiteX4" fmla="*/ 3239743 w 3642601"/>
                <a:gd name="connsiteY4" fmla="*/ 4846525 h 5294515"/>
                <a:gd name="connsiteX5" fmla="*/ 2039593 w 3642601"/>
                <a:gd name="connsiteY5" fmla="*/ 5179899 h 5294515"/>
                <a:gd name="connsiteX6" fmla="*/ 1254704 w 3642601"/>
                <a:gd name="connsiteY6" fmla="*/ 4994802 h 5294515"/>
                <a:gd name="connsiteX7" fmla="*/ 785467 w 3642601"/>
                <a:gd name="connsiteY7" fmla="*/ 1341323 h 5294515"/>
                <a:gd name="connsiteX8" fmla="*/ 379974 w 3642601"/>
                <a:gd name="connsiteY8" fmla="*/ 494505 h 5294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42601" h="5294515">
                  <a:moveTo>
                    <a:pt x="379974" y="494505"/>
                  </a:moveTo>
                  <a:cubicBezTo>
                    <a:pt x="400082" y="-64295"/>
                    <a:pt x="1893315" y="-454365"/>
                    <a:pt x="1544292" y="1074624"/>
                  </a:cubicBezTo>
                  <a:cubicBezTo>
                    <a:pt x="1509594" y="1212963"/>
                    <a:pt x="1230118" y="1908741"/>
                    <a:pt x="1714835" y="2296091"/>
                  </a:cubicBezTo>
                  <a:cubicBezTo>
                    <a:pt x="1975185" y="2872354"/>
                    <a:pt x="3347542" y="4002353"/>
                    <a:pt x="3601693" y="4427425"/>
                  </a:cubicBezTo>
                  <a:cubicBezTo>
                    <a:pt x="3760594" y="4776297"/>
                    <a:pt x="3417543" y="4738575"/>
                    <a:pt x="3239743" y="4846525"/>
                  </a:cubicBezTo>
                  <a:cubicBezTo>
                    <a:pt x="3055744" y="5365260"/>
                    <a:pt x="2281533" y="5369499"/>
                    <a:pt x="2039593" y="5179899"/>
                  </a:cubicBezTo>
                  <a:cubicBezTo>
                    <a:pt x="1943855" y="5210584"/>
                    <a:pt x="1362125" y="5350402"/>
                    <a:pt x="1254704" y="4994802"/>
                  </a:cubicBezTo>
                  <a:cubicBezTo>
                    <a:pt x="-1176477" y="4179206"/>
                    <a:pt x="649874" y="2083704"/>
                    <a:pt x="785467" y="1341323"/>
                  </a:cubicBezTo>
                  <a:lnTo>
                    <a:pt x="379974" y="494505"/>
                  </a:lnTo>
                  <a:close/>
                </a:path>
              </a:pathLst>
            </a:custGeom>
            <a:solidFill>
              <a:srgbClr val="AB622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EF73FFD-594A-B220-76D9-9B582919EC92}"/>
                </a:ext>
              </a:extLst>
            </p:cNvPr>
            <p:cNvSpPr/>
            <p:nvPr/>
          </p:nvSpPr>
          <p:spPr>
            <a:xfrm>
              <a:off x="4415549" y="819369"/>
              <a:ext cx="189492" cy="256641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8BFFF57-BF29-803D-8410-F522E7DCA342}"/>
                </a:ext>
              </a:extLst>
            </p:cNvPr>
            <p:cNvSpPr/>
            <p:nvPr/>
          </p:nvSpPr>
          <p:spPr>
            <a:xfrm>
              <a:off x="4415916" y="884385"/>
              <a:ext cx="100836" cy="136568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Rectangle 59">
              <a:extLst>
                <a:ext uri="{FF2B5EF4-FFF2-40B4-BE49-F238E27FC236}">
                  <a16:creationId xmlns:a16="http://schemas.microsoft.com/office/drawing/2014/main" id="{FBE9EEDA-FB32-618F-B31C-BE06376490C7}"/>
                </a:ext>
              </a:extLst>
            </p:cNvPr>
            <p:cNvSpPr/>
            <p:nvPr/>
          </p:nvSpPr>
          <p:spPr>
            <a:xfrm>
              <a:off x="4474198" y="2576807"/>
              <a:ext cx="3392714" cy="2862998"/>
            </a:xfrm>
            <a:custGeom>
              <a:avLst/>
              <a:gdLst>
                <a:gd name="connsiteX0" fmla="*/ 0 w 2495550"/>
                <a:gd name="connsiteY0" fmla="*/ 0 h 717485"/>
                <a:gd name="connsiteX1" fmla="*/ 2495550 w 2495550"/>
                <a:gd name="connsiteY1" fmla="*/ 0 h 717485"/>
                <a:gd name="connsiteX2" fmla="*/ 2495550 w 2495550"/>
                <a:gd name="connsiteY2" fmla="*/ 717485 h 717485"/>
                <a:gd name="connsiteX3" fmla="*/ 0 w 2495550"/>
                <a:gd name="connsiteY3" fmla="*/ 717485 h 717485"/>
                <a:gd name="connsiteX4" fmla="*/ 0 w 2495550"/>
                <a:gd name="connsiteY4" fmla="*/ 0 h 717485"/>
                <a:gd name="connsiteX0" fmla="*/ 0 w 2495550"/>
                <a:gd name="connsiteY0" fmla="*/ 723900 h 1441385"/>
                <a:gd name="connsiteX1" fmla="*/ 2228850 w 2495550"/>
                <a:gd name="connsiteY1" fmla="*/ 0 h 1441385"/>
                <a:gd name="connsiteX2" fmla="*/ 2495550 w 2495550"/>
                <a:gd name="connsiteY2" fmla="*/ 1441385 h 1441385"/>
                <a:gd name="connsiteX3" fmla="*/ 0 w 2495550"/>
                <a:gd name="connsiteY3" fmla="*/ 1441385 h 1441385"/>
                <a:gd name="connsiteX4" fmla="*/ 0 w 2495550"/>
                <a:gd name="connsiteY4" fmla="*/ 723900 h 1441385"/>
                <a:gd name="connsiteX0" fmla="*/ 0 w 2667000"/>
                <a:gd name="connsiteY0" fmla="*/ 1085850 h 1441385"/>
                <a:gd name="connsiteX1" fmla="*/ 2400300 w 2667000"/>
                <a:gd name="connsiteY1" fmla="*/ 0 h 1441385"/>
                <a:gd name="connsiteX2" fmla="*/ 2667000 w 2667000"/>
                <a:gd name="connsiteY2" fmla="*/ 1441385 h 1441385"/>
                <a:gd name="connsiteX3" fmla="*/ 171450 w 2667000"/>
                <a:gd name="connsiteY3" fmla="*/ 1441385 h 1441385"/>
                <a:gd name="connsiteX4" fmla="*/ 0 w 2667000"/>
                <a:gd name="connsiteY4" fmla="*/ 1085850 h 1441385"/>
                <a:gd name="connsiteX0" fmla="*/ 0 w 2667000"/>
                <a:gd name="connsiteY0" fmla="*/ 1085850 h 2165285"/>
                <a:gd name="connsiteX1" fmla="*/ 2400300 w 2667000"/>
                <a:gd name="connsiteY1" fmla="*/ 0 h 2165285"/>
                <a:gd name="connsiteX2" fmla="*/ 2667000 w 2667000"/>
                <a:gd name="connsiteY2" fmla="*/ 1441385 h 2165285"/>
                <a:gd name="connsiteX3" fmla="*/ 2552700 w 2667000"/>
                <a:gd name="connsiteY3" fmla="*/ 2165285 h 2165285"/>
                <a:gd name="connsiteX4" fmla="*/ 0 w 2667000"/>
                <a:gd name="connsiteY4" fmla="*/ 1085850 h 2165285"/>
                <a:gd name="connsiteX0" fmla="*/ 0 w 3086100"/>
                <a:gd name="connsiteY0" fmla="*/ 1085850 h 2165285"/>
                <a:gd name="connsiteX1" fmla="*/ 2400300 w 3086100"/>
                <a:gd name="connsiteY1" fmla="*/ 0 h 2165285"/>
                <a:gd name="connsiteX2" fmla="*/ 3086100 w 3086100"/>
                <a:gd name="connsiteY2" fmla="*/ 1650935 h 2165285"/>
                <a:gd name="connsiteX3" fmla="*/ 2552700 w 3086100"/>
                <a:gd name="connsiteY3" fmla="*/ 2165285 h 2165285"/>
                <a:gd name="connsiteX4" fmla="*/ 0 w 3086100"/>
                <a:gd name="connsiteY4" fmla="*/ 1085850 h 2165285"/>
                <a:gd name="connsiteX0" fmla="*/ 83310 w 3169410"/>
                <a:gd name="connsiteY0" fmla="*/ 1085850 h 2165285"/>
                <a:gd name="connsiteX1" fmla="*/ 2483610 w 3169410"/>
                <a:gd name="connsiteY1" fmla="*/ 0 h 2165285"/>
                <a:gd name="connsiteX2" fmla="*/ 3169410 w 3169410"/>
                <a:gd name="connsiteY2" fmla="*/ 1650935 h 2165285"/>
                <a:gd name="connsiteX3" fmla="*/ 2636010 w 3169410"/>
                <a:gd name="connsiteY3" fmla="*/ 2165285 h 2165285"/>
                <a:gd name="connsiteX4" fmla="*/ 83310 w 3169410"/>
                <a:gd name="connsiteY4" fmla="*/ 1085850 h 2165285"/>
                <a:gd name="connsiteX0" fmla="*/ 91102 w 3177202"/>
                <a:gd name="connsiteY0" fmla="*/ 1486875 h 2566310"/>
                <a:gd name="connsiteX1" fmla="*/ 2491402 w 3177202"/>
                <a:gd name="connsiteY1" fmla="*/ 401025 h 2566310"/>
                <a:gd name="connsiteX2" fmla="*/ 3177202 w 3177202"/>
                <a:gd name="connsiteY2" fmla="*/ 2051960 h 2566310"/>
                <a:gd name="connsiteX3" fmla="*/ 2643802 w 3177202"/>
                <a:gd name="connsiteY3" fmla="*/ 2566310 h 2566310"/>
                <a:gd name="connsiteX4" fmla="*/ 91102 w 3177202"/>
                <a:gd name="connsiteY4" fmla="*/ 1486875 h 2566310"/>
                <a:gd name="connsiteX0" fmla="*/ 91102 w 3177202"/>
                <a:gd name="connsiteY0" fmla="*/ 1486875 h 2789351"/>
                <a:gd name="connsiteX1" fmla="*/ 2491402 w 3177202"/>
                <a:gd name="connsiteY1" fmla="*/ 401025 h 2789351"/>
                <a:gd name="connsiteX2" fmla="*/ 3177202 w 3177202"/>
                <a:gd name="connsiteY2" fmla="*/ 2051960 h 2789351"/>
                <a:gd name="connsiteX3" fmla="*/ 2643802 w 3177202"/>
                <a:gd name="connsiteY3" fmla="*/ 2566310 h 2789351"/>
                <a:gd name="connsiteX4" fmla="*/ 91102 w 3177202"/>
                <a:gd name="connsiteY4" fmla="*/ 1486875 h 2789351"/>
                <a:gd name="connsiteX0" fmla="*/ 91102 w 3177202"/>
                <a:gd name="connsiteY0" fmla="*/ 1486875 h 2873223"/>
                <a:gd name="connsiteX1" fmla="*/ 2491402 w 3177202"/>
                <a:gd name="connsiteY1" fmla="*/ 401025 h 2873223"/>
                <a:gd name="connsiteX2" fmla="*/ 3177202 w 3177202"/>
                <a:gd name="connsiteY2" fmla="*/ 2051960 h 2873223"/>
                <a:gd name="connsiteX3" fmla="*/ 2643802 w 3177202"/>
                <a:gd name="connsiteY3" fmla="*/ 2566310 h 2873223"/>
                <a:gd name="connsiteX4" fmla="*/ 91102 w 3177202"/>
                <a:gd name="connsiteY4" fmla="*/ 1486875 h 2873223"/>
                <a:gd name="connsiteX0" fmla="*/ 91102 w 3205817"/>
                <a:gd name="connsiteY0" fmla="*/ 1486875 h 2873223"/>
                <a:gd name="connsiteX1" fmla="*/ 2491402 w 3205817"/>
                <a:gd name="connsiteY1" fmla="*/ 401025 h 2873223"/>
                <a:gd name="connsiteX2" fmla="*/ 3177202 w 3205817"/>
                <a:gd name="connsiteY2" fmla="*/ 2051960 h 2873223"/>
                <a:gd name="connsiteX3" fmla="*/ 2643802 w 3205817"/>
                <a:gd name="connsiteY3" fmla="*/ 2566310 h 2873223"/>
                <a:gd name="connsiteX4" fmla="*/ 91102 w 3205817"/>
                <a:gd name="connsiteY4" fmla="*/ 1486875 h 2873223"/>
                <a:gd name="connsiteX0" fmla="*/ 91102 w 3370014"/>
                <a:gd name="connsiteY0" fmla="*/ 1486875 h 2873223"/>
                <a:gd name="connsiteX1" fmla="*/ 2491402 w 3370014"/>
                <a:gd name="connsiteY1" fmla="*/ 401025 h 2873223"/>
                <a:gd name="connsiteX2" fmla="*/ 3177202 w 3370014"/>
                <a:gd name="connsiteY2" fmla="*/ 2051960 h 2873223"/>
                <a:gd name="connsiteX3" fmla="*/ 2643802 w 3370014"/>
                <a:gd name="connsiteY3" fmla="*/ 2566310 h 2873223"/>
                <a:gd name="connsiteX4" fmla="*/ 91102 w 3370014"/>
                <a:gd name="connsiteY4" fmla="*/ 1486875 h 2873223"/>
                <a:gd name="connsiteX0" fmla="*/ 91102 w 3399424"/>
                <a:gd name="connsiteY0" fmla="*/ 1486875 h 2873223"/>
                <a:gd name="connsiteX1" fmla="*/ 2491402 w 3399424"/>
                <a:gd name="connsiteY1" fmla="*/ 401025 h 2873223"/>
                <a:gd name="connsiteX2" fmla="*/ 3177202 w 3399424"/>
                <a:gd name="connsiteY2" fmla="*/ 2051960 h 2873223"/>
                <a:gd name="connsiteX3" fmla="*/ 2643802 w 3399424"/>
                <a:gd name="connsiteY3" fmla="*/ 2566310 h 2873223"/>
                <a:gd name="connsiteX4" fmla="*/ 91102 w 3399424"/>
                <a:gd name="connsiteY4" fmla="*/ 1486875 h 2873223"/>
                <a:gd name="connsiteX0" fmla="*/ 91102 w 3447725"/>
                <a:gd name="connsiteY0" fmla="*/ 1486875 h 2873223"/>
                <a:gd name="connsiteX1" fmla="*/ 2491402 w 3447725"/>
                <a:gd name="connsiteY1" fmla="*/ 401025 h 2873223"/>
                <a:gd name="connsiteX2" fmla="*/ 3177202 w 3447725"/>
                <a:gd name="connsiteY2" fmla="*/ 2051960 h 2873223"/>
                <a:gd name="connsiteX3" fmla="*/ 2643802 w 3447725"/>
                <a:gd name="connsiteY3" fmla="*/ 2566310 h 2873223"/>
                <a:gd name="connsiteX4" fmla="*/ 91102 w 3447725"/>
                <a:gd name="connsiteY4" fmla="*/ 1486875 h 2873223"/>
                <a:gd name="connsiteX0" fmla="*/ 92790 w 3441678"/>
                <a:gd name="connsiteY0" fmla="*/ 1476650 h 2862998"/>
                <a:gd name="connsiteX1" fmla="*/ 2450227 w 3441678"/>
                <a:gd name="connsiteY1" fmla="*/ 405088 h 2862998"/>
                <a:gd name="connsiteX2" fmla="*/ 3178890 w 3441678"/>
                <a:gd name="connsiteY2" fmla="*/ 2041735 h 2862998"/>
                <a:gd name="connsiteX3" fmla="*/ 2645490 w 3441678"/>
                <a:gd name="connsiteY3" fmla="*/ 2556085 h 2862998"/>
                <a:gd name="connsiteX4" fmla="*/ 92790 w 3441678"/>
                <a:gd name="connsiteY4" fmla="*/ 1476650 h 2862998"/>
                <a:gd name="connsiteX0" fmla="*/ 92790 w 3392714"/>
                <a:gd name="connsiteY0" fmla="*/ 1476650 h 2862998"/>
                <a:gd name="connsiteX1" fmla="*/ 2450227 w 3392714"/>
                <a:gd name="connsiteY1" fmla="*/ 405088 h 2862998"/>
                <a:gd name="connsiteX2" fmla="*/ 3178890 w 3392714"/>
                <a:gd name="connsiteY2" fmla="*/ 2041735 h 2862998"/>
                <a:gd name="connsiteX3" fmla="*/ 2645490 w 3392714"/>
                <a:gd name="connsiteY3" fmla="*/ 2556085 h 2862998"/>
                <a:gd name="connsiteX4" fmla="*/ 92790 w 3392714"/>
                <a:gd name="connsiteY4" fmla="*/ 1476650 h 2862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714" h="2862998">
                  <a:moveTo>
                    <a:pt x="92790" y="1476650"/>
                  </a:moveTo>
                  <a:cubicBezTo>
                    <a:pt x="-435848" y="-85450"/>
                    <a:pt x="1421527" y="-347387"/>
                    <a:pt x="2450227" y="405088"/>
                  </a:cubicBezTo>
                  <a:cubicBezTo>
                    <a:pt x="3021727" y="841100"/>
                    <a:pt x="3764678" y="2120073"/>
                    <a:pt x="3178890" y="2041735"/>
                  </a:cubicBezTo>
                  <a:cubicBezTo>
                    <a:pt x="3415428" y="2098885"/>
                    <a:pt x="3609103" y="2613235"/>
                    <a:pt x="2645490" y="2556085"/>
                  </a:cubicBezTo>
                  <a:cubicBezTo>
                    <a:pt x="2351803" y="3339273"/>
                    <a:pt x="200740" y="2493687"/>
                    <a:pt x="92790" y="1476650"/>
                  </a:cubicBezTo>
                  <a:close/>
                </a:path>
              </a:pathLst>
            </a:custGeom>
            <a:solidFill>
              <a:srgbClr val="A05D3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Rectangle 54">
              <a:extLst>
                <a:ext uri="{FF2B5EF4-FFF2-40B4-BE49-F238E27FC236}">
                  <a16:creationId xmlns:a16="http://schemas.microsoft.com/office/drawing/2014/main" id="{5BC14862-A3A1-76AA-FF61-CBD4097131FF}"/>
                </a:ext>
              </a:extLst>
            </p:cNvPr>
            <p:cNvSpPr/>
            <p:nvPr/>
          </p:nvSpPr>
          <p:spPr>
            <a:xfrm>
              <a:off x="3686180" y="896049"/>
              <a:ext cx="703715" cy="1088577"/>
            </a:xfrm>
            <a:custGeom>
              <a:avLst/>
              <a:gdLst>
                <a:gd name="connsiteX0" fmla="*/ 0 w 466348"/>
                <a:gd name="connsiteY0" fmla="*/ 0 h 313308"/>
                <a:gd name="connsiteX1" fmla="*/ 466348 w 466348"/>
                <a:gd name="connsiteY1" fmla="*/ 0 h 313308"/>
                <a:gd name="connsiteX2" fmla="*/ 466348 w 466348"/>
                <a:gd name="connsiteY2" fmla="*/ 313308 h 313308"/>
                <a:gd name="connsiteX3" fmla="*/ 0 w 466348"/>
                <a:gd name="connsiteY3" fmla="*/ 313308 h 313308"/>
                <a:gd name="connsiteX4" fmla="*/ 0 w 466348"/>
                <a:gd name="connsiteY4" fmla="*/ 0 h 313308"/>
                <a:gd name="connsiteX0" fmla="*/ 0 w 466348"/>
                <a:gd name="connsiteY0" fmla="*/ 45720 h 359028"/>
                <a:gd name="connsiteX1" fmla="*/ 329188 w 466348"/>
                <a:gd name="connsiteY1" fmla="*/ 0 h 359028"/>
                <a:gd name="connsiteX2" fmla="*/ 466348 w 466348"/>
                <a:gd name="connsiteY2" fmla="*/ 359028 h 359028"/>
                <a:gd name="connsiteX3" fmla="*/ 0 w 466348"/>
                <a:gd name="connsiteY3" fmla="*/ 359028 h 359028"/>
                <a:gd name="connsiteX4" fmla="*/ 0 w 466348"/>
                <a:gd name="connsiteY4" fmla="*/ 45720 h 359028"/>
                <a:gd name="connsiteX0" fmla="*/ 0 w 626368"/>
                <a:gd name="connsiteY0" fmla="*/ 45720 h 549528"/>
                <a:gd name="connsiteX1" fmla="*/ 329188 w 626368"/>
                <a:gd name="connsiteY1" fmla="*/ 0 h 549528"/>
                <a:gd name="connsiteX2" fmla="*/ 626368 w 626368"/>
                <a:gd name="connsiteY2" fmla="*/ 549528 h 549528"/>
                <a:gd name="connsiteX3" fmla="*/ 0 w 626368"/>
                <a:gd name="connsiteY3" fmla="*/ 359028 h 549528"/>
                <a:gd name="connsiteX4" fmla="*/ 0 w 626368"/>
                <a:gd name="connsiteY4" fmla="*/ 45720 h 549528"/>
                <a:gd name="connsiteX0" fmla="*/ 0 w 496828"/>
                <a:gd name="connsiteY0" fmla="*/ 45720 h 397128"/>
                <a:gd name="connsiteX1" fmla="*/ 329188 w 496828"/>
                <a:gd name="connsiteY1" fmla="*/ 0 h 397128"/>
                <a:gd name="connsiteX2" fmla="*/ 496828 w 496828"/>
                <a:gd name="connsiteY2" fmla="*/ 397128 h 397128"/>
                <a:gd name="connsiteX3" fmla="*/ 0 w 496828"/>
                <a:gd name="connsiteY3" fmla="*/ 359028 h 397128"/>
                <a:gd name="connsiteX4" fmla="*/ 0 w 496828"/>
                <a:gd name="connsiteY4" fmla="*/ 45720 h 397128"/>
                <a:gd name="connsiteX0" fmla="*/ 0 w 618748"/>
                <a:gd name="connsiteY0" fmla="*/ 45720 h 435228"/>
                <a:gd name="connsiteX1" fmla="*/ 329188 w 618748"/>
                <a:gd name="connsiteY1" fmla="*/ 0 h 435228"/>
                <a:gd name="connsiteX2" fmla="*/ 618748 w 618748"/>
                <a:gd name="connsiteY2" fmla="*/ 435228 h 435228"/>
                <a:gd name="connsiteX3" fmla="*/ 0 w 618748"/>
                <a:gd name="connsiteY3" fmla="*/ 359028 h 435228"/>
                <a:gd name="connsiteX4" fmla="*/ 0 w 618748"/>
                <a:gd name="connsiteY4" fmla="*/ 45720 h 435228"/>
                <a:gd name="connsiteX0" fmla="*/ 0 w 626368"/>
                <a:gd name="connsiteY0" fmla="*/ 45720 h 458088"/>
                <a:gd name="connsiteX1" fmla="*/ 329188 w 626368"/>
                <a:gd name="connsiteY1" fmla="*/ 0 h 458088"/>
                <a:gd name="connsiteX2" fmla="*/ 626368 w 626368"/>
                <a:gd name="connsiteY2" fmla="*/ 458088 h 458088"/>
                <a:gd name="connsiteX3" fmla="*/ 0 w 626368"/>
                <a:gd name="connsiteY3" fmla="*/ 359028 h 458088"/>
                <a:gd name="connsiteX4" fmla="*/ 0 w 626368"/>
                <a:gd name="connsiteY4" fmla="*/ 45720 h 458088"/>
                <a:gd name="connsiteX0" fmla="*/ 0 w 626368"/>
                <a:gd name="connsiteY0" fmla="*/ 45720 h 458088"/>
                <a:gd name="connsiteX1" fmla="*/ 329188 w 626368"/>
                <a:gd name="connsiteY1" fmla="*/ 0 h 458088"/>
                <a:gd name="connsiteX2" fmla="*/ 626368 w 626368"/>
                <a:gd name="connsiteY2" fmla="*/ 458088 h 458088"/>
                <a:gd name="connsiteX3" fmla="*/ 0 w 626368"/>
                <a:gd name="connsiteY3" fmla="*/ 359028 h 458088"/>
                <a:gd name="connsiteX4" fmla="*/ 0 w 626368"/>
                <a:gd name="connsiteY4" fmla="*/ 45720 h 458088"/>
                <a:gd name="connsiteX0" fmla="*/ 0 w 641729"/>
                <a:gd name="connsiteY0" fmla="*/ 45720 h 458088"/>
                <a:gd name="connsiteX1" fmla="*/ 329188 w 641729"/>
                <a:gd name="connsiteY1" fmla="*/ 0 h 458088"/>
                <a:gd name="connsiteX2" fmla="*/ 626368 w 641729"/>
                <a:gd name="connsiteY2" fmla="*/ 458088 h 458088"/>
                <a:gd name="connsiteX3" fmla="*/ 0 w 641729"/>
                <a:gd name="connsiteY3" fmla="*/ 359028 h 458088"/>
                <a:gd name="connsiteX4" fmla="*/ 0 w 641729"/>
                <a:gd name="connsiteY4" fmla="*/ 45720 h 458088"/>
                <a:gd name="connsiteX0" fmla="*/ 0 w 639515"/>
                <a:gd name="connsiteY0" fmla="*/ 51467 h 463835"/>
                <a:gd name="connsiteX1" fmla="*/ 329188 w 639515"/>
                <a:gd name="connsiteY1" fmla="*/ 5747 h 463835"/>
                <a:gd name="connsiteX2" fmla="*/ 626368 w 639515"/>
                <a:gd name="connsiteY2" fmla="*/ 463835 h 463835"/>
                <a:gd name="connsiteX3" fmla="*/ 0 w 639515"/>
                <a:gd name="connsiteY3" fmla="*/ 364775 h 463835"/>
                <a:gd name="connsiteX4" fmla="*/ 0 w 639515"/>
                <a:gd name="connsiteY4" fmla="*/ 51467 h 463835"/>
                <a:gd name="connsiteX0" fmla="*/ 0 w 639515"/>
                <a:gd name="connsiteY0" fmla="*/ 105982 h 518350"/>
                <a:gd name="connsiteX1" fmla="*/ 329188 w 639515"/>
                <a:gd name="connsiteY1" fmla="*/ 60262 h 518350"/>
                <a:gd name="connsiteX2" fmla="*/ 626368 w 639515"/>
                <a:gd name="connsiteY2" fmla="*/ 518350 h 518350"/>
                <a:gd name="connsiteX3" fmla="*/ 0 w 639515"/>
                <a:gd name="connsiteY3" fmla="*/ 419290 h 518350"/>
                <a:gd name="connsiteX4" fmla="*/ 0 w 639515"/>
                <a:gd name="connsiteY4" fmla="*/ 105982 h 518350"/>
                <a:gd name="connsiteX0" fmla="*/ 42862 w 639515"/>
                <a:gd name="connsiteY0" fmla="*/ 203371 h 501439"/>
                <a:gd name="connsiteX1" fmla="*/ 329188 w 639515"/>
                <a:gd name="connsiteY1" fmla="*/ 43351 h 501439"/>
                <a:gd name="connsiteX2" fmla="*/ 626368 w 639515"/>
                <a:gd name="connsiteY2" fmla="*/ 501439 h 501439"/>
                <a:gd name="connsiteX3" fmla="*/ 0 w 639515"/>
                <a:gd name="connsiteY3" fmla="*/ 402379 h 501439"/>
                <a:gd name="connsiteX4" fmla="*/ 42862 w 639515"/>
                <a:gd name="connsiteY4" fmla="*/ 203371 h 501439"/>
                <a:gd name="connsiteX0" fmla="*/ 78871 w 675524"/>
                <a:gd name="connsiteY0" fmla="*/ 215583 h 513651"/>
                <a:gd name="connsiteX1" fmla="*/ 365197 w 675524"/>
                <a:gd name="connsiteY1" fmla="*/ 55563 h 513651"/>
                <a:gd name="connsiteX2" fmla="*/ 662377 w 675524"/>
                <a:gd name="connsiteY2" fmla="*/ 513651 h 513651"/>
                <a:gd name="connsiteX3" fmla="*/ 36009 w 675524"/>
                <a:gd name="connsiteY3" fmla="*/ 414591 h 513651"/>
                <a:gd name="connsiteX4" fmla="*/ 78871 w 675524"/>
                <a:gd name="connsiteY4" fmla="*/ 215583 h 513651"/>
                <a:gd name="connsiteX0" fmla="*/ 78871 w 675524"/>
                <a:gd name="connsiteY0" fmla="*/ 215583 h 728916"/>
                <a:gd name="connsiteX1" fmla="*/ 365197 w 675524"/>
                <a:gd name="connsiteY1" fmla="*/ 55563 h 728916"/>
                <a:gd name="connsiteX2" fmla="*/ 662377 w 675524"/>
                <a:gd name="connsiteY2" fmla="*/ 513651 h 728916"/>
                <a:gd name="connsiteX3" fmla="*/ 188409 w 675524"/>
                <a:gd name="connsiteY3" fmla="*/ 728916 h 728916"/>
                <a:gd name="connsiteX4" fmla="*/ 78871 w 675524"/>
                <a:gd name="connsiteY4" fmla="*/ 215583 h 728916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159834 w 675524"/>
                <a:gd name="connsiteY3" fmla="*/ 705104 h 705104"/>
                <a:gd name="connsiteX4" fmla="*/ 78871 w 675524"/>
                <a:gd name="connsiteY4" fmla="*/ 215583 h 705104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159834 w 675524"/>
                <a:gd name="connsiteY3" fmla="*/ 705104 h 705104"/>
                <a:gd name="connsiteX4" fmla="*/ 78871 w 675524"/>
                <a:gd name="connsiteY4" fmla="*/ 215583 h 705104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319082 w 675524"/>
                <a:gd name="connsiteY3" fmla="*/ 456501 h 705104"/>
                <a:gd name="connsiteX4" fmla="*/ 159834 w 675524"/>
                <a:gd name="connsiteY4" fmla="*/ 705104 h 705104"/>
                <a:gd name="connsiteX5" fmla="*/ 78871 w 675524"/>
                <a:gd name="connsiteY5" fmla="*/ 215583 h 705104"/>
                <a:gd name="connsiteX0" fmla="*/ 78871 w 675524"/>
                <a:gd name="connsiteY0" fmla="*/ 215583 h 922546"/>
                <a:gd name="connsiteX1" fmla="*/ 365197 w 675524"/>
                <a:gd name="connsiteY1" fmla="*/ 55563 h 922546"/>
                <a:gd name="connsiteX2" fmla="*/ 662377 w 675524"/>
                <a:gd name="connsiteY2" fmla="*/ 513651 h 922546"/>
                <a:gd name="connsiteX3" fmla="*/ 319082 w 675524"/>
                <a:gd name="connsiteY3" fmla="*/ 456501 h 922546"/>
                <a:gd name="connsiteX4" fmla="*/ 159834 w 675524"/>
                <a:gd name="connsiteY4" fmla="*/ 705104 h 922546"/>
                <a:gd name="connsiteX5" fmla="*/ 78871 w 675524"/>
                <a:gd name="connsiteY5" fmla="*/ 215583 h 922546"/>
                <a:gd name="connsiteX0" fmla="*/ 78871 w 675524"/>
                <a:gd name="connsiteY0" fmla="*/ 215583 h 1079166"/>
                <a:gd name="connsiteX1" fmla="*/ 365197 w 675524"/>
                <a:gd name="connsiteY1" fmla="*/ 55563 h 1079166"/>
                <a:gd name="connsiteX2" fmla="*/ 662377 w 675524"/>
                <a:gd name="connsiteY2" fmla="*/ 513651 h 1079166"/>
                <a:gd name="connsiteX3" fmla="*/ 319082 w 675524"/>
                <a:gd name="connsiteY3" fmla="*/ 456501 h 1079166"/>
                <a:gd name="connsiteX4" fmla="*/ 159834 w 675524"/>
                <a:gd name="connsiteY4" fmla="*/ 705104 h 1079166"/>
                <a:gd name="connsiteX5" fmla="*/ 78871 w 675524"/>
                <a:gd name="connsiteY5" fmla="*/ 215583 h 1079166"/>
                <a:gd name="connsiteX0" fmla="*/ 78871 w 675524"/>
                <a:gd name="connsiteY0" fmla="*/ 215583 h 793174"/>
                <a:gd name="connsiteX1" fmla="*/ 365197 w 675524"/>
                <a:gd name="connsiteY1" fmla="*/ 55563 h 793174"/>
                <a:gd name="connsiteX2" fmla="*/ 662377 w 675524"/>
                <a:gd name="connsiteY2" fmla="*/ 513651 h 793174"/>
                <a:gd name="connsiteX3" fmla="*/ 319082 w 675524"/>
                <a:gd name="connsiteY3" fmla="*/ 456501 h 793174"/>
                <a:gd name="connsiteX4" fmla="*/ 195257 w 675524"/>
                <a:gd name="connsiteY4" fmla="*/ 770826 h 793174"/>
                <a:gd name="connsiteX5" fmla="*/ 159834 w 675524"/>
                <a:gd name="connsiteY5" fmla="*/ 705104 h 793174"/>
                <a:gd name="connsiteX6" fmla="*/ 78871 w 675524"/>
                <a:gd name="connsiteY6" fmla="*/ 215583 h 793174"/>
                <a:gd name="connsiteX0" fmla="*/ 78871 w 675524"/>
                <a:gd name="connsiteY0" fmla="*/ 215583 h 1040844"/>
                <a:gd name="connsiteX1" fmla="*/ 365197 w 675524"/>
                <a:gd name="connsiteY1" fmla="*/ 55563 h 1040844"/>
                <a:gd name="connsiteX2" fmla="*/ 662377 w 675524"/>
                <a:gd name="connsiteY2" fmla="*/ 513651 h 1040844"/>
                <a:gd name="connsiteX3" fmla="*/ 319082 w 675524"/>
                <a:gd name="connsiteY3" fmla="*/ 456501 h 1040844"/>
                <a:gd name="connsiteX4" fmla="*/ 195257 w 675524"/>
                <a:gd name="connsiteY4" fmla="*/ 770826 h 1040844"/>
                <a:gd name="connsiteX5" fmla="*/ 159834 w 675524"/>
                <a:gd name="connsiteY5" fmla="*/ 705104 h 1040844"/>
                <a:gd name="connsiteX6" fmla="*/ 78871 w 675524"/>
                <a:gd name="connsiteY6" fmla="*/ 215583 h 1040844"/>
                <a:gd name="connsiteX0" fmla="*/ 78871 w 675524"/>
                <a:gd name="connsiteY0" fmla="*/ 215583 h 1053049"/>
                <a:gd name="connsiteX1" fmla="*/ 365197 w 675524"/>
                <a:gd name="connsiteY1" fmla="*/ 55563 h 1053049"/>
                <a:gd name="connsiteX2" fmla="*/ 662377 w 675524"/>
                <a:gd name="connsiteY2" fmla="*/ 513651 h 1053049"/>
                <a:gd name="connsiteX3" fmla="*/ 309557 w 675524"/>
                <a:gd name="connsiteY3" fmla="*/ 523176 h 1053049"/>
                <a:gd name="connsiteX4" fmla="*/ 195257 w 675524"/>
                <a:gd name="connsiteY4" fmla="*/ 770826 h 1053049"/>
                <a:gd name="connsiteX5" fmla="*/ 159834 w 675524"/>
                <a:gd name="connsiteY5" fmla="*/ 705104 h 1053049"/>
                <a:gd name="connsiteX6" fmla="*/ 78871 w 675524"/>
                <a:gd name="connsiteY6" fmla="*/ 215583 h 1053049"/>
                <a:gd name="connsiteX0" fmla="*/ 78871 w 675524"/>
                <a:gd name="connsiteY0" fmla="*/ 215583 h 1034022"/>
                <a:gd name="connsiteX1" fmla="*/ 365197 w 675524"/>
                <a:gd name="connsiteY1" fmla="*/ 55563 h 1034022"/>
                <a:gd name="connsiteX2" fmla="*/ 662377 w 675524"/>
                <a:gd name="connsiteY2" fmla="*/ 513651 h 1034022"/>
                <a:gd name="connsiteX3" fmla="*/ 309557 w 675524"/>
                <a:gd name="connsiteY3" fmla="*/ 523176 h 1034022"/>
                <a:gd name="connsiteX4" fmla="*/ 195257 w 675524"/>
                <a:gd name="connsiteY4" fmla="*/ 770826 h 1034022"/>
                <a:gd name="connsiteX5" fmla="*/ 159834 w 675524"/>
                <a:gd name="connsiteY5" fmla="*/ 705104 h 1034022"/>
                <a:gd name="connsiteX6" fmla="*/ 78871 w 675524"/>
                <a:gd name="connsiteY6" fmla="*/ 215583 h 1034022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09557 w 675524"/>
                <a:gd name="connsiteY3" fmla="*/ 523176 h 1088577"/>
                <a:gd name="connsiteX4" fmla="*/ 195257 w 675524"/>
                <a:gd name="connsiteY4" fmla="*/ 770826 h 1088577"/>
                <a:gd name="connsiteX5" fmla="*/ 159834 w 675524"/>
                <a:gd name="connsiteY5" fmla="*/ 705104 h 1088577"/>
                <a:gd name="connsiteX6" fmla="*/ 78871 w 675524"/>
                <a:gd name="connsiteY6" fmla="*/ 215583 h 1088577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64325 w 675524"/>
                <a:gd name="connsiteY3" fmla="*/ 516032 h 1088577"/>
                <a:gd name="connsiteX4" fmla="*/ 309557 w 675524"/>
                <a:gd name="connsiteY4" fmla="*/ 523176 h 1088577"/>
                <a:gd name="connsiteX5" fmla="*/ 195257 w 675524"/>
                <a:gd name="connsiteY5" fmla="*/ 770826 h 1088577"/>
                <a:gd name="connsiteX6" fmla="*/ 159834 w 675524"/>
                <a:gd name="connsiteY6" fmla="*/ 705104 h 1088577"/>
                <a:gd name="connsiteX7" fmla="*/ 78871 w 675524"/>
                <a:gd name="connsiteY7" fmla="*/ 215583 h 1088577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64325 w 675524"/>
                <a:gd name="connsiteY3" fmla="*/ 516032 h 1088577"/>
                <a:gd name="connsiteX4" fmla="*/ 309557 w 675524"/>
                <a:gd name="connsiteY4" fmla="*/ 523176 h 1088577"/>
                <a:gd name="connsiteX5" fmla="*/ 195257 w 675524"/>
                <a:gd name="connsiteY5" fmla="*/ 770826 h 1088577"/>
                <a:gd name="connsiteX6" fmla="*/ 159834 w 675524"/>
                <a:gd name="connsiteY6" fmla="*/ 705104 h 1088577"/>
                <a:gd name="connsiteX7" fmla="*/ 78871 w 675524"/>
                <a:gd name="connsiteY7" fmla="*/ 215583 h 1088577"/>
                <a:gd name="connsiteX0" fmla="*/ 78871 w 699240"/>
                <a:gd name="connsiteY0" fmla="*/ 215583 h 1088577"/>
                <a:gd name="connsiteX1" fmla="*/ 365197 w 699240"/>
                <a:gd name="connsiteY1" fmla="*/ 55563 h 1088577"/>
                <a:gd name="connsiteX2" fmla="*/ 662377 w 699240"/>
                <a:gd name="connsiteY2" fmla="*/ 513651 h 1088577"/>
                <a:gd name="connsiteX3" fmla="*/ 364325 w 699240"/>
                <a:gd name="connsiteY3" fmla="*/ 516032 h 1088577"/>
                <a:gd name="connsiteX4" fmla="*/ 309557 w 699240"/>
                <a:gd name="connsiteY4" fmla="*/ 523176 h 1088577"/>
                <a:gd name="connsiteX5" fmla="*/ 195257 w 699240"/>
                <a:gd name="connsiteY5" fmla="*/ 770826 h 1088577"/>
                <a:gd name="connsiteX6" fmla="*/ 159834 w 699240"/>
                <a:gd name="connsiteY6" fmla="*/ 705104 h 1088577"/>
                <a:gd name="connsiteX7" fmla="*/ 78871 w 699240"/>
                <a:gd name="connsiteY7" fmla="*/ 215583 h 1088577"/>
                <a:gd name="connsiteX0" fmla="*/ 78871 w 690001"/>
                <a:gd name="connsiteY0" fmla="*/ 215583 h 1088577"/>
                <a:gd name="connsiteX1" fmla="*/ 365197 w 690001"/>
                <a:gd name="connsiteY1" fmla="*/ 55563 h 1088577"/>
                <a:gd name="connsiteX2" fmla="*/ 662377 w 690001"/>
                <a:gd name="connsiteY2" fmla="*/ 513651 h 1088577"/>
                <a:gd name="connsiteX3" fmla="*/ 364325 w 690001"/>
                <a:gd name="connsiteY3" fmla="*/ 516032 h 1088577"/>
                <a:gd name="connsiteX4" fmla="*/ 309557 w 690001"/>
                <a:gd name="connsiteY4" fmla="*/ 523176 h 1088577"/>
                <a:gd name="connsiteX5" fmla="*/ 195257 w 690001"/>
                <a:gd name="connsiteY5" fmla="*/ 770826 h 1088577"/>
                <a:gd name="connsiteX6" fmla="*/ 159834 w 690001"/>
                <a:gd name="connsiteY6" fmla="*/ 705104 h 1088577"/>
                <a:gd name="connsiteX7" fmla="*/ 78871 w 690001"/>
                <a:gd name="connsiteY7" fmla="*/ 215583 h 1088577"/>
                <a:gd name="connsiteX0" fmla="*/ 78871 w 703715"/>
                <a:gd name="connsiteY0" fmla="*/ 215583 h 1088577"/>
                <a:gd name="connsiteX1" fmla="*/ 365197 w 703715"/>
                <a:gd name="connsiteY1" fmla="*/ 55563 h 1088577"/>
                <a:gd name="connsiteX2" fmla="*/ 662377 w 703715"/>
                <a:gd name="connsiteY2" fmla="*/ 513651 h 1088577"/>
                <a:gd name="connsiteX3" fmla="*/ 364325 w 703715"/>
                <a:gd name="connsiteY3" fmla="*/ 516032 h 1088577"/>
                <a:gd name="connsiteX4" fmla="*/ 309557 w 703715"/>
                <a:gd name="connsiteY4" fmla="*/ 523176 h 1088577"/>
                <a:gd name="connsiteX5" fmla="*/ 195257 w 703715"/>
                <a:gd name="connsiteY5" fmla="*/ 770826 h 1088577"/>
                <a:gd name="connsiteX6" fmla="*/ 159834 w 703715"/>
                <a:gd name="connsiteY6" fmla="*/ 705104 h 1088577"/>
                <a:gd name="connsiteX7" fmla="*/ 78871 w 703715"/>
                <a:gd name="connsiteY7" fmla="*/ 215583 h 108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3715" h="1088577">
                  <a:moveTo>
                    <a:pt x="78871" y="215583"/>
                  </a:moveTo>
                  <a:cubicBezTo>
                    <a:pt x="-149538" y="100330"/>
                    <a:pt x="171648" y="-96837"/>
                    <a:pt x="365197" y="55563"/>
                  </a:cubicBezTo>
                  <a:cubicBezTo>
                    <a:pt x="403297" y="40619"/>
                    <a:pt x="746197" y="18055"/>
                    <a:pt x="662377" y="513651"/>
                  </a:cubicBezTo>
                  <a:cubicBezTo>
                    <a:pt x="816617" y="1101571"/>
                    <a:pt x="499328" y="1402651"/>
                    <a:pt x="364325" y="516032"/>
                  </a:cubicBezTo>
                  <a:cubicBezTo>
                    <a:pt x="305522" y="517620"/>
                    <a:pt x="344482" y="479917"/>
                    <a:pt x="309557" y="523176"/>
                  </a:cubicBezTo>
                  <a:cubicBezTo>
                    <a:pt x="578572" y="448563"/>
                    <a:pt x="294823" y="1637442"/>
                    <a:pt x="195257" y="770826"/>
                  </a:cubicBezTo>
                  <a:cubicBezTo>
                    <a:pt x="168716" y="812260"/>
                    <a:pt x="173675" y="799232"/>
                    <a:pt x="159834" y="705104"/>
                  </a:cubicBezTo>
                  <a:cubicBezTo>
                    <a:pt x="185234" y="494305"/>
                    <a:pt x="105859" y="378757"/>
                    <a:pt x="78871" y="215583"/>
                  </a:cubicBezTo>
                  <a:close/>
                </a:path>
              </a:pathLst>
            </a:custGeom>
            <a:solidFill>
              <a:srgbClr val="D11608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Oval 56">
              <a:extLst>
                <a:ext uri="{FF2B5EF4-FFF2-40B4-BE49-F238E27FC236}">
                  <a16:creationId xmlns:a16="http://schemas.microsoft.com/office/drawing/2014/main" id="{0773C56F-5783-DEDC-F81A-7DA5E1261FE3}"/>
                </a:ext>
              </a:extLst>
            </p:cNvPr>
            <p:cNvSpPr/>
            <p:nvPr/>
          </p:nvSpPr>
          <p:spPr>
            <a:xfrm rot="2947017">
              <a:off x="3636741" y="1014015"/>
              <a:ext cx="390857" cy="576291"/>
            </a:xfrm>
            <a:custGeom>
              <a:avLst/>
              <a:gdLst>
                <a:gd name="connsiteX0" fmla="*/ 0 w 379323"/>
                <a:gd name="connsiteY0" fmla="*/ 295920 h 591840"/>
                <a:gd name="connsiteX1" fmla="*/ 189662 w 379323"/>
                <a:gd name="connsiteY1" fmla="*/ 0 h 591840"/>
                <a:gd name="connsiteX2" fmla="*/ 379324 w 379323"/>
                <a:gd name="connsiteY2" fmla="*/ 295920 h 591840"/>
                <a:gd name="connsiteX3" fmla="*/ 189662 w 379323"/>
                <a:gd name="connsiteY3" fmla="*/ 591840 h 591840"/>
                <a:gd name="connsiteX4" fmla="*/ 0 w 379323"/>
                <a:gd name="connsiteY4" fmla="*/ 295920 h 591840"/>
                <a:gd name="connsiteX0" fmla="*/ 0 w 384596"/>
                <a:gd name="connsiteY0" fmla="*/ 36990 h 332910"/>
                <a:gd name="connsiteX1" fmla="*/ 379324 w 384596"/>
                <a:gd name="connsiteY1" fmla="*/ 36990 h 332910"/>
                <a:gd name="connsiteX2" fmla="*/ 189662 w 384596"/>
                <a:gd name="connsiteY2" fmla="*/ 332910 h 332910"/>
                <a:gd name="connsiteX3" fmla="*/ 0 w 384596"/>
                <a:gd name="connsiteY3" fmla="*/ 36990 h 332910"/>
                <a:gd name="connsiteX0" fmla="*/ 22789 w 407385"/>
                <a:gd name="connsiteY0" fmla="*/ 83891 h 379811"/>
                <a:gd name="connsiteX1" fmla="*/ 402113 w 407385"/>
                <a:gd name="connsiteY1" fmla="*/ 83891 h 379811"/>
                <a:gd name="connsiteX2" fmla="*/ 212451 w 407385"/>
                <a:gd name="connsiteY2" fmla="*/ 379811 h 379811"/>
                <a:gd name="connsiteX3" fmla="*/ 22789 w 407385"/>
                <a:gd name="connsiteY3" fmla="*/ 83891 h 379811"/>
                <a:gd name="connsiteX0" fmla="*/ 13764 w 396011"/>
                <a:gd name="connsiteY0" fmla="*/ 56263 h 352183"/>
                <a:gd name="connsiteX1" fmla="*/ 56970 w 396011"/>
                <a:gd name="connsiteY1" fmla="*/ 15 h 352183"/>
                <a:gd name="connsiteX2" fmla="*/ 393088 w 396011"/>
                <a:gd name="connsiteY2" fmla="*/ 56263 h 352183"/>
                <a:gd name="connsiteX3" fmla="*/ 203426 w 396011"/>
                <a:gd name="connsiteY3" fmla="*/ 352183 h 352183"/>
                <a:gd name="connsiteX4" fmla="*/ 13764 w 396011"/>
                <a:gd name="connsiteY4" fmla="*/ 56263 h 352183"/>
                <a:gd name="connsiteX0" fmla="*/ 151604 w 343395"/>
                <a:gd name="connsiteY0" fmla="*/ 372693 h 372952"/>
                <a:gd name="connsiteX1" fmla="*/ 5148 w 343395"/>
                <a:gd name="connsiteY1" fmla="*/ 20525 h 372952"/>
                <a:gd name="connsiteX2" fmla="*/ 341266 w 343395"/>
                <a:gd name="connsiteY2" fmla="*/ 76773 h 372952"/>
                <a:gd name="connsiteX3" fmla="*/ 151604 w 343395"/>
                <a:gd name="connsiteY3" fmla="*/ 372693 h 372952"/>
                <a:gd name="connsiteX0" fmla="*/ 160695 w 352505"/>
                <a:gd name="connsiteY0" fmla="*/ 364345 h 364516"/>
                <a:gd name="connsiteX1" fmla="*/ 4888 w 352505"/>
                <a:gd name="connsiteY1" fmla="*/ 22979 h 364516"/>
                <a:gd name="connsiteX2" fmla="*/ 350357 w 352505"/>
                <a:gd name="connsiteY2" fmla="*/ 68425 h 364516"/>
                <a:gd name="connsiteX3" fmla="*/ 160695 w 352505"/>
                <a:gd name="connsiteY3" fmla="*/ 364345 h 364516"/>
                <a:gd name="connsiteX0" fmla="*/ 160695 w 352505"/>
                <a:gd name="connsiteY0" fmla="*/ 417242 h 417413"/>
                <a:gd name="connsiteX1" fmla="*/ 4888 w 352505"/>
                <a:gd name="connsiteY1" fmla="*/ 75876 h 417413"/>
                <a:gd name="connsiteX2" fmla="*/ 350357 w 352505"/>
                <a:gd name="connsiteY2" fmla="*/ 121322 h 417413"/>
                <a:gd name="connsiteX3" fmla="*/ 160695 w 352505"/>
                <a:gd name="connsiteY3" fmla="*/ 417242 h 417413"/>
                <a:gd name="connsiteX0" fmla="*/ 116507 w 354084"/>
                <a:gd name="connsiteY0" fmla="*/ 572503 h 572608"/>
                <a:gd name="connsiteX1" fmla="*/ 6923 w 354084"/>
                <a:gd name="connsiteY1" fmla="*/ 75876 h 572608"/>
                <a:gd name="connsiteX2" fmla="*/ 352392 w 354084"/>
                <a:gd name="connsiteY2" fmla="*/ 121322 h 572608"/>
                <a:gd name="connsiteX3" fmla="*/ 116507 w 354084"/>
                <a:gd name="connsiteY3" fmla="*/ 572503 h 572608"/>
                <a:gd name="connsiteX0" fmla="*/ 118964 w 356830"/>
                <a:gd name="connsiteY0" fmla="*/ 572503 h 574601"/>
                <a:gd name="connsiteX1" fmla="*/ 9380 w 356830"/>
                <a:gd name="connsiteY1" fmla="*/ 75876 h 574601"/>
                <a:gd name="connsiteX2" fmla="*/ 354849 w 356830"/>
                <a:gd name="connsiteY2" fmla="*/ 121322 h 574601"/>
                <a:gd name="connsiteX3" fmla="*/ 118964 w 356830"/>
                <a:gd name="connsiteY3" fmla="*/ 572503 h 574601"/>
                <a:gd name="connsiteX0" fmla="*/ 125982 w 363501"/>
                <a:gd name="connsiteY0" fmla="*/ 572503 h 614412"/>
                <a:gd name="connsiteX1" fmla="*/ 63198 w 363501"/>
                <a:gd name="connsiteY1" fmla="*/ 538436 h 614412"/>
                <a:gd name="connsiteX2" fmla="*/ 16398 w 363501"/>
                <a:gd name="connsiteY2" fmla="*/ 75876 h 614412"/>
                <a:gd name="connsiteX3" fmla="*/ 361867 w 363501"/>
                <a:gd name="connsiteY3" fmla="*/ 121322 h 614412"/>
                <a:gd name="connsiteX4" fmla="*/ 125982 w 363501"/>
                <a:gd name="connsiteY4" fmla="*/ 572503 h 614412"/>
                <a:gd name="connsiteX0" fmla="*/ 361867 w 362046"/>
                <a:gd name="connsiteY0" fmla="*/ 125745 h 542980"/>
                <a:gd name="connsiteX1" fmla="*/ 63198 w 362046"/>
                <a:gd name="connsiteY1" fmla="*/ 542859 h 542980"/>
                <a:gd name="connsiteX2" fmla="*/ 16398 w 362046"/>
                <a:gd name="connsiteY2" fmla="*/ 80299 h 542980"/>
                <a:gd name="connsiteX3" fmla="*/ 361867 w 362046"/>
                <a:gd name="connsiteY3" fmla="*/ 125745 h 542980"/>
                <a:gd name="connsiteX0" fmla="*/ 356729 w 356955"/>
                <a:gd name="connsiteY0" fmla="*/ 125745 h 576291"/>
                <a:gd name="connsiteX1" fmla="*/ 111102 w 356955"/>
                <a:gd name="connsiteY1" fmla="*/ 576180 h 576291"/>
                <a:gd name="connsiteX2" fmla="*/ 11260 w 356955"/>
                <a:gd name="connsiteY2" fmla="*/ 80299 h 576291"/>
                <a:gd name="connsiteX3" fmla="*/ 356729 w 356955"/>
                <a:gd name="connsiteY3" fmla="*/ 125745 h 576291"/>
                <a:gd name="connsiteX0" fmla="*/ 390631 w 390857"/>
                <a:gd name="connsiteY0" fmla="*/ 125745 h 576291"/>
                <a:gd name="connsiteX1" fmla="*/ 145004 w 390857"/>
                <a:gd name="connsiteY1" fmla="*/ 576180 h 576291"/>
                <a:gd name="connsiteX2" fmla="*/ 45162 w 390857"/>
                <a:gd name="connsiteY2" fmla="*/ 80299 h 576291"/>
                <a:gd name="connsiteX3" fmla="*/ 390631 w 390857"/>
                <a:gd name="connsiteY3" fmla="*/ 125745 h 5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57" h="576291">
                  <a:moveTo>
                    <a:pt x="390631" y="125745"/>
                  </a:moveTo>
                  <a:cubicBezTo>
                    <a:pt x="398431" y="202838"/>
                    <a:pt x="202582" y="583754"/>
                    <a:pt x="145004" y="576180"/>
                  </a:cubicBezTo>
                  <a:cubicBezTo>
                    <a:pt x="-56142" y="391778"/>
                    <a:pt x="-4822" y="139141"/>
                    <a:pt x="45162" y="80299"/>
                  </a:cubicBezTo>
                  <a:cubicBezTo>
                    <a:pt x="135731" y="-88058"/>
                    <a:pt x="382831" y="48652"/>
                    <a:pt x="390631" y="125745"/>
                  </a:cubicBezTo>
                  <a:close/>
                </a:path>
              </a:pathLst>
            </a:custGeom>
            <a:solidFill>
              <a:srgbClr val="EEBD2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7CCC9AE-A4DF-E113-9A8C-C2F9A0F53277}"/>
                </a:ext>
              </a:extLst>
            </p:cNvPr>
            <p:cNvSpPr/>
            <p:nvPr/>
          </p:nvSpPr>
          <p:spPr>
            <a:xfrm>
              <a:off x="4415549" y="2448730"/>
              <a:ext cx="3098765" cy="2504578"/>
            </a:xfrm>
            <a:custGeom>
              <a:avLst/>
              <a:gdLst>
                <a:gd name="connsiteX0" fmla="*/ 1276886 w 2766486"/>
                <a:gd name="connsiteY0" fmla="*/ 1019 h 2211725"/>
                <a:gd name="connsiteX1" fmla="*/ 2346610 w 2766486"/>
                <a:gd name="connsiteY1" fmla="*/ 381089 h 2211725"/>
                <a:gd name="connsiteX2" fmla="*/ 2410407 w 2766486"/>
                <a:gd name="connsiteY2" fmla="*/ 425443 h 2211725"/>
                <a:gd name="connsiteX3" fmla="*/ 2437555 w 2766486"/>
                <a:gd name="connsiteY3" fmla="*/ 462841 h 2211725"/>
                <a:gd name="connsiteX4" fmla="*/ 2636924 w 2766486"/>
                <a:gd name="connsiteY4" fmla="*/ 1432905 h 2211725"/>
                <a:gd name="connsiteX5" fmla="*/ 2027324 w 2766486"/>
                <a:gd name="connsiteY5" fmla="*/ 1994880 h 2211725"/>
                <a:gd name="connsiteX6" fmla="*/ 336216 w 2766486"/>
                <a:gd name="connsiteY6" fmla="*/ 1937581 h 2211725"/>
                <a:gd name="connsiteX7" fmla="*/ 312199 w 2766486"/>
                <a:gd name="connsiteY7" fmla="*/ 1921937 h 2211725"/>
                <a:gd name="connsiteX8" fmla="*/ 303890 w 2766486"/>
                <a:gd name="connsiteY8" fmla="*/ 1910214 h 2211725"/>
                <a:gd name="connsiteX9" fmla="*/ 55534 w 2766486"/>
                <a:gd name="connsiteY9" fmla="*/ 1455065 h 2211725"/>
                <a:gd name="connsiteX10" fmla="*/ 1276886 w 2766486"/>
                <a:gd name="connsiteY10" fmla="*/ 1019 h 2211725"/>
                <a:gd name="connsiteX0" fmla="*/ 1276886 w 2766486"/>
                <a:gd name="connsiteY0" fmla="*/ 1019 h 2258603"/>
                <a:gd name="connsiteX1" fmla="*/ 2346610 w 2766486"/>
                <a:gd name="connsiteY1" fmla="*/ 381089 h 2258603"/>
                <a:gd name="connsiteX2" fmla="*/ 2410407 w 2766486"/>
                <a:gd name="connsiteY2" fmla="*/ 425443 h 2258603"/>
                <a:gd name="connsiteX3" fmla="*/ 2437555 w 2766486"/>
                <a:gd name="connsiteY3" fmla="*/ 462841 h 2258603"/>
                <a:gd name="connsiteX4" fmla="*/ 2636924 w 2766486"/>
                <a:gd name="connsiteY4" fmla="*/ 1432905 h 2258603"/>
                <a:gd name="connsiteX5" fmla="*/ 1392324 w 2766486"/>
                <a:gd name="connsiteY5" fmla="*/ 2096480 h 2258603"/>
                <a:gd name="connsiteX6" fmla="*/ 336216 w 2766486"/>
                <a:gd name="connsiteY6" fmla="*/ 1937581 h 2258603"/>
                <a:gd name="connsiteX7" fmla="*/ 312199 w 2766486"/>
                <a:gd name="connsiteY7" fmla="*/ 1921937 h 2258603"/>
                <a:gd name="connsiteX8" fmla="*/ 303890 w 2766486"/>
                <a:gd name="connsiteY8" fmla="*/ 1910214 h 2258603"/>
                <a:gd name="connsiteX9" fmla="*/ 55534 w 2766486"/>
                <a:gd name="connsiteY9" fmla="*/ 1455065 h 2258603"/>
                <a:gd name="connsiteX10" fmla="*/ 1276886 w 276648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1392324 w 3150796"/>
                <a:gd name="connsiteY5" fmla="*/ 2096480 h 2258603"/>
                <a:gd name="connsiteX6" fmla="*/ 336216 w 3150796"/>
                <a:gd name="connsiteY6" fmla="*/ 1937581 h 2258603"/>
                <a:gd name="connsiteX7" fmla="*/ 312199 w 3150796"/>
                <a:gd name="connsiteY7" fmla="*/ 1921937 h 2258603"/>
                <a:gd name="connsiteX8" fmla="*/ 303890 w 3150796"/>
                <a:gd name="connsiteY8" fmla="*/ 1910214 h 2258603"/>
                <a:gd name="connsiteX9" fmla="*/ 55534 w 3150796"/>
                <a:gd name="connsiteY9" fmla="*/ 1455065 h 2258603"/>
                <a:gd name="connsiteX10" fmla="*/ 1276886 w 315079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312199 w 3150796"/>
                <a:gd name="connsiteY8" fmla="*/ 1921937 h 2258603"/>
                <a:gd name="connsiteX9" fmla="*/ 303890 w 3150796"/>
                <a:gd name="connsiteY9" fmla="*/ 1910214 h 2258603"/>
                <a:gd name="connsiteX10" fmla="*/ 55534 w 3150796"/>
                <a:gd name="connsiteY10" fmla="*/ 1455065 h 2258603"/>
                <a:gd name="connsiteX11" fmla="*/ 1276886 w 3150796"/>
                <a:gd name="connsiteY11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312199 w 3150796"/>
                <a:gd name="connsiteY8" fmla="*/ 1921937 h 2258603"/>
                <a:gd name="connsiteX9" fmla="*/ 55534 w 3150796"/>
                <a:gd name="connsiteY9" fmla="*/ 1455065 h 2258603"/>
                <a:gd name="connsiteX10" fmla="*/ 1276886 w 315079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55534 w 3150796"/>
                <a:gd name="connsiteY8" fmla="*/ 1455065 h 2258603"/>
                <a:gd name="connsiteX9" fmla="*/ 1276886 w 3150796"/>
                <a:gd name="connsiteY9" fmla="*/ 1019 h 2258603"/>
                <a:gd name="connsiteX0" fmla="*/ 1276886 w 3150796"/>
                <a:gd name="connsiteY0" fmla="*/ 1019 h 2096480"/>
                <a:gd name="connsiteX1" fmla="*/ 2346610 w 3150796"/>
                <a:gd name="connsiteY1" fmla="*/ 381089 h 2096480"/>
                <a:gd name="connsiteX2" fmla="*/ 2410407 w 3150796"/>
                <a:gd name="connsiteY2" fmla="*/ 425443 h 2096480"/>
                <a:gd name="connsiteX3" fmla="*/ 2437555 w 3150796"/>
                <a:gd name="connsiteY3" fmla="*/ 462841 h 2096480"/>
                <a:gd name="connsiteX4" fmla="*/ 3094124 w 3150796"/>
                <a:gd name="connsiteY4" fmla="*/ 1178905 h 2096480"/>
                <a:gd name="connsiteX5" fmla="*/ 2264650 w 3150796"/>
                <a:gd name="connsiteY5" fmla="*/ 1640670 h 2096480"/>
                <a:gd name="connsiteX6" fmla="*/ 1392324 w 3150796"/>
                <a:gd name="connsiteY6" fmla="*/ 2096480 h 2096480"/>
                <a:gd name="connsiteX7" fmla="*/ 55534 w 3150796"/>
                <a:gd name="connsiteY7" fmla="*/ 1455065 h 2096480"/>
                <a:gd name="connsiteX8" fmla="*/ 1276886 w 3150796"/>
                <a:gd name="connsiteY8" fmla="*/ 1019 h 2096480"/>
                <a:gd name="connsiteX0" fmla="*/ 1276886 w 3150796"/>
                <a:gd name="connsiteY0" fmla="*/ 1019 h 2367270"/>
                <a:gd name="connsiteX1" fmla="*/ 2346610 w 3150796"/>
                <a:gd name="connsiteY1" fmla="*/ 381089 h 2367270"/>
                <a:gd name="connsiteX2" fmla="*/ 2410407 w 3150796"/>
                <a:gd name="connsiteY2" fmla="*/ 425443 h 2367270"/>
                <a:gd name="connsiteX3" fmla="*/ 2437555 w 3150796"/>
                <a:gd name="connsiteY3" fmla="*/ 462841 h 2367270"/>
                <a:gd name="connsiteX4" fmla="*/ 3094124 w 3150796"/>
                <a:gd name="connsiteY4" fmla="*/ 1178905 h 2367270"/>
                <a:gd name="connsiteX5" fmla="*/ 2264650 w 3150796"/>
                <a:gd name="connsiteY5" fmla="*/ 1640670 h 2367270"/>
                <a:gd name="connsiteX6" fmla="*/ 1392324 w 3150796"/>
                <a:gd name="connsiteY6" fmla="*/ 2096480 h 2367270"/>
                <a:gd name="connsiteX7" fmla="*/ 55534 w 3150796"/>
                <a:gd name="connsiteY7" fmla="*/ 1455065 h 2367270"/>
                <a:gd name="connsiteX8" fmla="*/ 1276886 w 3150796"/>
                <a:gd name="connsiteY8" fmla="*/ 1019 h 2367270"/>
                <a:gd name="connsiteX0" fmla="*/ 1276886 w 3150796"/>
                <a:gd name="connsiteY0" fmla="*/ 1019 h 2471242"/>
                <a:gd name="connsiteX1" fmla="*/ 2346610 w 3150796"/>
                <a:gd name="connsiteY1" fmla="*/ 381089 h 2471242"/>
                <a:gd name="connsiteX2" fmla="*/ 2410407 w 3150796"/>
                <a:gd name="connsiteY2" fmla="*/ 425443 h 2471242"/>
                <a:gd name="connsiteX3" fmla="*/ 2437555 w 3150796"/>
                <a:gd name="connsiteY3" fmla="*/ 462841 h 2471242"/>
                <a:gd name="connsiteX4" fmla="*/ 3094124 w 3150796"/>
                <a:gd name="connsiteY4" fmla="*/ 1178905 h 2471242"/>
                <a:gd name="connsiteX5" fmla="*/ 2264650 w 3150796"/>
                <a:gd name="connsiteY5" fmla="*/ 1640670 h 2471242"/>
                <a:gd name="connsiteX6" fmla="*/ 1392324 w 3150796"/>
                <a:gd name="connsiteY6" fmla="*/ 2096480 h 2471242"/>
                <a:gd name="connsiteX7" fmla="*/ 55534 w 3150796"/>
                <a:gd name="connsiteY7" fmla="*/ 1455065 h 2471242"/>
                <a:gd name="connsiteX8" fmla="*/ 1276886 w 3150796"/>
                <a:gd name="connsiteY8" fmla="*/ 1019 h 2471242"/>
                <a:gd name="connsiteX0" fmla="*/ 1276886 w 3150796"/>
                <a:gd name="connsiteY0" fmla="*/ 1019 h 2498322"/>
                <a:gd name="connsiteX1" fmla="*/ 2346610 w 3150796"/>
                <a:gd name="connsiteY1" fmla="*/ 381089 h 2498322"/>
                <a:gd name="connsiteX2" fmla="*/ 2410407 w 3150796"/>
                <a:gd name="connsiteY2" fmla="*/ 425443 h 2498322"/>
                <a:gd name="connsiteX3" fmla="*/ 2437555 w 3150796"/>
                <a:gd name="connsiteY3" fmla="*/ 462841 h 2498322"/>
                <a:gd name="connsiteX4" fmla="*/ 3094124 w 3150796"/>
                <a:gd name="connsiteY4" fmla="*/ 1178905 h 2498322"/>
                <a:gd name="connsiteX5" fmla="*/ 2264650 w 3150796"/>
                <a:gd name="connsiteY5" fmla="*/ 1640670 h 2498322"/>
                <a:gd name="connsiteX6" fmla="*/ 1392324 w 3150796"/>
                <a:gd name="connsiteY6" fmla="*/ 2096480 h 2498322"/>
                <a:gd name="connsiteX7" fmla="*/ 55534 w 3150796"/>
                <a:gd name="connsiteY7" fmla="*/ 1455065 h 2498322"/>
                <a:gd name="connsiteX8" fmla="*/ 1276886 w 3150796"/>
                <a:gd name="connsiteY8" fmla="*/ 1019 h 2498322"/>
                <a:gd name="connsiteX0" fmla="*/ 1276886 w 3150796"/>
                <a:gd name="connsiteY0" fmla="*/ 1019 h 2471242"/>
                <a:gd name="connsiteX1" fmla="*/ 2346610 w 3150796"/>
                <a:gd name="connsiteY1" fmla="*/ 381089 h 2471242"/>
                <a:gd name="connsiteX2" fmla="*/ 2410407 w 3150796"/>
                <a:gd name="connsiteY2" fmla="*/ 425443 h 2471242"/>
                <a:gd name="connsiteX3" fmla="*/ 2437555 w 3150796"/>
                <a:gd name="connsiteY3" fmla="*/ 462841 h 2471242"/>
                <a:gd name="connsiteX4" fmla="*/ 3094124 w 3150796"/>
                <a:gd name="connsiteY4" fmla="*/ 1178905 h 2471242"/>
                <a:gd name="connsiteX5" fmla="*/ 2264650 w 3150796"/>
                <a:gd name="connsiteY5" fmla="*/ 1640670 h 2471242"/>
                <a:gd name="connsiteX6" fmla="*/ 1392324 w 3150796"/>
                <a:gd name="connsiteY6" fmla="*/ 2096480 h 2471242"/>
                <a:gd name="connsiteX7" fmla="*/ 55534 w 3150796"/>
                <a:gd name="connsiteY7" fmla="*/ 1455065 h 2471242"/>
                <a:gd name="connsiteX8" fmla="*/ 1276886 w 3150796"/>
                <a:gd name="connsiteY8" fmla="*/ 1019 h 2471242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8765"/>
                <a:gd name="connsiteY0" fmla="*/ 1019 h 2504578"/>
                <a:gd name="connsiteX1" fmla="*/ 2346610 w 3098765"/>
                <a:gd name="connsiteY1" fmla="*/ 381089 h 2504578"/>
                <a:gd name="connsiteX2" fmla="*/ 2410407 w 3098765"/>
                <a:gd name="connsiteY2" fmla="*/ 425443 h 2504578"/>
                <a:gd name="connsiteX3" fmla="*/ 2437555 w 3098765"/>
                <a:gd name="connsiteY3" fmla="*/ 462841 h 2504578"/>
                <a:gd name="connsiteX4" fmla="*/ 3094124 w 3098765"/>
                <a:gd name="connsiteY4" fmla="*/ 1178905 h 2504578"/>
                <a:gd name="connsiteX5" fmla="*/ 2264650 w 3098765"/>
                <a:gd name="connsiteY5" fmla="*/ 1640670 h 2504578"/>
                <a:gd name="connsiteX6" fmla="*/ 1392324 w 3098765"/>
                <a:gd name="connsiteY6" fmla="*/ 2096480 h 2504578"/>
                <a:gd name="connsiteX7" fmla="*/ 55534 w 3098765"/>
                <a:gd name="connsiteY7" fmla="*/ 1455065 h 2504578"/>
                <a:gd name="connsiteX8" fmla="*/ 1276886 w 3098765"/>
                <a:gd name="connsiteY8" fmla="*/ 1019 h 250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8765" h="2504578">
                  <a:moveTo>
                    <a:pt x="1276886" y="1019"/>
                  </a:moveTo>
                  <a:cubicBezTo>
                    <a:pt x="1594673" y="12714"/>
                    <a:pt x="1957051" y="125911"/>
                    <a:pt x="2346610" y="381089"/>
                  </a:cubicBezTo>
                  <a:lnTo>
                    <a:pt x="2410407" y="425443"/>
                  </a:lnTo>
                  <a:lnTo>
                    <a:pt x="2437555" y="462841"/>
                  </a:lnTo>
                  <a:cubicBezTo>
                    <a:pt x="2600000" y="570342"/>
                    <a:pt x="3025068" y="855650"/>
                    <a:pt x="3094124" y="1178905"/>
                  </a:cubicBezTo>
                  <a:cubicBezTo>
                    <a:pt x="3128595" y="1412463"/>
                    <a:pt x="2982623" y="1823021"/>
                    <a:pt x="2264650" y="1640670"/>
                  </a:cubicBezTo>
                  <a:cubicBezTo>
                    <a:pt x="2514417" y="1839319"/>
                    <a:pt x="2089438" y="2396668"/>
                    <a:pt x="1392324" y="2096480"/>
                  </a:cubicBezTo>
                  <a:cubicBezTo>
                    <a:pt x="1622308" y="2859296"/>
                    <a:pt x="280514" y="2500269"/>
                    <a:pt x="55534" y="1455065"/>
                  </a:cubicBezTo>
                  <a:cubicBezTo>
                    <a:pt x="-181797" y="772738"/>
                    <a:pt x="363252" y="-32605"/>
                    <a:pt x="1276886" y="1019"/>
                  </a:cubicBezTo>
                  <a:close/>
                </a:path>
              </a:pathLst>
            </a:custGeom>
            <a:solidFill>
              <a:srgbClr val="D285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AEC339-ECDF-CFBC-A7F8-3C9A68EBFF60}"/>
                </a:ext>
              </a:extLst>
            </p:cNvPr>
            <p:cNvSpPr/>
            <p:nvPr/>
          </p:nvSpPr>
          <p:spPr>
            <a:xfrm>
              <a:off x="4415550" y="2448730"/>
              <a:ext cx="2483102" cy="1775728"/>
            </a:xfrm>
            <a:custGeom>
              <a:avLst/>
              <a:gdLst>
                <a:gd name="connsiteX0" fmla="*/ 1276886 w 2175713"/>
                <a:gd name="connsiteY0" fmla="*/ 1019 h 1754703"/>
                <a:gd name="connsiteX1" fmla="*/ 1920741 w 2175713"/>
                <a:gd name="connsiteY1" fmla="*/ 151777 h 1754703"/>
                <a:gd name="connsiteX2" fmla="*/ 1945328 w 2175713"/>
                <a:gd name="connsiteY2" fmla="*/ 163078 h 1754703"/>
                <a:gd name="connsiteX3" fmla="*/ 2006595 w 2175713"/>
                <a:gd name="connsiteY3" fmla="*/ 273110 h 1754703"/>
                <a:gd name="connsiteX4" fmla="*/ 2046151 w 2175713"/>
                <a:gd name="connsiteY4" fmla="*/ 975883 h 1754703"/>
                <a:gd name="connsiteX5" fmla="*/ 1436551 w 2175713"/>
                <a:gd name="connsiteY5" fmla="*/ 1537858 h 1754703"/>
                <a:gd name="connsiteX6" fmla="*/ 163924 w 2175713"/>
                <a:gd name="connsiteY6" fmla="*/ 1669794 h 1754703"/>
                <a:gd name="connsiteX7" fmla="*/ 161138 w 2175713"/>
                <a:gd name="connsiteY7" fmla="*/ 1668834 h 1754703"/>
                <a:gd name="connsiteX8" fmla="*/ 133875 w 2175713"/>
                <a:gd name="connsiteY8" fmla="*/ 1619004 h 1754703"/>
                <a:gd name="connsiteX9" fmla="*/ 55534 w 2175713"/>
                <a:gd name="connsiteY9" fmla="*/ 1455065 h 1754703"/>
                <a:gd name="connsiteX10" fmla="*/ 1276886 w 2175713"/>
                <a:gd name="connsiteY10" fmla="*/ 1019 h 1754703"/>
                <a:gd name="connsiteX0" fmla="*/ 1276886 w 2214274"/>
                <a:gd name="connsiteY0" fmla="*/ 1019 h 1754703"/>
                <a:gd name="connsiteX1" fmla="*/ 1920741 w 2214274"/>
                <a:gd name="connsiteY1" fmla="*/ 151777 h 1754703"/>
                <a:gd name="connsiteX2" fmla="*/ 1945328 w 2214274"/>
                <a:gd name="connsiteY2" fmla="*/ 163078 h 1754703"/>
                <a:gd name="connsiteX3" fmla="*/ 2082795 w 2214274"/>
                <a:gd name="connsiteY3" fmla="*/ 663635 h 1754703"/>
                <a:gd name="connsiteX4" fmla="*/ 2046151 w 2214274"/>
                <a:gd name="connsiteY4" fmla="*/ 975883 h 1754703"/>
                <a:gd name="connsiteX5" fmla="*/ 1436551 w 2214274"/>
                <a:gd name="connsiteY5" fmla="*/ 1537858 h 1754703"/>
                <a:gd name="connsiteX6" fmla="*/ 163924 w 2214274"/>
                <a:gd name="connsiteY6" fmla="*/ 1669794 h 1754703"/>
                <a:gd name="connsiteX7" fmla="*/ 161138 w 2214274"/>
                <a:gd name="connsiteY7" fmla="*/ 1668834 h 1754703"/>
                <a:gd name="connsiteX8" fmla="*/ 133875 w 2214274"/>
                <a:gd name="connsiteY8" fmla="*/ 1619004 h 1754703"/>
                <a:gd name="connsiteX9" fmla="*/ 55534 w 2214274"/>
                <a:gd name="connsiteY9" fmla="*/ 1455065 h 1754703"/>
                <a:gd name="connsiteX10" fmla="*/ 1276886 w 2214274"/>
                <a:gd name="connsiteY10" fmla="*/ 1019 h 1754703"/>
                <a:gd name="connsiteX0" fmla="*/ 1276886 w 2214274"/>
                <a:gd name="connsiteY0" fmla="*/ 1019 h 1754703"/>
                <a:gd name="connsiteX1" fmla="*/ 1920741 w 2214274"/>
                <a:gd name="connsiteY1" fmla="*/ 151777 h 1754703"/>
                <a:gd name="connsiteX2" fmla="*/ 1945328 w 2214274"/>
                <a:gd name="connsiteY2" fmla="*/ 163078 h 1754703"/>
                <a:gd name="connsiteX3" fmla="*/ 2082795 w 2214274"/>
                <a:gd name="connsiteY3" fmla="*/ 663635 h 1754703"/>
                <a:gd name="connsiteX4" fmla="*/ 2046151 w 2214274"/>
                <a:gd name="connsiteY4" fmla="*/ 975883 h 1754703"/>
                <a:gd name="connsiteX5" fmla="*/ 1436551 w 2214274"/>
                <a:gd name="connsiteY5" fmla="*/ 1537858 h 1754703"/>
                <a:gd name="connsiteX6" fmla="*/ 163924 w 2214274"/>
                <a:gd name="connsiteY6" fmla="*/ 1669794 h 1754703"/>
                <a:gd name="connsiteX7" fmla="*/ 161138 w 2214274"/>
                <a:gd name="connsiteY7" fmla="*/ 1668834 h 1754703"/>
                <a:gd name="connsiteX8" fmla="*/ 133875 w 2214274"/>
                <a:gd name="connsiteY8" fmla="*/ 1619004 h 1754703"/>
                <a:gd name="connsiteX9" fmla="*/ 55534 w 2214274"/>
                <a:gd name="connsiteY9" fmla="*/ 1455065 h 1754703"/>
                <a:gd name="connsiteX10" fmla="*/ 1276886 w 2214274"/>
                <a:gd name="connsiteY10" fmla="*/ 1019 h 1754703"/>
                <a:gd name="connsiteX0" fmla="*/ 1276886 w 2453394"/>
                <a:gd name="connsiteY0" fmla="*/ 1019 h 1754703"/>
                <a:gd name="connsiteX1" fmla="*/ 1920741 w 2453394"/>
                <a:gd name="connsiteY1" fmla="*/ 151777 h 1754703"/>
                <a:gd name="connsiteX2" fmla="*/ 1945328 w 2453394"/>
                <a:gd name="connsiteY2" fmla="*/ 163078 h 1754703"/>
                <a:gd name="connsiteX3" fmla="*/ 2082795 w 2453394"/>
                <a:gd name="connsiteY3" fmla="*/ 663635 h 1754703"/>
                <a:gd name="connsiteX4" fmla="*/ 2046151 w 2453394"/>
                <a:gd name="connsiteY4" fmla="*/ 975883 h 1754703"/>
                <a:gd name="connsiteX5" fmla="*/ 1436551 w 2453394"/>
                <a:gd name="connsiteY5" fmla="*/ 1537858 h 1754703"/>
                <a:gd name="connsiteX6" fmla="*/ 163924 w 2453394"/>
                <a:gd name="connsiteY6" fmla="*/ 1669794 h 1754703"/>
                <a:gd name="connsiteX7" fmla="*/ 161138 w 2453394"/>
                <a:gd name="connsiteY7" fmla="*/ 1668834 h 1754703"/>
                <a:gd name="connsiteX8" fmla="*/ 133875 w 2453394"/>
                <a:gd name="connsiteY8" fmla="*/ 1619004 h 1754703"/>
                <a:gd name="connsiteX9" fmla="*/ 55534 w 2453394"/>
                <a:gd name="connsiteY9" fmla="*/ 1455065 h 1754703"/>
                <a:gd name="connsiteX10" fmla="*/ 1276886 w 2453394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2046151 w 2483102"/>
                <a:gd name="connsiteY4" fmla="*/ 97588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38269"/>
                <a:gd name="connsiteX1" fmla="*/ 1920741 w 2483102"/>
                <a:gd name="connsiteY1" fmla="*/ 151777 h 1738269"/>
                <a:gd name="connsiteX2" fmla="*/ 1945328 w 2483102"/>
                <a:gd name="connsiteY2" fmla="*/ 163078 h 1738269"/>
                <a:gd name="connsiteX3" fmla="*/ 2082795 w 2483102"/>
                <a:gd name="connsiteY3" fmla="*/ 663635 h 1738269"/>
                <a:gd name="connsiteX4" fmla="*/ 1588951 w 2483102"/>
                <a:gd name="connsiteY4" fmla="*/ 994933 h 1738269"/>
                <a:gd name="connsiteX5" fmla="*/ 969826 w 2483102"/>
                <a:gd name="connsiteY5" fmla="*/ 1452133 h 1738269"/>
                <a:gd name="connsiteX6" fmla="*/ 163924 w 2483102"/>
                <a:gd name="connsiteY6" fmla="*/ 1669794 h 1738269"/>
                <a:gd name="connsiteX7" fmla="*/ 161138 w 2483102"/>
                <a:gd name="connsiteY7" fmla="*/ 1668834 h 1738269"/>
                <a:gd name="connsiteX8" fmla="*/ 133875 w 2483102"/>
                <a:gd name="connsiteY8" fmla="*/ 1619004 h 1738269"/>
                <a:gd name="connsiteX9" fmla="*/ 55534 w 2483102"/>
                <a:gd name="connsiteY9" fmla="*/ 1455065 h 1738269"/>
                <a:gd name="connsiteX10" fmla="*/ 1276886 w 2483102"/>
                <a:gd name="connsiteY10" fmla="*/ 1019 h 1738269"/>
                <a:gd name="connsiteX0" fmla="*/ 1276886 w 2483102"/>
                <a:gd name="connsiteY0" fmla="*/ 1019 h 1738269"/>
                <a:gd name="connsiteX1" fmla="*/ 1920741 w 2483102"/>
                <a:gd name="connsiteY1" fmla="*/ 151777 h 1738269"/>
                <a:gd name="connsiteX2" fmla="*/ 1945328 w 2483102"/>
                <a:gd name="connsiteY2" fmla="*/ 163078 h 1738269"/>
                <a:gd name="connsiteX3" fmla="*/ 2082795 w 2483102"/>
                <a:gd name="connsiteY3" fmla="*/ 663635 h 1738269"/>
                <a:gd name="connsiteX4" fmla="*/ 1588951 w 2483102"/>
                <a:gd name="connsiteY4" fmla="*/ 994933 h 1738269"/>
                <a:gd name="connsiteX5" fmla="*/ 969826 w 2483102"/>
                <a:gd name="connsiteY5" fmla="*/ 1452133 h 1738269"/>
                <a:gd name="connsiteX6" fmla="*/ 163924 w 2483102"/>
                <a:gd name="connsiteY6" fmla="*/ 1669794 h 1738269"/>
                <a:gd name="connsiteX7" fmla="*/ 161138 w 2483102"/>
                <a:gd name="connsiteY7" fmla="*/ 1668834 h 1738269"/>
                <a:gd name="connsiteX8" fmla="*/ 133875 w 2483102"/>
                <a:gd name="connsiteY8" fmla="*/ 1619004 h 1738269"/>
                <a:gd name="connsiteX9" fmla="*/ 55534 w 2483102"/>
                <a:gd name="connsiteY9" fmla="*/ 1455065 h 1738269"/>
                <a:gd name="connsiteX10" fmla="*/ 1276886 w 2483102"/>
                <a:gd name="connsiteY10" fmla="*/ 1019 h 1738269"/>
                <a:gd name="connsiteX0" fmla="*/ 1276886 w 2483102"/>
                <a:gd name="connsiteY0" fmla="*/ 1019 h 1777615"/>
                <a:gd name="connsiteX1" fmla="*/ 1920741 w 2483102"/>
                <a:gd name="connsiteY1" fmla="*/ 151777 h 1777615"/>
                <a:gd name="connsiteX2" fmla="*/ 1945328 w 2483102"/>
                <a:gd name="connsiteY2" fmla="*/ 163078 h 1777615"/>
                <a:gd name="connsiteX3" fmla="*/ 2082795 w 2483102"/>
                <a:gd name="connsiteY3" fmla="*/ 663635 h 1777615"/>
                <a:gd name="connsiteX4" fmla="*/ 1588951 w 2483102"/>
                <a:gd name="connsiteY4" fmla="*/ 994933 h 1777615"/>
                <a:gd name="connsiteX5" fmla="*/ 969826 w 2483102"/>
                <a:gd name="connsiteY5" fmla="*/ 1452133 h 1777615"/>
                <a:gd name="connsiteX6" fmla="*/ 163924 w 2483102"/>
                <a:gd name="connsiteY6" fmla="*/ 1669794 h 1777615"/>
                <a:gd name="connsiteX7" fmla="*/ 161138 w 2483102"/>
                <a:gd name="connsiteY7" fmla="*/ 1668834 h 1777615"/>
                <a:gd name="connsiteX8" fmla="*/ 133875 w 2483102"/>
                <a:gd name="connsiteY8" fmla="*/ 1619004 h 1777615"/>
                <a:gd name="connsiteX9" fmla="*/ 55534 w 2483102"/>
                <a:gd name="connsiteY9" fmla="*/ 1455065 h 1777615"/>
                <a:gd name="connsiteX10" fmla="*/ 1276886 w 2483102"/>
                <a:gd name="connsiteY10" fmla="*/ 1019 h 1777615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161138 w 2483102"/>
                <a:gd name="connsiteY7" fmla="*/ 1668834 h 1775193"/>
                <a:gd name="connsiteX8" fmla="*/ 133875 w 2483102"/>
                <a:gd name="connsiteY8" fmla="*/ 1619004 h 1775193"/>
                <a:gd name="connsiteX9" fmla="*/ 55534 w 2483102"/>
                <a:gd name="connsiteY9" fmla="*/ 1455065 h 1775193"/>
                <a:gd name="connsiteX10" fmla="*/ 1276886 w 2483102"/>
                <a:gd name="connsiteY10" fmla="*/ 1019 h 1775193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161138 w 2483102"/>
                <a:gd name="connsiteY7" fmla="*/ 1668834 h 1775193"/>
                <a:gd name="connsiteX8" fmla="*/ 55534 w 2483102"/>
                <a:gd name="connsiteY8" fmla="*/ 1455065 h 1775193"/>
                <a:gd name="connsiteX9" fmla="*/ 1276886 w 2483102"/>
                <a:gd name="connsiteY9" fmla="*/ 1019 h 1775193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55534 w 2483102"/>
                <a:gd name="connsiteY7" fmla="*/ 1455065 h 1775193"/>
                <a:gd name="connsiteX8" fmla="*/ 1276886 w 2483102"/>
                <a:gd name="connsiteY8" fmla="*/ 1019 h 1775193"/>
                <a:gd name="connsiteX0" fmla="*/ 1276886 w 2483102"/>
                <a:gd name="connsiteY0" fmla="*/ 1019 h 1580722"/>
                <a:gd name="connsiteX1" fmla="*/ 1920741 w 2483102"/>
                <a:gd name="connsiteY1" fmla="*/ 151777 h 1580722"/>
                <a:gd name="connsiteX2" fmla="*/ 1945328 w 2483102"/>
                <a:gd name="connsiteY2" fmla="*/ 163078 h 1580722"/>
                <a:gd name="connsiteX3" fmla="*/ 2082795 w 2483102"/>
                <a:gd name="connsiteY3" fmla="*/ 663635 h 1580722"/>
                <a:gd name="connsiteX4" fmla="*/ 1588951 w 2483102"/>
                <a:gd name="connsiteY4" fmla="*/ 994933 h 1580722"/>
                <a:gd name="connsiteX5" fmla="*/ 969826 w 2483102"/>
                <a:gd name="connsiteY5" fmla="*/ 1452133 h 1580722"/>
                <a:gd name="connsiteX6" fmla="*/ 55534 w 2483102"/>
                <a:gd name="connsiteY6" fmla="*/ 1455065 h 1580722"/>
                <a:gd name="connsiteX7" fmla="*/ 1276886 w 2483102"/>
                <a:gd name="connsiteY7" fmla="*/ 1019 h 1580722"/>
                <a:gd name="connsiteX0" fmla="*/ 1276886 w 2483102"/>
                <a:gd name="connsiteY0" fmla="*/ 1019 h 1800782"/>
                <a:gd name="connsiteX1" fmla="*/ 1920741 w 2483102"/>
                <a:gd name="connsiteY1" fmla="*/ 151777 h 1800782"/>
                <a:gd name="connsiteX2" fmla="*/ 1945328 w 2483102"/>
                <a:gd name="connsiteY2" fmla="*/ 163078 h 1800782"/>
                <a:gd name="connsiteX3" fmla="*/ 2082795 w 2483102"/>
                <a:gd name="connsiteY3" fmla="*/ 663635 h 1800782"/>
                <a:gd name="connsiteX4" fmla="*/ 1588951 w 2483102"/>
                <a:gd name="connsiteY4" fmla="*/ 994933 h 1800782"/>
                <a:gd name="connsiteX5" fmla="*/ 969826 w 2483102"/>
                <a:gd name="connsiteY5" fmla="*/ 1452133 h 1800782"/>
                <a:gd name="connsiteX6" fmla="*/ 55534 w 2483102"/>
                <a:gd name="connsiteY6" fmla="*/ 1455065 h 1800782"/>
                <a:gd name="connsiteX7" fmla="*/ 1276886 w 2483102"/>
                <a:gd name="connsiteY7" fmla="*/ 1019 h 1800782"/>
                <a:gd name="connsiteX0" fmla="*/ 1276886 w 2483102"/>
                <a:gd name="connsiteY0" fmla="*/ 1019 h 1779533"/>
                <a:gd name="connsiteX1" fmla="*/ 1920741 w 2483102"/>
                <a:gd name="connsiteY1" fmla="*/ 151777 h 1779533"/>
                <a:gd name="connsiteX2" fmla="*/ 1945328 w 2483102"/>
                <a:gd name="connsiteY2" fmla="*/ 163078 h 1779533"/>
                <a:gd name="connsiteX3" fmla="*/ 2082795 w 2483102"/>
                <a:gd name="connsiteY3" fmla="*/ 663635 h 1779533"/>
                <a:gd name="connsiteX4" fmla="*/ 1588951 w 2483102"/>
                <a:gd name="connsiteY4" fmla="*/ 994933 h 1779533"/>
                <a:gd name="connsiteX5" fmla="*/ 969826 w 2483102"/>
                <a:gd name="connsiteY5" fmla="*/ 1452133 h 1779533"/>
                <a:gd name="connsiteX6" fmla="*/ 55534 w 2483102"/>
                <a:gd name="connsiteY6" fmla="*/ 1455065 h 1779533"/>
                <a:gd name="connsiteX7" fmla="*/ 1276886 w 2483102"/>
                <a:gd name="connsiteY7" fmla="*/ 1019 h 1779533"/>
                <a:gd name="connsiteX0" fmla="*/ 1276886 w 2483102"/>
                <a:gd name="connsiteY0" fmla="*/ 1019 h 1775728"/>
                <a:gd name="connsiteX1" fmla="*/ 1920741 w 2483102"/>
                <a:gd name="connsiteY1" fmla="*/ 151777 h 1775728"/>
                <a:gd name="connsiteX2" fmla="*/ 1945328 w 2483102"/>
                <a:gd name="connsiteY2" fmla="*/ 163078 h 1775728"/>
                <a:gd name="connsiteX3" fmla="*/ 2082795 w 2483102"/>
                <a:gd name="connsiteY3" fmla="*/ 663635 h 1775728"/>
                <a:gd name="connsiteX4" fmla="*/ 1588951 w 2483102"/>
                <a:gd name="connsiteY4" fmla="*/ 994933 h 1775728"/>
                <a:gd name="connsiteX5" fmla="*/ 969826 w 2483102"/>
                <a:gd name="connsiteY5" fmla="*/ 1452133 h 1775728"/>
                <a:gd name="connsiteX6" fmla="*/ 55534 w 2483102"/>
                <a:gd name="connsiteY6" fmla="*/ 1455065 h 1775728"/>
                <a:gd name="connsiteX7" fmla="*/ 1276886 w 2483102"/>
                <a:gd name="connsiteY7" fmla="*/ 1019 h 177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102" h="1775728">
                  <a:moveTo>
                    <a:pt x="1276886" y="1019"/>
                  </a:moveTo>
                  <a:cubicBezTo>
                    <a:pt x="1475503" y="8329"/>
                    <a:pt x="1691538" y="55287"/>
                    <a:pt x="1920741" y="151777"/>
                  </a:cubicBezTo>
                  <a:lnTo>
                    <a:pt x="1945328" y="163078"/>
                  </a:lnTo>
                  <a:cubicBezTo>
                    <a:pt x="3013500" y="609330"/>
                    <a:pt x="2176673" y="722208"/>
                    <a:pt x="2082795" y="663635"/>
                  </a:cubicBezTo>
                  <a:cubicBezTo>
                    <a:pt x="2246995" y="1112135"/>
                    <a:pt x="1829457" y="1096732"/>
                    <a:pt x="1588951" y="994933"/>
                  </a:cubicBezTo>
                  <a:cubicBezTo>
                    <a:pt x="1928676" y="1410858"/>
                    <a:pt x="1363526" y="1598183"/>
                    <a:pt x="969826" y="1452133"/>
                  </a:cubicBezTo>
                  <a:cubicBezTo>
                    <a:pt x="733307" y="2095560"/>
                    <a:pt x="75794" y="1606430"/>
                    <a:pt x="55534" y="1455065"/>
                  </a:cubicBezTo>
                  <a:cubicBezTo>
                    <a:pt x="-181797" y="772738"/>
                    <a:pt x="363252" y="-32605"/>
                    <a:pt x="1276886" y="1019"/>
                  </a:cubicBezTo>
                  <a:close/>
                </a:path>
              </a:pathLst>
            </a:custGeom>
            <a:solidFill>
              <a:srgbClr val="A05D3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2D8DFED-EBAC-8393-8F59-143923A91A4F}"/>
              </a:ext>
            </a:extLst>
          </p:cNvPr>
          <p:cNvGrpSpPr/>
          <p:nvPr/>
        </p:nvGrpSpPr>
        <p:grpSpPr>
          <a:xfrm flipH="1">
            <a:off x="-2523921" y="706527"/>
            <a:ext cx="6091113" cy="6555144"/>
            <a:chOff x="2919374" y="281088"/>
            <a:chExt cx="6091113" cy="6555144"/>
          </a:xfrm>
          <a:solidFill>
            <a:schemeClr val="bg1"/>
          </a:solidFill>
        </p:grpSpPr>
        <p:sp>
          <p:nvSpPr>
            <p:cNvPr id="63" name="Rectangle 57">
              <a:extLst>
                <a:ext uri="{FF2B5EF4-FFF2-40B4-BE49-F238E27FC236}">
                  <a16:creationId xmlns:a16="http://schemas.microsoft.com/office/drawing/2014/main" id="{EC3C55CA-D726-AF86-5B52-9E3D4B13AAD0}"/>
                </a:ext>
              </a:extLst>
            </p:cNvPr>
            <p:cNvSpPr/>
            <p:nvPr/>
          </p:nvSpPr>
          <p:spPr>
            <a:xfrm>
              <a:off x="4852707" y="5243515"/>
              <a:ext cx="1243292" cy="1592717"/>
            </a:xfrm>
            <a:custGeom>
              <a:avLst/>
              <a:gdLst>
                <a:gd name="connsiteX0" fmla="*/ 0 w 729476"/>
                <a:gd name="connsiteY0" fmla="*/ 0 h 353665"/>
                <a:gd name="connsiteX1" fmla="*/ 729476 w 729476"/>
                <a:gd name="connsiteY1" fmla="*/ 0 h 353665"/>
                <a:gd name="connsiteX2" fmla="*/ 729476 w 729476"/>
                <a:gd name="connsiteY2" fmla="*/ 353665 h 353665"/>
                <a:gd name="connsiteX3" fmla="*/ 0 w 729476"/>
                <a:gd name="connsiteY3" fmla="*/ 353665 h 353665"/>
                <a:gd name="connsiteX4" fmla="*/ 0 w 729476"/>
                <a:gd name="connsiteY4" fmla="*/ 0 h 353665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0 w 729476"/>
                <a:gd name="connsiteY3" fmla="*/ 353665 h 991840"/>
                <a:gd name="connsiteX4" fmla="*/ 0 w 729476"/>
                <a:gd name="connsiteY4" fmla="*/ 0 h 991840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238125 w 729476"/>
                <a:gd name="connsiteY3" fmla="*/ 982315 h 991840"/>
                <a:gd name="connsiteX4" fmla="*/ 0 w 729476"/>
                <a:gd name="connsiteY4" fmla="*/ 0 h 991840"/>
                <a:gd name="connsiteX0" fmla="*/ 299224 w 1028700"/>
                <a:gd name="connsiteY0" fmla="*/ 0 h 1166917"/>
                <a:gd name="connsiteX1" fmla="*/ 1028700 w 1028700"/>
                <a:gd name="connsiteY1" fmla="*/ 0 h 1166917"/>
                <a:gd name="connsiteX2" fmla="*/ 828675 w 1028700"/>
                <a:gd name="connsiteY2" fmla="*/ 991840 h 1166917"/>
                <a:gd name="connsiteX3" fmla="*/ 0 w 1028700"/>
                <a:gd name="connsiteY3" fmla="*/ 1166811 h 1166917"/>
                <a:gd name="connsiteX4" fmla="*/ 537349 w 1028700"/>
                <a:gd name="connsiteY4" fmla="*/ 982315 h 1166917"/>
                <a:gd name="connsiteX5" fmla="*/ 299224 w 1028700"/>
                <a:gd name="connsiteY5" fmla="*/ 0 h 1166917"/>
                <a:gd name="connsiteX0" fmla="*/ 302540 w 1032016"/>
                <a:gd name="connsiteY0" fmla="*/ 0 h 1294787"/>
                <a:gd name="connsiteX1" fmla="*/ 1032016 w 1032016"/>
                <a:gd name="connsiteY1" fmla="*/ 0 h 1294787"/>
                <a:gd name="connsiteX2" fmla="*/ 831991 w 1032016"/>
                <a:gd name="connsiteY2" fmla="*/ 991840 h 1294787"/>
                <a:gd name="connsiteX3" fmla="*/ 365266 w 1032016"/>
                <a:gd name="connsiteY3" fmla="*/ 1290636 h 1294787"/>
                <a:gd name="connsiteX4" fmla="*/ 3316 w 1032016"/>
                <a:gd name="connsiteY4" fmla="*/ 1166811 h 1294787"/>
                <a:gd name="connsiteX5" fmla="*/ 540665 w 1032016"/>
                <a:gd name="connsiteY5" fmla="*/ 982315 h 1294787"/>
                <a:gd name="connsiteX6" fmla="*/ 302540 w 1032016"/>
                <a:gd name="connsiteY6" fmla="*/ 0 h 1294787"/>
                <a:gd name="connsiteX0" fmla="*/ 302294 w 1031770"/>
                <a:gd name="connsiteY0" fmla="*/ 0 h 1290899"/>
                <a:gd name="connsiteX1" fmla="*/ 1031770 w 1031770"/>
                <a:gd name="connsiteY1" fmla="*/ 0 h 1290899"/>
                <a:gd name="connsiteX2" fmla="*/ 831745 w 1031770"/>
                <a:gd name="connsiteY2" fmla="*/ 991840 h 1290899"/>
                <a:gd name="connsiteX3" fmla="*/ 717445 w 1031770"/>
                <a:gd name="connsiteY3" fmla="*/ 1185861 h 1290899"/>
                <a:gd name="connsiteX4" fmla="*/ 365020 w 1031770"/>
                <a:gd name="connsiteY4" fmla="*/ 1290636 h 1290899"/>
                <a:gd name="connsiteX5" fmla="*/ 3070 w 1031770"/>
                <a:gd name="connsiteY5" fmla="*/ 1166811 h 1290899"/>
                <a:gd name="connsiteX6" fmla="*/ 540419 w 1031770"/>
                <a:gd name="connsiteY6" fmla="*/ 982315 h 1290899"/>
                <a:gd name="connsiteX7" fmla="*/ 302294 w 1031770"/>
                <a:gd name="connsiteY7" fmla="*/ 0 h 1290899"/>
                <a:gd name="connsiteX0" fmla="*/ 125436 w 854912"/>
                <a:gd name="connsiteY0" fmla="*/ 0 h 1290922"/>
                <a:gd name="connsiteX1" fmla="*/ 854912 w 854912"/>
                <a:gd name="connsiteY1" fmla="*/ 0 h 1290922"/>
                <a:gd name="connsiteX2" fmla="*/ 654887 w 854912"/>
                <a:gd name="connsiteY2" fmla="*/ 991840 h 1290922"/>
                <a:gd name="connsiteX3" fmla="*/ 540587 w 854912"/>
                <a:gd name="connsiteY3" fmla="*/ 1185861 h 1290922"/>
                <a:gd name="connsiteX4" fmla="*/ 188162 w 854912"/>
                <a:gd name="connsiteY4" fmla="*/ 1290636 h 1290922"/>
                <a:gd name="connsiteX5" fmla="*/ 7187 w 854912"/>
                <a:gd name="connsiteY5" fmla="*/ 1176336 h 1290922"/>
                <a:gd name="connsiteX6" fmla="*/ 363561 w 854912"/>
                <a:gd name="connsiteY6" fmla="*/ 982315 h 1290922"/>
                <a:gd name="connsiteX7" fmla="*/ 125436 w 854912"/>
                <a:gd name="connsiteY7" fmla="*/ 0 h 1290922"/>
                <a:gd name="connsiteX0" fmla="*/ 491327 w 1220803"/>
                <a:gd name="connsiteY0" fmla="*/ 0 h 1290922"/>
                <a:gd name="connsiteX1" fmla="*/ 1220803 w 1220803"/>
                <a:gd name="connsiteY1" fmla="*/ 0 h 1290922"/>
                <a:gd name="connsiteX2" fmla="*/ 1020778 w 1220803"/>
                <a:gd name="connsiteY2" fmla="*/ 991840 h 1290922"/>
                <a:gd name="connsiteX3" fmla="*/ 906478 w 1220803"/>
                <a:gd name="connsiteY3" fmla="*/ 1185861 h 1290922"/>
                <a:gd name="connsiteX4" fmla="*/ 554053 w 1220803"/>
                <a:gd name="connsiteY4" fmla="*/ 1290636 h 1290922"/>
                <a:gd name="connsiteX5" fmla="*/ 373078 w 1220803"/>
                <a:gd name="connsiteY5" fmla="*/ 1176336 h 1290922"/>
                <a:gd name="connsiteX6" fmla="*/ 729452 w 1220803"/>
                <a:gd name="connsiteY6" fmla="*/ 982315 h 1290922"/>
                <a:gd name="connsiteX7" fmla="*/ 491327 w 1220803"/>
                <a:gd name="connsiteY7" fmla="*/ 0 h 1290922"/>
                <a:gd name="connsiteX0" fmla="*/ 526460 w 1255936"/>
                <a:gd name="connsiteY0" fmla="*/ 0 h 1290922"/>
                <a:gd name="connsiteX1" fmla="*/ 1255936 w 1255936"/>
                <a:gd name="connsiteY1" fmla="*/ 0 h 1290922"/>
                <a:gd name="connsiteX2" fmla="*/ 1055911 w 1255936"/>
                <a:gd name="connsiteY2" fmla="*/ 991840 h 1290922"/>
                <a:gd name="connsiteX3" fmla="*/ 941611 w 1255936"/>
                <a:gd name="connsiteY3" fmla="*/ 1185861 h 1290922"/>
                <a:gd name="connsiteX4" fmla="*/ 589186 w 1255936"/>
                <a:gd name="connsiteY4" fmla="*/ 1290636 h 1290922"/>
                <a:gd name="connsiteX5" fmla="*/ 408211 w 1255936"/>
                <a:gd name="connsiteY5" fmla="*/ 1176336 h 1290922"/>
                <a:gd name="connsiteX6" fmla="*/ 764585 w 1255936"/>
                <a:gd name="connsiteY6" fmla="*/ 982315 h 1290922"/>
                <a:gd name="connsiteX7" fmla="*/ 526460 w 1255936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461657"/>
                <a:gd name="connsiteX1" fmla="*/ 1243292 w 1243292"/>
                <a:gd name="connsiteY1" fmla="*/ 0 h 1461657"/>
                <a:gd name="connsiteX2" fmla="*/ 1043267 w 1243292"/>
                <a:gd name="connsiteY2" fmla="*/ 991840 h 1461657"/>
                <a:gd name="connsiteX3" fmla="*/ 928967 w 1243292"/>
                <a:gd name="connsiteY3" fmla="*/ 1185861 h 1461657"/>
                <a:gd name="connsiteX4" fmla="*/ 576542 w 1243292"/>
                <a:gd name="connsiteY4" fmla="*/ 1290636 h 1461657"/>
                <a:gd name="connsiteX5" fmla="*/ 395567 w 1243292"/>
                <a:gd name="connsiteY5" fmla="*/ 1176336 h 1461657"/>
                <a:gd name="connsiteX6" fmla="*/ 751941 w 1243292"/>
                <a:gd name="connsiteY6" fmla="*/ 982315 h 1461657"/>
                <a:gd name="connsiteX7" fmla="*/ 513816 w 1243292"/>
                <a:gd name="connsiteY7" fmla="*/ 0 h 1461657"/>
                <a:gd name="connsiteX0" fmla="*/ 536560 w 1266036"/>
                <a:gd name="connsiteY0" fmla="*/ 0 h 1459968"/>
                <a:gd name="connsiteX1" fmla="*/ 1266036 w 1266036"/>
                <a:gd name="connsiteY1" fmla="*/ 0 h 1459968"/>
                <a:gd name="connsiteX2" fmla="*/ 1066011 w 1266036"/>
                <a:gd name="connsiteY2" fmla="*/ 991840 h 1459968"/>
                <a:gd name="connsiteX3" fmla="*/ 951711 w 1266036"/>
                <a:gd name="connsiteY3" fmla="*/ 1185861 h 1459968"/>
                <a:gd name="connsiteX4" fmla="*/ 599286 w 1266036"/>
                <a:gd name="connsiteY4" fmla="*/ 1290636 h 1459968"/>
                <a:gd name="connsiteX5" fmla="*/ 418311 w 1266036"/>
                <a:gd name="connsiteY5" fmla="*/ 1176336 h 1459968"/>
                <a:gd name="connsiteX6" fmla="*/ 774685 w 1266036"/>
                <a:gd name="connsiteY6" fmla="*/ 982315 h 1459968"/>
                <a:gd name="connsiteX7" fmla="*/ 536560 w 1266036"/>
                <a:gd name="connsiteY7" fmla="*/ 0 h 1459968"/>
                <a:gd name="connsiteX0" fmla="*/ 513816 w 1243292"/>
                <a:gd name="connsiteY0" fmla="*/ 0 h 1466223"/>
                <a:gd name="connsiteX1" fmla="*/ 1243292 w 1243292"/>
                <a:gd name="connsiteY1" fmla="*/ 0 h 1466223"/>
                <a:gd name="connsiteX2" fmla="*/ 1043267 w 1243292"/>
                <a:gd name="connsiteY2" fmla="*/ 991840 h 1466223"/>
                <a:gd name="connsiteX3" fmla="*/ 928967 w 1243292"/>
                <a:gd name="connsiteY3" fmla="*/ 1185861 h 1466223"/>
                <a:gd name="connsiteX4" fmla="*/ 576542 w 1243292"/>
                <a:gd name="connsiteY4" fmla="*/ 1290636 h 1466223"/>
                <a:gd name="connsiteX5" fmla="*/ 395567 w 1243292"/>
                <a:gd name="connsiteY5" fmla="*/ 1176336 h 1466223"/>
                <a:gd name="connsiteX6" fmla="*/ 751941 w 1243292"/>
                <a:gd name="connsiteY6" fmla="*/ 982315 h 1466223"/>
                <a:gd name="connsiteX7" fmla="*/ 513816 w 1243292"/>
                <a:gd name="connsiteY7" fmla="*/ 0 h 1466223"/>
                <a:gd name="connsiteX0" fmla="*/ 513816 w 1243292"/>
                <a:gd name="connsiteY0" fmla="*/ 0 h 1457884"/>
                <a:gd name="connsiteX1" fmla="*/ 1243292 w 1243292"/>
                <a:gd name="connsiteY1" fmla="*/ 0 h 1457884"/>
                <a:gd name="connsiteX2" fmla="*/ 1043267 w 1243292"/>
                <a:gd name="connsiteY2" fmla="*/ 991840 h 1457884"/>
                <a:gd name="connsiteX3" fmla="*/ 928967 w 1243292"/>
                <a:gd name="connsiteY3" fmla="*/ 1185861 h 1457884"/>
                <a:gd name="connsiteX4" fmla="*/ 576542 w 1243292"/>
                <a:gd name="connsiteY4" fmla="*/ 1290636 h 1457884"/>
                <a:gd name="connsiteX5" fmla="*/ 395567 w 1243292"/>
                <a:gd name="connsiteY5" fmla="*/ 1176336 h 1457884"/>
                <a:gd name="connsiteX6" fmla="*/ 751941 w 1243292"/>
                <a:gd name="connsiteY6" fmla="*/ 982315 h 1457884"/>
                <a:gd name="connsiteX7" fmla="*/ 513816 w 1243292"/>
                <a:gd name="connsiteY7" fmla="*/ 0 h 1457884"/>
                <a:gd name="connsiteX0" fmla="*/ 513816 w 1243292"/>
                <a:gd name="connsiteY0" fmla="*/ 0 h 1545790"/>
                <a:gd name="connsiteX1" fmla="*/ 1243292 w 1243292"/>
                <a:gd name="connsiteY1" fmla="*/ 0 h 1545790"/>
                <a:gd name="connsiteX2" fmla="*/ 1043267 w 1243292"/>
                <a:gd name="connsiteY2" fmla="*/ 991840 h 1545790"/>
                <a:gd name="connsiteX3" fmla="*/ 928967 w 1243292"/>
                <a:gd name="connsiteY3" fmla="*/ 1185861 h 1545790"/>
                <a:gd name="connsiteX4" fmla="*/ 576542 w 1243292"/>
                <a:gd name="connsiteY4" fmla="*/ 1290636 h 1545790"/>
                <a:gd name="connsiteX5" fmla="*/ 395567 w 1243292"/>
                <a:gd name="connsiteY5" fmla="*/ 1176336 h 1545790"/>
                <a:gd name="connsiteX6" fmla="*/ 751941 w 1243292"/>
                <a:gd name="connsiteY6" fmla="*/ 982315 h 1545790"/>
                <a:gd name="connsiteX7" fmla="*/ 513816 w 1243292"/>
                <a:gd name="connsiteY7" fmla="*/ 0 h 1545790"/>
                <a:gd name="connsiteX0" fmla="*/ 513816 w 1243292"/>
                <a:gd name="connsiteY0" fmla="*/ 0 h 1587252"/>
                <a:gd name="connsiteX1" fmla="*/ 1243292 w 1243292"/>
                <a:gd name="connsiteY1" fmla="*/ 0 h 1587252"/>
                <a:gd name="connsiteX2" fmla="*/ 1043267 w 1243292"/>
                <a:gd name="connsiteY2" fmla="*/ 991840 h 1587252"/>
                <a:gd name="connsiteX3" fmla="*/ 928967 w 1243292"/>
                <a:gd name="connsiteY3" fmla="*/ 1185861 h 1587252"/>
                <a:gd name="connsiteX4" fmla="*/ 576542 w 1243292"/>
                <a:gd name="connsiteY4" fmla="*/ 1290636 h 1587252"/>
                <a:gd name="connsiteX5" fmla="*/ 395567 w 1243292"/>
                <a:gd name="connsiteY5" fmla="*/ 1176336 h 1587252"/>
                <a:gd name="connsiteX6" fmla="*/ 751941 w 1243292"/>
                <a:gd name="connsiteY6" fmla="*/ 982315 h 1587252"/>
                <a:gd name="connsiteX7" fmla="*/ 513816 w 1243292"/>
                <a:gd name="connsiteY7" fmla="*/ 0 h 1587252"/>
                <a:gd name="connsiteX0" fmla="*/ 513816 w 1243292"/>
                <a:gd name="connsiteY0" fmla="*/ 0 h 1589955"/>
                <a:gd name="connsiteX1" fmla="*/ 1243292 w 1243292"/>
                <a:gd name="connsiteY1" fmla="*/ 0 h 1589955"/>
                <a:gd name="connsiteX2" fmla="*/ 1043267 w 1243292"/>
                <a:gd name="connsiteY2" fmla="*/ 991840 h 1589955"/>
                <a:gd name="connsiteX3" fmla="*/ 928967 w 1243292"/>
                <a:gd name="connsiteY3" fmla="*/ 1185861 h 1589955"/>
                <a:gd name="connsiteX4" fmla="*/ 379693 w 1243292"/>
                <a:gd name="connsiteY4" fmla="*/ 1589085 h 1589955"/>
                <a:gd name="connsiteX5" fmla="*/ 576542 w 1243292"/>
                <a:gd name="connsiteY5" fmla="*/ 1290636 h 1589955"/>
                <a:gd name="connsiteX6" fmla="*/ 395567 w 1243292"/>
                <a:gd name="connsiteY6" fmla="*/ 1176336 h 1589955"/>
                <a:gd name="connsiteX7" fmla="*/ 751941 w 1243292"/>
                <a:gd name="connsiteY7" fmla="*/ 982315 h 1589955"/>
                <a:gd name="connsiteX8" fmla="*/ 513816 w 1243292"/>
                <a:gd name="connsiteY8" fmla="*/ 0 h 1589955"/>
                <a:gd name="connsiteX0" fmla="*/ 513816 w 1243292"/>
                <a:gd name="connsiteY0" fmla="*/ 0 h 1589998"/>
                <a:gd name="connsiteX1" fmla="*/ 1243292 w 1243292"/>
                <a:gd name="connsiteY1" fmla="*/ 0 h 1589998"/>
                <a:gd name="connsiteX2" fmla="*/ 1043267 w 1243292"/>
                <a:gd name="connsiteY2" fmla="*/ 991840 h 1589998"/>
                <a:gd name="connsiteX3" fmla="*/ 928967 w 1243292"/>
                <a:gd name="connsiteY3" fmla="*/ 1185861 h 1589998"/>
                <a:gd name="connsiteX4" fmla="*/ 379693 w 1243292"/>
                <a:gd name="connsiteY4" fmla="*/ 1589085 h 1589998"/>
                <a:gd name="connsiteX5" fmla="*/ 576542 w 1243292"/>
                <a:gd name="connsiteY5" fmla="*/ 1290636 h 1589998"/>
                <a:gd name="connsiteX6" fmla="*/ 395567 w 1243292"/>
                <a:gd name="connsiteY6" fmla="*/ 1176336 h 1589998"/>
                <a:gd name="connsiteX7" fmla="*/ 751941 w 1243292"/>
                <a:gd name="connsiteY7" fmla="*/ 982315 h 1589998"/>
                <a:gd name="connsiteX8" fmla="*/ 513816 w 1243292"/>
                <a:gd name="connsiteY8" fmla="*/ 0 h 1589998"/>
                <a:gd name="connsiteX0" fmla="*/ 513816 w 1243292"/>
                <a:gd name="connsiteY0" fmla="*/ 0 h 1590308"/>
                <a:gd name="connsiteX1" fmla="*/ 1243292 w 1243292"/>
                <a:gd name="connsiteY1" fmla="*/ 0 h 1590308"/>
                <a:gd name="connsiteX2" fmla="*/ 1043267 w 1243292"/>
                <a:gd name="connsiteY2" fmla="*/ 991840 h 1590308"/>
                <a:gd name="connsiteX3" fmla="*/ 928967 w 1243292"/>
                <a:gd name="connsiteY3" fmla="*/ 1185861 h 1590308"/>
                <a:gd name="connsiteX4" fmla="*/ 379693 w 1243292"/>
                <a:gd name="connsiteY4" fmla="*/ 1589085 h 1590308"/>
                <a:gd name="connsiteX5" fmla="*/ 576542 w 1243292"/>
                <a:gd name="connsiteY5" fmla="*/ 1290636 h 1590308"/>
                <a:gd name="connsiteX6" fmla="*/ 395567 w 1243292"/>
                <a:gd name="connsiteY6" fmla="*/ 1176336 h 1590308"/>
                <a:gd name="connsiteX7" fmla="*/ 751941 w 1243292"/>
                <a:gd name="connsiteY7" fmla="*/ 982315 h 1590308"/>
                <a:gd name="connsiteX8" fmla="*/ 513816 w 1243292"/>
                <a:gd name="connsiteY8" fmla="*/ 0 h 1590308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292" h="1592717">
                  <a:moveTo>
                    <a:pt x="513816" y="0"/>
                  </a:moveTo>
                  <a:lnTo>
                    <a:pt x="1243292" y="0"/>
                  </a:lnTo>
                  <a:cubicBezTo>
                    <a:pt x="1176617" y="330613"/>
                    <a:pt x="906742" y="365952"/>
                    <a:pt x="1043267" y="991840"/>
                  </a:cubicBezTo>
                  <a:cubicBezTo>
                    <a:pt x="1278217" y="1087883"/>
                    <a:pt x="1006755" y="1136062"/>
                    <a:pt x="928967" y="1185861"/>
                  </a:cubicBezTo>
                  <a:cubicBezTo>
                    <a:pt x="813080" y="1282227"/>
                    <a:pt x="413030" y="1606548"/>
                    <a:pt x="373343" y="1592260"/>
                  </a:cubicBezTo>
                  <a:cubicBezTo>
                    <a:pt x="320956" y="1584322"/>
                    <a:pt x="416205" y="1368952"/>
                    <a:pt x="576542" y="1290636"/>
                  </a:cubicBezTo>
                  <a:cubicBezTo>
                    <a:pt x="-485495" y="1720848"/>
                    <a:pt x="250447" y="1186448"/>
                    <a:pt x="395567" y="1176336"/>
                  </a:cubicBezTo>
                  <a:cubicBezTo>
                    <a:pt x="-542917" y="1302162"/>
                    <a:pt x="442650" y="989839"/>
                    <a:pt x="751941" y="982315"/>
                  </a:cubicBezTo>
                  <a:cubicBezTo>
                    <a:pt x="791628" y="673927"/>
                    <a:pt x="593191" y="327438"/>
                    <a:pt x="513816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Rectangle 57">
              <a:extLst>
                <a:ext uri="{FF2B5EF4-FFF2-40B4-BE49-F238E27FC236}">
                  <a16:creationId xmlns:a16="http://schemas.microsoft.com/office/drawing/2014/main" id="{76B71C6A-777B-9E00-F2FE-148F964F3D05}"/>
                </a:ext>
              </a:extLst>
            </p:cNvPr>
            <p:cNvSpPr/>
            <p:nvPr/>
          </p:nvSpPr>
          <p:spPr>
            <a:xfrm>
              <a:off x="4079278" y="5033268"/>
              <a:ext cx="1244244" cy="1486060"/>
            </a:xfrm>
            <a:custGeom>
              <a:avLst/>
              <a:gdLst>
                <a:gd name="connsiteX0" fmla="*/ 0 w 729476"/>
                <a:gd name="connsiteY0" fmla="*/ 0 h 353665"/>
                <a:gd name="connsiteX1" fmla="*/ 729476 w 729476"/>
                <a:gd name="connsiteY1" fmla="*/ 0 h 353665"/>
                <a:gd name="connsiteX2" fmla="*/ 729476 w 729476"/>
                <a:gd name="connsiteY2" fmla="*/ 353665 h 353665"/>
                <a:gd name="connsiteX3" fmla="*/ 0 w 729476"/>
                <a:gd name="connsiteY3" fmla="*/ 353665 h 353665"/>
                <a:gd name="connsiteX4" fmla="*/ 0 w 729476"/>
                <a:gd name="connsiteY4" fmla="*/ 0 h 353665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0 w 729476"/>
                <a:gd name="connsiteY3" fmla="*/ 353665 h 991840"/>
                <a:gd name="connsiteX4" fmla="*/ 0 w 729476"/>
                <a:gd name="connsiteY4" fmla="*/ 0 h 991840"/>
                <a:gd name="connsiteX0" fmla="*/ 0 w 729476"/>
                <a:gd name="connsiteY0" fmla="*/ 0 h 991840"/>
                <a:gd name="connsiteX1" fmla="*/ 729476 w 729476"/>
                <a:gd name="connsiteY1" fmla="*/ 0 h 991840"/>
                <a:gd name="connsiteX2" fmla="*/ 529451 w 729476"/>
                <a:gd name="connsiteY2" fmla="*/ 991840 h 991840"/>
                <a:gd name="connsiteX3" fmla="*/ 238125 w 729476"/>
                <a:gd name="connsiteY3" fmla="*/ 982315 h 991840"/>
                <a:gd name="connsiteX4" fmla="*/ 0 w 729476"/>
                <a:gd name="connsiteY4" fmla="*/ 0 h 991840"/>
                <a:gd name="connsiteX0" fmla="*/ 299224 w 1028700"/>
                <a:gd name="connsiteY0" fmla="*/ 0 h 1166917"/>
                <a:gd name="connsiteX1" fmla="*/ 1028700 w 1028700"/>
                <a:gd name="connsiteY1" fmla="*/ 0 h 1166917"/>
                <a:gd name="connsiteX2" fmla="*/ 828675 w 1028700"/>
                <a:gd name="connsiteY2" fmla="*/ 991840 h 1166917"/>
                <a:gd name="connsiteX3" fmla="*/ 0 w 1028700"/>
                <a:gd name="connsiteY3" fmla="*/ 1166811 h 1166917"/>
                <a:gd name="connsiteX4" fmla="*/ 537349 w 1028700"/>
                <a:gd name="connsiteY4" fmla="*/ 982315 h 1166917"/>
                <a:gd name="connsiteX5" fmla="*/ 299224 w 1028700"/>
                <a:gd name="connsiteY5" fmla="*/ 0 h 1166917"/>
                <a:gd name="connsiteX0" fmla="*/ 302540 w 1032016"/>
                <a:gd name="connsiteY0" fmla="*/ 0 h 1294787"/>
                <a:gd name="connsiteX1" fmla="*/ 1032016 w 1032016"/>
                <a:gd name="connsiteY1" fmla="*/ 0 h 1294787"/>
                <a:gd name="connsiteX2" fmla="*/ 831991 w 1032016"/>
                <a:gd name="connsiteY2" fmla="*/ 991840 h 1294787"/>
                <a:gd name="connsiteX3" fmla="*/ 365266 w 1032016"/>
                <a:gd name="connsiteY3" fmla="*/ 1290636 h 1294787"/>
                <a:gd name="connsiteX4" fmla="*/ 3316 w 1032016"/>
                <a:gd name="connsiteY4" fmla="*/ 1166811 h 1294787"/>
                <a:gd name="connsiteX5" fmla="*/ 540665 w 1032016"/>
                <a:gd name="connsiteY5" fmla="*/ 982315 h 1294787"/>
                <a:gd name="connsiteX6" fmla="*/ 302540 w 1032016"/>
                <a:gd name="connsiteY6" fmla="*/ 0 h 1294787"/>
                <a:gd name="connsiteX0" fmla="*/ 302294 w 1031770"/>
                <a:gd name="connsiteY0" fmla="*/ 0 h 1290899"/>
                <a:gd name="connsiteX1" fmla="*/ 1031770 w 1031770"/>
                <a:gd name="connsiteY1" fmla="*/ 0 h 1290899"/>
                <a:gd name="connsiteX2" fmla="*/ 831745 w 1031770"/>
                <a:gd name="connsiteY2" fmla="*/ 991840 h 1290899"/>
                <a:gd name="connsiteX3" fmla="*/ 717445 w 1031770"/>
                <a:gd name="connsiteY3" fmla="*/ 1185861 h 1290899"/>
                <a:gd name="connsiteX4" fmla="*/ 365020 w 1031770"/>
                <a:gd name="connsiteY4" fmla="*/ 1290636 h 1290899"/>
                <a:gd name="connsiteX5" fmla="*/ 3070 w 1031770"/>
                <a:gd name="connsiteY5" fmla="*/ 1166811 h 1290899"/>
                <a:gd name="connsiteX6" fmla="*/ 540419 w 1031770"/>
                <a:gd name="connsiteY6" fmla="*/ 982315 h 1290899"/>
                <a:gd name="connsiteX7" fmla="*/ 302294 w 1031770"/>
                <a:gd name="connsiteY7" fmla="*/ 0 h 1290899"/>
                <a:gd name="connsiteX0" fmla="*/ 125436 w 854912"/>
                <a:gd name="connsiteY0" fmla="*/ 0 h 1290922"/>
                <a:gd name="connsiteX1" fmla="*/ 854912 w 854912"/>
                <a:gd name="connsiteY1" fmla="*/ 0 h 1290922"/>
                <a:gd name="connsiteX2" fmla="*/ 654887 w 854912"/>
                <a:gd name="connsiteY2" fmla="*/ 991840 h 1290922"/>
                <a:gd name="connsiteX3" fmla="*/ 540587 w 854912"/>
                <a:gd name="connsiteY3" fmla="*/ 1185861 h 1290922"/>
                <a:gd name="connsiteX4" fmla="*/ 188162 w 854912"/>
                <a:gd name="connsiteY4" fmla="*/ 1290636 h 1290922"/>
                <a:gd name="connsiteX5" fmla="*/ 7187 w 854912"/>
                <a:gd name="connsiteY5" fmla="*/ 1176336 h 1290922"/>
                <a:gd name="connsiteX6" fmla="*/ 363561 w 854912"/>
                <a:gd name="connsiteY6" fmla="*/ 982315 h 1290922"/>
                <a:gd name="connsiteX7" fmla="*/ 125436 w 854912"/>
                <a:gd name="connsiteY7" fmla="*/ 0 h 1290922"/>
                <a:gd name="connsiteX0" fmla="*/ 491327 w 1220803"/>
                <a:gd name="connsiteY0" fmla="*/ 0 h 1290922"/>
                <a:gd name="connsiteX1" fmla="*/ 1220803 w 1220803"/>
                <a:gd name="connsiteY1" fmla="*/ 0 h 1290922"/>
                <a:gd name="connsiteX2" fmla="*/ 1020778 w 1220803"/>
                <a:gd name="connsiteY2" fmla="*/ 991840 h 1290922"/>
                <a:gd name="connsiteX3" fmla="*/ 906478 w 1220803"/>
                <a:gd name="connsiteY3" fmla="*/ 1185861 h 1290922"/>
                <a:gd name="connsiteX4" fmla="*/ 554053 w 1220803"/>
                <a:gd name="connsiteY4" fmla="*/ 1290636 h 1290922"/>
                <a:gd name="connsiteX5" fmla="*/ 373078 w 1220803"/>
                <a:gd name="connsiteY5" fmla="*/ 1176336 h 1290922"/>
                <a:gd name="connsiteX6" fmla="*/ 729452 w 1220803"/>
                <a:gd name="connsiteY6" fmla="*/ 982315 h 1290922"/>
                <a:gd name="connsiteX7" fmla="*/ 491327 w 1220803"/>
                <a:gd name="connsiteY7" fmla="*/ 0 h 1290922"/>
                <a:gd name="connsiteX0" fmla="*/ 526460 w 1255936"/>
                <a:gd name="connsiteY0" fmla="*/ 0 h 1290922"/>
                <a:gd name="connsiteX1" fmla="*/ 1255936 w 1255936"/>
                <a:gd name="connsiteY1" fmla="*/ 0 h 1290922"/>
                <a:gd name="connsiteX2" fmla="*/ 1055911 w 1255936"/>
                <a:gd name="connsiteY2" fmla="*/ 991840 h 1290922"/>
                <a:gd name="connsiteX3" fmla="*/ 941611 w 1255936"/>
                <a:gd name="connsiteY3" fmla="*/ 1185861 h 1290922"/>
                <a:gd name="connsiteX4" fmla="*/ 589186 w 1255936"/>
                <a:gd name="connsiteY4" fmla="*/ 1290636 h 1290922"/>
                <a:gd name="connsiteX5" fmla="*/ 408211 w 1255936"/>
                <a:gd name="connsiteY5" fmla="*/ 1176336 h 1290922"/>
                <a:gd name="connsiteX6" fmla="*/ 764585 w 1255936"/>
                <a:gd name="connsiteY6" fmla="*/ 982315 h 1290922"/>
                <a:gd name="connsiteX7" fmla="*/ 526460 w 1255936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290922"/>
                <a:gd name="connsiteX1" fmla="*/ 1243292 w 1243292"/>
                <a:gd name="connsiteY1" fmla="*/ 0 h 1290922"/>
                <a:gd name="connsiteX2" fmla="*/ 1043267 w 1243292"/>
                <a:gd name="connsiteY2" fmla="*/ 991840 h 1290922"/>
                <a:gd name="connsiteX3" fmla="*/ 928967 w 1243292"/>
                <a:gd name="connsiteY3" fmla="*/ 1185861 h 1290922"/>
                <a:gd name="connsiteX4" fmla="*/ 576542 w 1243292"/>
                <a:gd name="connsiteY4" fmla="*/ 1290636 h 1290922"/>
                <a:gd name="connsiteX5" fmla="*/ 395567 w 1243292"/>
                <a:gd name="connsiteY5" fmla="*/ 1176336 h 1290922"/>
                <a:gd name="connsiteX6" fmla="*/ 751941 w 1243292"/>
                <a:gd name="connsiteY6" fmla="*/ 982315 h 1290922"/>
                <a:gd name="connsiteX7" fmla="*/ 513816 w 1243292"/>
                <a:gd name="connsiteY7" fmla="*/ 0 h 1290922"/>
                <a:gd name="connsiteX0" fmla="*/ 513816 w 1243292"/>
                <a:gd name="connsiteY0" fmla="*/ 0 h 1461657"/>
                <a:gd name="connsiteX1" fmla="*/ 1243292 w 1243292"/>
                <a:gd name="connsiteY1" fmla="*/ 0 h 1461657"/>
                <a:gd name="connsiteX2" fmla="*/ 1043267 w 1243292"/>
                <a:gd name="connsiteY2" fmla="*/ 991840 h 1461657"/>
                <a:gd name="connsiteX3" fmla="*/ 928967 w 1243292"/>
                <a:gd name="connsiteY3" fmla="*/ 1185861 h 1461657"/>
                <a:gd name="connsiteX4" fmla="*/ 576542 w 1243292"/>
                <a:gd name="connsiteY4" fmla="*/ 1290636 h 1461657"/>
                <a:gd name="connsiteX5" fmla="*/ 395567 w 1243292"/>
                <a:gd name="connsiteY5" fmla="*/ 1176336 h 1461657"/>
                <a:gd name="connsiteX6" fmla="*/ 751941 w 1243292"/>
                <a:gd name="connsiteY6" fmla="*/ 982315 h 1461657"/>
                <a:gd name="connsiteX7" fmla="*/ 513816 w 1243292"/>
                <a:gd name="connsiteY7" fmla="*/ 0 h 1461657"/>
                <a:gd name="connsiteX0" fmla="*/ 536560 w 1266036"/>
                <a:gd name="connsiteY0" fmla="*/ 0 h 1459968"/>
                <a:gd name="connsiteX1" fmla="*/ 1266036 w 1266036"/>
                <a:gd name="connsiteY1" fmla="*/ 0 h 1459968"/>
                <a:gd name="connsiteX2" fmla="*/ 1066011 w 1266036"/>
                <a:gd name="connsiteY2" fmla="*/ 991840 h 1459968"/>
                <a:gd name="connsiteX3" fmla="*/ 951711 w 1266036"/>
                <a:gd name="connsiteY3" fmla="*/ 1185861 h 1459968"/>
                <a:gd name="connsiteX4" fmla="*/ 599286 w 1266036"/>
                <a:gd name="connsiteY4" fmla="*/ 1290636 h 1459968"/>
                <a:gd name="connsiteX5" fmla="*/ 418311 w 1266036"/>
                <a:gd name="connsiteY5" fmla="*/ 1176336 h 1459968"/>
                <a:gd name="connsiteX6" fmla="*/ 774685 w 1266036"/>
                <a:gd name="connsiteY6" fmla="*/ 982315 h 1459968"/>
                <a:gd name="connsiteX7" fmla="*/ 536560 w 1266036"/>
                <a:gd name="connsiteY7" fmla="*/ 0 h 1459968"/>
                <a:gd name="connsiteX0" fmla="*/ 513816 w 1243292"/>
                <a:gd name="connsiteY0" fmla="*/ 0 h 1466223"/>
                <a:gd name="connsiteX1" fmla="*/ 1243292 w 1243292"/>
                <a:gd name="connsiteY1" fmla="*/ 0 h 1466223"/>
                <a:gd name="connsiteX2" fmla="*/ 1043267 w 1243292"/>
                <a:gd name="connsiteY2" fmla="*/ 991840 h 1466223"/>
                <a:gd name="connsiteX3" fmla="*/ 928967 w 1243292"/>
                <a:gd name="connsiteY3" fmla="*/ 1185861 h 1466223"/>
                <a:gd name="connsiteX4" fmla="*/ 576542 w 1243292"/>
                <a:gd name="connsiteY4" fmla="*/ 1290636 h 1466223"/>
                <a:gd name="connsiteX5" fmla="*/ 395567 w 1243292"/>
                <a:gd name="connsiteY5" fmla="*/ 1176336 h 1466223"/>
                <a:gd name="connsiteX6" fmla="*/ 751941 w 1243292"/>
                <a:gd name="connsiteY6" fmla="*/ 982315 h 1466223"/>
                <a:gd name="connsiteX7" fmla="*/ 513816 w 1243292"/>
                <a:gd name="connsiteY7" fmla="*/ 0 h 1466223"/>
                <a:gd name="connsiteX0" fmla="*/ 513816 w 1243292"/>
                <a:gd name="connsiteY0" fmla="*/ 0 h 1457884"/>
                <a:gd name="connsiteX1" fmla="*/ 1243292 w 1243292"/>
                <a:gd name="connsiteY1" fmla="*/ 0 h 1457884"/>
                <a:gd name="connsiteX2" fmla="*/ 1043267 w 1243292"/>
                <a:gd name="connsiteY2" fmla="*/ 991840 h 1457884"/>
                <a:gd name="connsiteX3" fmla="*/ 928967 w 1243292"/>
                <a:gd name="connsiteY3" fmla="*/ 1185861 h 1457884"/>
                <a:gd name="connsiteX4" fmla="*/ 576542 w 1243292"/>
                <a:gd name="connsiteY4" fmla="*/ 1290636 h 1457884"/>
                <a:gd name="connsiteX5" fmla="*/ 395567 w 1243292"/>
                <a:gd name="connsiteY5" fmla="*/ 1176336 h 1457884"/>
                <a:gd name="connsiteX6" fmla="*/ 751941 w 1243292"/>
                <a:gd name="connsiteY6" fmla="*/ 982315 h 1457884"/>
                <a:gd name="connsiteX7" fmla="*/ 513816 w 1243292"/>
                <a:gd name="connsiteY7" fmla="*/ 0 h 1457884"/>
                <a:gd name="connsiteX0" fmla="*/ 513816 w 1243292"/>
                <a:gd name="connsiteY0" fmla="*/ 0 h 1545790"/>
                <a:gd name="connsiteX1" fmla="*/ 1243292 w 1243292"/>
                <a:gd name="connsiteY1" fmla="*/ 0 h 1545790"/>
                <a:gd name="connsiteX2" fmla="*/ 1043267 w 1243292"/>
                <a:gd name="connsiteY2" fmla="*/ 991840 h 1545790"/>
                <a:gd name="connsiteX3" fmla="*/ 928967 w 1243292"/>
                <a:gd name="connsiteY3" fmla="*/ 1185861 h 1545790"/>
                <a:gd name="connsiteX4" fmla="*/ 576542 w 1243292"/>
                <a:gd name="connsiteY4" fmla="*/ 1290636 h 1545790"/>
                <a:gd name="connsiteX5" fmla="*/ 395567 w 1243292"/>
                <a:gd name="connsiteY5" fmla="*/ 1176336 h 1545790"/>
                <a:gd name="connsiteX6" fmla="*/ 751941 w 1243292"/>
                <a:gd name="connsiteY6" fmla="*/ 982315 h 1545790"/>
                <a:gd name="connsiteX7" fmla="*/ 513816 w 1243292"/>
                <a:gd name="connsiteY7" fmla="*/ 0 h 1545790"/>
                <a:gd name="connsiteX0" fmla="*/ 513816 w 1243292"/>
                <a:gd name="connsiteY0" fmla="*/ 0 h 1587252"/>
                <a:gd name="connsiteX1" fmla="*/ 1243292 w 1243292"/>
                <a:gd name="connsiteY1" fmla="*/ 0 h 1587252"/>
                <a:gd name="connsiteX2" fmla="*/ 1043267 w 1243292"/>
                <a:gd name="connsiteY2" fmla="*/ 991840 h 1587252"/>
                <a:gd name="connsiteX3" fmla="*/ 928967 w 1243292"/>
                <a:gd name="connsiteY3" fmla="*/ 1185861 h 1587252"/>
                <a:gd name="connsiteX4" fmla="*/ 576542 w 1243292"/>
                <a:gd name="connsiteY4" fmla="*/ 1290636 h 1587252"/>
                <a:gd name="connsiteX5" fmla="*/ 395567 w 1243292"/>
                <a:gd name="connsiteY5" fmla="*/ 1176336 h 1587252"/>
                <a:gd name="connsiteX6" fmla="*/ 751941 w 1243292"/>
                <a:gd name="connsiteY6" fmla="*/ 982315 h 1587252"/>
                <a:gd name="connsiteX7" fmla="*/ 513816 w 1243292"/>
                <a:gd name="connsiteY7" fmla="*/ 0 h 1587252"/>
                <a:gd name="connsiteX0" fmla="*/ 513816 w 1243292"/>
                <a:gd name="connsiteY0" fmla="*/ 0 h 1589955"/>
                <a:gd name="connsiteX1" fmla="*/ 1243292 w 1243292"/>
                <a:gd name="connsiteY1" fmla="*/ 0 h 1589955"/>
                <a:gd name="connsiteX2" fmla="*/ 1043267 w 1243292"/>
                <a:gd name="connsiteY2" fmla="*/ 991840 h 1589955"/>
                <a:gd name="connsiteX3" fmla="*/ 928967 w 1243292"/>
                <a:gd name="connsiteY3" fmla="*/ 1185861 h 1589955"/>
                <a:gd name="connsiteX4" fmla="*/ 379693 w 1243292"/>
                <a:gd name="connsiteY4" fmla="*/ 1589085 h 1589955"/>
                <a:gd name="connsiteX5" fmla="*/ 576542 w 1243292"/>
                <a:gd name="connsiteY5" fmla="*/ 1290636 h 1589955"/>
                <a:gd name="connsiteX6" fmla="*/ 395567 w 1243292"/>
                <a:gd name="connsiteY6" fmla="*/ 1176336 h 1589955"/>
                <a:gd name="connsiteX7" fmla="*/ 751941 w 1243292"/>
                <a:gd name="connsiteY7" fmla="*/ 982315 h 1589955"/>
                <a:gd name="connsiteX8" fmla="*/ 513816 w 1243292"/>
                <a:gd name="connsiteY8" fmla="*/ 0 h 1589955"/>
                <a:gd name="connsiteX0" fmla="*/ 513816 w 1243292"/>
                <a:gd name="connsiteY0" fmla="*/ 0 h 1589998"/>
                <a:gd name="connsiteX1" fmla="*/ 1243292 w 1243292"/>
                <a:gd name="connsiteY1" fmla="*/ 0 h 1589998"/>
                <a:gd name="connsiteX2" fmla="*/ 1043267 w 1243292"/>
                <a:gd name="connsiteY2" fmla="*/ 991840 h 1589998"/>
                <a:gd name="connsiteX3" fmla="*/ 928967 w 1243292"/>
                <a:gd name="connsiteY3" fmla="*/ 1185861 h 1589998"/>
                <a:gd name="connsiteX4" fmla="*/ 379693 w 1243292"/>
                <a:gd name="connsiteY4" fmla="*/ 1589085 h 1589998"/>
                <a:gd name="connsiteX5" fmla="*/ 576542 w 1243292"/>
                <a:gd name="connsiteY5" fmla="*/ 1290636 h 1589998"/>
                <a:gd name="connsiteX6" fmla="*/ 395567 w 1243292"/>
                <a:gd name="connsiteY6" fmla="*/ 1176336 h 1589998"/>
                <a:gd name="connsiteX7" fmla="*/ 751941 w 1243292"/>
                <a:gd name="connsiteY7" fmla="*/ 982315 h 1589998"/>
                <a:gd name="connsiteX8" fmla="*/ 513816 w 1243292"/>
                <a:gd name="connsiteY8" fmla="*/ 0 h 1589998"/>
                <a:gd name="connsiteX0" fmla="*/ 513816 w 1243292"/>
                <a:gd name="connsiteY0" fmla="*/ 0 h 1590308"/>
                <a:gd name="connsiteX1" fmla="*/ 1243292 w 1243292"/>
                <a:gd name="connsiteY1" fmla="*/ 0 h 1590308"/>
                <a:gd name="connsiteX2" fmla="*/ 1043267 w 1243292"/>
                <a:gd name="connsiteY2" fmla="*/ 991840 h 1590308"/>
                <a:gd name="connsiteX3" fmla="*/ 928967 w 1243292"/>
                <a:gd name="connsiteY3" fmla="*/ 1185861 h 1590308"/>
                <a:gd name="connsiteX4" fmla="*/ 379693 w 1243292"/>
                <a:gd name="connsiteY4" fmla="*/ 1589085 h 1590308"/>
                <a:gd name="connsiteX5" fmla="*/ 576542 w 1243292"/>
                <a:gd name="connsiteY5" fmla="*/ 1290636 h 1590308"/>
                <a:gd name="connsiteX6" fmla="*/ 395567 w 1243292"/>
                <a:gd name="connsiteY6" fmla="*/ 1176336 h 1590308"/>
                <a:gd name="connsiteX7" fmla="*/ 751941 w 1243292"/>
                <a:gd name="connsiteY7" fmla="*/ 982315 h 1590308"/>
                <a:gd name="connsiteX8" fmla="*/ 513816 w 1243292"/>
                <a:gd name="connsiteY8" fmla="*/ 0 h 1590308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3472"/>
                <a:gd name="connsiteX1" fmla="*/ 1243292 w 1243292"/>
                <a:gd name="connsiteY1" fmla="*/ 0 h 1593472"/>
                <a:gd name="connsiteX2" fmla="*/ 1043267 w 1243292"/>
                <a:gd name="connsiteY2" fmla="*/ 991840 h 1593472"/>
                <a:gd name="connsiteX3" fmla="*/ 928967 w 1243292"/>
                <a:gd name="connsiteY3" fmla="*/ 1185861 h 1593472"/>
                <a:gd name="connsiteX4" fmla="*/ 373343 w 1243292"/>
                <a:gd name="connsiteY4" fmla="*/ 1592260 h 1593472"/>
                <a:gd name="connsiteX5" fmla="*/ 576542 w 1243292"/>
                <a:gd name="connsiteY5" fmla="*/ 1290636 h 1593472"/>
                <a:gd name="connsiteX6" fmla="*/ 395567 w 1243292"/>
                <a:gd name="connsiteY6" fmla="*/ 1176336 h 1593472"/>
                <a:gd name="connsiteX7" fmla="*/ 751941 w 1243292"/>
                <a:gd name="connsiteY7" fmla="*/ 982315 h 1593472"/>
                <a:gd name="connsiteX8" fmla="*/ 513816 w 1243292"/>
                <a:gd name="connsiteY8" fmla="*/ 0 h 1593472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513816 w 1243292"/>
                <a:gd name="connsiteY0" fmla="*/ 0 h 1592717"/>
                <a:gd name="connsiteX1" fmla="*/ 1243292 w 1243292"/>
                <a:gd name="connsiteY1" fmla="*/ 0 h 1592717"/>
                <a:gd name="connsiteX2" fmla="*/ 1043267 w 1243292"/>
                <a:gd name="connsiteY2" fmla="*/ 991840 h 1592717"/>
                <a:gd name="connsiteX3" fmla="*/ 928967 w 1243292"/>
                <a:gd name="connsiteY3" fmla="*/ 1185861 h 1592717"/>
                <a:gd name="connsiteX4" fmla="*/ 373343 w 1243292"/>
                <a:gd name="connsiteY4" fmla="*/ 1592260 h 1592717"/>
                <a:gd name="connsiteX5" fmla="*/ 576542 w 1243292"/>
                <a:gd name="connsiteY5" fmla="*/ 1290636 h 1592717"/>
                <a:gd name="connsiteX6" fmla="*/ 395567 w 1243292"/>
                <a:gd name="connsiteY6" fmla="*/ 1176336 h 1592717"/>
                <a:gd name="connsiteX7" fmla="*/ 751941 w 1243292"/>
                <a:gd name="connsiteY7" fmla="*/ 982315 h 1592717"/>
                <a:gd name="connsiteX8" fmla="*/ 513816 w 1243292"/>
                <a:gd name="connsiteY8" fmla="*/ 0 h 1592717"/>
                <a:gd name="connsiteX0" fmla="*/ 496189 w 1225665"/>
                <a:gd name="connsiteY0" fmla="*/ 0 h 1592717"/>
                <a:gd name="connsiteX1" fmla="*/ 1225665 w 1225665"/>
                <a:gd name="connsiteY1" fmla="*/ 0 h 1592717"/>
                <a:gd name="connsiteX2" fmla="*/ 1025640 w 1225665"/>
                <a:gd name="connsiteY2" fmla="*/ 991840 h 1592717"/>
                <a:gd name="connsiteX3" fmla="*/ 911340 w 1225665"/>
                <a:gd name="connsiteY3" fmla="*/ 1185861 h 1592717"/>
                <a:gd name="connsiteX4" fmla="*/ 355716 w 1225665"/>
                <a:gd name="connsiteY4" fmla="*/ 1592260 h 1592717"/>
                <a:gd name="connsiteX5" fmla="*/ 558915 w 1225665"/>
                <a:gd name="connsiteY5" fmla="*/ 1290636 h 1592717"/>
                <a:gd name="connsiteX6" fmla="*/ 400800 w 1225665"/>
                <a:gd name="connsiteY6" fmla="*/ 1115376 h 1592717"/>
                <a:gd name="connsiteX7" fmla="*/ 734314 w 1225665"/>
                <a:gd name="connsiteY7" fmla="*/ 982315 h 1592717"/>
                <a:gd name="connsiteX8" fmla="*/ 496189 w 1225665"/>
                <a:gd name="connsiteY8" fmla="*/ 0 h 1592717"/>
                <a:gd name="connsiteX0" fmla="*/ 646512 w 1375988"/>
                <a:gd name="connsiteY0" fmla="*/ 0 h 1592717"/>
                <a:gd name="connsiteX1" fmla="*/ 1375988 w 1375988"/>
                <a:gd name="connsiteY1" fmla="*/ 0 h 1592717"/>
                <a:gd name="connsiteX2" fmla="*/ 1175963 w 1375988"/>
                <a:gd name="connsiteY2" fmla="*/ 991840 h 1592717"/>
                <a:gd name="connsiteX3" fmla="*/ 1061663 w 1375988"/>
                <a:gd name="connsiteY3" fmla="*/ 1185861 h 1592717"/>
                <a:gd name="connsiteX4" fmla="*/ 506039 w 1375988"/>
                <a:gd name="connsiteY4" fmla="*/ 1592260 h 1592717"/>
                <a:gd name="connsiteX5" fmla="*/ 488258 w 1375988"/>
                <a:gd name="connsiteY5" fmla="*/ 1229676 h 1592717"/>
                <a:gd name="connsiteX6" fmla="*/ 551123 w 1375988"/>
                <a:gd name="connsiteY6" fmla="*/ 1115376 h 1592717"/>
                <a:gd name="connsiteX7" fmla="*/ 884637 w 1375988"/>
                <a:gd name="connsiteY7" fmla="*/ 982315 h 1592717"/>
                <a:gd name="connsiteX8" fmla="*/ 646512 w 1375988"/>
                <a:gd name="connsiteY8" fmla="*/ 0 h 1592717"/>
                <a:gd name="connsiteX0" fmla="*/ 646512 w 1375988"/>
                <a:gd name="connsiteY0" fmla="*/ 0 h 1486250"/>
                <a:gd name="connsiteX1" fmla="*/ 1375988 w 1375988"/>
                <a:gd name="connsiteY1" fmla="*/ 0 h 1486250"/>
                <a:gd name="connsiteX2" fmla="*/ 1175963 w 1375988"/>
                <a:gd name="connsiteY2" fmla="*/ 991840 h 1486250"/>
                <a:gd name="connsiteX3" fmla="*/ 1061663 w 1375988"/>
                <a:gd name="connsiteY3" fmla="*/ 1185861 h 1486250"/>
                <a:gd name="connsiteX4" fmla="*/ 269819 w 1375988"/>
                <a:gd name="connsiteY4" fmla="*/ 1485580 h 1486250"/>
                <a:gd name="connsiteX5" fmla="*/ 488258 w 1375988"/>
                <a:gd name="connsiteY5" fmla="*/ 1229676 h 1486250"/>
                <a:gd name="connsiteX6" fmla="*/ 551123 w 1375988"/>
                <a:gd name="connsiteY6" fmla="*/ 1115376 h 1486250"/>
                <a:gd name="connsiteX7" fmla="*/ 884637 w 1375988"/>
                <a:gd name="connsiteY7" fmla="*/ 982315 h 1486250"/>
                <a:gd name="connsiteX8" fmla="*/ 646512 w 1375988"/>
                <a:gd name="connsiteY8" fmla="*/ 0 h 1486250"/>
                <a:gd name="connsiteX0" fmla="*/ 646512 w 1269676"/>
                <a:gd name="connsiteY0" fmla="*/ 0 h 1486250"/>
                <a:gd name="connsiteX1" fmla="*/ 1193108 w 1269676"/>
                <a:gd name="connsiteY1" fmla="*/ 38100 h 1486250"/>
                <a:gd name="connsiteX2" fmla="*/ 1175963 w 1269676"/>
                <a:gd name="connsiteY2" fmla="*/ 991840 h 1486250"/>
                <a:gd name="connsiteX3" fmla="*/ 1061663 w 1269676"/>
                <a:gd name="connsiteY3" fmla="*/ 1185861 h 1486250"/>
                <a:gd name="connsiteX4" fmla="*/ 269819 w 1269676"/>
                <a:gd name="connsiteY4" fmla="*/ 1485580 h 1486250"/>
                <a:gd name="connsiteX5" fmla="*/ 488258 w 1269676"/>
                <a:gd name="connsiteY5" fmla="*/ 1229676 h 1486250"/>
                <a:gd name="connsiteX6" fmla="*/ 551123 w 1269676"/>
                <a:gd name="connsiteY6" fmla="*/ 1115376 h 1486250"/>
                <a:gd name="connsiteX7" fmla="*/ 884637 w 1269676"/>
                <a:gd name="connsiteY7" fmla="*/ 982315 h 1486250"/>
                <a:gd name="connsiteX8" fmla="*/ 646512 w 1269676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206427"/>
                <a:gd name="connsiteY0" fmla="*/ 0 h 1486250"/>
                <a:gd name="connsiteX1" fmla="*/ 1193108 w 1206427"/>
                <a:gd name="connsiteY1" fmla="*/ 38100 h 1486250"/>
                <a:gd name="connsiteX2" fmla="*/ 1092143 w 1206427"/>
                <a:gd name="connsiteY2" fmla="*/ 938500 h 1486250"/>
                <a:gd name="connsiteX3" fmla="*/ 1061663 w 1206427"/>
                <a:gd name="connsiteY3" fmla="*/ 1185861 h 1486250"/>
                <a:gd name="connsiteX4" fmla="*/ 269819 w 1206427"/>
                <a:gd name="connsiteY4" fmla="*/ 1485580 h 1486250"/>
                <a:gd name="connsiteX5" fmla="*/ 488258 w 1206427"/>
                <a:gd name="connsiteY5" fmla="*/ 1229676 h 1486250"/>
                <a:gd name="connsiteX6" fmla="*/ 551123 w 1206427"/>
                <a:gd name="connsiteY6" fmla="*/ 1115376 h 1486250"/>
                <a:gd name="connsiteX7" fmla="*/ 884637 w 1206427"/>
                <a:gd name="connsiteY7" fmla="*/ 982315 h 1486250"/>
                <a:gd name="connsiteX8" fmla="*/ 646512 w 1206427"/>
                <a:gd name="connsiteY8" fmla="*/ 0 h 1486250"/>
                <a:gd name="connsiteX0" fmla="*/ 646512 w 1351778"/>
                <a:gd name="connsiteY0" fmla="*/ 0 h 1486250"/>
                <a:gd name="connsiteX1" fmla="*/ 1193108 w 1351778"/>
                <a:gd name="connsiteY1" fmla="*/ 38100 h 1486250"/>
                <a:gd name="connsiteX2" fmla="*/ 1092143 w 1351778"/>
                <a:gd name="connsiteY2" fmla="*/ 938500 h 1486250"/>
                <a:gd name="connsiteX3" fmla="*/ 1061663 w 1351778"/>
                <a:gd name="connsiteY3" fmla="*/ 1185861 h 1486250"/>
                <a:gd name="connsiteX4" fmla="*/ 269819 w 1351778"/>
                <a:gd name="connsiteY4" fmla="*/ 1485580 h 1486250"/>
                <a:gd name="connsiteX5" fmla="*/ 488258 w 1351778"/>
                <a:gd name="connsiteY5" fmla="*/ 1229676 h 1486250"/>
                <a:gd name="connsiteX6" fmla="*/ 551123 w 1351778"/>
                <a:gd name="connsiteY6" fmla="*/ 1115376 h 1486250"/>
                <a:gd name="connsiteX7" fmla="*/ 884637 w 1351778"/>
                <a:gd name="connsiteY7" fmla="*/ 982315 h 1486250"/>
                <a:gd name="connsiteX8" fmla="*/ 646512 w 1351778"/>
                <a:gd name="connsiteY8" fmla="*/ 0 h 1486250"/>
                <a:gd name="connsiteX0" fmla="*/ 646512 w 1351778"/>
                <a:gd name="connsiteY0" fmla="*/ 0 h 1486250"/>
                <a:gd name="connsiteX1" fmla="*/ 1193108 w 1351778"/>
                <a:gd name="connsiteY1" fmla="*/ 38100 h 1486250"/>
                <a:gd name="connsiteX2" fmla="*/ 1092143 w 1351778"/>
                <a:gd name="connsiteY2" fmla="*/ 938500 h 1486250"/>
                <a:gd name="connsiteX3" fmla="*/ 1061663 w 1351778"/>
                <a:gd name="connsiteY3" fmla="*/ 1185861 h 1486250"/>
                <a:gd name="connsiteX4" fmla="*/ 269819 w 1351778"/>
                <a:gd name="connsiteY4" fmla="*/ 1485580 h 1486250"/>
                <a:gd name="connsiteX5" fmla="*/ 488258 w 1351778"/>
                <a:gd name="connsiteY5" fmla="*/ 1229676 h 1486250"/>
                <a:gd name="connsiteX6" fmla="*/ 551123 w 1351778"/>
                <a:gd name="connsiteY6" fmla="*/ 1115376 h 1486250"/>
                <a:gd name="connsiteX7" fmla="*/ 884637 w 1351778"/>
                <a:gd name="connsiteY7" fmla="*/ 982315 h 1486250"/>
                <a:gd name="connsiteX8" fmla="*/ 646512 w 1351778"/>
                <a:gd name="connsiteY8" fmla="*/ 0 h 1486250"/>
                <a:gd name="connsiteX0" fmla="*/ 646512 w 1351778"/>
                <a:gd name="connsiteY0" fmla="*/ 0 h 1486060"/>
                <a:gd name="connsiteX1" fmla="*/ 1193108 w 1351778"/>
                <a:gd name="connsiteY1" fmla="*/ 38100 h 1486060"/>
                <a:gd name="connsiteX2" fmla="*/ 1092143 w 1351778"/>
                <a:gd name="connsiteY2" fmla="*/ 938500 h 1486060"/>
                <a:gd name="connsiteX3" fmla="*/ 1061663 w 1351778"/>
                <a:gd name="connsiteY3" fmla="*/ 1185861 h 1486060"/>
                <a:gd name="connsiteX4" fmla="*/ 269819 w 1351778"/>
                <a:gd name="connsiteY4" fmla="*/ 1485580 h 1486060"/>
                <a:gd name="connsiteX5" fmla="*/ 488258 w 1351778"/>
                <a:gd name="connsiteY5" fmla="*/ 1229676 h 1486060"/>
                <a:gd name="connsiteX6" fmla="*/ 551123 w 1351778"/>
                <a:gd name="connsiteY6" fmla="*/ 1115376 h 1486060"/>
                <a:gd name="connsiteX7" fmla="*/ 884637 w 1351778"/>
                <a:gd name="connsiteY7" fmla="*/ 982315 h 1486060"/>
                <a:gd name="connsiteX8" fmla="*/ 646512 w 1351778"/>
                <a:gd name="connsiteY8" fmla="*/ 0 h 1486060"/>
                <a:gd name="connsiteX0" fmla="*/ 646512 w 1351778"/>
                <a:gd name="connsiteY0" fmla="*/ 0 h 1486060"/>
                <a:gd name="connsiteX1" fmla="*/ 1193108 w 1351778"/>
                <a:gd name="connsiteY1" fmla="*/ 38100 h 1486060"/>
                <a:gd name="connsiteX2" fmla="*/ 1092143 w 1351778"/>
                <a:gd name="connsiteY2" fmla="*/ 938500 h 1486060"/>
                <a:gd name="connsiteX3" fmla="*/ 1061663 w 1351778"/>
                <a:gd name="connsiteY3" fmla="*/ 1185861 h 1486060"/>
                <a:gd name="connsiteX4" fmla="*/ 269819 w 1351778"/>
                <a:gd name="connsiteY4" fmla="*/ 1485580 h 1486060"/>
                <a:gd name="connsiteX5" fmla="*/ 488258 w 1351778"/>
                <a:gd name="connsiteY5" fmla="*/ 1229676 h 1486060"/>
                <a:gd name="connsiteX6" fmla="*/ 551123 w 1351778"/>
                <a:gd name="connsiteY6" fmla="*/ 1115376 h 1486060"/>
                <a:gd name="connsiteX7" fmla="*/ 884637 w 1351778"/>
                <a:gd name="connsiteY7" fmla="*/ 982315 h 1486060"/>
                <a:gd name="connsiteX8" fmla="*/ 646512 w 1351778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78828 w 1284094"/>
                <a:gd name="connsiteY0" fmla="*/ 0 h 1486060"/>
                <a:gd name="connsiteX1" fmla="*/ 1125424 w 1284094"/>
                <a:gd name="connsiteY1" fmla="*/ 38100 h 1486060"/>
                <a:gd name="connsiteX2" fmla="*/ 1024459 w 1284094"/>
                <a:gd name="connsiteY2" fmla="*/ 938500 h 1486060"/>
                <a:gd name="connsiteX3" fmla="*/ 993979 w 1284094"/>
                <a:gd name="connsiteY3" fmla="*/ 1185861 h 1486060"/>
                <a:gd name="connsiteX4" fmla="*/ 202135 w 1284094"/>
                <a:gd name="connsiteY4" fmla="*/ 1485580 h 1486060"/>
                <a:gd name="connsiteX5" fmla="*/ 420574 w 1284094"/>
                <a:gd name="connsiteY5" fmla="*/ 1229676 h 1486060"/>
                <a:gd name="connsiteX6" fmla="*/ 483439 w 1284094"/>
                <a:gd name="connsiteY6" fmla="*/ 1115376 h 1486060"/>
                <a:gd name="connsiteX7" fmla="*/ 816953 w 1284094"/>
                <a:gd name="connsiteY7" fmla="*/ 982315 h 1486060"/>
                <a:gd name="connsiteX8" fmla="*/ 578828 w 1284094"/>
                <a:gd name="connsiteY8" fmla="*/ 0 h 1486060"/>
                <a:gd name="connsiteX0" fmla="*/ 553450 w 1258716"/>
                <a:gd name="connsiteY0" fmla="*/ 0 h 1486060"/>
                <a:gd name="connsiteX1" fmla="*/ 1100046 w 1258716"/>
                <a:gd name="connsiteY1" fmla="*/ 38100 h 1486060"/>
                <a:gd name="connsiteX2" fmla="*/ 999081 w 1258716"/>
                <a:gd name="connsiteY2" fmla="*/ 938500 h 1486060"/>
                <a:gd name="connsiteX3" fmla="*/ 968601 w 1258716"/>
                <a:gd name="connsiteY3" fmla="*/ 1185861 h 1486060"/>
                <a:gd name="connsiteX4" fmla="*/ 176757 w 1258716"/>
                <a:gd name="connsiteY4" fmla="*/ 1485580 h 1486060"/>
                <a:gd name="connsiteX5" fmla="*/ 395196 w 1258716"/>
                <a:gd name="connsiteY5" fmla="*/ 1229676 h 1486060"/>
                <a:gd name="connsiteX6" fmla="*/ 458061 w 1258716"/>
                <a:gd name="connsiteY6" fmla="*/ 1115376 h 1486060"/>
                <a:gd name="connsiteX7" fmla="*/ 791575 w 1258716"/>
                <a:gd name="connsiteY7" fmla="*/ 982315 h 1486060"/>
                <a:gd name="connsiteX8" fmla="*/ 553450 w 1258716"/>
                <a:gd name="connsiteY8" fmla="*/ 0 h 1486060"/>
                <a:gd name="connsiteX0" fmla="*/ 559080 w 1264346"/>
                <a:gd name="connsiteY0" fmla="*/ 0 h 1486060"/>
                <a:gd name="connsiteX1" fmla="*/ 1105676 w 1264346"/>
                <a:gd name="connsiteY1" fmla="*/ 38100 h 1486060"/>
                <a:gd name="connsiteX2" fmla="*/ 1004711 w 1264346"/>
                <a:gd name="connsiteY2" fmla="*/ 938500 h 1486060"/>
                <a:gd name="connsiteX3" fmla="*/ 974231 w 1264346"/>
                <a:gd name="connsiteY3" fmla="*/ 1185861 h 1486060"/>
                <a:gd name="connsiteX4" fmla="*/ 182387 w 1264346"/>
                <a:gd name="connsiteY4" fmla="*/ 1485580 h 1486060"/>
                <a:gd name="connsiteX5" fmla="*/ 400826 w 1264346"/>
                <a:gd name="connsiteY5" fmla="*/ 1229676 h 1486060"/>
                <a:gd name="connsiteX6" fmla="*/ 463691 w 1264346"/>
                <a:gd name="connsiteY6" fmla="*/ 1115376 h 1486060"/>
                <a:gd name="connsiteX7" fmla="*/ 797205 w 1264346"/>
                <a:gd name="connsiteY7" fmla="*/ 982315 h 1486060"/>
                <a:gd name="connsiteX8" fmla="*/ 559080 w 1264346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782417 w 1249558"/>
                <a:gd name="connsiteY7" fmla="*/ 982315 h 1486060"/>
                <a:gd name="connsiteX8" fmla="*/ 544292 w 1249558"/>
                <a:gd name="connsiteY8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44292 w 1249558"/>
                <a:gd name="connsiteY0" fmla="*/ 0 h 1486060"/>
                <a:gd name="connsiteX1" fmla="*/ 1090888 w 1249558"/>
                <a:gd name="connsiteY1" fmla="*/ 38100 h 1486060"/>
                <a:gd name="connsiteX2" fmla="*/ 989923 w 1249558"/>
                <a:gd name="connsiteY2" fmla="*/ 938500 h 1486060"/>
                <a:gd name="connsiteX3" fmla="*/ 959443 w 1249558"/>
                <a:gd name="connsiteY3" fmla="*/ 1185861 h 1486060"/>
                <a:gd name="connsiteX4" fmla="*/ 167599 w 1249558"/>
                <a:gd name="connsiteY4" fmla="*/ 1485580 h 1486060"/>
                <a:gd name="connsiteX5" fmla="*/ 386038 w 1249558"/>
                <a:gd name="connsiteY5" fmla="*/ 1229676 h 1486060"/>
                <a:gd name="connsiteX6" fmla="*/ 448903 w 1249558"/>
                <a:gd name="connsiteY6" fmla="*/ 1115376 h 1486060"/>
                <a:gd name="connsiteX7" fmla="*/ 509544 w 1249558"/>
                <a:gd name="connsiteY7" fmla="*/ 1043248 h 1486060"/>
                <a:gd name="connsiteX8" fmla="*/ 782417 w 1249558"/>
                <a:gd name="connsiteY8" fmla="*/ 982315 h 1486060"/>
                <a:gd name="connsiteX9" fmla="*/ 544292 w 1249558"/>
                <a:gd name="connsiteY9" fmla="*/ 0 h 1486060"/>
                <a:gd name="connsiteX0" fmla="*/ 552389 w 1257655"/>
                <a:gd name="connsiteY0" fmla="*/ 0 h 1486060"/>
                <a:gd name="connsiteX1" fmla="*/ 1098985 w 1257655"/>
                <a:gd name="connsiteY1" fmla="*/ 38100 h 1486060"/>
                <a:gd name="connsiteX2" fmla="*/ 998020 w 1257655"/>
                <a:gd name="connsiteY2" fmla="*/ 938500 h 1486060"/>
                <a:gd name="connsiteX3" fmla="*/ 967540 w 1257655"/>
                <a:gd name="connsiteY3" fmla="*/ 1185861 h 1486060"/>
                <a:gd name="connsiteX4" fmla="*/ 175696 w 1257655"/>
                <a:gd name="connsiteY4" fmla="*/ 1485580 h 1486060"/>
                <a:gd name="connsiteX5" fmla="*/ 394135 w 1257655"/>
                <a:gd name="connsiteY5" fmla="*/ 1229676 h 1486060"/>
                <a:gd name="connsiteX6" fmla="*/ 457000 w 1257655"/>
                <a:gd name="connsiteY6" fmla="*/ 1115376 h 1486060"/>
                <a:gd name="connsiteX7" fmla="*/ 517641 w 1257655"/>
                <a:gd name="connsiteY7" fmla="*/ 1043248 h 1486060"/>
                <a:gd name="connsiteX8" fmla="*/ 790514 w 1257655"/>
                <a:gd name="connsiteY8" fmla="*/ 982315 h 1486060"/>
                <a:gd name="connsiteX9" fmla="*/ 552389 w 1257655"/>
                <a:gd name="connsiteY9" fmla="*/ 0 h 1486060"/>
                <a:gd name="connsiteX0" fmla="*/ 552389 w 1257655"/>
                <a:gd name="connsiteY0" fmla="*/ 0 h 1486060"/>
                <a:gd name="connsiteX1" fmla="*/ 1098985 w 1257655"/>
                <a:gd name="connsiteY1" fmla="*/ 38100 h 1486060"/>
                <a:gd name="connsiteX2" fmla="*/ 998020 w 1257655"/>
                <a:gd name="connsiteY2" fmla="*/ 938500 h 1486060"/>
                <a:gd name="connsiteX3" fmla="*/ 967540 w 1257655"/>
                <a:gd name="connsiteY3" fmla="*/ 1185861 h 1486060"/>
                <a:gd name="connsiteX4" fmla="*/ 175696 w 1257655"/>
                <a:gd name="connsiteY4" fmla="*/ 1485580 h 1486060"/>
                <a:gd name="connsiteX5" fmla="*/ 394135 w 1257655"/>
                <a:gd name="connsiteY5" fmla="*/ 1229676 h 1486060"/>
                <a:gd name="connsiteX6" fmla="*/ 457000 w 1257655"/>
                <a:gd name="connsiteY6" fmla="*/ 1115376 h 1486060"/>
                <a:gd name="connsiteX7" fmla="*/ 517641 w 1257655"/>
                <a:gd name="connsiteY7" fmla="*/ 1043248 h 1486060"/>
                <a:gd name="connsiteX8" fmla="*/ 790514 w 1257655"/>
                <a:gd name="connsiteY8" fmla="*/ 982315 h 1486060"/>
                <a:gd name="connsiteX9" fmla="*/ 552389 w 1257655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538978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538978 w 1244244"/>
                <a:gd name="connsiteY9" fmla="*/ 0 h 1486060"/>
                <a:gd name="connsiteX0" fmla="*/ 610416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610416 w 1244244"/>
                <a:gd name="connsiteY9" fmla="*/ 0 h 1486060"/>
                <a:gd name="connsiteX0" fmla="*/ 610416 w 1244244"/>
                <a:gd name="connsiteY0" fmla="*/ 0 h 1486060"/>
                <a:gd name="connsiteX1" fmla="*/ 1085574 w 1244244"/>
                <a:gd name="connsiteY1" fmla="*/ 38100 h 1486060"/>
                <a:gd name="connsiteX2" fmla="*/ 984609 w 1244244"/>
                <a:gd name="connsiteY2" fmla="*/ 938500 h 1486060"/>
                <a:gd name="connsiteX3" fmla="*/ 954129 w 1244244"/>
                <a:gd name="connsiteY3" fmla="*/ 1185861 h 1486060"/>
                <a:gd name="connsiteX4" fmla="*/ 162285 w 1244244"/>
                <a:gd name="connsiteY4" fmla="*/ 1485580 h 1486060"/>
                <a:gd name="connsiteX5" fmla="*/ 399774 w 1244244"/>
                <a:gd name="connsiteY5" fmla="*/ 1224914 h 1486060"/>
                <a:gd name="connsiteX6" fmla="*/ 443589 w 1244244"/>
                <a:gd name="connsiteY6" fmla="*/ 1115376 h 1486060"/>
                <a:gd name="connsiteX7" fmla="*/ 504230 w 1244244"/>
                <a:gd name="connsiteY7" fmla="*/ 1043248 h 1486060"/>
                <a:gd name="connsiteX8" fmla="*/ 777103 w 1244244"/>
                <a:gd name="connsiteY8" fmla="*/ 982315 h 1486060"/>
                <a:gd name="connsiteX9" fmla="*/ 610416 w 1244244"/>
                <a:gd name="connsiteY9" fmla="*/ 0 h 148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44244" h="1486060">
                  <a:moveTo>
                    <a:pt x="610416" y="0"/>
                  </a:moveTo>
                  <a:lnTo>
                    <a:pt x="1085574" y="38100"/>
                  </a:lnTo>
                  <a:cubicBezTo>
                    <a:pt x="1018899" y="368713"/>
                    <a:pt x="901424" y="746952"/>
                    <a:pt x="984609" y="938500"/>
                  </a:cubicBezTo>
                  <a:cubicBezTo>
                    <a:pt x="1547219" y="1133603"/>
                    <a:pt x="1031917" y="1166542"/>
                    <a:pt x="954129" y="1185861"/>
                  </a:cubicBezTo>
                  <a:cubicBezTo>
                    <a:pt x="723942" y="1190787"/>
                    <a:pt x="201972" y="1499868"/>
                    <a:pt x="162285" y="1485580"/>
                  </a:cubicBezTo>
                  <a:cubicBezTo>
                    <a:pt x="71798" y="1447162"/>
                    <a:pt x="239437" y="1303230"/>
                    <a:pt x="399774" y="1224914"/>
                  </a:cubicBezTo>
                  <a:cubicBezTo>
                    <a:pt x="-419376" y="1489392"/>
                    <a:pt x="241318" y="1096913"/>
                    <a:pt x="443589" y="1115376"/>
                  </a:cubicBezTo>
                  <a:cubicBezTo>
                    <a:pt x="469728" y="1172411"/>
                    <a:pt x="-337169" y="1132100"/>
                    <a:pt x="504230" y="1043248"/>
                  </a:cubicBezTo>
                  <a:cubicBezTo>
                    <a:pt x="559816" y="1021071"/>
                    <a:pt x="748293" y="1053796"/>
                    <a:pt x="777103" y="982315"/>
                  </a:cubicBezTo>
                  <a:cubicBezTo>
                    <a:pt x="816790" y="673927"/>
                    <a:pt x="742178" y="484600"/>
                    <a:pt x="610416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70458C0-B0A7-08A9-CF48-31620A3A8465}"/>
                </a:ext>
              </a:extLst>
            </p:cNvPr>
            <p:cNvGrpSpPr/>
            <p:nvPr/>
          </p:nvGrpSpPr>
          <p:grpSpPr>
            <a:xfrm>
              <a:off x="2919374" y="281088"/>
              <a:ext cx="6091113" cy="5457371"/>
              <a:chOff x="2670074" y="29028"/>
              <a:chExt cx="6398909" cy="5733143"/>
            </a:xfrm>
            <a:grpFill/>
          </p:grpSpPr>
          <p:sp>
            <p:nvSpPr>
              <p:cNvPr id="74" name="Rectangle 2">
                <a:extLst>
                  <a:ext uri="{FF2B5EF4-FFF2-40B4-BE49-F238E27FC236}">
                    <a16:creationId xmlns:a16="http://schemas.microsoft.com/office/drawing/2014/main" id="{103A09E2-037B-9A1B-D01B-AC940BE16569}"/>
                  </a:ext>
                </a:extLst>
              </p:cNvPr>
              <p:cNvSpPr/>
              <p:nvPr/>
            </p:nvSpPr>
            <p:spPr>
              <a:xfrm rot="532401">
                <a:off x="2670074" y="29028"/>
                <a:ext cx="6398909" cy="5733143"/>
              </a:xfrm>
              <a:custGeom>
                <a:avLst/>
                <a:gdLst>
                  <a:gd name="connsiteX0" fmla="*/ 0 w 1937982"/>
                  <a:gd name="connsiteY0" fmla="*/ 0 h 1845860"/>
                  <a:gd name="connsiteX1" fmla="*/ 1937982 w 1937982"/>
                  <a:gd name="connsiteY1" fmla="*/ 0 h 1845860"/>
                  <a:gd name="connsiteX2" fmla="*/ 1937982 w 1937982"/>
                  <a:gd name="connsiteY2" fmla="*/ 1845860 h 1845860"/>
                  <a:gd name="connsiteX3" fmla="*/ 0 w 1937982"/>
                  <a:gd name="connsiteY3" fmla="*/ 1845860 h 1845860"/>
                  <a:gd name="connsiteX4" fmla="*/ 0 w 1937982"/>
                  <a:gd name="connsiteY4" fmla="*/ 0 h 1845860"/>
                  <a:gd name="connsiteX0" fmla="*/ 0 w 1982432"/>
                  <a:gd name="connsiteY0" fmla="*/ 0 h 2080810"/>
                  <a:gd name="connsiteX1" fmla="*/ 1982432 w 1982432"/>
                  <a:gd name="connsiteY1" fmla="*/ 234950 h 2080810"/>
                  <a:gd name="connsiteX2" fmla="*/ 1982432 w 1982432"/>
                  <a:gd name="connsiteY2" fmla="*/ 2080810 h 2080810"/>
                  <a:gd name="connsiteX3" fmla="*/ 44450 w 1982432"/>
                  <a:gd name="connsiteY3" fmla="*/ 2080810 h 2080810"/>
                  <a:gd name="connsiteX4" fmla="*/ 0 w 1982432"/>
                  <a:gd name="connsiteY4" fmla="*/ 0 h 2080810"/>
                  <a:gd name="connsiteX0" fmla="*/ 0 w 1982432"/>
                  <a:gd name="connsiteY0" fmla="*/ 225168 h 2305978"/>
                  <a:gd name="connsiteX1" fmla="*/ 621257 w 1982432"/>
                  <a:gd name="connsiteY1" fmla="*/ 928 h 2305978"/>
                  <a:gd name="connsiteX2" fmla="*/ 1982432 w 1982432"/>
                  <a:gd name="connsiteY2" fmla="*/ 460118 h 2305978"/>
                  <a:gd name="connsiteX3" fmla="*/ 1982432 w 1982432"/>
                  <a:gd name="connsiteY3" fmla="*/ 2305978 h 2305978"/>
                  <a:gd name="connsiteX4" fmla="*/ 44450 w 1982432"/>
                  <a:gd name="connsiteY4" fmla="*/ 2305978 h 2305978"/>
                  <a:gd name="connsiteX5" fmla="*/ 0 w 1982432"/>
                  <a:gd name="connsiteY5" fmla="*/ 225168 h 2305978"/>
                  <a:gd name="connsiteX0" fmla="*/ 0 w 1982432"/>
                  <a:gd name="connsiteY0" fmla="*/ 246654 h 2327464"/>
                  <a:gd name="connsiteX1" fmla="*/ 621257 w 1982432"/>
                  <a:gd name="connsiteY1" fmla="*/ 22414 h 2327464"/>
                  <a:gd name="connsiteX2" fmla="*/ 1307057 w 1982432"/>
                  <a:gd name="connsiteY2" fmla="*/ 9714 h 2327464"/>
                  <a:gd name="connsiteX3" fmla="*/ 1982432 w 1982432"/>
                  <a:gd name="connsiteY3" fmla="*/ 481604 h 2327464"/>
                  <a:gd name="connsiteX4" fmla="*/ 1982432 w 1982432"/>
                  <a:gd name="connsiteY4" fmla="*/ 2327464 h 2327464"/>
                  <a:gd name="connsiteX5" fmla="*/ 44450 w 1982432"/>
                  <a:gd name="connsiteY5" fmla="*/ 2327464 h 2327464"/>
                  <a:gd name="connsiteX6" fmla="*/ 0 w 1982432"/>
                  <a:gd name="connsiteY6" fmla="*/ 246654 h 2327464"/>
                  <a:gd name="connsiteX0" fmla="*/ 0 w 1982432"/>
                  <a:gd name="connsiteY0" fmla="*/ 246654 h 2327464"/>
                  <a:gd name="connsiteX1" fmla="*/ 621257 w 1982432"/>
                  <a:gd name="connsiteY1" fmla="*/ 22414 h 2327464"/>
                  <a:gd name="connsiteX2" fmla="*/ 1307057 w 1982432"/>
                  <a:gd name="connsiteY2" fmla="*/ 9714 h 2327464"/>
                  <a:gd name="connsiteX3" fmla="*/ 1923007 w 1982432"/>
                  <a:gd name="connsiteY3" fmla="*/ 244664 h 2327464"/>
                  <a:gd name="connsiteX4" fmla="*/ 1982432 w 1982432"/>
                  <a:gd name="connsiteY4" fmla="*/ 481604 h 2327464"/>
                  <a:gd name="connsiteX5" fmla="*/ 1982432 w 1982432"/>
                  <a:gd name="connsiteY5" fmla="*/ 2327464 h 2327464"/>
                  <a:gd name="connsiteX6" fmla="*/ 44450 w 1982432"/>
                  <a:gd name="connsiteY6" fmla="*/ 2327464 h 2327464"/>
                  <a:gd name="connsiteX7" fmla="*/ 0 w 1982432"/>
                  <a:gd name="connsiteY7" fmla="*/ 246654 h 2327464"/>
                  <a:gd name="connsiteX0" fmla="*/ 0 w 2401532"/>
                  <a:gd name="connsiteY0" fmla="*/ 246654 h 2327464"/>
                  <a:gd name="connsiteX1" fmla="*/ 621257 w 2401532"/>
                  <a:gd name="connsiteY1" fmla="*/ 22414 h 2327464"/>
                  <a:gd name="connsiteX2" fmla="*/ 1307057 w 2401532"/>
                  <a:gd name="connsiteY2" fmla="*/ 9714 h 2327464"/>
                  <a:gd name="connsiteX3" fmla="*/ 1923007 w 2401532"/>
                  <a:gd name="connsiteY3" fmla="*/ 244664 h 2327464"/>
                  <a:gd name="connsiteX4" fmla="*/ 2401532 w 2401532"/>
                  <a:gd name="connsiteY4" fmla="*/ 678454 h 2327464"/>
                  <a:gd name="connsiteX5" fmla="*/ 1982432 w 2401532"/>
                  <a:gd name="connsiteY5" fmla="*/ 2327464 h 2327464"/>
                  <a:gd name="connsiteX6" fmla="*/ 44450 w 2401532"/>
                  <a:gd name="connsiteY6" fmla="*/ 2327464 h 2327464"/>
                  <a:gd name="connsiteX7" fmla="*/ 0 w 2401532"/>
                  <a:gd name="connsiteY7" fmla="*/ 246654 h 2327464"/>
                  <a:gd name="connsiteX0" fmla="*/ 0 w 2677886"/>
                  <a:gd name="connsiteY0" fmla="*/ 246654 h 2327464"/>
                  <a:gd name="connsiteX1" fmla="*/ 621257 w 2677886"/>
                  <a:gd name="connsiteY1" fmla="*/ 22414 h 2327464"/>
                  <a:gd name="connsiteX2" fmla="*/ 1307057 w 2677886"/>
                  <a:gd name="connsiteY2" fmla="*/ 9714 h 2327464"/>
                  <a:gd name="connsiteX3" fmla="*/ 1923007 w 2677886"/>
                  <a:gd name="connsiteY3" fmla="*/ 244664 h 2327464"/>
                  <a:gd name="connsiteX4" fmla="*/ 2401532 w 2677886"/>
                  <a:gd name="connsiteY4" fmla="*/ 678454 h 2327464"/>
                  <a:gd name="connsiteX5" fmla="*/ 2672307 w 2677886"/>
                  <a:gd name="connsiteY5" fmla="*/ 1286064 h 2327464"/>
                  <a:gd name="connsiteX6" fmla="*/ 1982432 w 2677886"/>
                  <a:gd name="connsiteY6" fmla="*/ 2327464 h 2327464"/>
                  <a:gd name="connsiteX7" fmla="*/ 44450 w 2677886"/>
                  <a:gd name="connsiteY7" fmla="*/ 2327464 h 2327464"/>
                  <a:gd name="connsiteX8" fmla="*/ 0 w 2677886"/>
                  <a:gd name="connsiteY8" fmla="*/ 246654 h 2327464"/>
                  <a:gd name="connsiteX0" fmla="*/ 0 w 2729260"/>
                  <a:gd name="connsiteY0" fmla="*/ 246654 h 2327464"/>
                  <a:gd name="connsiteX1" fmla="*/ 621257 w 2729260"/>
                  <a:gd name="connsiteY1" fmla="*/ 22414 h 2327464"/>
                  <a:gd name="connsiteX2" fmla="*/ 1307057 w 2729260"/>
                  <a:gd name="connsiteY2" fmla="*/ 9714 h 2327464"/>
                  <a:gd name="connsiteX3" fmla="*/ 1923007 w 2729260"/>
                  <a:gd name="connsiteY3" fmla="*/ 244664 h 2327464"/>
                  <a:gd name="connsiteX4" fmla="*/ 2401532 w 2729260"/>
                  <a:gd name="connsiteY4" fmla="*/ 678454 h 2327464"/>
                  <a:gd name="connsiteX5" fmla="*/ 2672307 w 2729260"/>
                  <a:gd name="connsiteY5" fmla="*/ 1286064 h 2327464"/>
                  <a:gd name="connsiteX6" fmla="*/ 2723107 w 2729260"/>
                  <a:gd name="connsiteY6" fmla="*/ 1914714 h 2327464"/>
                  <a:gd name="connsiteX7" fmla="*/ 1982432 w 2729260"/>
                  <a:gd name="connsiteY7" fmla="*/ 2327464 h 2327464"/>
                  <a:gd name="connsiteX8" fmla="*/ 44450 w 2729260"/>
                  <a:gd name="connsiteY8" fmla="*/ 2327464 h 2327464"/>
                  <a:gd name="connsiteX9" fmla="*/ 0 w 2729260"/>
                  <a:gd name="connsiteY9" fmla="*/ 246654 h 2327464"/>
                  <a:gd name="connsiteX0" fmla="*/ 0 w 2729260"/>
                  <a:gd name="connsiteY0" fmla="*/ 246654 h 2454464"/>
                  <a:gd name="connsiteX1" fmla="*/ 621257 w 2729260"/>
                  <a:gd name="connsiteY1" fmla="*/ 22414 h 2454464"/>
                  <a:gd name="connsiteX2" fmla="*/ 1307057 w 2729260"/>
                  <a:gd name="connsiteY2" fmla="*/ 9714 h 2454464"/>
                  <a:gd name="connsiteX3" fmla="*/ 1923007 w 2729260"/>
                  <a:gd name="connsiteY3" fmla="*/ 244664 h 2454464"/>
                  <a:gd name="connsiteX4" fmla="*/ 2401532 w 2729260"/>
                  <a:gd name="connsiteY4" fmla="*/ 678454 h 2454464"/>
                  <a:gd name="connsiteX5" fmla="*/ 2672307 w 2729260"/>
                  <a:gd name="connsiteY5" fmla="*/ 1286064 h 2454464"/>
                  <a:gd name="connsiteX6" fmla="*/ 2723107 w 2729260"/>
                  <a:gd name="connsiteY6" fmla="*/ 1914714 h 2454464"/>
                  <a:gd name="connsiteX7" fmla="*/ 2405607 w 2729260"/>
                  <a:gd name="connsiteY7" fmla="*/ 2454464 h 2454464"/>
                  <a:gd name="connsiteX8" fmla="*/ 1982432 w 2729260"/>
                  <a:gd name="connsiteY8" fmla="*/ 2327464 h 2454464"/>
                  <a:gd name="connsiteX9" fmla="*/ 44450 w 2729260"/>
                  <a:gd name="connsiteY9" fmla="*/ 2327464 h 2454464"/>
                  <a:gd name="connsiteX10" fmla="*/ 0 w 2729260"/>
                  <a:gd name="connsiteY10" fmla="*/ 246654 h 2454464"/>
                  <a:gd name="connsiteX0" fmla="*/ 0 w 2729260"/>
                  <a:gd name="connsiteY0" fmla="*/ 246654 h 2765614"/>
                  <a:gd name="connsiteX1" fmla="*/ 621257 w 2729260"/>
                  <a:gd name="connsiteY1" fmla="*/ 22414 h 2765614"/>
                  <a:gd name="connsiteX2" fmla="*/ 1307057 w 2729260"/>
                  <a:gd name="connsiteY2" fmla="*/ 9714 h 2765614"/>
                  <a:gd name="connsiteX3" fmla="*/ 1923007 w 2729260"/>
                  <a:gd name="connsiteY3" fmla="*/ 244664 h 2765614"/>
                  <a:gd name="connsiteX4" fmla="*/ 2401532 w 2729260"/>
                  <a:gd name="connsiteY4" fmla="*/ 678454 h 2765614"/>
                  <a:gd name="connsiteX5" fmla="*/ 2672307 w 2729260"/>
                  <a:gd name="connsiteY5" fmla="*/ 1286064 h 2765614"/>
                  <a:gd name="connsiteX6" fmla="*/ 2723107 w 2729260"/>
                  <a:gd name="connsiteY6" fmla="*/ 1914714 h 2765614"/>
                  <a:gd name="connsiteX7" fmla="*/ 2405607 w 2729260"/>
                  <a:gd name="connsiteY7" fmla="*/ 2454464 h 2765614"/>
                  <a:gd name="connsiteX8" fmla="*/ 2001482 w 2729260"/>
                  <a:gd name="connsiteY8" fmla="*/ 2765614 h 2765614"/>
                  <a:gd name="connsiteX9" fmla="*/ 44450 w 2729260"/>
                  <a:gd name="connsiteY9" fmla="*/ 2327464 h 2765614"/>
                  <a:gd name="connsiteX10" fmla="*/ 0 w 2729260"/>
                  <a:gd name="connsiteY10" fmla="*/ 246654 h 2765614"/>
                  <a:gd name="connsiteX0" fmla="*/ 0 w 2729260"/>
                  <a:gd name="connsiteY0" fmla="*/ 246654 h 2921568"/>
                  <a:gd name="connsiteX1" fmla="*/ 621257 w 2729260"/>
                  <a:gd name="connsiteY1" fmla="*/ 22414 h 2921568"/>
                  <a:gd name="connsiteX2" fmla="*/ 1307057 w 2729260"/>
                  <a:gd name="connsiteY2" fmla="*/ 9714 h 2921568"/>
                  <a:gd name="connsiteX3" fmla="*/ 1923007 w 2729260"/>
                  <a:gd name="connsiteY3" fmla="*/ 244664 h 2921568"/>
                  <a:gd name="connsiteX4" fmla="*/ 2401532 w 2729260"/>
                  <a:gd name="connsiteY4" fmla="*/ 678454 h 2921568"/>
                  <a:gd name="connsiteX5" fmla="*/ 2672307 w 2729260"/>
                  <a:gd name="connsiteY5" fmla="*/ 1286064 h 2921568"/>
                  <a:gd name="connsiteX6" fmla="*/ 2723107 w 2729260"/>
                  <a:gd name="connsiteY6" fmla="*/ 1914714 h 2921568"/>
                  <a:gd name="connsiteX7" fmla="*/ 2405607 w 2729260"/>
                  <a:gd name="connsiteY7" fmla="*/ 2454464 h 2921568"/>
                  <a:gd name="connsiteX8" fmla="*/ 2001482 w 2729260"/>
                  <a:gd name="connsiteY8" fmla="*/ 2765614 h 2921568"/>
                  <a:gd name="connsiteX9" fmla="*/ 1599157 w 2729260"/>
                  <a:gd name="connsiteY9" fmla="*/ 2918014 h 2921568"/>
                  <a:gd name="connsiteX10" fmla="*/ 44450 w 2729260"/>
                  <a:gd name="connsiteY10" fmla="*/ 2327464 h 2921568"/>
                  <a:gd name="connsiteX11" fmla="*/ 0 w 2729260"/>
                  <a:gd name="connsiteY11" fmla="*/ 246654 h 2921568"/>
                  <a:gd name="connsiteX0" fmla="*/ 483643 w 3212903"/>
                  <a:gd name="connsiteY0" fmla="*/ 246654 h 2921568"/>
                  <a:gd name="connsiteX1" fmla="*/ 1104900 w 3212903"/>
                  <a:gd name="connsiteY1" fmla="*/ 22414 h 2921568"/>
                  <a:gd name="connsiteX2" fmla="*/ 1790700 w 3212903"/>
                  <a:gd name="connsiteY2" fmla="*/ 9714 h 2921568"/>
                  <a:gd name="connsiteX3" fmla="*/ 2406650 w 3212903"/>
                  <a:gd name="connsiteY3" fmla="*/ 244664 h 2921568"/>
                  <a:gd name="connsiteX4" fmla="*/ 2885175 w 3212903"/>
                  <a:gd name="connsiteY4" fmla="*/ 678454 h 2921568"/>
                  <a:gd name="connsiteX5" fmla="*/ 3155950 w 3212903"/>
                  <a:gd name="connsiteY5" fmla="*/ 1286064 h 2921568"/>
                  <a:gd name="connsiteX6" fmla="*/ 3206750 w 3212903"/>
                  <a:gd name="connsiteY6" fmla="*/ 1914714 h 2921568"/>
                  <a:gd name="connsiteX7" fmla="*/ 2889250 w 3212903"/>
                  <a:gd name="connsiteY7" fmla="*/ 2454464 h 2921568"/>
                  <a:gd name="connsiteX8" fmla="*/ 2485125 w 3212903"/>
                  <a:gd name="connsiteY8" fmla="*/ 2765614 h 2921568"/>
                  <a:gd name="connsiteX9" fmla="*/ 2082800 w 3212903"/>
                  <a:gd name="connsiteY9" fmla="*/ 2918014 h 2921568"/>
                  <a:gd name="connsiteX10" fmla="*/ 528093 w 3212903"/>
                  <a:gd name="connsiteY10" fmla="*/ 2327464 h 2921568"/>
                  <a:gd name="connsiteX11" fmla="*/ 0 w 3212903"/>
                  <a:gd name="connsiteY11" fmla="*/ 657414 h 2921568"/>
                  <a:gd name="connsiteX12" fmla="*/ 483643 w 3212903"/>
                  <a:gd name="connsiteY12" fmla="*/ 246654 h 2921568"/>
                  <a:gd name="connsiteX0" fmla="*/ 797349 w 3526609"/>
                  <a:gd name="connsiteY0" fmla="*/ 246654 h 2921568"/>
                  <a:gd name="connsiteX1" fmla="*/ 1418606 w 3526609"/>
                  <a:gd name="connsiteY1" fmla="*/ 22414 h 2921568"/>
                  <a:gd name="connsiteX2" fmla="*/ 2104406 w 3526609"/>
                  <a:gd name="connsiteY2" fmla="*/ 9714 h 2921568"/>
                  <a:gd name="connsiteX3" fmla="*/ 2720356 w 3526609"/>
                  <a:gd name="connsiteY3" fmla="*/ 244664 h 2921568"/>
                  <a:gd name="connsiteX4" fmla="*/ 3198881 w 3526609"/>
                  <a:gd name="connsiteY4" fmla="*/ 678454 h 2921568"/>
                  <a:gd name="connsiteX5" fmla="*/ 3469656 w 3526609"/>
                  <a:gd name="connsiteY5" fmla="*/ 1286064 h 2921568"/>
                  <a:gd name="connsiteX6" fmla="*/ 3520456 w 3526609"/>
                  <a:gd name="connsiteY6" fmla="*/ 1914714 h 2921568"/>
                  <a:gd name="connsiteX7" fmla="*/ 3202956 w 3526609"/>
                  <a:gd name="connsiteY7" fmla="*/ 2454464 h 2921568"/>
                  <a:gd name="connsiteX8" fmla="*/ 2798831 w 3526609"/>
                  <a:gd name="connsiteY8" fmla="*/ 2765614 h 2921568"/>
                  <a:gd name="connsiteX9" fmla="*/ 2396506 w 3526609"/>
                  <a:gd name="connsiteY9" fmla="*/ 2918014 h 2921568"/>
                  <a:gd name="connsiteX10" fmla="*/ 841799 w 3526609"/>
                  <a:gd name="connsiteY10" fmla="*/ 2327464 h 2921568"/>
                  <a:gd name="connsiteX11" fmla="*/ 15257 w 3526609"/>
                  <a:gd name="connsiteY11" fmla="*/ 1273364 h 2921568"/>
                  <a:gd name="connsiteX12" fmla="*/ 313706 w 3526609"/>
                  <a:gd name="connsiteY12" fmla="*/ 657414 h 2921568"/>
                  <a:gd name="connsiteX13" fmla="*/ 797349 w 3526609"/>
                  <a:gd name="connsiteY13" fmla="*/ 246654 h 2921568"/>
                  <a:gd name="connsiteX0" fmla="*/ 845242 w 3574502"/>
                  <a:gd name="connsiteY0" fmla="*/ 246654 h 2921568"/>
                  <a:gd name="connsiteX1" fmla="*/ 1466499 w 3574502"/>
                  <a:gd name="connsiteY1" fmla="*/ 22414 h 2921568"/>
                  <a:gd name="connsiteX2" fmla="*/ 2152299 w 3574502"/>
                  <a:gd name="connsiteY2" fmla="*/ 9714 h 2921568"/>
                  <a:gd name="connsiteX3" fmla="*/ 2768249 w 3574502"/>
                  <a:gd name="connsiteY3" fmla="*/ 244664 h 2921568"/>
                  <a:gd name="connsiteX4" fmla="*/ 3246774 w 3574502"/>
                  <a:gd name="connsiteY4" fmla="*/ 678454 h 2921568"/>
                  <a:gd name="connsiteX5" fmla="*/ 3517549 w 3574502"/>
                  <a:gd name="connsiteY5" fmla="*/ 1286064 h 2921568"/>
                  <a:gd name="connsiteX6" fmla="*/ 3568349 w 3574502"/>
                  <a:gd name="connsiteY6" fmla="*/ 1914714 h 2921568"/>
                  <a:gd name="connsiteX7" fmla="*/ 3250849 w 3574502"/>
                  <a:gd name="connsiteY7" fmla="*/ 2454464 h 2921568"/>
                  <a:gd name="connsiteX8" fmla="*/ 2846724 w 3574502"/>
                  <a:gd name="connsiteY8" fmla="*/ 2765614 h 2921568"/>
                  <a:gd name="connsiteX9" fmla="*/ 2444399 w 3574502"/>
                  <a:gd name="connsiteY9" fmla="*/ 2918014 h 2921568"/>
                  <a:gd name="connsiteX10" fmla="*/ 889692 w 3574502"/>
                  <a:gd name="connsiteY10" fmla="*/ 2327464 h 2921568"/>
                  <a:gd name="connsiteX11" fmla="*/ 63150 w 3574502"/>
                  <a:gd name="connsiteY11" fmla="*/ 1952814 h 2921568"/>
                  <a:gd name="connsiteX12" fmla="*/ 63150 w 3574502"/>
                  <a:gd name="connsiteY12" fmla="*/ 1273364 h 2921568"/>
                  <a:gd name="connsiteX13" fmla="*/ 361599 w 3574502"/>
                  <a:gd name="connsiteY13" fmla="*/ 657414 h 2921568"/>
                  <a:gd name="connsiteX14" fmla="*/ 845242 w 3574502"/>
                  <a:gd name="connsiteY14" fmla="*/ 246654 h 2921568"/>
                  <a:gd name="connsiteX0" fmla="*/ 818859 w 3548119"/>
                  <a:gd name="connsiteY0" fmla="*/ 246654 h 2921568"/>
                  <a:gd name="connsiteX1" fmla="*/ 1440116 w 3548119"/>
                  <a:gd name="connsiteY1" fmla="*/ 22414 h 2921568"/>
                  <a:gd name="connsiteX2" fmla="*/ 2125916 w 3548119"/>
                  <a:gd name="connsiteY2" fmla="*/ 9714 h 2921568"/>
                  <a:gd name="connsiteX3" fmla="*/ 2741866 w 3548119"/>
                  <a:gd name="connsiteY3" fmla="*/ 244664 h 2921568"/>
                  <a:gd name="connsiteX4" fmla="*/ 3220391 w 3548119"/>
                  <a:gd name="connsiteY4" fmla="*/ 678454 h 2921568"/>
                  <a:gd name="connsiteX5" fmla="*/ 3491166 w 3548119"/>
                  <a:gd name="connsiteY5" fmla="*/ 1286064 h 2921568"/>
                  <a:gd name="connsiteX6" fmla="*/ 3541966 w 3548119"/>
                  <a:gd name="connsiteY6" fmla="*/ 1914714 h 2921568"/>
                  <a:gd name="connsiteX7" fmla="*/ 3224466 w 3548119"/>
                  <a:gd name="connsiteY7" fmla="*/ 2454464 h 2921568"/>
                  <a:gd name="connsiteX8" fmla="*/ 2820341 w 3548119"/>
                  <a:gd name="connsiteY8" fmla="*/ 2765614 h 2921568"/>
                  <a:gd name="connsiteX9" fmla="*/ 2418016 w 3548119"/>
                  <a:gd name="connsiteY9" fmla="*/ 2918014 h 2921568"/>
                  <a:gd name="connsiteX10" fmla="*/ 863309 w 3548119"/>
                  <a:gd name="connsiteY10" fmla="*/ 2327464 h 2921568"/>
                  <a:gd name="connsiteX11" fmla="*/ 341567 w 3548119"/>
                  <a:gd name="connsiteY11" fmla="*/ 2454464 h 2921568"/>
                  <a:gd name="connsiteX12" fmla="*/ 36767 w 3548119"/>
                  <a:gd name="connsiteY12" fmla="*/ 1952814 h 2921568"/>
                  <a:gd name="connsiteX13" fmla="*/ 36767 w 3548119"/>
                  <a:gd name="connsiteY13" fmla="*/ 1273364 h 2921568"/>
                  <a:gd name="connsiteX14" fmla="*/ 335216 w 3548119"/>
                  <a:gd name="connsiteY14" fmla="*/ 657414 h 2921568"/>
                  <a:gd name="connsiteX15" fmla="*/ 818859 w 3548119"/>
                  <a:gd name="connsiteY15" fmla="*/ 246654 h 2921568"/>
                  <a:gd name="connsiteX0" fmla="*/ 818859 w 3548119"/>
                  <a:gd name="connsiteY0" fmla="*/ 246654 h 2921568"/>
                  <a:gd name="connsiteX1" fmla="*/ 1440116 w 3548119"/>
                  <a:gd name="connsiteY1" fmla="*/ 22414 h 2921568"/>
                  <a:gd name="connsiteX2" fmla="*/ 2125916 w 3548119"/>
                  <a:gd name="connsiteY2" fmla="*/ 9714 h 2921568"/>
                  <a:gd name="connsiteX3" fmla="*/ 2741866 w 3548119"/>
                  <a:gd name="connsiteY3" fmla="*/ 244664 h 2921568"/>
                  <a:gd name="connsiteX4" fmla="*/ 3220391 w 3548119"/>
                  <a:gd name="connsiteY4" fmla="*/ 678454 h 2921568"/>
                  <a:gd name="connsiteX5" fmla="*/ 3491166 w 3548119"/>
                  <a:gd name="connsiteY5" fmla="*/ 1286064 h 2921568"/>
                  <a:gd name="connsiteX6" fmla="*/ 3541966 w 3548119"/>
                  <a:gd name="connsiteY6" fmla="*/ 1914714 h 2921568"/>
                  <a:gd name="connsiteX7" fmla="*/ 3224466 w 3548119"/>
                  <a:gd name="connsiteY7" fmla="*/ 2454464 h 2921568"/>
                  <a:gd name="connsiteX8" fmla="*/ 2820341 w 3548119"/>
                  <a:gd name="connsiteY8" fmla="*/ 2765614 h 2921568"/>
                  <a:gd name="connsiteX9" fmla="*/ 2418016 w 3548119"/>
                  <a:gd name="connsiteY9" fmla="*/ 2918014 h 2921568"/>
                  <a:gd name="connsiteX10" fmla="*/ 749009 w 3548119"/>
                  <a:gd name="connsiteY10" fmla="*/ 2759264 h 2921568"/>
                  <a:gd name="connsiteX11" fmla="*/ 341567 w 3548119"/>
                  <a:gd name="connsiteY11" fmla="*/ 2454464 h 2921568"/>
                  <a:gd name="connsiteX12" fmla="*/ 36767 w 3548119"/>
                  <a:gd name="connsiteY12" fmla="*/ 1952814 h 2921568"/>
                  <a:gd name="connsiteX13" fmla="*/ 36767 w 3548119"/>
                  <a:gd name="connsiteY13" fmla="*/ 1273364 h 2921568"/>
                  <a:gd name="connsiteX14" fmla="*/ 335216 w 3548119"/>
                  <a:gd name="connsiteY14" fmla="*/ 657414 h 2921568"/>
                  <a:gd name="connsiteX15" fmla="*/ 818859 w 3548119"/>
                  <a:gd name="connsiteY15" fmla="*/ 246654 h 2921568"/>
                  <a:gd name="connsiteX0" fmla="*/ 818859 w 3548119"/>
                  <a:gd name="connsiteY0" fmla="*/ 246654 h 2946840"/>
                  <a:gd name="connsiteX1" fmla="*/ 1440116 w 3548119"/>
                  <a:gd name="connsiteY1" fmla="*/ 22414 h 2946840"/>
                  <a:gd name="connsiteX2" fmla="*/ 2125916 w 3548119"/>
                  <a:gd name="connsiteY2" fmla="*/ 9714 h 2946840"/>
                  <a:gd name="connsiteX3" fmla="*/ 2741866 w 3548119"/>
                  <a:gd name="connsiteY3" fmla="*/ 244664 h 2946840"/>
                  <a:gd name="connsiteX4" fmla="*/ 3220391 w 3548119"/>
                  <a:gd name="connsiteY4" fmla="*/ 678454 h 2946840"/>
                  <a:gd name="connsiteX5" fmla="*/ 3491166 w 3548119"/>
                  <a:gd name="connsiteY5" fmla="*/ 1286064 h 2946840"/>
                  <a:gd name="connsiteX6" fmla="*/ 3541966 w 3548119"/>
                  <a:gd name="connsiteY6" fmla="*/ 1914714 h 2946840"/>
                  <a:gd name="connsiteX7" fmla="*/ 3224466 w 3548119"/>
                  <a:gd name="connsiteY7" fmla="*/ 2454464 h 2946840"/>
                  <a:gd name="connsiteX8" fmla="*/ 2820341 w 3548119"/>
                  <a:gd name="connsiteY8" fmla="*/ 2765614 h 2946840"/>
                  <a:gd name="connsiteX9" fmla="*/ 2418016 w 3548119"/>
                  <a:gd name="connsiteY9" fmla="*/ 2918014 h 2946840"/>
                  <a:gd name="connsiteX10" fmla="*/ 1128967 w 3548119"/>
                  <a:gd name="connsiteY10" fmla="*/ 2937064 h 2946840"/>
                  <a:gd name="connsiteX11" fmla="*/ 749009 w 3548119"/>
                  <a:gd name="connsiteY11" fmla="*/ 2759264 h 2946840"/>
                  <a:gd name="connsiteX12" fmla="*/ 341567 w 3548119"/>
                  <a:gd name="connsiteY12" fmla="*/ 2454464 h 2946840"/>
                  <a:gd name="connsiteX13" fmla="*/ 36767 w 3548119"/>
                  <a:gd name="connsiteY13" fmla="*/ 1952814 h 2946840"/>
                  <a:gd name="connsiteX14" fmla="*/ 36767 w 3548119"/>
                  <a:gd name="connsiteY14" fmla="*/ 1273364 h 2946840"/>
                  <a:gd name="connsiteX15" fmla="*/ 335216 w 3548119"/>
                  <a:gd name="connsiteY15" fmla="*/ 657414 h 2946840"/>
                  <a:gd name="connsiteX16" fmla="*/ 818859 w 3548119"/>
                  <a:gd name="connsiteY16" fmla="*/ 246654 h 2946840"/>
                  <a:gd name="connsiteX0" fmla="*/ 818859 w 3548119"/>
                  <a:gd name="connsiteY0" fmla="*/ 246654 h 3130892"/>
                  <a:gd name="connsiteX1" fmla="*/ 1440116 w 3548119"/>
                  <a:gd name="connsiteY1" fmla="*/ 22414 h 3130892"/>
                  <a:gd name="connsiteX2" fmla="*/ 2125916 w 3548119"/>
                  <a:gd name="connsiteY2" fmla="*/ 9714 h 3130892"/>
                  <a:gd name="connsiteX3" fmla="*/ 2741866 w 3548119"/>
                  <a:gd name="connsiteY3" fmla="*/ 244664 h 3130892"/>
                  <a:gd name="connsiteX4" fmla="*/ 3220391 w 3548119"/>
                  <a:gd name="connsiteY4" fmla="*/ 678454 h 3130892"/>
                  <a:gd name="connsiteX5" fmla="*/ 3491166 w 3548119"/>
                  <a:gd name="connsiteY5" fmla="*/ 1286064 h 3130892"/>
                  <a:gd name="connsiteX6" fmla="*/ 3541966 w 3548119"/>
                  <a:gd name="connsiteY6" fmla="*/ 1914714 h 3130892"/>
                  <a:gd name="connsiteX7" fmla="*/ 3224466 w 3548119"/>
                  <a:gd name="connsiteY7" fmla="*/ 2454464 h 3130892"/>
                  <a:gd name="connsiteX8" fmla="*/ 2820341 w 3548119"/>
                  <a:gd name="connsiteY8" fmla="*/ 2765614 h 3130892"/>
                  <a:gd name="connsiteX9" fmla="*/ 2418016 w 3548119"/>
                  <a:gd name="connsiteY9" fmla="*/ 2918014 h 3130892"/>
                  <a:gd name="connsiteX10" fmla="*/ 1128967 w 3548119"/>
                  <a:gd name="connsiteY10" fmla="*/ 2937064 h 3130892"/>
                  <a:gd name="connsiteX11" fmla="*/ 749009 w 3548119"/>
                  <a:gd name="connsiteY11" fmla="*/ 2759264 h 3130892"/>
                  <a:gd name="connsiteX12" fmla="*/ 341567 w 3548119"/>
                  <a:gd name="connsiteY12" fmla="*/ 2454464 h 3130892"/>
                  <a:gd name="connsiteX13" fmla="*/ 36767 w 3548119"/>
                  <a:gd name="connsiteY13" fmla="*/ 1952814 h 3130892"/>
                  <a:gd name="connsiteX14" fmla="*/ 36767 w 3548119"/>
                  <a:gd name="connsiteY14" fmla="*/ 1273364 h 3130892"/>
                  <a:gd name="connsiteX15" fmla="*/ 335216 w 3548119"/>
                  <a:gd name="connsiteY15" fmla="*/ 657414 h 3130892"/>
                  <a:gd name="connsiteX16" fmla="*/ 818859 w 3548119"/>
                  <a:gd name="connsiteY16" fmla="*/ 246654 h 3130892"/>
                  <a:gd name="connsiteX0" fmla="*/ 818859 w 3548119"/>
                  <a:gd name="connsiteY0" fmla="*/ 246654 h 3160610"/>
                  <a:gd name="connsiteX1" fmla="*/ 1440116 w 3548119"/>
                  <a:gd name="connsiteY1" fmla="*/ 22414 h 3160610"/>
                  <a:gd name="connsiteX2" fmla="*/ 2125916 w 3548119"/>
                  <a:gd name="connsiteY2" fmla="*/ 9714 h 3160610"/>
                  <a:gd name="connsiteX3" fmla="*/ 2741866 w 3548119"/>
                  <a:gd name="connsiteY3" fmla="*/ 244664 h 3160610"/>
                  <a:gd name="connsiteX4" fmla="*/ 3220391 w 3548119"/>
                  <a:gd name="connsiteY4" fmla="*/ 678454 h 3160610"/>
                  <a:gd name="connsiteX5" fmla="*/ 3491166 w 3548119"/>
                  <a:gd name="connsiteY5" fmla="*/ 1286064 h 3160610"/>
                  <a:gd name="connsiteX6" fmla="*/ 3541966 w 3548119"/>
                  <a:gd name="connsiteY6" fmla="*/ 1914714 h 3160610"/>
                  <a:gd name="connsiteX7" fmla="*/ 3224466 w 3548119"/>
                  <a:gd name="connsiteY7" fmla="*/ 2454464 h 3160610"/>
                  <a:gd name="connsiteX8" fmla="*/ 2820341 w 3548119"/>
                  <a:gd name="connsiteY8" fmla="*/ 2765614 h 3160610"/>
                  <a:gd name="connsiteX9" fmla="*/ 2418016 w 3548119"/>
                  <a:gd name="connsiteY9" fmla="*/ 2918014 h 3160610"/>
                  <a:gd name="connsiteX10" fmla="*/ 1128967 w 3548119"/>
                  <a:gd name="connsiteY10" fmla="*/ 2937064 h 3160610"/>
                  <a:gd name="connsiteX11" fmla="*/ 749009 w 3548119"/>
                  <a:gd name="connsiteY11" fmla="*/ 2759264 h 3160610"/>
                  <a:gd name="connsiteX12" fmla="*/ 341567 w 3548119"/>
                  <a:gd name="connsiteY12" fmla="*/ 2454464 h 3160610"/>
                  <a:gd name="connsiteX13" fmla="*/ 36767 w 3548119"/>
                  <a:gd name="connsiteY13" fmla="*/ 1952814 h 3160610"/>
                  <a:gd name="connsiteX14" fmla="*/ 36767 w 3548119"/>
                  <a:gd name="connsiteY14" fmla="*/ 1273364 h 3160610"/>
                  <a:gd name="connsiteX15" fmla="*/ 335216 w 3548119"/>
                  <a:gd name="connsiteY15" fmla="*/ 657414 h 3160610"/>
                  <a:gd name="connsiteX16" fmla="*/ 818859 w 3548119"/>
                  <a:gd name="connsiteY16" fmla="*/ 246654 h 3160610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48119"/>
                  <a:gd name="connsiteY0" fmla="*/ 246654 h 3164386"/>
                  <a:gd name="connsiteX1" fmla="*/ 1440116 w 3548119"/>
                  <a:gd name="connsiteY1" fmla="*/ 22414 h 3164386"/>
                  <a:gd name="connsiteX2" fmla="*/ 2125916 w 3548119"/>
                  <a:gd name="connsiteY2" fmla="*/ 9714 h 3164386"/>
                  <a:gd name="connsiteX3" fmla="*/ 2741866 w 3548119"/>
                  <a:gd name="connsiteY3" fmla="*/ 244664 h 3164386"/>
                  <a:gd name="connsiteX4" fmla="*/ 3220391 w 3548119"/>
                  <a:gd name="connsiteY4" fmla="*/ 678454 h 3164386"/>
                  <a:gd name="connsiteX5" fmla="*/ 3491166 w 3548119"/>
                  <a:gd name="connsiteY5" fmla="*/ 1286064 h 3164386"/>
                  <a:gd name="connsiteX6" fmla="*/ 3541966 w 3548119"/>
                  <a:gd name="connsiteY6" fmla="*/ 1914714 h 3164386"/>
                  <a:gd name="connsiteX7" fmla="*/ 3224466 w 3548119"/>
                  <a:gd name="connsiteY7" fmla="*/ 2454464 h 3164386"/>
                  <a:gd name="connsiteX8" fmla="*/ 2820341 w 3548119"/>
                  <a:gd name="connsiteY8" fmla="*/ 2765614 h 3164386"/>
                  <a:gd name="connsiteX9" fmla="*/ 2437066 w 3548119"/>
                  <a:gd name="connsiteY9" fmla="*/ 2930714 h 3164386"/>
                  <a:gd name="connsiteX10" fmla="*/ 1128967 w 3548119"/>
                  <a:gd name="connsiteY10" fmla="*/ 2937064 h 3164386"/>
                  <a:gd name="connsiteX11" fmla="*/ 749009 w 3548119"/>
                  <a:gd name="connsiteY11" fmla="*/ 2759264 h 3164386"/>
                  <a:gd name="connsiteX12" fmla="*/ 341567 w 3548119"/>
                  <a:gd name="connsiteY12" fmla="*/ 2454464 h 3164386"/>
                  <a:gd name="connsiteX13" fmla="*/ 36767 w 3548119"/>
                  <a:gd name="connsiteY13" fmla="*/ 1952814 h 3164386"/>
                  <a:gd name="connsiteX14" fmla="*/ 36767 w 3548119"/>
                  <a:gd name="connsiteY14" fmla="*/ 1273364 h 3164386"/>
                  <a:gd name="connsiteX15" fmla="*/ 335216 w 3548119"/>
                  <a:gd name="connsiteY15" fmla="*/ 657414 h 3164386"/>
                  <a:gd name="connsiteX16" fmla="*/ 818859 w 3548119"/>
                  <a:gd name="connsiteY16" fmla="*/ 246654 h 3164386"/>
                  <a:gd name="connsiteX0" fmla="*/ 818859 w 3599819"/>
                  <a:gd name="connsiteY0" fmla="*/ 246654 h 3164386"/>
                  <a:gd name="connsiteX1" fmla="*/ 1440116 w 3599819"/>
                  <a:gd name="connsiteY1" fmla="*/ 22414 h 3164386"/>
                  <a:gd name="connsiteX2" fmla="*/ 2125916 w 3599819"/>
                  <a:gd name="connsiteY2" fmla="*/ 9714 h 3164386"/>
                  <a:gd name="connsiteX3" fmla="*/ 2741866 w 3599819"/>
                  <a:gd name="connsiteY3" fmla="*/ 244664 h 3164386"/>
                  <a:gd name="connsiteX4" fmla="*/ 3220391 w 3599819"/>
                  <a:gd name="connsiteY4" fmla="*/ 678454 h 3164386"/>
                  <a:gd name="connsiteX5" fmla="*/ 3491166 w 3599819"/>
                  <a:gd name="connsiteY5" fmla="*/ 1286064 h 3164386"/>
                  <a:gd name="connsiteX6" fmla="*/ 3541966 w 3599819"/>
                  <a:gd name="connsiteY6" fmla="*/ 1914714 h 3164386"/>
                  <a:gd name="connsiteX7" fmla="*/ 3224466 w 3599819"/>
                  <a:gd name="connsiteY7" fmla="*/ 2454464 h 3164386"/>
                  <a:gd name="connsiteX8" fmla="*/ 2820341 w 3599819"/>
                  <a:gd name="connsiteY8" fmla="*/ 2765614 h 3164386"/>
                  <a:gd name="connsiteX9" fmla="*/ 2437066 w 3599819"/>
                  <a:gd name="connsiteY9" fmla="*/ 2930714 h 3164386"/>
                  <a:gd name="connsiteX10" fmla="*/ 1128967 w 3599819"/>
                  <a:gd name="connsiteY10" fmla="*/ 2937064 h 3164386"/>
                  <a:gd name="connsiteX11" fmla="*/ 749009 w 3599819"/>
                  <a:gd name="connsiteY11" fmla="*/ 2759264 h 3164386"/>
                  <a:gd name="connsiteX12" fmla="*/ 341567 w 3599819"/>
                  <a:gd name="connsiteY12" fmla="*/ 2454464 h 3164386"/>
                  <a:gd name="connsiteX13" fmla="*/ 36767 w 3599819"/>
                  <a:gd name="connsiteY13" fmla="*/ 1952814 h 3164386"/>
                  <a:gd name="connsiteX14" fmla="*/ 36767 w 3599819"/>
                  <a:gd name="connsiteY14" fmla="*/ 1273364 h 3164386"/>
                  <a:gd name="connsiteX15" fmla="*/ 335216 w 3599819"/>
                  <a:gd name="connsiteY15" fmla="*/ 657414 h 3164386"/>
                  <a:gd name="connsiteX16" fmla="*/ 818859 w 3599819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46654 h 3164386"/>
                  <a:gd name="connsiteX1" fmla="*/ 1440116 w 3628956"/>
                  <a:gd name="connsiteY1" fmla="*/ 22414 h 3164386"/>
                  <a:gd name="connsiteX2" fmla="*/ 2125916 w 3628956"/>
                  <a:gd name="connsiteY2" fmla="*/ 9714 h 3164386"/>
                  <a:gd name="connsiteX3" fmla="*/ 2741866 w 3628956"/>
                  <a:gd name="connsiteY3" fmla="*/ 244664 h 3164386"/>
                  <a:gd name="connsiteX4" fmla="*/ 3220391 w 3628956"/>
                  <a:gd name="connsiteY4" fmla="*/ 678454 h 3164386"/>
                  <a:gd name="connsiteX5" fmla="*/ 3491166 w 3628956"/>
                  <a:gd name="connsiteY5" fmla="*/ 1286064 h 3164386"/>
                  <a:gd name="connsiteX6" fmla="*/ 3541966 w 3628956"/>
                  <a:gd name="connsiteY6" fmla="*/ 1914714 h 3164386"/>
                  <a:gd name="connsiteX7" fmla="*/ 3224466 w 3628956"/>
                  <a:gd name="connsiteY7" fmla="*/ 2454464 h 3164386"/>
                  <a:gd name="connsiteX8" fmla="*/ 2820341 w 3628956"/>
                  <a:gd name="connsiteY8" fmla="*/ 2765614 h 3164386"/>
                  <a:gd name="connsiteX9" fmla="*/ 2437066 w 3628956"/>
                  <a:gd name="connsiteY9" fmla="*/ 2930714 h 3164386"/>
                  <a:gd name="connsiteX10" fmla="*/ 1128967 w 3628956"/>
                  <a:gd name="connsiteY10" fmla="*/ 2937064 h 3164386"/>
                  <a:gd name="connsiteX11" fmla="*/ 749009 w 3628956"/>
                  <a:gd name="connsiteY11" fmla="*/ 2759264 h 3164386"/>
                  <a:gd name="connsiteX12" fmla="*/ 341567 w 3628956"/>
                  <a:gd name="connsiteY12" fmla="*/ 2454464 h 3164386"/>
                  <a:gd name="connsiteX13" fmla="*/ 36767 w 3628956"/>
                  <a:gd name="connsiteY13" fmla="*/ 1952814 h 3164386"/>
                  <a:gd name="connsiteX14" fmla="*/ 36767 w 3628956"/>
                  <a:gd name="connsiteY14" fmla="*/ 1273364 h 3164386"/>
                  <a:gd name="connsiteX15" fmla="*/ 335216 w 3628956"/>
                  <a:gd name="connsiteY15" fmla="*/ 657414 h 3164386"/>
                  <a:gd name="connsiteX16" fmla="*/ 818859 w 3628956"/>
                  <a:gd name="connsiteY16" fmla="*/ 246654 h 3164386"/>
                  <a:gd name="connsiteX0" fmla="*/ 818859 w 3628956"/>
                  <a:gd name="connsiteY0" fmla="*/ 255935 h 3173667"/>
                  <a:gd name="connsiteX1" fmla="*/ 1440116 w 3628956"/>
                  <a:gd name="connsiteY1" fmla="*/ 31695 h 3173667"/>
                  <a:gd name="connsiteX2" fmla="*/ 2125916 w 3628956"/>
                  <a:gd name="connsiteY2" fmla="*/ 18995 h 3173667"/>
                  <a:gd name="connsiteX3" fmla="*/ 2741866 w 3628956"/>
                  <a:gd name="connsiteY3" fmla="*/ 253945 h 3173667"/>
                  <a:gd name="connsiteX4" fmla="*/ 3220391 w 3628956"/>
                  <a:gd name="connsiteY4" fmla="*/ 687735 h 3173667"/>
                  <a:gd name="connsiteX5" fmla="*/ 3491166 w 3628956"/>
                  <a:gd name="connsiteY5" fmla="*/ 1295345 h 3173667"/>
                  <a:gd name="connsiteX6" fmla="*/ 3541966 w 3628956"/>
                  <a:gd name="connsiteY6" fmla="*/ 1923995 h 3173667"/>
                  <a:gd name="connsiteX7" fmla="*/ 3224466 w 3628956"/>
                  <a:gd name="connsiteY7" fmla="*/ 2463745 h 3173667"/>
                  <a:gd name="connsiteX8" fmla="*/ 2820341 w 3628956"/>
                  <a:gd name="connsiteY8" fmla="*/ 2774895 h 3173667"/>
                  <a:gd name="connsiteX9" fmla="*/ 2437066 w 3628956"/>
                  <a:gd name="connsiteY9" fmla="*/ 2939995 h 3173667"/>
                  <a:gd name="connsiteX10" fmla="*/ 1128967 w 3628956"/>
                  <a:gd name="connsiteY10" fmla="*/ 2946345 h 3173667"/>
                  <a:gd name="connsiteX11" fmla="*/ 749009 w 3628956"/>
                  <a:gd name="connsiteY11" fmla="*/ 2768545 h 3173667"/>
                  <a:gd name="connsiteX12" fmla="*/ 341567 w 3628956"/>
                  <a:gd name="connsiteY12" fmla="*/ 2463745 h 3173667"/>
                  <a:gd name="connsiteX13" fmla="*/ 36767 w 3628956"/>
                  <a:gd name="connsiteY13" fmla="*/ 1962095 h 3173667"/>
                  <a:gd name="connsiteX14" fmla="*/ 36767 w 3628956"/>
                  <a:gd name="connsiteY14" fmla="*/ 1282645 h 3173667"/>
                  <a:gd name="connsiteX15" fmla="*/ 335216 w 3628956"/>
                  <a:gd name="connsiteY15" fmla="*/ 666695 h 3173667"/>
                  <a:gd name="connsiteX16" fmla="*/ 818859 w 3628956"/>
                  <a:gd name="connsiteY16" fmla="*/ 255935 h 3173667"/>
                  <a:gd name="connsiteX0" fmla="*/ 818859 w 3628956"/>
                  <a:gd name="connsiteY0" fmla="*/ 330614 h 3248346"/>
                  <a:gd name="connsiteX1" fmla="*/ 1440116 w 3628956"/>
                  <a:gd name="connsiteY1" fmla="*/ 106374 h 3248346"/>
                  <a:gd name="connsiteX2" fmla="*/ 2125916 w 3628956"/>
                  <a:gd name="connsiteY2" fmla="*/ 93674 h 3248346"/>
                  <a:gd name="connsiteX3" fmla="*/ 2741866 w 3628956"/>
                  <a:gd name="connsiteY3" fmla="*/ 328624 h 3248346"/>
                  <a:gd name="connsiteX4" fmla="*/ 3220391 w 3628956"/>
                  <a:gd name="connsiteY4" fmla="*/ 762414 h 3248346"/>
                  <a:gd name="connsiteX5" fmla="*/ 3491166 w 3628956"/>
                  <a:gd name="connsiteY5" fmla="*/ 1370024 h 3248346"/>
                  <a:gd name="connsiteX6" fmla="*/ 3541966 w 3628956"/>
                  <a:gd name="connsiteY6" fmla="*/ 1998674 h 3248346"/>
                  <a:gd name="connsiteX7" fmla="*/ 3224466 w 3628956"/>
                  <a:gd name="connsiteY7" fmla="*/ 2538424 h 3248346"/>
                  <a:gd name="connsiteX8" fmla="*/ 2820341 w 3628956"/>
                  <a:gd name="connsiteY8" fmla="*/ 2849574 h 3248346"/>
                  <a:gd name="connsiteX9" fmla="*/ 2437066 w 3628956"/>
                  <a:gd name="connsiteY9" fmla="*/ 3014674 h 3248346"/>
                  <a:gd name="connsiteX10" fmla="*/ 1128967 w 3628956"/>
                  <a:gd name="connsiteY10" fmla="*/ 3021024 h 3248346"/>
                  <a:gd name="connsiteX11" fmla="*/ 749009 w 3628956"/>
                  <a:gd name="connsiteY11" fmla="*/ 2843224 h 3248346"/>
                  <a:gd name="connsiteX12" fmla="*/ 341567 w 3628956"/>
                  <a:gd name="connsiteY12" fmla="*/ 2538424 h 3248346"/>
                  <a:gd name="connsiteX13" fmla="*/ 36767 w 3628956"/>
                  <a:gd name="connsiteY13" fmla="*/ 2036774 h 3248346"/>
                  <a:gd name="connsiteX14" fmla="*/ 36767 w 3628956"/>
                  <a:gd name="connsiteY14" fmla="*/ 1357324 h 3248346"/>
                  <a:gd name="connsiteX15" fmla="*/ 335216 w 3628956"/>
                  <a:gd name="connsiteY15" fmla="*/ 741374 h 3248346"/>
                  <a:gd name="connsiteX16" fmla="*/ 818859 w 3628956"/>
                  <a:gd name="connsiteY16" fmla="*/ 330614 h 3248346"/>
                  <a:gd name="connsiteX0" fmla="*/ 818859 w 3628956"/>
                  <a:gd name="connsiteY0" fmla="*/ 362342 h 3280074"/>
                  <a:gd name="connsiteX1" fmla="*/ 1440116 w 3628956"/>
                  <a:gd name="connsiteY1" fmla="*/ 138102 h 3280074"/>
                  <a:gd name="connsiteX2" fmla="*/ 2125916 w 3628956"/>
                  <a:gd name="connsiteY2" fmla="*/ 125402 h 3280074"/>
                  <a:gd name="connsiteX3" fmla="*/ 2741866 w 3628956"/>
                  <a:gd name="connsiteY3" fmla="*/ 360352 h 3280074"/>
                  <a:gd name="connsiteX4" fmla="*/ 3220391 w 3628956"/>
                  <a:gd name="connsiteY4" fmla="*/ 794142 h 3280074"/>
                  <a:gd name="connsiteX5" fmla="*/ 3491166 w 3628956"/>
                  <a:gd name="connsiteY5" fmla="*/ 1401752 h 3280074"/>
                  <a:gd name="connsiteX6" fmla="*/ 3541966 w 3628956"/>
                  <a:gd name="connsiteY6" fmla="*/ 2030402 h 3280074"/>
                  <a:gd name="connsiteX7" fmla="*/ 3224466 w 3628956"/>
                  <a:gd name="connsiteY7" fmla="*/ 2570152 h 3280074"/>
                  <a:gd name="connsiteX8" fmla="*/ 2820341 w 3628956"/>
                  <a:gd name="connsiteY8" fmla="*/ 2881302 h 3280074"/>
                  <a:gd name="connsiteX9" fmla="*/ 2437066 w 3628956"/>
                  <a:gd name="connsiteY9" fmla="*/ 3046402 h 3280074"/>
                  <a:gd name="connsiteX10" fmla="*/ 1128967 w 3628956"/>
                  <a:gd name="connsiteY10" fmla="*/ 3052752 h 3280074"/>
                  <a:gd name="connsiteX11" fmla="*/ 749009 w 3628956"/>
                  <a:gd name="connsiteY11" fmla="*/ 2874952 h 3280074"/>
                  <a:gd name="connsiteX12" fmla="*/ 341567 w 3628956"/>
                  <a:gd name="connsiteY12" fmla="*/ 2570152 h 3280074"/>
                  <a:gd name="connsiteX13" fmla="*/ 36767 w 3628956"/>
                  <a:gd name="connsiteY13" fmla="*/ 2068502 h 3280074"/>
                  <a:gd name="connsiteX14" fmla="*/ 36767 w 3628956"/>
                  <a:gd name="connsiteY14" fmla="*/ 1389052 h 3280074"/>
                  <a:gd name="connsiteX15" fmla="*/ 335216 w 3628956"/>
                  <a:gd name="connsiteY15" fmla="*/ 773102 h 3280074"/>
                  <a:gd name="connsiteX16" fmla="*/ 818859 w 3628956"/>
                  <a:gd name="connsiteY16" fmla="*/ 362342 h 3280074"/>
                  <a:gd name="connsiteX0" fmla="*/ 8188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18859 w 3628956"/>
                  <a:gd name="connsiteY16" fmla="*/ 364549 h 3282281"/>
                  <a:gd name="connsiteX0" fmla="*/ 8188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188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35216 w 3628956"/>
                  <a:gd name="connsiteY15" fmla="*/ 7753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06159 w 3628956"/>
                  <a:gd name="connsiteY0" fmla="*/ 364549 h 3282281"/>
                  <a:gd name="connsiteX1" fmla="*/ 1417891 w 3628956"/>
                  <a:gd name="connsiteY1" fmla="*/ 133959 h 3282281"/>
                  <a:gd name="connsiteX2" fmla="*/ 2125916 w 3628956"/>
                  <a:gd name="connsiteY2" fmla="*/ 127609 h 3282281"/>
                  <a:gd name="connsiteX3" fmla="*/ 2741866 w 3628956"/>
                  <a:gd name="connsiteY3" fmla="*/ 362559 h 3282281"/>
                  <a:gd name="connsiteX4" fmla="*/ 3220391 w 3628956"/>
                  <a:gd name="connsiteY4" fmla="*/ 796349 h 3282281"/>
                  <a:gd name="connsiteX5" fmla="*/ 3491166 w 3628956"/>
                  <a:gd name="connsiteY5" fmla="*/ 1403959 h 3282281"/>
                  <a:gd name="connsiteX6" fmla="*/ 3541966 w 3628956"/>
                  <a:gd name="connsiteY6" fmla="*/ 2032609 h 3282281"/>
                  <a:gd name="connsiteX7" fmla="*/ 3224466 w 3628956"/>
                  <a:gd name="connsiteY7" fmla="*/ 2572359 h 3282281"/>
                  <a:gd name="connsiteX8" fmla="*/ 2820341 w 3628956"/>
                  <a:gd name="connsiteY8" fmla="*/ 2883509 h 3282281"/>
                  <a:gd name="connsiteX9" fmla="*/ 2437066 w 3628956"/>
                  <a:gd name="connsiteY9" fmla="*/ 3048609 h 3282281"/>
                  <a:gd name="connsiteX10" fmla="*/ 1128967 w 3628956"/>
                  <a:gd name="connsiteY10" fmla="*/ 3054959 h 3282281"/>
                  <a:gd name="connsiteX11" fmla="*/ 749009 w 3628956"/>
                  <a:gd name="connsiteY11" fmla="*/ 2877159 h 3282281"/>
                  <a:gd name="connsiteX12" fmla="*/ 341567 w 3628956"/>
                  <a:gd name="connsiteY12" fmla="*/ 2572359 h 3282281"/>
                  <a:gd name="connsiteX13" fmla="*/ 36767 w 3628956"/>
                  <a:gd name="connsiteY13" fmla="*/ 2070709 h 3282281"/>
                  <a:gd name="connsiteX14" fmla="*/ 36767 w 3628956"/>
                  <a:gd name="connsiteY14" fmla="*/ 1391259 h 3282281"/>
                  <a:gd name="connsiteX15" fmla="*/ 322516 w 3628956"/>
                  <a:gd name="connsiteY15" fmla="*/ 788009 h 3282281"/>
                  <a:gd name="connsiteX16" fmla="*/ 806159 w 3628956"/>
                  <a:gd name="connsiteY16" fmla="*/ 364549 h 3282281"/>
                  <a:gd name="connsiteX0" fmla="*/ 861615 w 3684412"/>
                  <a:gd name="connsiteY0" fmla="*/ 364549 h 3282281"/>
                  <a:gd name="connsiteX1" fmla="*/ 1473347 w 3684412"/>
                  <a:gd name="connsiteY1" fmla="*/ 133959 h 3282281"/>
                  <a:gd name="connsiteX2" fmla="*/ 2181372 w 3684412"/>
                  <a:gd name="connsiteY2" fmla="*/ 127609 h 3282281"/>
                  <a:gd name="connsiteX3" fmla="*/ 2797322 w 3684412"/>
                  <a:gd name="connsiteY3" fmla="*/ 362559 h 3282281"/>
                  <a:gd name="connsiteX4" fmla="*/ 3275847 w 3684412"/>
                  <a:gd name="connsiteY4" fmla="*/ 796349 h 3282281"/>
                  <a:gd name="connsiteX5" fmla="*/ 3546622 w 3684412"/>
                  <a:gd name="connsiteY5" fmla="*/ 1403959 h 3282281"/>
                  <a:gd name="connsiteX6" fmla="*/ 3597422 w 3684412"/>
                  <a:gd name="connsiteY6" fmla="*/ 2032609 h 3282281"/>
                  <a:gd name="connsiteX7" fmla="*/ 3279922 w 3684412"/>
                  <a:gd name="connsiteY7" fmla="*/ 2572359 h 3282281"/>
                  <a:gd name="connsiteX8" fmla="*/ 2875797 w 3684412"/>
                  <a:gd name="connsiteY8" fmla="*/ 2883509 h 3282281"/>
                  <a:gd name="connsiteX9" fmla="*/ 2492522 w 3684412"/>
                  <a:gd name="connsiteY9" fmla="*/ 3048609 h 3282281"/>
                  <a:gd name="connsiteX10" fmla="*/ 1184423 w 3684412"/>
                  <a:gd name="connsiteY10" fmla="*/ 3054959 h 3282281"/>
                  <a:gd name="connsiteX11" fmla="*/ 804465 w 3684412"/>
                  <a:gd name="connsiteY11" fmla="*/ 2877159 h 3282281"/>
                  <a:gd name="connsiteX12" fmla="*/ 397023 w 3684412"/>
                  <a:gd name="connsiteY12" fmla="*/ 2572359 h 3282281"/>
                  <a:gd name="connsiteX13" fmla="*/ 92223 w 3684412"/>
                  <a:gd name="connsiteY13" fmla="*/ 2070709 h 3282281"/>
                  <a:gd name="connsiteX14" fmla="*/ 92223 w 3684412"/>
                  <a:gd name="connsiteY14" fmla="*/ 1391259 h 3282281"/>
                  <a:gd name="connsiteX15" fmla="*/ 377972 w 3684412"/>
                  <a:gd name="connsiteY15" fmla="*/ 788009 h 3282281"/>
                  <a:gd name="connsiteX16" fmla="*/ 861615 w 3684412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810501 w 3690448"/>
                  <a:gd name="connsiteY11" fmla="*/ 2877159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403059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82281"/>
                  <a:gd name="connsiteX1" fmla="*/ 1479383 w 3690448"/>
                  <a:gd name="connsiteY1" fmla="*/ 133959 h 3282281"/>
                  <a:gd name="connsiteX2" fmla="*/ 2187408 w 3690448"/>
                  <a:gd name="connsiteY2" fmla="*/ 127609 h 3282281"/>
                  <a:gd name="connsiteX3" fmla="*/ 2803358 w 3690448"/>
                  <a:gd name="connsiteY3" fmla="*/ 362559 h 3282281"/>
                  <a:gd name="connsiteX4" fmla="*/ 3281883 w 3690448"/>
                  <a:gd name="connsiteY4" fmla="*/ 796349 h 3282281"/>
                  <a:gd name="connsiteX5" fmla="*/ 3552658 w 3690448"/>
                  <a:gd name="connsiteY5" fmla="*/ 1403959 h 3282281"/>
                  <a:gd name="connsiteX6" fmla="*/ 3603458 w 3690448"/>
                  <a:gd name="connsiteY6" fmla="*/ 2032609 h 3282281"/>
                  <a:gd name="connsiteX7" fmla="*/ 3285958 w 3690448"/>
                  <a:gd name="connsiteY7" fmla="*/ 2572359 h 3282281"/>
                  <a:gd name="connsiteX8" fmla="*/ 2881833 w 3690448"/>
                  <a:gd name="connsiteY8" fmla="*/ 2883509 h 3282281"/>
                  <a:gd name="connsiteX9" fmla="*/ 2498558 w 3690448"/>
                  <a:gd name="connsiteY9" fmla="*/ 3048609 h 3282281"/>
                  <a:gd name="connsiteX10" fmla="*/ 1190459 w 3690448"/>
                  <a:gd name="connsiteY10" fmla="*/ 3054959 h 3282281"/>
                  <a:gd name="connsiteX11" fmla="*/ 793833 w 3690448"/>
                  <a:gd name="connsiteY11" fmla="*/ 2874778 h 3282281"/>
                  <a:gd name="connsiteX12" fmla="*/ 381628 w 3690448"/>
                  <a:gd name="connsiteY12" fmla="*/ 2572359 h 3282281"/>
                  <a:gd name="connsiteX13" fmla="*/ 98259 w 3690448"/>
                  <a:gd name="connsiteY13" fmla="*/ 2070709 h 3282281"/>
                  <a:gd name="connsiteX14" fmla="*/ 98259 w 3690448"/>
                  <a:gd name="connsiteY14" fmla="*/ 1391259 h 3282281"/>
                  <a:gd name="connsiteX15" fmla="*/ 384008 w 3690448"/>
                  <a:gd name="connsiteY15" fmla="*/ 788009 h 3282281"/>
                  <a:gd name="connsiteX16" fmla="*/ 867651 w 3690448"/>
                  <a:gd name="connsiteY16" fmla="*/ 364549 h 3282281"/>
                  <a:gd name="connsiteX0" fmla="*/ 867651 w 3690448"/>
                  <a:gd name="connsiteY0" fmla="*/ 364549 h 3278965"/>
                  <a:gd name="connsiteX1" fmla="*/ 1479383 w 3690448"/>
                  <a:gd name="connsiteY1" fmla="*/ 133959 h 3278965"/>
                  <a:gd name="connsiteX2" fmla="*/ 2187408 w 3690448"/>
                  <a:gd name="connsiteY2" fmla="*/ 127609 h 3278965"/>
                  <a:gd name="connsiteX3" fmla="*/ 2803358 w 3690448"/>
                  <a:gd name="connsiteY3" fmla="*/ 362559 h 3278965"/>
                  <a:gd name="connsiteX4" fmla="*/ 3281883 w 3690448"/>
                  <a:gd name="connsiteY4" fmla="*/ 796349 h 3278965"/>
                  <a:gd name="connsiteX5" fmla="*/ 3552658 w 3690448"/>
                  <a:gd name="connsiteY5" fmla="*/ 1403959 h 3278965"/>
                  <a:gd name="connsiteX6" fmla="*/ 3603458 w 3690448"/>
                  <a:gd name="connsiteY6" fmla="*/ 2032609 h 3278965"/>
                  <a:gd name="connsiteX7" fmla="*/ 3285958 w 3690448"/>
                  <a:gd name="connsiteY7" fmla="*/ 2572359 h 3278965"/>
                  <a:gd name="connsiteX8" fmla="*/ 2881833 w 3690448"/>
                  <a:gd name="connsiteY8" fmla="*/ 2883509 h 3278965"/>
                  <a:gd name="connsiteX9" fmla="*/ 2498558 w 3690448"/>
                  <a:gd name="connsiteY9" fmla="*/ 3048609 h 3278965"/>
                  <a:gd name="connsiteX10" fmla="*/ 1173790 w 3690448"/>
                  <a:gd name="connsiteY10" fmla="*/ 3050196 h 3278965"/>
                  <a:gd name="connsiteX11" fmla="*/ 793833 w 3690448"/>
                  <a:gd name="connsiteY11" fmla="*/ 2874778 h 3278965"/>
                  <a:gd name="connsiteX12" fmla="*/ 381628 w 3690448"/>
                  <a:gd name="connsiteY12" fmla="*/ 2572359 h 3278965"/>
                  <a:gd name="connsiteX13" fmla="*/ 98259 w 3690448"/>
                  <a:gd name="connsiteY13" fmla="*/ 2070709 h 3278965"/>
                  <a:gd name="connsiteX14" fmla="*/ 98259 w 3690448"/>
                  <a:gd name="connsiteY14" fmla="*/ 1391259 h 3278965"/>
                  <a:gd name="connsiteX15" fmla="*/ 384008 w 3690448"/>
                  <a:gd name="connsiteY15" fmla="*/ 788009 h 3278965"/>
                  <a:gd name="connsiteX16" fmla="*/ 867651 w 3690448"/>
                  <a:gd name="connsiteY16" fmla="*/ 364549 h 3278965"/>
                  <a:gd name="connsiteX0" fmla="*/ 867651 w 3690448"/>
                  <a:gd name="connsiteY0" fmla="*/ 364549 h 3278965"/>
                  <a:gd name="connsiteX1" fmla="*/ 1479383 w 3690448"/>
                  <a:gd name="connsiteY1" fmla="*/ 133959 h 3278965"/>
                  <a:gd name="connsiteX2" fmla="*/ 2187408 w 3690448"/>
                  <a:gd name="connsiteY2" fmla="*/ 127609 h 3278965"/>
                  <a:gd name="connsiteX3" fmla="*/ 2803358 w 3690448"/>
                  <a:gd name="connsiteY3" fmla="*/ 362559 h 3278965"/>
                  <a:gd name="connsiteX4" fmla="*/ 3281883 w 3690448"/>
                  <a:gd name="connsiteY4" fmla="*/ 796349 h 3278965"/>
                  <a:gd name="connsiteX5" fmla="*/ 3552658 w 3690448"/>
                  <a:gd name="connsiteY5" fmla="*/ 1403959 h 3278965"/>
                  <a:gd name="connsiteX6" fmla="*/ 3603458 w 3690448"/>
                  <a:gd name="connsiteY6" fmla="*/ 2032609 h 3278965"/>
                  <a:gd name="connsiteX7" fmla="*/ 3285958 w 3690448"/>
                  <a:gd name="connsiteY7" fmla="*/ 2572359 h 3278965"/>
                  <a:gd name="connsiteX8" fmla="*/ 2881833 w 3690448"/>
                  <a:gd name="connsiteY8" fmla="*/ 2883509 h 3278965"/>
                  <a:gd name="connsiteX9" fmla="*/ 2498558 w 3690448"/>
                  <a:gd name="connsiteY9" fmla="*/ 3048609 h 3278965"/>
                  <a:gd name="connsiteX10" fmla="*/ 1173790 w 3690448"/>
                  <a:gd name="connsiteY10" fmla="*/ 3050196 h 3278965"/>
                  <a:gd name="connsiteX11" fmla="*/ 793833 w 3690448"/>
                  <a:gd name="connsiteY11" fmla="*/ 2874778 h 3278965"/>
                  <a:gd name="connsiteX12" fmla="*/ 381628 w 3690448"/>
                  <a:gd name="connsiteY12" fmla="*/ 2572359 h 3278965"/>
                  <a:gd name="connsiteX13" fmla="*/ 98259 w 3690448"/>
                  <a:gd name="connsiteY13" fmla="*/ 2070709 h 3278965"/>
                  <a:gd name="connsiteX14" fmla="*/ 98259 w 3690448"/>
                  <a:gd name="connsiteY14" fmla="*/ 1391259 h 3278965"/>
                  <a:gd name="connsiteX15" fmla="*/ 384008 w 3690448"/>
                  <a:gd name="connsiteY15" fmla="*/ 788009 h 3278965"/>
                  <a:gd name="connsiteX16" fmla="*/ 867651 w 3690448"/>
                  <a:gd name="connsiteY16" fmla="*/ 364549 h 3278965"/>
                  <a:gd name="connsiteX0" fmla="*/ 867651 w 3690448"/>
                  <a:gd name="connsiteY0" fmla="*/ 364549 h 3306480"/>
                  <a:gd name="connsiteX1" fmla="*/ 1479383 w 3690448"/>
                  <a:gd name="connsiteY1" fmla="*/ 133959 h 3306480"/>
                  <a:gd name="connsiteX2" fmla="*/ 2187408 w 3690448"/>
                  <a:gd name="connsiteY2" fmla="*/ 127609 h 3306480"/>
                  <a:gd name="connsiteX3" fmla="*/ 2803358 w 3690448"/>
                  <a:gd name="connsiteY3" fmla="*/ 362559 h 3306480"/>
                  <a:gd name="connsiteX4" fmla="*/ 3281883 w 3690448"/>
                  <a:gd name="connsiteY4" fmla="*/ 796349 h 3306480"/>
                  <a:gd name="connsiteX5" fmla="*/ 3552658 w 3690448"/>
                  <a:gd name="connsiteY5" fmla="*/ 1403959 h 3306480"/>
                  <a:gd name="connsiteX6" fmla="*/ 3603458 w 3690448"/>
                  <a:gd name="connsiteY6" fmla="*/ 2032609 h 3306480"/>
                  <a:gd name="connsiteX7" fmla="*/ 3285958 w 3690448"/>
                  <a:gd name="connsiteY7" fmla="*/ 2572359 h 3306480"/>
                  <a:gd name="connsiteX8" fmla="*/ 2881833 w 3690448"/>
                  <a:gd name="connsiteY8" fmla="*/ 2883509 h 3306480"/>
                  <a:gd name="connsiteX9" fmla="*/ 2498558 w 3690448"/>
                  <a:gd name="connsiteY9" fmla="*/ 3048609 h 3306480"/>
                  <a:gd name="connsiteX10" fmla="*/ 1173790 w 3690448"/>
                  <a:gd name="connsiteY10" fmla="*/ 3050196 h 3306480"/>
                  <a:gd name="connsiteX11" fmla="*/ 793833 w 3690448"/>
                  <a:gd name="connsiteY11" fmla="*/ 2874778 h 3306480"/>
                  <a:gd name="connsiteX12" fmla="*/ 381628 w 3690448"/>
                  <a:gd name="connsiteY12" fmla="*/ 2572359 h 3306480"/>
                  <a:gd name="connsiteX13" fmla="*/ 98259 w 3690448"/>
                  <a:gd name="connsiteY13" fmla="*/ 2070709 h 3306480"/>
                  <a:gd name="connsiteX14" fmla="*/ 98259 w 3690448"/>
                  <a:gd name="connsiteY14" fmla="*/ 1391259 h 3306480"/>
                  <a:gd name="connsiteX15" fmla="*/ 384008 w 3690448"/>
                  <a:gd name="connsiteY15" fmla="*/ 788009 h 3306480"/>
                  <a:gd name="connsiteX16" fmla="*/ 867651 w 3690448"/>
                  <a:gd name="connsiteY16" fmla="*/ 364549 h 3306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90448" h="3306480">
                    <a:moveTo>
                      <a:pt x="867651" y="364549"/>
                    </a:moveTo>
                    <a:cubicBezTo>
                      <a:pt x="968903" y="259111"/>
                      <a:pt x="1086031" y="13972"/>
                      <a:pt x="1479383" y="133959"/>
                    </a:cubicBezTo>
                    <a:cubicBezTo>
                      <a:pt x="1541825" y="35534"/>
                      <a:pt x="1896366" y="-107341"/>
                      <a:pt x="2187408" y="127609"/>
                    </a:cubicBezTo>
                    <a:cubicBezTo>
                      <a:pt x="2348275" y="93742"/>
                      <a:pt x="2655191" y="72576"/>
                      <a:pt x="2803358" y="362559"/>
                    </a:cubicBezTo>
                    <a:cubicBezTo>
                      <a:pt x="3045416" y="424606"/>
                      <a:pt x="3192225" y="461252"/>
                      <a:pt x="3281883" y="796349"/>
                    </a:cubicBezTo>
                    <a:cubicBezTo>
                      <a:pt x="3473741" y="945969"/>
                      <a:pt x="3627500" y="1076539"/>
                      <a:pt x="3552658" y="1403959"/>
                    </a:cubicBezTo>
                    <a:cubicBezTo>
                      <a:pt x="3664841" y="1516142"/>
                      <a:pt x="3770675" y="1774376"/>
                      <a:pt x="3603458" y="2032609"/>
                    </a:cubicBezTo>
                    <a:cubicBezTo>
                      <a:pt x="3563241" y="2212526"/>
                      <a:pt x="3669075" y="2417842"/>
                      <a:pt x="3285958" y="2572359"/>
                    </a:cubicBezTo>
                    <a:cubicBezTo>
                      <a:pt x="3214750" y="2701476"/>
                      <a:pt x="3162591" y="2811542"/>
                      <a:pt x="2881833" y="2883509"/>
                    </a:cubicBezTo>
                    <a:cubicBezTo>
                      <a:pt x="2830275" y="2951242"/>
                      <a:pt x="2639016" y="3082476"/>
                      <a:pt x="2498558" y="3048609"/>
                    </a:cubicBezTo>
                    <a:cubicBezTo>
                      <a:pt x="2351450" y="3241755"/>
                      <a:pt x="1559023" y="3515863"/>
                      <a:pt x="1173790" y="3050196"/>
                    </a:cubicBezTo>
                    <a:cubicBezTo>
                      <a:pt x="1041581" y="3032998"/>
                      <a:pt x="890323" y="3025325"/>
                      <a:pt x="793833" y="2874778"/>
                    </a:cubicBezTo>
                    <a:cubicBezTo>
                      <a:pt x="530045" y="2847526"/>
                      <a:pt x="466997" y="2732433"/>
                      <a:pt x="381628" y="2572359"/>
                    </a:cubicBezTo>
                    <a:cubicBezTo>
                      <a:pt x="243871" y="2509917"/>
                      <a:pt x="90851" y="2448535"/>
                      <a:pt x="98259" y="2070709"/>
                    </a:cubicBezTo>
                    <a:cubicBezTo>
                      <a:pt x="892" y="1897672"/>
                      <a:pt x="-62607" y="1630442"/>
                      <a:pt x="98259" y="1391259"/>
                    </a:cubicBezTo>
                    <a:cubicBezTo>
                      <a:pt x="106725" y="1218751"/>
                      <a:pt x="54163" y="1015219"/>
                      <a:pt x="384008" y="788009"/>
                    </a:cubicBezTo>
                    <a:cubicBezTo>
                      <a:pt x="410814" y="673314"/>
                      <a:pt x="478895" y="431619"/>
                      <a:pt x="867651" y="364549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E2EE0F3-707B-5593-E0F7-5487B72FD8BE}"/>
                  </a:ext>
                </a:extLst>
              </p:cNvPr>
              <p:cNvSpPr/>
              <p:nvPr/>
            </p:nvSpPr>
            <p:spPr>
              <a:xfrm>
                <a:off x="5729828" y="2755899"/>
                <a:ext cx="279400" cy="2794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767345F-D038-7567-B5A8-453E71E2E954}"/>
                  </a:ext>
                </a:extLst>
              </p:cNvPr>
              <p:cNvCxnSpPr>
                <a:stCxn id="74" idx="2"/>
                <a:endCxn id="75" idx="0"/>
              </p:cNvCxnSpPr>
              <p:nvPr/>
            </p:nvCxnSpPr>
            <p:spPr>
              <a:xfrm flipH="1">
                <a:off x="5869528" y="373470"/>
                <a:ext cx="994257" cy="238242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41F2FA9-77F4-D346-A605-4A1C87AECBD5}"/>
                  </a:ext>
                </a:extLst>
              </p:cNvPr>
              <p:cNvCxnSpPr>
                <a:stCxn id="74" idx="3"/>
                <a:endCxn id="75" idx="7"/>
              </p:cNvCxnSpPr>
              <p:nvPr/>
            </p:nvCxnSpPr>
            <p:spPr>
              <a:xfrm flipH="1">
                <a:off x="5968311" y="940717"/>
                <a:ext cx="1887856" cy="185609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E87AC2E-2A66-8F28-5E35-22670DB38367}"/>
                  </a:ext>
                </a:extLst>
              </p:cNvPr>
              <p:cNvCxnSpPr>
                <a:stCxn id="74" idx="4"/>
                <a:endCxn id="75" idx="6"/>
              </p:cNvCxnSpPr>
              <p:nvPr/>
            </p:nvCxnSpPr>
            <p:spPr>
              <a:xfrm flipH="1">
                <a:off x="6009228" y="1811854"/>
                <a:ext cx="2550708" cy="1083745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214A88A-D55D-9B5D-9EB9-39196BD99E8F}"/>
                  </a:ext>
                </a:extLst>
              </p:cNvPr>
              <p:cNvCxnSpPr>
                <a:stCxn id="74" idx="5"/>
                <a:endCxn id="75" idx="4"/>
              </p:cNvCxnSpPr>
              <p:nvPr/>
            </p:nvCxnSpPr>
            <p:spPr>
              <a:xfrm flipH="1">
                <a:off x="5869528" y="2925207"/>
                <a:ext cx="2991779" cy="110092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353049B0-7B1F-3D8E-C4F6-06215958724D}"/>
                  </a:ext>
                </a:extLst>
              </p:cNvPr>
              <p:cNvCxnSpPr>
                <a:stCxn id="74" idx="6"/>
                <a:endCxn id="75" idx="3"/>
              </p:cNvCxnSpPr>
              <p:nvPr/>
            </p:nvCxnSpPr>
            <p:spPr>
              <a:xfrm flipH="1" flipV="1">
                <a:off x="5770745" y="2994382"/>
                <a:ext cx="3009453" cy="1021390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96460959-3B5D-7DB0-D471-DD06D7357D97}"/>
                  </a:ext>
                </a:extLst>
              </p:cNvPr>
              <p:cNvCxnSpPr>
                <a:stCxn id="74" idx="7"/>
                <a:endCxn id="75" idx="4"/>
              </p:cNvCxnSpPr>
              <p:nvPr/>
            </p:nvCxnSpPr>
            <p:spPr>
              <a:xfrm flipH="1" flipV="1">
                <a:off x="5869528" y="3035299"/>
                <a:ext cx="2222382" cy="1820232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BA2AFFD-13D5-9CB3-BC83-E7BB59879DC9}"/>
                  </a:ext>
                </a:extLst>
              </p:cNvPr>
              <p:cNvCxnSpPr>
                <a:stCxn id="74" idx="8"/>
                <a:endCxn id="75" idx="4"/>
              </p:cNvCxnSpPr>
              <p:nvPr/>
            </p:nvCxnSpPr>
            <p:spPr>
              <a:xfrm flipH="1" flipV="1">
                <a:off x="5869528" y="3035299"/>
                <a:ext cx="1446832" cy="2245196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CA911C45-BB77-6094-FD5F-1FA4A66F25A0}"/>
                  </a:ext>
                </a:extLst>
              </p:cNvPr>
              <p:cNvCxnSpPr>
                <a:stCxn id="74" idx="9"/>
                <a:endCxn id="75" idx="4"/>
              </p:cNvCxnSpPr>
              <p:nvPr/>
            </p:nvCxnSpPr>
            <p:spPr>
              <a:xfrm flipH="1" flipV="1">
                <a:off x="5869528" y="3035299"/>
                <a:ext cx="746064" cy="242552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B565C63-7013-49C5-CE9F-4A777DFF6D79}"/>
                  </a:ext>
                </a:extLst>
              </p:cNvPr>
              <p:cNvCxnSpPr>
                <a:stCxn id="74" idx="1"/>
                <a:endCxn id="75" idx="1"/>
              </p:cNvCxnSpPr>
              <p:nvPr/>
            </p:nvCxnSpPr>
            <p:spPr>
              <a:xfrm>
                <a:off x="5649128" y="194982"/>
                <a:ext cx="121617" cy="2601834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C3AC001-D987-84D1-E267-5D85D85D4D5C}"/>
                  </a:ext>
                </a:extLst>
              </p:cNvPr>
              <p:cNvCxnSpPr>
                <a:stCxn id="74" idx="0"/>
                <a:endCxn id="75" idx="1"/>
              </p:cNvCxnSpPr>
              <p:nvPr/>
            </p:nvCxnSpPr>
            <p:spPr>
              <a:xfrm>
                <a:off x="4539460" y="426408"/>
                <a:ext cx="1231285" cy="237040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042CB0E-53A0-83A3-A157-E9E048FA4309}"/>
                  </a:ext>
                </a:extLst>
              </p:cNvPr>
              <p:cNvCxnSpPr>
                <a:stCxn id="74" idx="15"/>
                <a:endCxn id="75" idx="3"/>
              </p:cNvCxnSpPr>
              <p:nvPr/>
            </p:nvCxnSpPr>
            <p:spPr>
              <a:xfrm>
                <a:off x="3597645" y="1022508"/>
                <a:ext cx="2173100" cy="1971874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8626F17-2702-C385-F804-D64D0F46628C}"/>
                  </a:ext>
                </a:extLst>
              </p:cNvPr>
              <p:cNvCxnSpPr>
                <a:stCxn id="74" idx="14"/>
                <a:endCxn id="75" idx="3"/>
              </p:cNvCxnSpPr>
              <p:nvPr/>
            </p:nvCxnSpPr>
            <p:spPr>
              <a:xfrm>
                <a:off x="2946768" y="1979546"/>
                <a:ext cx="2823977" cy="1014836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B1C71081-63ED-3069-1278-A08186AD6117}"/>
                  </a:ext>
                </a:extLst>
              </p:cNvPr>
              <p:cNvCxnSpPr>
                <a:cxnSpLocks/>
                <a:stCxn id="74" idx="13"/>
                <a:endCxn id="75" idx="4"/>
              </p:cNvCxnSpPr>
              <p:nvPr/>
            </p:nvCxnSpPr>
            <p:spPr>
              <a:xfrm flipV="1">
                <a:off x="2765044" y="3035299"/>
                <a:ext cx="3104484" cy="108253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6DC86AF-D5F8-39F0-8AA4-E3D9B6009B7C}"/>
                  </a:ext>
                </a:extLst>
              </p:cNvPr>
              <p:cNvCxnSpPr>
                <a:stCxn id="74" idx="12"/>
                <a:endCxn id="75" idx="4"/>
              </p:cNvCxnSpPr>
              <p:nvPr/>
            </p:nvCxnSpPr>
            <p:spPr>
              <a:xfrm flipV="1">
                <a:off x="3116330" y="3035299"/>
                <a:ext cx="2753198" cy="104344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9CC89898-BA90-487D-6866-C86FF2F4B06F}"/>
                  </a:ext>
                </a:extLst>
              </p:cNvPr>
              <p:cNvCxnSpPr>
                <a:stCxn id="74" idx="11"/>
                <a:endCxn id="75" idx="4"/>
              </p:cNvCxnSpPr>
              <p:nvPr/>
            </p:nvCxnSpPr>
            <p:spPr>
              <a:xfrm flipV="1">
                <a:off x="3741619" y="3035299"/>
                <a:ext cx="2127909" cy="167178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AFFE9C8F-53F6-74BF-9B13-DCE1D0E54C9B}"/>
                  </a:ext>
                </a:extLst>
              </p:cNvPr>
              <p:cNvCxnSpPr>
                <a:stCxn id="74" idx="10"/>
                <a:endCxn id="75" idx="4"/>
              </p:cNvCxnSpPr>
              <p:nvPr/>
            </p:nvCxnSpPr>
            <p:spPr>
              <a:xfrm flipV="1">
                <a:off x="4345630" y="3035299"/>
                <a:ext cx="1523898" cy="207392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6" name="Rectangle 39">
              <a:extLst>
                <a:ext uri="{FF2B5EF4-FFF2-40B4-BE49-F238E27FC236}">
                  <a16:creationId xmlns:a16="http://schemas.microsoft.com/office/drawing/2014/main" id="{3E444647-B420-4D97-F6B6-710E60DF1D2A}"/>
                </a:ext>
              </a:extLst>
            </p:cNvPr>
            <p:cNvSpPr/>
            <p:nvPr/>
          </p:nvSpPr>
          <p:spPr>
            <a:xfrm>
              <a:off x="3380132" y="487475"/>
              <a:ext cx="3642601" cy="5294515"/>
            </a:xfrm>
            <a:custGeom>
              <a:avLst/>
              <a:gdLst>
                <a:gd name="connsiteX0" fmla="*/ 0 w 464457"/>
                <a:gd name="connsiteY0" fmla="*/ 0 h 856343"/>
                <a:gd name="connsiteX1" fmla="*/ 464457 w 464457"/>
                <a:gd name="connsiteY1" fmla="*/ 0 h 856343"/>
                <a:gd name="connsiteX2" fmla="*/ 464457 w 464457"/>
                <a:gd name="connsiteY2" fmla="*/ 856343 h 856343"/>
                <a:gd name="connsiteX3" fmla="*/ 0 w 464457"/>
                <a:gd name="connsiteY3" fmla="*/ 856343 h 856343"/>
                <a:gd name="connsiteX4" fmla="*/ 0 w 464457"/>
                <a:gd name="connsiteY4" fmla="*/ 0 h 856343"/>
                <a:gd name="connsiteX0" fmla="*/ 203200 w 667657"/>
                <a:gd name="connsiteY0" fmla="*/ 0 h 856343"/>
                <a:gd name="connsiteX1" fmla="*/ 667657 w 667657"/>
                <a:gd name="connsiteY1" fmla="*/ 0 h 856343"/>
                <a:gd name="connsiteX2" fmla="*/ 667657 w 667657"/>
                <a:gd name="connsiteY2" fmla="*/ 856343 h 856343"/>
                <a:gd name="connsiteX3" fmla="*/ 0 w 667657"/>
                <a:gd name="connsiteY3" fmla="*/ 609600 h 856343"/>
                <a:gd name="connsiteX4" fmla="*/ 203200 w 667657"/>
                <a:gd name="connsiteY4" fmla="*/ 0 h 856343"/>
                <a:gd name="connsiteX0" fmla="*/ 203200 w 667657"/>
                <a:gd name="connsiteY0" fmla="*/ 0 h 1059543"/>
                <a:gd name="connsiteX1" fmla="*/ 667657 w 667657"/>
                <a:gd name="connsiteY1" fmla="*/ 0 h 1059543"/>
                <a:gd name="connsiteX2" fmla="*/ 653143 w 667657"/>
                <a:gd name="connsiteY2" fmla="*/ 1059543 h 1059543"/>
                <a:gd name="connsiteX3" fmla="*/ 0 w 667657"/>
                <a:gd name="connsiteY3" fmla="*/ 609600 h 1059543"/>
                <a:gd name="connsiteX4" fmla="*/ 203200 w 667657"/>
                <a:gd name="connsiteY4" fmla="*/ 0 h 1059543"/>
                <a:gd name="connsiteX0" fmla="*/ 203200 w 725714"/>
                <a:gd name="connsiteY0" fmla="*/ 14515 h 1074058"/>
                <a:gd name="connsiteX1" fmla="*/ 725714 w 725714"/>
                <a:gd name="connsiteY1" fmla="*/ 0 h 1074058"/>
                <a:gd name="connsiteX2" fmla="*/ 653143 w 725714"/>
                <a:gd name="connsiteY2" fmla="*/ 1074058 h 1074058"/>
                <a:gd name="connsiteX3" fmla="*/ 0 w 725714"/>
                <a:gd name="connsiteY3" fmla="*/ 624115 h 1074058"/>
                <a:gd name="connsiteX4" fmla="*/ 203200 w 725714"/>
                <a:gd name="connsiteY4" fmla="*/ 14515 h 1074058"/>
                <a:gd name="connsiteX0" fmla="*/ 0 w 1074057"/>
                <a:gd name="connsiteY0" fmla="*/ 0 h 1306286"/>
                <a:gd name="connsiteX1" fmla="*/ 1074057 w 1074057"/>
                <a:gd name="connsiteY1" fmla="*/ 232228 h 1306286"/>
                <a:gd name="connsiteX2" fmla="*/ 1001486 w 1074057"/>
                <a:gd name="connsiteY2" fmla="*/ 1306286 h 1306286"/>
                <a:gd name="connsiteX3" fmla="*/ 348343 w 1074057"/>
                <a:gd name="connsiteY3" fmla="*/ 856343 h 1306286"/>
                <a:gd name="connsiteX4" fmla="*/ 0 w 1074057"/>
                <a:gd name="connsiteY4" fmla="*/ 0 h 1306286"/>
                <a:gd name="connsiteX0" fmla="*/ 0 w 1001486"/>
                <a:gd name="connsiteY0" fmla="*/ 0 h 1306286"/>
                <a:gd name="connsiteX1" fmla="*/ 1001486 w 1001486"/>
                <a:gd name="connsiteY1" fmla="*/ 1306286 h 1306286"/>
                <a:gd name="connsiteX2" fmla="*/ 348343 w 1001486"/>
                <a:gd name="connsiteY2" fmla="*/ 856343 h 1306286"/>
                <a:gd name="connsiteX3" fmla="*/ 0 w 1001486"/>
                <a:gd name="connsiteY3" fmla="*/ 0 h 1306286"/>
                <a:gd name="connsiteX0" fmla="*/ 0 w 1039586"/>
                <a:gd name="connsiteY0" fmla="*/ 0 h 1306286"/>
                <a:gd name="connsiteX1" fmla="*/ 1039586 w 1039586"/>
                <a:gd name="connsiteY1" fmla="*/ 1306286 h 1306286"/>
                <a:gd name="connsiteX2" fmla="*/ 386443 w 1039586"/>
                <a:gd name="connsiteY2" fmla="*/ 856343 h 1306286"/>
                <a:gd name="connsiteX3" fmla="*/ 0 w 1039586"/>
                <a:gd name="connsiteY3" fmla="*/ 0 h 1306286"/>
                <a:gd name="connsiteX0" fmla="*/ 0 w 1039586"/>
                <a:gd name="connsiteY0" fmla="*/ 324926 h 1631212"/>
                <a:gd name="connsiteX1" fmla="*/ 1039586 w 1039586"/>
                <a:gd name="connsiteY1" fmla="*/ 1631212 h 1631212"/>
                <a:gd name="connsiteX2" fmla="*/ 386443 w 1039586"/>
                <a:gd name="connsiteY2" fmla="*/ 1181269 h 1631212"/>
                <a:gd name="connsiteX3" fmla="*/ 0 w 1039586"/>
                <a:gd name="connsiteY3" fmla="*/ 324926 h 1631212"/>
                <a:gd name="connsiteX0" fmla="*/ 0 w 1106261"/>
                <a:gd name="connsiteY0" fmla="*/ 326038 h 1622799"/>
                <a:gd name="connsiteX1" fmla="*/ 1106261 w 1106261"/>
                <a:gd name="connsiteY1" fmla="*/ 1622799 h 1622799"/>
                <a:gd name="connsiteX2" fmla="*/ 453118 w 1106261"/>
                <a:gd name="connsiteY2" fmla="*/ 1172856 h 1622799"/>
                <a:gd name="connsiteX3" fmla="*/ 0 w 1106261"/>
                <a:gd name="connsiteY3" fmla="*/ 326038 h 1622799"/>
                <a:gd name="connsiteX0" fmla="*/ 0 w 1300600"/>
                <a:gd name="connsiteY0" fmla="*/ 532240 h 1829001"/>
                <a:gd name="connsiteX1" fmla="*/ 1106261 w 1300600"/>
                <a:gd name="connsiteY1" fmla="*/ 1829001 h 1829001"/>
                <a:gd name="connsiteX2" fmla="*/ 453118 w 1300600"/>
                <a:gd name="connsiteY2" fmla="*/ 1379058 h 1829001"/>
                <a:gd name="connsiteX3" fmla="*/ 0 w 1300600"/>
                <a:gd name="connsiteY3" fmla="*/ 532240 h 1829001"/>
                <a:gd name="connsiteX0" fmla="*/ 0 w 1251470"/>
                <a:gd name="connsiteY0" fmla="*/ 565915 h 1738851"/>
                <a:gd name="connsiteX1" fmla="*/ 1049111 w 1251470"/>
                <a:gd name="connsiteY1" fmla="*/ 1738851 h 1738851"/>
                <a:gd name="connsiteX2" fmla="*/ 453118 w 1251470"/>
                <a:gd name="connsiteY2" fmla="*/ 1412733 h 1738851"/>
                <a:gd name="connsiteX3" fmla="*/ 0 w 1251470"/>
                <a:gd name="connsiteY3" fmla="*/ 565915 h 1738851"/>
                <a:gd name="connsiteX0" fmla="*/ 0 w 1283347"/>
                <a:gd name="connsiteY0" fmla="*/ 552324 h 1725260"/>
                <a:gd name="connsiteX1" fmla="*/ 1049111 w 1283347"/>
                <a:gd name="connsiteY1" fmla="*/ 1725260 h 1725260"/>
                <a:gd name="connsiteX2" fmla="*/ 453118 w 1283347"/>
                <a:gd name="connsiteY2" fmla="*/ 1399142 h 1725260"/>
                <a:gd name="connsiteX3" fmla="*/ 0 w 1283347"/>
                <a:gd name="connsiteY3" fmla="*/ 552324 h 1725260"/>
                <a:gd name="connsiteX0" fmla="*/ 0 w 1240775"/>
                <a:gd name="connsiteY0" fmla="*/ 522722 h 1695658"/>
                <a:gd name="connsiteX1" fmla="*/ 1049111 w 1240775"/>
                <a:gd name="connsiteY1" fmla="*/ 1695658 h 1695658"/>
                <a:gd name="connsiteX2" fmla="*/ 453118 w 1240775"/>
                <a:gd name="connsiteY2" fmla="*/ 1369540 h 1695658"/>
                <a:gd name="connsiteX3" fmla="*/ 0 w 1240775"/>
                <a:gd name="connsiteY3" fmla="*/ 522722 h 1695658"/>
                <a:gd name="connsiteX0" fmla="*/ 0 w 1304763"/>
                <a:gd name="connsiteY0" fmla="*/ 531767 h 1704703"/>
                <a:gd name="connsiteX1" fmla="*/ 1049111 w 1304763"/>
                <a:gd name="connsiteY1" fmla="*/ 1704703 h 1704703"/>
                <a:gd name="connsiteX2" fmla="*/ 453118 w 1304763"/>
                <a:gd name="connsiteY2" fmla="*/ 1378585 h 1704703"/>
                <a:gd name="connsiteX3" fmla="*/ 0 w 1304763"/>
                <a:gd name="connsiteY3" fmla="*/ 531767 h 1704703"/>
                <a:gd name="connsiteX0" fmla="*/ 0 w 1304763"/>
                <a:gd name="connsiteY0" fmla="*/ 513847 h 1686783"/>
                <a:gd name="connsiteX1" fmla="*/ 1049111 w 1304763"/>
                <a:gd name="connsiteY1" fmla="*/ 1686783 h 1686783"/>
                <a:gd name="connsiteX2" fmla="*/ 453118 w 1304763"/>
                <a:gd name="connsiteY2" fmla="*/ 1360665 h 1686783"/>
                <a:gd name="connsiteX3" fmla="*/ 0 w 1304763"/>
                <a:gd name="connsiteY3" fmla="*/ 513847 h 1686783"/>
                <a:gd name="connsiteX0" fmla="*/ 0 w 1279705"/>
                <a:gd name="connsiteY0" fmla="*/ 3207 h 1176143"/>
                <a:gd name="connsiteX1" fmla="*/ 1211943 w 1279705"/>
                <a:gd name="connsiteY1" fmla="*/ 583326 h 1176143"/>
                <a:gd name="connsiteX2" fmla="*/ 1049111 w 1279705"/>
                <a:gd name="connsiteY2" fmla="*/ 1176143 h 1176143"/>
                <a:gd name="connsiteX3" fmla="*/ 453118 w 1279705"/>
                <a:gd name="connsiteY3" fmla="*/ 850025 h 1176143"/>
                <a:gd name="connsiteX4" fmla="*/ 0 w 1279705"/>
                <a:gd name="connsiteY4" fmla="*/ 3207 h 1176143"/>
                <a:gd name="connsiteX0" fmla="*/ 0 w 1287479"/>
                <a:gd name="connsiteY0" fmla="*/ 364509 h 1537445"/>
                <a:gd name="connsiteX1" fmla="*/ 1211943 w 1287479"/>
                <a:gd name="connsiteY1" fmla="*/ 944628 h 1537445"/>
                <a:gd name="connsiteX2" fmla="*/ 1049111 w 1287479"/>
                <a:gd name="connsiteY2" fmla="*/ 1537445 h 1537445"/>
                <a:gd name="connsiteX3" fmla="*/ 453118 w 1287479"/>
                <a:gd name="connsiteY3" fmla="*/ 1211327 h 1537445"/>
                <a:gd name="connsiteX4" fmla="*/ 0 w 1287479"/>
                <a:gd name="connsiteY4" fmla="*/ 364509 h 1537445"/>
                <a:gd name="connsiteX0" fmla="*/ 0 w 1279705"/>
                <a:gd name="connsiteY0" fmla="*/ 352697 h 1525633"/>
                <a:gd name="connsiteX1" fmla="*/ 1211943 w 1279705"/>
                <a:gd name="connsiteY1" fmla="*/ 932816 h 1525633"/>
                <a:gd name="connsiteX2" fmla="*/ 1049111 w 1279705"/>
                <a:gd name="connsiteY2" fmla="*/ 1525633 h 1525633"/>
                <a:gd name="connsiteX3" fmla="*/ 453118 w 1279705"/>
                <a:gd name="connsiteY3" fmla="*/ 1199515 h 1525633"/>
                <a:gd name="connsiteX4" fmla="*/ 0 w 1279705"/>
                <a:gd name="connsiteY4" fmla="*/ 352697 h 1525633"/>
                <a:gd name="connsiteX0" fmla="*/ 0 w 1279705"/>
                <a:gd name="connsiteY0" fmla="*/ 517898 h 1690834"/>
                <a:gd name="connsiteX1" fmla="*/ 1211943 w 1279705"/>
                <a:gd name="connsiteY1" fmla="*/ 1098017 h 1690834"/>
                <a:gd name="connsiteX2" fmla="*/ 1049111 w 1279705"/>
                <a:gd name="connsiteY2" fmla="*/ 1690834 h 1690834"/>
                <a:gd name="connsiteX3" fmla="*/ 453118 w 1279705"/>
                <a:gd name="connsiteY3" fmla="*/ 1364716 h 1690834"/>
                <a:gd name="connsiteX4" fmla="*/ 0 w 1279705"/>
                <a:gd name="connsiteY4" fmla="*/ 517898 h 1690834"/>
                <a:gd name="connsiteX0" fmla="*/ 0 w 1232080"/>
                <a:gd name="connsiteY0" fmla="*/ 517898 h 1690834"/>
                <a:gd name="connsiteX1" fmla="*/ 1164318 w 1232080"/>
                <a:gd name="connsiteY1" fmla="*/ 1098017 h 1690834"/>
                <a:gd name="connsiteX2" fmla="*/ 1001486 w 1232080"/>
                <a:gd name="connsiteY2" fmla="*/ 1690834 h 1690834"/>
                <a:gd name="connsiteX3" fmla="*/ 405493 w 1232080"/>
                <a:gd name="connsiteY3" fmla="*/ 1364716 h 1690834"/>
                <a:gd name="connsiteX4" fmla="*/ 0 w 1232080"/>
                <a:gd name="connsiteY4" fmla="*/ 517898 h 1690834"/>
                <a:gd name="connsiteX0" fmla="*/ 0 w 1232080"/>
                <a:gd name="connsiteY0" fmla="*/ 535969 h 1708905"/>
                <a:gd name="connsiteX1" fmla="*/ 1164318 w 1232080"/>
                <a:gd name="connsiteY1" fmla="*/ 1116088 h 1708905"/>
                <a:gd name="connsiteX2" fmla="*/ 1001486 w 1232080"/>
                <a:gd name="connsiteY2" fmla="*/ 1708905 h 1708905"/>
                <a:gd name="connsiteX3" fmla="*/ 405493 w 1232080"/>
                <a:gd name="connsiteY3" fmla="*/ 1382787 h 1708905"/>
                <a:gd name="connsiteX4" fmla="*/ 0 w 1232080"/>
                <a:gd name="connsiteY4" fmla="*/ 535969 h 1708905"/>
                <a:gd name="connsiteX0" fmla="*/ 0 w 1232080"/>
                <a:gd name="connsiteY0" fmla="*/ 494505 h 1667441"/>
                <a:gd name="connsiteX1" fmla="*/ 1164318 w 1232080"/>
                <a:gd name="connsiteY1" fmla="*/ 1074624 h 1667441"/>
                <a:gd name="connsiteX2" fmla="*/ 1001486 w 1232080"/>
                <a:gd name="connsiteY2" fmla="*/ 1667441 h 1667441"/>
                <a:gd name="connsiteX3" fmla="*/ 405493 w 1232080"/>
                <a:gd name="connsiteY3" fmla="*/ 1341323 h 1667441"/>
                <a:gd name="connsiteX4" fmla="*/ 0 w 1232080"/>
                <a:gd name="connsiteY4" fmla="*/ 494505 h 1667441"/>
                <a:gd name="connsiteX0" fmla="*/ 0 w 1217166"/>
                <a:gd name="connsiteY0" fmla="*/ 494505 h 1667441"/>
                <a:gd name="connsiteX1" fmla="*/ 1164318 w 1217166"/>
                <a:gd name="connsiteY1" fmla="*/ 1074624 h 1667441"/>
                <a:gd name="connsiteX2" fmla="*/ 1001486 w 1217166"/>
                <a:gd name="connsiteY2" fmla="*/ 1667441 h 1667441"/>
                <a:gd name="connsiteX3" fmla="*/ 405493 w 1217166"/>
                <a:gd name="connsiteY3" fmla="*/ 1341323 h 1667441"/>
                <a:gd name="connsiteX4" fmla="*/ 0 w 1217166"/>
                <a:gd name="connsiteY4" fmla="*/ 494505 h 1667441"/>
                <a:gd name="connsiteX0" fmla="*/ 0 w 1217166"/>
                <a:gd name="connsiteY0" fmla="*/ 494505 h 1667441"/>
                <a:gd name="connsiteX1" fmla="*/ 1164318 w 1217166"/>
                <a:gd name="connsiteY1" fmla="*/ 1074624 h 1667441"/>
                <a:gd name="connsiteX2" fmla="*/ 1001486 w 1217166"/>
                <a:gd name="connsiteY2" fmla="*/ 1667441 h 1667441"/>
                <a:gd name="connsiteX3" fmla="*/ 405493 w 1217166"/>
                <a:gd name="connsiteY3" fmla="*/ 1341323 h 1667441"/>
                <a:gd name="connsiteX4" fmla="*/ 0 w 1217166"/>
                <a:gd name="connsiteY4" fmla="*/ 494505 h 1667441"/>
                <a:gd name="connsiteX0" fmla="*/ 0 w 1237578"/>
                <a:gd name="connsiteY0" fmla="*/ 494505 h 2305616"/>
                <a:gd name="connsiteX1" fmla="*/ 1164318 w 1237578"/>
                <a:gd name="connsiteY1" fmla="*/ 1074624 h 2305616"/>
                <a:gd name="connsiteX2" fmla="*/ 1220561 w 1237578"/>
                <a:gd name="connsiteY2" fmla="*/ 2305616 h 2305616"/>
                <a:gd name="connsiteX3" fmla="*/ 405493 w 1237578"/>
                <a:gd name="connsiteY3" fmla="*/ 1341323 h 2305616"/>
                <a:gd name="connsiteX4" fmla="*/ 0 w 1237578"/>
                <a:gd name="connsiteY4" fmla="*/ 494505 h 2305616"/>
                <a:gd name="connsiteX0" fmla="*/ 0 w 1220561"/>
                <a:gd name="connsiteY0" fmla="*/ 494505 h 2305616"/>
                <a:gd name="connsiteX1" fmla="*/ 1164318 w 1220561"/>
                <a:gd name="connsiteY1" fmla="*/ 1074624 h 2305616"/>
                <a:gd name="connsiteX2" fmla="*/ 1220561 w 1220561"/>
                <a:gd name="connsiteY2" fmla="*/ 2305616 h 2305616"/>
                <a:gd name="connsiteX3" fmla="*/ 405493 w 1220561"/>
                <a:gd name="connsiteY3" fmla="*/ 1341323 h 2305616"/>
                <a:gd name="connsiteX4" fmla="*/ 0 w 1220561"/>
                <a:gd name="connsiteY4" fmla="*/ 494505 h 2305616"/>
                <a:gd name="connsiteX0" fmla="*/ 0 w 1468211"/>
                <a:gd name="connsiteY0" fmla="*/ 494505 h 2305616"/>
                <a:gd name="connsiteX1" fmla="*/ 1164318 w 1468211"/>
                <a:gd name="connsiteY1" fmla="*/ 1074624 h 2305616"/>
                <a:gd name="connsiteX2" fmla="*/ 1468211 w 1468211"/>
                <a:gd name="connsiteY2" fmla="*/ 2305616 h 2305616"/>
                <a:gd name="connsiteX3" fmla="*/ 405493 w 1468211"/>
                <a:gd name="connsiteY3" fmla="*/ 1341323 h 2305616"/>
                <a:gd name="connsiteX4" fmla="*/ 0 w 1468211"/>
                <a:gd name="connsiteY4" fmla="*/ 494505 h 2305616"/>
                <a:gd name="connsiteX0" fmla="*/ 0 w 1268186"/>
                <a:gd name="connsiteY0" fmla="*/ 494505 h 2305616"/>
                <a:gd name="connsiteX1" fmla="*/ 1164318 w 1268186"/>
                <a:gd name="connsiteY1" fmla="*/ 1074624 h 2305616"/>
                <a:gd name="connsiteX2" fmla="*/ 1268186 w 1268186"/>
                <a:gd name="connsiteY2" fmla="*/ 2305616 h 2305616"/>
                <a:gd name="connsiteX3" fmla="*/ 405493 w 1268186"/>
                <a:gd name="connsiteY3" fmla="*/ 1341323 h 2305616"/>
                <a:gd name="connsiteX4" fmla="*/ 0 w 1268186"/>
                <a:gd name="connsiteY4" fmla="*/ 494505 h 2305616"/>
                <a:gd name="connsiteX0" fmla="*/ 0 w 1268186"/>
                <a:gd name="connsiteY0" fmla="*/ 494505 h 2305616"/>
                <a:gd name="connsiteX1" fmla="*/ 1164318 w 1268186"/>
                <a:gd name="connsiteY1" fmla="*/ 1074624 h 2305616"/>
                <a:gd name="connsiteX2" fmla="*/ 1268186 w 1268186"/>
                <a:gd name="connsiteY2" fmla="*/ 2305616 h 2305616"/>
                <a:gd name="connsiteX3" fmla="*/ 405493 w 1268186"/>
                <a:gd name="connsiteY3" fmla="*/ 1341323 h 2305616"/>
                <a:gd name="connsiteX4" fmla="*/ 0 w 1268186"/>
                <a:gd name="connsiteY4" fmla="*/ 494505 h 2305616"/>
                <a:gd name="connsiteX0" fmla="*/ 0 w 1334861"/>
                <a:gd name="connsiteY0" fmla="*/ 494505 h 2296091"/>
                <a:gd name="connsiteX1" fmla="*/ 1164318 w 1334861"/>
                <a:gd name="connsiteY1" fmla="*/ 1074624 h 2296091"/>
                <a:gd name="connsiteX2" fmla="*/ 1334861 w 1334861"/>
                <a:gd name="connsiteY2" fmla="*/ 2296091 h 2296091"/>
                <a:gd name="connsiteX3" fmla="*/ 405493 w 1334861"/>
                <a:gd name="connsiteY3" fmla="*/ 1341323 h 2296091"/>
                <a:gd name="connsiteX4" fmla="*/ 0 w 1334861"/>
                <a:gd name="connsiteY4" fmla="*/ 494505 h 2296091"/>
                <a:gd name="connsiteX0" fmla="*/ 0 w 1334861"/>
                <a:gd name="connsiteY0" fmla="*/ 494505 h 2296091"/>
                <a:gd name="connsiteX1" fmla="*/ 1164318 w 1334861"/>
                <a:gd name="connsiteY1" fmla="*/ 1074624 h 2296091"/>
                <a:gd name="connsiteX2" fmla="*/ 1334861 w 1334861"/>
                <a:gd name="connsiteY2" fmla="*/ 2296091 h 2296091"/>
                <a:gd name="connsiteX3" fmla="*/ 405493 w 1334861"/>
                <a:gd name="connsiteY3" fmla="*/ 1341323 h 2296091"/>
                <a:gd name="connsiteX4" fmla="*/ 0 w 1334861"/>
                <a:gd name="connsiteY4" fmla="*/ 494505 h 2296091"/>
                <a:gd name="connsiteX0" fmla="*/ 0 w 1334861"/>
                <a:gd name="connsiteY0" fmla="*/ 494505 h 3246360"/>
                <a:gd name="connsiteX1" fmla="*/ 1164318 w 1334861"/>
                <a:gd name="connsiteY1" fmla="*/ 1074624 h 3246360"/>
                <a:gd name="connsiteX2" fmla="*/ 1334861 w 1334861"/>
                <a:gd name="connsiteY2" fmla="*/ 2296091 h 3246360"/>
                <a:gd name="connsiteX3" fmla="*/ 735693 w 1334861"/>
                <a:gd name="connsiteY3" fmla="*/ 3227275 h 3246360"/>
                <a:gd name="connsiteX4" fmla="*/ 405493 w 1334861"/>
                <a:gd name="connsiteY4" fmla="*/ 1341323 h 3246360"/>
                <a:gd name="connsiteX5" fmla="*/ 0 w 1334861"/>
                <a:gd name="connsiteY5" fmla="*/ 494505 h 3246360"/>
                <a:gd name="connsiteX0" fmla="*/ 0 w 1334861"/>
                <a:gd name="connsiteY0" fmla="*/ 494505 h 5050855"/>
                <a:gd name="connsiteX1" fmla="*/ 1164318 w 1334861"/>
                <a:gd name="connsiteY1" fmla="*/ 1074624 h 5050855"/>
                <a:gd name="connsiteX2" fmla="*/ 1334861 w 1334861"/>
                <a:gd name="connsiteY2" fmla="*/ 2296091 h 5050855"/>
                <a:gd name="connsiteX3" fmla="*/ 817580 w 1334861"/>
                <a:gd name="connsiteY3" fmla="*/ 5042427 h 5050855"/>
                <a:gd name="connsiteX4" fmla="*/ 405493 w 1334861"/>
                <a:gd name="connsiteY4" fmla="*/ 1341323 h 5050855"/>
                <a:gd name="connsiteX5" fmla="*/ 0 w 1334861"/>
                <a:gd name="connsiteY5" fmla="*/ 494505 h 5050855"/>
                <a:gd name="connsiteX0" fmla="*/ 290968 w 1625829"/>
                <a:gd name="connsiteY0" fmla="*/ 494505 h 5050855"/>
                <a:gd name="connsiteX1" fmla="*/ 1455286 w 1625829"/>
                <a:gd name="connsiteY1" fmla="*/ 1074624 h 5050855"/>
                <a:gd name="connsiteX2" fmla="*/ 1625829 w 1625829"/>
                <a:gd name="connsiteY2" fmla="*/ 2296091 h 5050855"/>
                <a:gd name="connsiteX3" fmla="*/ 1108548 w 1625829"/>
                <a:gd name="connsiteY3" fmla="*/ 5042427 h 5050855"/>
                <a:gd name="connsiteX4" fmla="*/ 696461 w 1625829"/>
                <a:gd name="connsiteY4" fmla="*/ 1341323 h 5050855"/>
                <a:gd name="connsiteX5" fmla="*/ 290968 w 1625829"/>
                <a:gd name="connsiteY5" fmla="*/ 494505 h 5050855"/>
                <a:gd name="connsiteX0" fmla="*/ 363831 w 1698692"/>
                <a:gd name="connsiteY0" fmla="*/ 494505 h 5050855"/>
                <a:gd name="connsiteX1" fmla="*/ 1528149 w 1698692"/>
                <a:gd name="connsiteY1" fmla="*/ 1074624 h 5050855"/>
                <a:gd name="connsiteX2" fmla="*/ 1698692 w 1698692"/>
                <a:gd name="connsiteY2" fmla="*/ 2296091 h 5050855"/>
                <a:gd name="connsiteX3" fmla="*/ 1181411 w 1698692"/>
                <a:gd name="connsiteY3" fmla="*/ 5042427 h 5050855"/>
                <a:gd name="connsiteX4" fmla="*/ 769324 w 1698692"/>
                <a:gd name="connsiteY4" fmla="*/ 1341323 h 5050855"/>
                <a:gd name="connsiteX5" fmla="*/ 363831 w 1698692"/>
                <a:gd name="connsiteY5" fmla="*/ 494505 h 5050855"/>
                <a:gd name="connsiteX0" fmla="*/ 326299 w 1661160"/>
                <a:gd name="connsiteY0" fmla="*/ 494505 h 5003356"/>
                <a:gd name="connsiteX1" fmla="*/ 1490617 w 1661160"/>
                <a:gd name="connsiteY1" fmla="*/ 1074624 h 5003356"/>
                <a:gd name="connsiteX2" fmla="*/ 1661160 w 1661160"/>
                <a:gd name="connsiteY2" fmla="*/ 2296091 h 5003356"/>
                <a:gd name="connsiteX3" fmla="*/ 1201029 w 1661160"/>
                <a:gd name="connsiteY3" fmla="*/ 4994802 h 5003356"/>
                <a:gd name="connsiteX4" fmla="*/ 731792 w 1661160"/>
                <a:gd name="connsiteY4" fmla="*/ 1341323 h 5003356"/>
                <a:gd name="connsiteX5" fmla="*/ 326299 w 1661160"/>
                <a:gd name="connsiteY5" fmla="*/ 494505 h 5003356"/>
                <a:gd name="connsiteX0" fmla="*/ 359311 w 1694172"/>
                <a:gd name="connsiteY0" fmla="*/ 494505 h 5003356"/>
                <a:gd name="connsiteX1" fmla="*/ 1523629 w 1694172"/>
                <a:gd name="connsiteY1" fmla="*/ 1074624 h 5003356"/>
                <a:gd name="connsiteX2" fmla="*/ 1694172 w 1694172"/>
                <a:gd name="connsiteY2" fmla="*/ 2296091 h 5003356"/>
                <a:gd name="connsiteX3" fmla="*/ 1234041 w 1694172"/>
                <a:gd name="connsiteY3" fmla="*/ 4994802 h 5003356"/>
                <a:gd name="connsiteX4" fmla="*/ 764804 w 1694172"/>
                <a:gd name="connsiteY4" fmla="*/ 1341323 h 5003356"/>
                <a:gd name="connsiteX5" fmla="*/ 359311 w 1694172"/>
                <a:gd name="connsiteY5" fmla="*/ 494505 h 5003356"/>
                <a:gd name="connsiteX0" fmla="*/ 379974 w 1714835"/>
                <a:gd name="connsiteY0" fmla="*/ 494505 h 5003356"/>
                <a:gd name="connsiteX1" fmla="*/ 1544292 w 1714835"/>
                <a:gd name="connsiteY1" fmla="*/ 1074624 h 5003356"/>
                <a:gd name="connsiteX2" fmla="*/ 1714835 w 1714835"/>
                <a:gd name="connsiteY2" fmla="*/ 2296091 h 5003356"/>
                <a:gd name="connsiteX3" fmla="*/ 1254704 w 1714835"/>
                <a:gd name="connsiteY3" fmla="*/ 4994802 h 5003356"/>
                <a:gd name="connsiteX4" fmla="*/ 785467 w 1714835"/>
                <a:gd name="connsiteY4" fmla="*/ 1341323 h 5003356"/>
                <a:gd name="connsiteX5" fmla="*/ 379974 w 1714835"/>
                <a:gd name="connsiteY5" fmla="*/ 494505 h 5003356"/>
                <a:gd name="connsiteX0" fmla="*/ 379974 w 2048769"/>
                <a:gd name="connsiteY0" fmla="*/ 494505 h 5467842"/>
                <a:gd name="connsiteX1" fmla="*/ 1544292 w 2048769"/>
                <a:gd name="connsiteY1" fmla="*/ 1074624 h 5467842"/>
                <a:gd name="connsiteX2" fmla="*/ 1714835 w 2048769"/>
                <a:gd name="connsiteY2" fmla="*/ 2296091 h 5467842"/>
                <a:gd name="connsiteX3" fmla="*/ 2039593 w 2048769"/>
                <a:gd name="connsiteY3" fmla="*/ 5179899 h 5467842"/>
                <a:gd name="connsiteX4" fmla="*/ 1254704 w 2048769"/>
                <a:gd name="connsiteY4" fmla="*/ 4994802 h 5467842"/>
                <a:gd name="connsiteX5" fmla="*/ 785467 w 2048769"/>
                <a:gd name="connsiteY5" fmla="*/ 1341323 h 5467842"/>
                <a:gd name="connsiteX6" fmla="*/ 379974 w 2048769"/>
                <a:gd name="connsiteY6" fmla="*/ 494505 h 5467842"/>
                <a:gd name="connsiteX0" fmla="*/ 379974 w 2048769"/>
                <a:gd name="connsiteY0" fmla="*/ 494505 h 5306824"/>
                <a:gd name="connsiteX1" fmla="*/ 1544292 w 2048769"/>
                <a:gd name="connsiteY1" fmla="*/ 1074624 h 5306824"/>
                <a:gd name="connsiteX2" fmla="*/ 1714835 w 2048769"/>
                <a:gd name="connsiteY2" fmla="*/ 2296091 h 5306824"/>
                <a:gd name="connsiteX3" fmla="*/ 2039593 w 2048769"/>
                <a:gd name="connsiteY3" fmla="*/ 5179899 h 5306824"/>
                <a:gd name="connsiteX4" fmla="*/ 1254704 w 2048769"/>
                <a:gd name="connsiteY4" fmla="*/ 4994802 h 5306824"/>
                <a:gd name="connsiteX5" fmla="*/ 785467 w 2048769"/>
                <a:gd name="connsiteY5" fmla="*/ 1341323 h 5306824"/>
                <a:gd name="connsiteX6" fmla="*/ 379974 w 2048769"/>
                <a:gd name="connsiteY6" fmla="*/ 494505 h 5306824"/>
                <a:gd name="connsiteX0" fmla="*/ 379974 w 2048769"/>
                <a:gd name="connsiteY0" fmla="*/ 494505 h 5232721"/>
                <a:gd name="connsiteX1" fmla="*/ 1544292 w 2048769"/>
                <a:gd name="connsiteY1" fmla="*/ 1074624 h 5232721"/>
                <a:gd name="connsiteX2" fmla="*/ 1714835 w 2048769"/>
                <a:gd name="connsiteY2" fmla="*/ 2296091 h 5232721"/>
                <a:gd name="connsiteX3" fmla="*/ 2039593 w 2048769"/>
                <a:gd name="connsiteY3" fmla="*/ 5179899 h 5232721"/>
                <a:gd name="connsiteX4" fmla="*/ 1254704 w 2048769"/>
                <a:gd name="connsiteY4" fmla="*/ 4994802 h 5232721"/>
                <a:gd name="connsiteX5" fmla="*/ 785467 w 2048769"/>
                <a:gd name="connsiteY5" fmla="*/ 1341323 h 5232721"/>
                <a:gd name="connsiteX6" fmla="*/ 379974 w 2048769"/>
                <a:gd name="connsiteY6" fmla="*/ 494505 h 5232721"/>
                <a:gd name="connsiteX0" fmla="*/ 379974 w 3241615"/>
                <a:gd name="connsiteY0" fmla="*/ 494505 h 5232721"/>
                <a:gd name="connsiteX1" fmla="*/ 1544292 w 3241615"/>
                <a:gd name="connsiteY1" fmla="*/ 1074624 h 5232721"/>
                <a:gd name="connsiteX2" fmla="*/ 1714835 w 3241615"/>
                <a:gd name="connsiteY2" fmla="*/ 2296091 h 5232721"/>
                <a:gd name="connsiteX3" fmla="*/ 3239743 w 3241615"/>
                <a:gd name="connsiteY3" fmla="*/ 4846525 h 5232721"/>
                <a:gd name="connsiteX4" fmla="*/ 2039593 w 3241615"/>
                <a:gd name="connsiteY4" fmla="*/ 5179899 h 5232721"/>
                <a:gd name="connsiteX5" fmla="*/ 1254704 w 3241615"/>
                <a:gd name="connsiteY5" fmla="*/ 4994802 h 5232721"/>
                <a:gd name="connsiteX6" fmla="*/ 785467 w 3241615"/>
                <a:gd name="connsiteY6" fmla="*/ 1341323 h 5232721"/>
                <a:gd name="connsiteX7" fmla="*/ 379974 w 3241615"/>
                <a:gd name="connsiteY7" fmla="*/ 494505 h 5232721"/>
                <a:gd name="connsiteX0" fmla="*/ 379974 w 3241834"/>
                <a:gd name="connsiteY0" fmla="*/ 494505 h 5284903"/>
                <a:gd name="connsiteX1" fmla="*/ 1544292 w 3241834"/>
                <a:gd name="connsiteY1" fmla="*/ 1074624 h 5284903"/>
                <a:gd name="connsiteX2" fmla="*/ 1714835 w 3241834"/>
                <a:gd name="connsiteY2" fmla="*/ 2296091 h 5284903"/>
                <a:gd name="connsiteX3" fmla="*/ 3239743 w 3241834"/>
                <a:gd name="connsiteY3" fmla="*/ 4846525 h 5284903"/>
                <a:gd name="connsiteX4" fmla="*/ 2039593 w 3241834"/>
                <a:gd name="connsiteY4" fmla="*/ 5179899 h 5284903"/>
                <a:gd name="connsiteX5" fmla="*/ 1254704 w 3241834"/>
                <a:gd name="connsiteY5" fmla="*/ 4994802 h 5284903"/>
                <a:gd name="connsiteX6" fmla="*/ 785467 w 3241834"/>
                <a:gd name="connsiteY6" fmla="*/ 1341323 h 5284903"/>
                <a:gd name="connsiteX7" fmla="*/ 379974 w 3241834"/>
                <a:gd name="connsiteY7" fmla="*/ 494505 h 5284903"/>
                <a:gd name="connsiteX0" fmla="*/ 379974 w 3239743"/>
                <a:gd name="connsiteY0" fmla="*/ 494505 h 5294515"/>
                <a:gd name="connsiteX1" fmla="*/ 1544292 w 3239743"/>
                <a:gd name="connsiteY1" fmla="*/ 1074624 h 5294515"/>
                <a:gd name="connsiteX2" fmla="*/ 1714835 w 3239743"/>
                <a:gd name="connsiteY2" fmla="*/ 2296091 h 5294515"/>
                <a:gd name="connsiteX3" fmla="*/ 3239743 w 3239743"/>
                <a:gd name="connsiteY3" fmla="*/ 4846525 h 5294515"/>
                <a:gd name="connsiteX4" fmla="*/ 2039593 w 3239743"/>
                <a:gd name="connsiteY4" fmla="*/ 5179899 h 5294515"/>
                <a:gd name="connsiteX5" fmla="*/ 1254704 w 3239743"/>
                <a:gd name="connsiteY5" fmla="*/ 4994802 h 5294515"/>
                <a:gd name="connsiteX6" fmla="*/ 785467 w 3239743"/>
                <a:gd name="connsiteY6" fmla="*/ 1341323 h 5294515"/>
                <a:gd name="connsiteX7" fmla="*/ 379974 w 3239743"/>
                <a:gd name="connsiteY7" fmla="*/ 494505 h 5294515"/>
                <a:gd name="connsiteX0" fmla="*/ 379974 w 3679065"/>
                <a:gd name="connsiteY0" fmla="*/ 494505 h 5294515"/>
                <a:gd name="connsiteX1" fmla="*/ 1544292 w 3679065"/>
                <a:gd name="connsiteY1" fmla="*/ 1074624 h 5294515"/>
                <a:gd name="connsiteX2" fmla="*/ 1714835 w 3679065"/>
                <a:gd name="connsiteY2" fmla="*/ 2296091 h 5294515"/>
                <a:gd name="connsiteX3" fmla="*/ 3601693 w 3679065"/>
                <a:gd name="connsiteY3" fmla="*/ 4427425 h 5294515"/>
                <a:gd name="connsiteX4" fmla="*/ 3239743 w 3679065"/>
                <a:gd name="connsiteY4" fmla="*/ 4846525 h 5294515"/>
                <a:gd name="connsiteX5" fmla="*/ 2039593 w 3679065"/>
                <a:gd name="connsiteY5" fmla="*/ 5179899 h 5294515"/>
                <a:gd name="connsiteX6" fmla="*/ 1254704 w 3679065"/>
                <a:gd name="connsiteY6" fmla="*/ 4994802 h 5294515"/>
                <a:gd name="connsiteX7" fmla="*/ 785467 w 3679065"/>
                <a:gd name="connsiteY7" fmla="*/ 1341323 h 5294515"/>
                <a:gd name="connsiteX8" fmla="*/ 379974 w 3679065"/>
                <a:gd name="connsiteY8" fmla="*/ 494505 h 5294515"/>
                <a:gd name="connsiteX0" fmla="*/ 379974 w 3642601"/>
                <a:gd name="connsiteY0" fmla="*/ 494505 h 5294515"/>
                <a:gd name="connsiteX1" fmla="*/ 1544292 w 3642601"/>
                <a:gd name="connsiteY1" fmla="*/ 1074624 h 5294515"/>
                <a:gd name="connsiteX2" fmla="*/ 1714835 w 3642601"/>
                <a:gd name="connsiteY2" fmla="*/ 2296091 h 5294515"/>
                <a:gd name="connsiteX3" fmla="*/ 3601693 w 3642601"/>
                <a:gd name="connsiteY3" fmla="*/ 4427425 h 5294515"/>
                <a:gd name="connsiteX4" fmla="*/ 3239743 w 3642601"/>
                <a:gd name="connsiteY4" fmla="*/ 4846525 h 5294515"/>
                <a:gd name="connsiteX5" fmla="*/ 2039593 w 3642601"/>
                <a:gd name="connsiteY5" fmla="*/ 5179899 h 5294515"/>
                <a:gd name="connsiteX6" fmla="*/ 1254704 w 3642601"/>
                <a:gd name="connsiteY6" fmla="*/ 4994802 h 5294515"/>
                <a:gd name="connsiteX7" fmla="*/ 785467 w 3642601"/>
                <a:gd name="connsiteY7" fmla="*/ 1341323 h 5294515"/>
                <a:gd name="connsiteX8" fmla="*/ 379974 w 3642601"/>
                <a:gd name="connsiteY8" fmla="*/ 494505 h 5294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42601" h="5294515">
                  <a:moveTo>
                    <a:pt x="379974" y="494505"/>
                  </a:moveTo>
                  <a:cubicBezTo>
                    <a:pt x="400082" y="-64295"/>
                    <a:pt x="1893315" y="-454365"/>
                    <a:pt x="1544292" y="1074624"/>
                  </a:cubicBezTo>
                  <a:cubicBezTo>
                    <a:pt x="1509594" y="1212963"/>
                    <a:pt x="1230118" y="1908741"/>
                    <a:pt x="1714835" y="2296091"/>
                  </a:cubicBezTo>
                  <a:cubicBezTo>
                    <a:pt x="1975185" y="2872354"/>
                    <a:pt x="3347542" y="4002353"/>
                    <a:pt x="3601693" y="4427425"/>
                  </a:cubicBezTo>
                  <a:cubicBezTo>
                    <a:pt x="3760594" y="4776297"/>
                    <a:pt x="3417543" y="4738575"/>
                    <a:pt x="3239743" y="4846525"/>
                  </a:cubicBezTo>
                  <a:cubicBezTo>
                    <a:pt x="3055744" y="5365260"/>
                    <a:pt x="2281533" y="5369499"/>
                    <a:pt x="2039593" y="5179899"/>
                  </a:cubicBezTo>
                  <a:cubicBezTo>
                    <a:pt x="1943855" y="5210584"/>
                    <a:pt x="1362125" y="5350402"/>
                    <a:pt x="1254704" y="4994802"/>
                  </a:cubicBezTo>
                  <a:cubicBezTo>
                    <a:pt x="-1176477" y="4179206"/>
                    <a:pt x="649874" y="2083704"/>
                    <a:pt x="785467" y="1341323"/>
                  </a:cubicBezTo>
                  <a:lnTo>
                    <a:pt x="379974" y="494505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2E4FD72-9EED-568D-64B7-CBE11CF9EE48}"/>
                </a:ext>
              </a:extLst>
            </p:cNvPr>
            <p:cNvSpPr/>
            <p:nvPr/>
          </p:nvSpPr>
          <p:spPr>
            <a:xfrm>
              <a:off x="4415549" y="819369"/>
              <a:ext cx="189492" cy="25664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2D2CD34-135F-016A-82E4-31E6FB3FE343}"/>
                </a:ext>
              </a:extLst>
            </p:cNvPr>
            <p:cNvSpPr/>
            <p:nvPr/>
          </p:nvSpPr>
          <p:spPr>
            <a:xfrm>
              <a:off x="4415916" y="884385"/>
              <a:ext cx="100836" cy="136568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Rectangle 59">
              <a:extLst>
                <a:ext uri="{FF2B5EF4-FFF2-40B4-BE49-F238E27FC236}">
                  <a16:creationId xmlns:a16="http://schemas.microsoft.com/office/drawing/2014/main" id="{9486EE5A-FCA5-534D-B170-D30C7D2F8E83}"/>
                </a:ext>
              </a:extLst>
            </p:cNvPr>
            <p:cNvSpPr/>
            <p:nvPr/>
          </p:nvSpPr>
          <p:spPr>
            <a:xfrm>
              <a:off x="4474198" y="2576807"/>
              <a:ext cx="3392714" cy="2862998"/>
            </a:xfrm>
            <a:custGeom>
              <a:avLst/>
              <a:gdLst>
                <a:gd name="connsiteX0" fmla="*/ 0 w 2495550"/>
                <a:gd name="connsiteY0" fmla="*/ 0 h 717485"/>
                <a:gd name="connsiteX1" fmla="*/ 2495550 w 2495550"/>
                <a:gd name="connsiteY1" fmla="*/ 0 h 717485"/>
                <a:gd name="connsiteX2" fmla="*/ 2495550 w 2495550"/>
                <a:gd name="connsiteY2" fmla="*/ 717485 h 717485"/>
                <a:gd name="connsiteX3" fmla="*/ 0 w 2495550"/>
                <a:gd name="connsiteY3" fmla="*/ 717485 h 717485"/>
                <a:gd name="connsiteX4" fmla="*/ 0 w 2495550"/>
                <a:gd name="connsiteY4" fmla="*/ 0 h 717485"/>
                <a:gd name="connsiteX0" fmla="*/ 0 w 2495550"/>
                <a:gd name="connsiteY0" fmla="*/ 723900 h 1441385"/>
                <a:gd name="connsiteX1" fmla="*/ 2228850 w 2495550"/>
                <a:gd name="connsiteY1" fmla="*/ 0 h 1441385"/>
                <a:gd name="connsiteX2" fmla="*/ 2495550 w 2495550"/>
                <a:gd name="connsiteY2" fmla="*/ 1441385 h 1441385"/>
                <a:gd name="connsiteX3" fmla="*/ 0 w 2495550"/>
                <a:gd name="connsiteY3" fmla="*/ 1441385 h 1441385"/>
                <a:gd name="connsiteX4" fmla="*/ 0 w 2495550"/>
                <a:gd name="connsiteY4" fmla="*/ 723900 h 1441385"/>
                <a:gd name="connsiteX0" fmla="*/ 0 w 2667000"/>
                <a:gd name="connsiteY0" fmla="*/ 1085850 h 1441385"/>
                <a:gd name="connsiteX1" fmla="*/ 2400300 w 2667000"/>
                <a:gd name="connsiteY1" fmla="*/ 0 h 1441385"/>
                <a:gd name="connsiteX2" fmla="*/ 2667000 w 2667000"/>
                <a:gd name="connsiteY2" fmla="*/ 1441385 h 1441385"/>
                <a:gd name="connsiteX3" fmla="*/ 171450 w 2667000"/>
                <a:gd name="connsiteY3" fmla="*/ 1441385 h 1441385"/>
                <a:gd name="connsiteX4" fmla="*/ 0 w 2667000"/>
                <a:gd name="connsiteY4" fmla="*/ 1085850 h 1441385"/>
                <a:gd name="connsiteX0" fmla="*/ 0 w 2667000"/>
                <a:gd name="connsiteY0" fmla="*/ 1085850 h 2165285"/>
                <a:gd name="connsiteX1" fmla="*/ 2400300 w 2667000"/>
                <a:gd name="connsiteY1" fmla="*/ 0 h 2165285"/>
                <a:gd name="connsiteX2" fmla="*/ 2667000 w 2667000"/>
                <a:gd name="connsiteY2" fmla="*/ 1441385 h 2165285"/>
                <a:gd name="connsiteX3" fmla="*/ 2552700 w 2667000"/>
                <a:gd name="connsiteY3" fmla="*/ 2165285 h 2165285"/>
                <a:gd name="connsiteX4" fmla="*/ 0 w 2667000"/>
                <a:gd name="connsiteY4" fmla="*/ 1085850 h 2165285"/>
                <a:gd name="connsiteX0" fmla="*/ 0 w 3086100"/>
                <a:gd name="connsiteY0" fmla="*/ 1085850 h 2165285"/>
                <a:gd name="connsiteX1" fmla="*/ 2400300 w 3086100"/>
                <a:gd name="connsiteY1" fmla="*/ 0 h 2165285"/>
                <a:gd name="connsiteX2" fmla="*/ 3086100 w 3086100"/>
                <a:gd name="connsiteY2" fmla="*/ 1650935 h 2165285"/>
                <a:gd name="connsiteX3" fmla="*/ 2552700 w 3086100"/>
                <a:gd name="connsiteY3" fmla="*/ 2165285 h 2165285"/>
                <a:gd name="connsiteX4" fmla="*/ 0 w 3086100"/>
                <a:gd name="connsiteY4" fmla="*/ 1085850 h 2165285"/>
                <a:gd name="connsiteX0" fmla="*/ 83310 w 3169410"/>
                <a:gd name="connsiteY0" fmla="*/ 1085850 h 2165285"/>
                <a:gd name="connsiteX1" fmla="*/ 2483610 w 3169410"/>
                <a:gd name="connsiteY1" fmla="*/ 0 h 2165285"/>
                <a:gd name="connsiteX2" fmla="*/ 3169410 w 3169410"/>
                <a:gd name="connsiteY2" fmla="*/ 1650935 h 2165285"/>
                <a:gd name="connsiteX3" fmla="*/ 2636010 w 3169410"/>
                <a:gd name="connsiteY3" fmla="*/ 2165285 h 2165285"/>
                <a:gd name="connsiteX4" fmla="*/ 83310 w 3169410"/>
                <a:gd name="connsiteY4" fmla="*/ 1085850 h 2165285"/>
                <a:gd name="connsiteX0" fmla="*/ 91102 w 3177202"/>
                <a:gd name="connsiteY0" fmla="*/ 1486875 h 2566310"/>
                <a:gd name="connsiteX1" fmla="*/ 2491402 w 3177202"/>
                <a:gd name="connsiteY1" fmla="*/ 401025 h 2566310"/>
                <a:gd name="connsiteX2" fmla="*/ 3177202 w 3177202"/>
                <a:gd name="connsiteY2" fmla="*/ 2051960 h 2566310"/>
                <a:gd name="connsiteX3" fmla="*/ 2643802 w 3177202"/>
                <a:gd name="connsiteY3" fmla="*/ 2566310 h 2566310"/>
                <a:gd name="connsiteX4" fmla="*/ 91102 w 3177202"/>
                <a:gd name="connsiteY4" fmla="*/ 1486875 h 2566310"/>
                <a:gd name="connsiteX0" fmla="*/ 91102 w 3177202"/>
                <a:gd name="connsiteY0" fmla="*/ 1486875 h 2789351"/>
                <a:gd name="connsiteX1" fmla="*/ 2491402 w 3177202"/>
                <a:gd name="connsiteY1" fmla="*/ 401025 h 2789351"/>
                <a:gd name="connsiteX2" fmla="*/ 3177202 w 3177202"/>
                <a:gd name="connsiteY2" fmla="*/ 2051960 h 2789351"/>
                <a:gd name="connsiteX3" fmla="*/ 2643802 w 3177202"/>
                <a:gd name="connsiteY3" fmla="*/ 2566310 h 2789351"/>
                <a:gd name="connsiteX4" fmla="*/ 91102 w 3177202"/>
                <a:gd name="connsiteY4" fmla="*/ 1486875 h 2789351"/>
                <a:gd name="connsiteX0" fmla="*/ 91102 w 3177202"/>
                <a:gd name="connsiteY0" fmla="*/ 1486875 h 2873223"/>
                <a:gd name="connsiteX1" fmla="*/ 2491402 w 3177202"/>
                <a:gd name="connsiteY1" fmla="*/ 401025 h 2873223"/>
                <a:gd name="connsiteX2" fmla="*/ 3177202 w 3177202"/>
                <a:gd name="connsiteY2" fmla="*/ 2051960 h 2873223"/>
                <a:gd name="connsiteX3" fmla="*/ 2643802 w 3177202"/>
                <a:gd name="connsiteY3" fmla="*/ 2566310 h 2873223"/>
                <a:gd name="connsiteX4" fmla="*/ 91102 w 3177202"/>
                <a:gd name="connsiteY4" fmla="*/ 1486875 h 2873223"/>
                <a:gd name="connsiteX0" fmla="*/ 91102 w 3205817"/>
                <a:gd name="connsiteY0" fmla="*/ 1486875 h 2873223"/>
                <a:gd name="connsiteX1" fmla="*/ 2491402 w 3205817"/>
                <a:gd name="connsiteY1" fmla="*/ 401025 h 2873223"/>
                <a:gd name="connsiteX2" fmla="*/ 3177202 w 3205817"/>
                <a:gd name="connsiteY2" fmla="*/ 2051960 h 2873223"/>
                <a:gd name="connsiteX3" fmla="*/ 2643802 w 3205817"/>
                <a:gd name="connsiteY3" fmla="*/ 2566310 h 2873223"/>
                <a:gd name="connsiteX4" fmla="*/ 91102 w 3205817"/>
                <a:gd name="connsiteY4" fmla="*/ 1486875 h 2873223"/>
                <a:gd name="connsiteX0" fmla="*/ 91102 w 3370014"/>
                <a:gd name="connsiteY0" fmla="*/ 1486875 h 2873223"/>
                <a:gd name="connsiteX1" fmla="*/ 2491402 w 3370014"/>
                <a:gd name="connsiteY1" fmla="*/ 401025 h 2873223"/>
                <a:gd name="connsiteX2" fmla="*/ 3177202 w 3370014"/>
                <a:gd name="connsiteY2" fmla="*/ 2051960 h 2873223"/>
                <a:gd name="connsiteX3" fmla="*/ 2643802 w 3370014"/>
                <a:gd name="connsiteY3" fmla="*/ 2566310 h 2873223"/>
                <a:gd name="connsiteX4" fmla="*/ 91102 w 3370014"/>
                <a:gd name="connsiteY4" fmla="*/ 1486875 h 2873223"/>
                <a:gd name="connsiteX0" fmla="*/ 91102 w 3399424"/>
                <a:gd name="connsiteY0" fmla="*/ 1486875 h 2873223"/>
                <a:gd name="connsiteX1" fmla="*/ 2491402 w 3399424"/>
                <a:gd name="connsiteY1" fmla="*/ 401025 h 2873223"/>
                <a:gd name="connsiteX2" fmla="*/ 3177202 w 3399424"/>
                <a:gd name="connsiteY2" fmla="*/ 2051960 h 2873223"/>
                <a:gd name="connsiteX3" fmla="*/ 2643802 w 3399424"/>
                <a:gd name="connsiteY3" fmla="*/ 2566310 h 2873223"/>
                <a:gd name="connsiteX4" fmla="*/ 91102 w 3399424"/>
                <a:gd name="connsiteY4" fmla="*/ 1486875 h 2873223"/>
                <a:gd name="connsiteX0" fmla="*/ 91102 w 3447725"/>
                <a:gd name="connsiteY0" fmla="*/ 1486875 h 2873223"/>
                <a:gd name="connsiteX1" fmla="*/ 2491402 w 3447725"/>
                <a:gd name="connsiteY1" fmla="*/ 401025 h 2873223"/>
                <a:gd name="connsiteX2" fmla="*/ 3177202 w 3447725"/>
                <a:gd name="connsiteY2" fmla="*/ 2051960 h 2873223"/>
                <a:gd name="connsiteX3" fmla="*/ 2643802 w 3447725"/>
                <a:gd name="connsiteY3" fmla="*/ 2566310 h 2873223"/>
                <a:gd name="connsiteX4" fmla="*/ 91102 w 3447725"/>
                <a:gd name="connsiteY4" fmla="*/ 1486875 h 2873223"/>
                <a:gd name="connsiteX0" fmla="*/ 92790 w 3441678"/>
                <a:gd name="connsiteY0" fmla="*/ 1476650 h 2862998"/>
                <a:gd name="connsiteX1" fmla="*/ 2450227 w 3441678"/>
                <a:gd name="connsiteY1" fmla="*/ 405088 h 2862998"/>
                <a:gd name="connsiteX2" fmla="*/ 3178890 w 3441678"/>
                <a:gd name="connsiteY2" fmla="*/ 2041735 h 2862998"/>
                <a:gd name="connsiteX3" fmla="*/ 2645490 w 3441678"/>
                <a:gd name="connsiteY3" fmla="*/ 2556085 h 2862998"/>
                <a:gd name="connsiteX4" fmla="*/ 92790 w 3441678"/>
                <a:gd name="connsiteY4" fmla="*/ 1476650 h 2862998"/>
                <a:gd name="connsiteX0" fmla="*/ 92790 w 3392714"/>
                <a:gd name="connsiteY0" fmla="*/ 1476650 h 2862998"/>
                <a:gd name="connsiteX1" fmla="*/ 2450227 w 3392714"/>
                <a:gd name="connsiteY1" fmla="*/ 405088 h 2862998"/>
                <a:gd name="connsiteX2" fmla="*/ 3178890 w 3392714"/>
                <a:gd name="connsiteY2" fmla="*/ 2041735 h 2862998"/>
                <a:gd name="connsiteX3" fmla="*/ 2645490 w 3392714"/>
                <a:gd name="connsiteY3" fmla="*/ 2556085 h 2862998"/>
                <a:gd name="connsiteX4" fmla="*/ 92790 w 3392714"/>
                <a:gd name="connsiteY4" fmla="*/ 1476650 h 2862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714" h="2862998">
                  <a:moveTo>
                    <a:pt x="92790" y="1476650"/>
                  </a:moveTo>
                  <a:cubicBezTo>
                    <a:pt x="-435848" y="-85450"/>
                    <a:pt x="1421527" y="-347387"/>
                    <a:pt x="2450227" y="405088"/>
                  </a:cubicBezTo>
                  <a:cubicBezTo>
                    <a:pt x="3021727" y="841100"/>
                    <a:pt x="3764678" y="2120073"/>
                    <a:pt x="3178890" y="2041735"/>
                  </a:cubicBezTo>
                  <a:cubicBezTo>
                    <a:pt x="3415428" y="2098885"/>
                    <a:pt x="3609103" y="2613235"/>
                    <a:pt x="2645490" y="2556085"/>
                  </a:cubicBezTo>
                  <a:cubicBezTo>
                    <a:pt x="2351803" y="3339273"/>
                    <a:pt x="200740" y="2493687"/>
                    <a:pt x="92790" y="14766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Rectangle 54">
              <a:extLst>
                <a:ext uri="{FF2B5EF4-FFF2-40B4-BE49-F238E27FC236}">
                  <a16:creationId xmlns:a16="http://schemas.microsoft.com/office/drawing/2014/main" id="{E8E24B44-DB8F-3B15-DAB8-0E5BCD1F768C}"/>
                </a:ext>
              </a:extLst>
            </p:cNvPr>
            <p:cNvSpPr/>
            <p:nvPr/>
          </p:nvSpPr>
          <p:spPr>
            <a:xfrm>
              <a:off x="3686180" y="896049"/>
              <a:ext cx="703715" cy="1088577"/>
            </a:xfrm>
            <a:custGeom>
              <a:avLst/>
              <a:gdLst>
                <a:gd name="connsiteX0" fmla="*/ 0 w 466348"/>
                <a:gd name="connsiteY0" fmla="*/ 0 h 313308"/>
                <a:gd name="connsiteX1" fmla="*/ 466348 w 466348"/>
                <a:gd name="connsiteY1" fmla="*/ 0 h 313308"/>
                <a:gd name="connsiteX2" fmla="*/ 466348 w 466348"/>
                <a:gd name="connsiteY2" fmla="*/ 313308 h 313308"/>
                <a:gd name="connsiteX3" fmla="*/ 0 w 466348"/>
                <a:gd name="connsiteY3" fmla="*/ 313308 h 313308"/>
                <a:gd name="connsiteX4" fmla="*/ 0 w 466348"/>
                <a:gd name="connsiteY4" fmla="*/ 0 h 313308"/>
                <a:gd name="connsiteX0" fmla="*/ 0 w 466348"/>
                <a:gd name="connsiteY0" fmla="*/ 45720 h 359028"/>
                <a:gd name="connsiteX1" fmla="*/ 329188 w 466348"/>
                <a:gd name="connsiteY1" fmla="*/ 0 h 359028"/>
                <a:gd name="connsiteX2" fmla="*/ 466348 w 466348"/>
                <a:gd name="connsiteY2" fmla="*/ 359028 h 359028"/>
                <a:gd name="connsiteX3" fmla="*/ 0 w 466348"/>
                <a:gd name="connsiteY3" fmla="*/ 359028 h 359028"/>
                <a:gd name="connsiteX4" fmla="*/ 0 w 466348"/>
                <a:gd name="connsiteY4" fmla="*/ 45720 h 359028"/>
                <a:gd name="connsiteX0" fmla="*/ 0 w 626368"/>
                <a:gd name="connsiteY0" fmla="*/ 45720 h 549528"/>
                <a:gd name="connsiteX1" fmla="*/ 329188 w 626368"/>
                <a:gd name="connsiteY1" fmla="*/ 0 h 549528"/>
                <a:gd name="connsiteX2" fmla="*/ 626368 w 626368"/>
                <a:gd name="connsiteY2" fmla="*/ 549528 h 549528"/>
                <a:gd name="connsiteX3" fmla="*/ 0 w 626368"/>
                <a:gd name="connsiteY3" fmla="*/ 359028 h 549528"/>
                <a:gd name="connsiteX4" fmla="*/ 0 w 626368"/>
                <a:gd name="connsiteY4" fmla="*/ 45720 h 549528"/>
                <a:gd name="connsiteX0" fmla="*/ 0 w 496828"/>
                <a:gd name="connsiteY0" fmla="*/ 45720 h 397128"/>
                <a:gd name="connsiteX1" fmla="*/ 329188 w 496828"/>
                <a:gd name="connsiteY1" fmla="*/ 0 h 397128"/>
                <a:gd name="connsiteX2" fmla="*/ 496828 w 496828"/>
                <a:gd name="connsiteY2" fmla="*/ 397128 h 397128"/>
                <a:gd name="connsiteX3" fmla="*/ 0 w 496828"/>
                <a:gd name="connsiteY3" fmla="*/ 359028 h 397128"/>
                <a:gd name="connsiteX4" fmla="*/ 0 w 496828"/>
                <a:gd name="connsiteY4" fmla="*/ 45720 h 397128"/>
                <a:gd name="connsiteX0" fmla="*/ 0 w 618748"/>
                <a:gd name="connsiteY0" fmla="*/ 45720 h 435228"/>
                <a:gd name="connsiteX1" fmla="*/ 329188 w 618748"/>
                <a:gd name="connsiteY1" fmla="*/ 0 h 435228"/>
                <a:gd name="connsiteX2" fmla="*/ 618748 w 618748"/>
                <a:gd name="connsiteY2" fmla="*/ 435228 h 435228"/>
                <a:gd name="connsiteX3" fmla="*/ 0 w 618748"/>
                <a:gd name="connsiteY3" fmla="*/ 359028 h 435228"/>
                <a:gd name="connsiteX4" fmla="*/ 0 w 618748"/>
                <a:gd name="connsiteY4" fmla="*/ 45720 h 435228"/>
                <a:gd name="connsiteX0" fmla="*/ 0 w 626368"/>
                <a:gd name="connsiteY0" fmla="*/ 45720 h 458088"/>
                <a:gd name="connsiteX1" fmla="*/ 329188 w 626368"/>
                <a:gd name="connsiteY1" fmla="*/ 0 h 458088"/>
                <a:gd name="connsiteX2" fmla="*/ 626368 w 626368"/>
                <a:gd name="connsiteY2" fmla="*/ 458088 h 458088"/>
                <a:gd name="connsiteX3" fmla="*/ 0 w 626368"/>
                <a:gd name="connsiteY3" fmla="*/ 359028 h 458088"/>
                <a:gd name="connsiteX4" fmla="*/ 0 w 626368"/>
                <a:gd name="connsiteY4" fmla="*/ 45720 h 458088"/>
                <a:gd name="connsiteX0" fmla="*/ 0 w 626368"/>
                <a:gd name="connsiteY0" fmla="*/ 45720 h 458088"/>
                <a:gd name="connsiteX1" fmla="*/ 329188 w 626368"/>
                <a:gd name="connsiteY1" fmla="*/ 0 h 458088"/>
                <a:gd name="connsiteX2" fmla="*/ 626368 w 626368"/>
                <a:gd name="connsiteY2" fmla="*/ 458088 h 458088"/>
                <a:gd name="connsiteX3" fmla="*/ 0 w 626368"/>
                <a:gd name="connsiteY3" fmla="*/ 359028 h 458088"/>
                <a:gd name="connsiteX4" fmla="*/ 0 w 626368"/>
                <a:gd name="connsiteY4" fmla="*/ 45720 h 458088"/>
                <a:gd name="connsiteX0" fmla="*/ 0 w 641729"/>
                <a:gd name="connsiteY0" fmla="*/ 45720 h 458088"/>
                <a:gd name="connsiteX1" fmla="*/ 329188 w 641729"/>
                <a:gd name="connsiteY1" fmla="*/ 0 h 458088"/>
                <a:gd name="connsiteX2" fmla="*/ 626368 w 641729"/>
                <a:gd name="connsiteY2" fmla="*/ 458088 h 458088"/>
                <a:gd name="connsiteX3" fmla="*/ 0 w 641729"/>
                <a:gd name="connsiteY3" fmla="*/ 359028 h 458088"/>
                <a:gd name="connsiteX4" fmla="*/ 0 w 641729"/>
                <a:gd name="connsiteY4" fmla="*/ 45720 h 458088"/>
                <a:gd name="connsiteX0" fmla="*/ 0 w 639515"/>
                <a:gd name="connsiteY0" fmla="*/ 51467 h 463835"/>
                <a:gd name="connsiteX1" fmla="*/ 329188 w 639515"/>
                <a:gd name="connsiteY1" fmla="*/ 5747 h 463835"/>
                <a:gd name="connsiteX2" fmla="*/ 626368 w 639515"/>
                <a:gd name="connsiteY2" fmla="*/ 463835 h 463835"/>
                <a:gd name="connsiteX3" fmla="*/ 0 w 639515"/>
                <a:gd name="connsiteY3" fmla="*/ 364775 h 463835"/>
                <a:gd name="connsiteX4" fmla="*/ 0 w 639515"/>
                <a:gd name="connsiteY4" fmla="*/ 51467 h 463835"/>
                <a:gd name="connsiteX0" fmla="*/ 0 w 639515"/>
                <a:gd name="connsiteY0" fmla="*/ 105982 h 518350"/>
                <a:gd name="connsiteX1" fmla="*/ 329188 w 639515"/>
                <a:gd name="connsiteY1" fmla="*/ 60262 h 518350"/>
                <a:gd name="connsiteX2" fmla="*/ 626368 w 639515"/>
                <a:gd name="connsiteY2" fmla="*/ 518350 h 518350"/>
                <a:gd name="connsiteX3" fmla="*/ 0 w 639515"/>
                <a:gd name="connsiteY3" fmla="*/ 419290 h 518350"/>
                <a:gd name="connsiteX4" fmla="*/ 0 w 639515"/>
                <a:gd name="connsiteY4" fmla="*/ 105982 h 518350"/>
                <a:gd name="connsiteX0" fmla="*/ 42862 w 639515"/>
                <a:gd name="connsiteY0" fmla="*/ 203371 h 501439"/>
                <a:gd name="connsiteX1" fmla="*/ 329188 w 639515"/>
                <a:gd name="connsiteY1" fmla="*/ 43351 h 501439"/>
                <a:gd name="connsiteX2" fmla="*/ 626368 w 639515"/>
                <a:gd name="connsiteY2" fmla="*/ 501439 h 501439"/>
                <a:gd name="connsiteX3" fmla="*/ 0 w 639515"/>
                <a:gd name="connsiteY3" fmla="*/ 402379 h 501439"/>
                <a:gd name="connsiteX4" fmla="*/ 42862 w 639515"/>
                <a:gd name="connsiteY4" fmla="*/ 203371 h 501439"/>
                <a:gd name="connsiteX0" fmla="*/ 78871 w 675524"/>
                <a:gd name="connsiteY0" fmla="*/ 215583 h 513651"/>
                <a:gd name="connsiteX1" fmla="*/ 365197 w 675524"/>
                <a:gd name="connsiteY1" fmla="*/ 55563 h 513651"/>
                <a:gd name="connsiteX2" fmla="*/ 662377 w 675524"/>
                <a:gd name="connsiteY2" fmla="*/ 513651 h 513651"/>
                <a:gd name="connsiteX3" fmla="*/ 36009 w 675524"/>
                <a:gd name="connsiteY3" fmla="*/ 414591 h 513651"/>
                <a:gd name="connsiteX4" fmla="*/ 78871 w 675524"/>
                <a:gd name="connsiteY4" fmla="*/ 215583 h 513651"/>
                <a:gd name="connsiteX0" fmla="*/ 78871 w 675524"/>
                <a:gd name="connsiteY0" fmla="*/ 215583 h 728916"/>
                <a:gd name="connsiteX1" fmla="*/ 365197 w 675524"/>
                <a:gd name="connsiteY1" fmla="*/ 55563 h 728916"/>
                <a:gd name="connsiteX2" fmla="*/ 662377 w 675524"/>
                <a:gd name="connsiteY2" fmla="*/ 513651 h 728916"/>
                <a:gd name="connsiteX3" fmla="*/ 188409 w 675524"/>
                <a:gd name="connsiteY3" fmla="*/ 728916 h 728916"/>
                <a:gd name="connsiteX4" fmla="*/ 78871 w 675524"/>
                <a:gd name="connsiteY4" fmla="*/ 215583 h 728916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159834 w 675524"/>
                <a:gd name="connsiteY3" fmla="*/ 705104 h 705104"/>
                <a:gd name="connsiteX4" fmla="*/ 78871 w 675524"/>
                <a:gd name="connsiteY4" fmla="*/ 215583 h 705104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159834 w 675524"/>
                <a:gd name="connsiteY3" fmla="*/ 705104 h 705104"/>
                <a:gd name="connsiteX4" fmla="*/ 78871 w 675524"/>
                <a:gd name="connsiteY4" fmla="*/ 215583 h 705104"/>
                <a:gd name="connsiteX0" fmla="*/ 78871 w 675524"/>
                <a:gd name="connsiteY0" fmla="*/ 215583 h 705104"/>
                <a:gd name="connsiteX1" fmla="*/ 365197 w 675524"/>
                <a:gd name="connsiteY1" fmla="*/ 55563 h 705104"/>
                <a:gd name="connsiteX2" fmla="*/ 662377 w 675524"/>
                <a:gd name="connsiteY2" fmla="*/ 513651 h 705104"/>
                <a:gd name="connsiteX3" fmla="*/ 319082 w 675524"/>
                <a:gd name="connsiteY3" fmla="*/ 456501 h 705104"/>
                <a:gd name="connsiteX4" fmla="*/ 159834 w 675524"/>
                <a:gd name="connsiteY4" fmla="*/ 705104 h 705104"/>
                <a:gd name="connsiteX5" fmla="*/ 78871 w 675524"/>
                <a:gd name="connsiteY5" fmla="*/ 215583 h 705104"/>
                <a:gd name="connsiteX0" fmla="*/ 78871 w 675524"/>
                <a:gd name="connsiteY0" fmla="*/ 215583 h 922546"/>
                <a:gd name="connsiteX1" fmla="*/ 365197 w 675524"/>
                <a:gd name="connsiteY1" fmla="*/ 55563 h 922546"/>
                <a:gd name="connsiteX2" fmla="*/ 662377 w 675524"/>
                <a:gd name="connsiteY2" fmla="*/ 513651 h 922546"/>
                <a:gd name="connsiteX3" fmla="*/ 319082 w 675524"/>
                <a:gd name="connsiteY3" fmla="*/ 456501 h 922546"/>
                <a:gd name="connsiteX4" fmla="*/ 159834 w 675524"/>
                <a:gd name="connsiteY4" fmla="*/ 705104 h 922546"/>
                <a:gd name="connsiteX5" fmla="*/ 78871 w 675524"/>
                <a:gd name="connsiteY5" fmla="*/ 215583 h 922546"/>
                <a:gd name="connsiteX0" fmla="*/ 78871 w 675524"/>
                <a:gd name="connsiteY0" fmla="*/ 215583 h 1079166"/>
                <a:gd name="connsiteX1" fmla="*/ 365197 w 675524"/>
                <a:gd name="connsiteY1" fmla="*/ 55563 h 1079166"/>
                <a:gd name="connsiteX2" fmla="*/ 662377 w 675524"/>
                <a:gd name="connsiteY2" fmla="*/ 513651 h 1079166"/>
                <a:gd name="connsiteX3" fmla="*/ 319082 w 675524"/>
                <a:gd name="connsiteY3" fmla="*/ 456501 h 1079166"/>
                <a:gd name="connsiteX4" fmla="*/ 159834 w 675524"/>
                <a:gd name="connsiteY4" fmla="*/ 705104 h 1079166"/>
                <a:gd name="connsiteX5" fmla="*/ 78871 w 675524"/>
                <a:gd name="connsiteY5" fmla="*/ 215583 h 1079166"/>
                <a:gd name="connsiteX0" fmla="*/ 78871 w 675524"/>
                <a:gd name="connsiteY0" fmla="*/ 215583 h 793174"/>
                <a:gd name="connsiteX1" fmla="*/ 365197 w 675524"/>
                <a:gd name="connsiteY1" fmla="*/ 55563 h 793174"/>
                <a:gd name="connsiteX2" fmla="*/ 662377 w 675524"/>
                <a:gd name="connsiteY2" fmla="*/ 513651 h 793174"/>
                <a:gd name="connsiteX3" fmla="*/ 319082 w 675524"/>
                <a:gd name="connsiteY3" fmla="*/ 456501 h 793174"/>
                <a:gd name="connsiteX4" fmla="*/ 195257 w 675524"/>
                <a:gd name="connsiteY4" fmla="*/ 770826 h 793174"/>
                <a:gd name="connsiteX5" fmla="*/ 159834 w 675524"/>
                <a:gd name="connsiteY5" fmla="*/ 705104 h 793174"/>
                <a:gd name="connsiteX6" fmla="*/ 78871 w 675524"/>
                <a:gd name="connsiteY6" fmla="*/ 215583 h 793174"/>
                <a:gd name="connsiteX0" fmla="*/ 78871 w 675524"/>
                <a:gd name="connsiteY0" fmla="*/ 215583 h 1040844"/>
                <a:gd name="connsiteX1" fmla="*/ 365197 w 675524"/>
                <a:gd name="connsiteY1" fmla="*/ 55563 h 1040844"/>
                <a:gd name="connsiteX2" fmla="*/ 662377 w 675524"/>
                <a:gd name="connsiteY2" fmla="*/ 513651 h 1040844"/>
                <a:gd name="connsiteX3" fmla="*/ 319082 w 675524"/>
                <a:gd name="connsiteY3" fmla="*/ 456501 h 1040844"/>
                <a:gd name="connsiteX4" fmla="*/ 195257 w 675524"/>
                <a:gd name="connsiteY4" fmla="*/ 770826 h 1040844"/>
                <a:gd name="connsiteX5" fmla="*/ 159834 w 675524"/>
                <a:gd name="connsiteY5" fmla="*/ 705104 h 1040844"/>
                <a:gd name="connsiteX6" fmla="*/ 78871 w 675524"/>
                <a:gd name="connsiteY6" fmla="*/ 215583 h 1040844"/>
                <a:gd name="connsiteX0" fmla="*/ 78871 w 675524"/>
                <a:gd name="connsiteY0" fmla="*/ 215583 h 1053049"/>
                <a:gd name="connsiteX1" fmla="*/ 365197 w 675524"/>
                <a:gd name="connsiteY1" fmla="*/ 55563 h 1053049"/>
                <a:gd name="connsiteX2" fmla="*/ 662377 w 675524"/>
                <a:gd name="connsiteY2" fmla="*/ 513651 h 1053049"/>
                <a:gd name="connsiteX3" fmla="*/ 309557 w 675524"/>
                <a:gd name="connsiteY3" fmla="*/ 523176 h 1053049"/>
                <a:gd name="connsiteX4" fmla="*/ 195257 w 675524"/>
                <a:gd name="connsiteY4" fmla="*/ 770826 h 1053049"/>
                <a:gd name="connsiteX5" fmla="*/ 159834 w 675524"/>
                <a:gd name="connsiteY5" fmla="*/ 705104 h 1053049"/>
                <a:gd name="connsiteX6" fmla="*/ 78871 w 675524"/>
                <a:gd name="connsiteY6" fmla="*/ 215583 h 1053049"/>
                <a:gd name="connsiteX0" fmla="*/ 78871 w 675524"/>
                <a:gd name="connsiteY0" fmla="*/ 215583 h 1034022"/>
                <a:gd name="connsiteX1" fmla="*/ 365197 w 675524"/>
                <a:gd name="connsiteY1" fmla="*/ 55563 h 1034022"/>
                <a:gd name="connsiteX2" fmla="*/ 662377 w 675524"/>
                <a:gd name="connsiteY2" fmla="*/ 513651 h 1034022"/>
                <a:gd name="connsiteX3" fmla="*/ 309557 w 675524"/>
                <a:gd name="connsiteY3" fmla="*/ 523176 h 1034022"/>
                <a:gd name="connsiteX4" fmla="*/ 195257 w 675524"/>
                <a:gd name="connsiteY4" fmla="*/ 770826 h 1034022"/>
                <a:gd name="connsiteX5" fmla="*/ 159834 w 675524"/>
                <a:gd name="connsiteY5" fmla="*/ 705104 h 1034022"/>
                <a:gd name="connsiteX6" fmla="*/ 78871 w 675524"/>
                <a:gd name="connsiteY6" fmla="*/ 215583 h 1034022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09557 w 675524"/>
                <a:gd name="connsiteY3" fmla="*/ 523176 h 1088577"/>
                <a:gd name="connsiteX4" fmla="*/ 195257 w 675524"/>
                <a:gd name="connsiteY4" fmla="*/ 770826 h 1088577"/>
                <a:gd name="connsiteX5" fmla="*/ 159834 w 675524"/>
                <a:gd name="connsiteY5" fmla="*/ 705104 h 1088577"/>
                <a:gd name="connsiteX6" fmla="*/ 78871 w 675524"/>
                <a:gd name="connsiteY6" fmla="*/ 215583 h 1088577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64325 w 675524"/>
                <a:gd name="connsiteY3" fmla="*/ 516032 h 1088577"/>
                <a:gd name="connsiteX4" fmla="*/ 309557 w 675524"/>
                <a:gd name="connsiteY4" fmla="*/ 523176 h 1088577"/>
                <a:gd name="connsiteX5" fmla="*/ 195257 w 675524"/>
                <a:gd name="connsiteY5" fmla="*/ 770826 h 1088577"/>
                <a:gd name="connsiteX6" fmla="*/ 159834 w 675524"/>
                <a:gd name="connsiteY6" fmla="*/ 705104 h 1088577"/>
                <a:gd name="connsiteX7" fmla="*/ 78871 w 675524"/>
                <a:gd name="connsiteY7" fmla="*/ 215583 h 1088577"/>
                <a:gd name="connsiteX0" fmla="*/ 78871 w 675524"/>
                <a:gd name="connsiteY0" fmla="*/ 215583 h 1088577"/>
                <a:gd name="connsiteX1" fmla="*/ 365197 w 675524"/>
                <a:gd name="connsiteY1" fmla="*/ 55563 h 1088577"/>
                <a:gd name="connsiteX2" fmla="*/ 662377 w 675524"/>
                <a:gd name="connsiteY2" fmla="*/ 513651 h 1088577"/>
                <a:gd name="connsiteX3" fmla="*/ 364325 w 675524"/>
                <a:gd name="connsiteY3" fmla="*/ 516032 h 1088577"/>
                <a:gd name="connsiteX4" fmla="*/ 309557 w 675524"/>
                <a:gd name="connsiteY4" fmla="*/ 523176 h 1088577"/>
                <a:gd name="connsiteX5" fmla="*/ 195257 w 675524"/>
                <a:gd name="connsiteY5" fmla="*/ 770826 h 1088577"/>
                <a:gd name="connsiteX6" fmla="*/ 159834 w 675524"/>
                <a:gd name="connsiteY6" fmla="*/ 705104 h 1088577"/>
                <a:gd name="connsiteX7" fmla="*/ 78871 w 675524"/>
                <a:gd name="connsiteY7" fmla="*/ 215583 h 1088577"/>
                <a:gd name="connsiteX0" fmla="*/ 78871 w 699240"/>
                <a:gd name="connsiteY0" fmla="*/ 215583 h 1088577"/>
                <a:gd name="connsiteX1" fmla="*/ 365197 w 699240"/>
                <a:gd name="connsiteY1" fmla="*/ 55563 h 1088577"/>
                <a:gd name="connsiteX2" fmla="*/ 662377 w 699240"/>
                <a:gd name="connsiteY2" fmla="*/ 513651 h 1088577"/>
                <a:gd name="connsiteX3" fmla="*/ 364325 w 699240"/>
                <a:gd name="connsiteY3" fmla="*/ 516032 h 1088577"/>
                <a:gd name="connsiteX4" fmla="*/ 309557 w 699240"/>
                <a:gd name="connsiteY4" fmla="*/ 523176 h 1088577"/>
                <a:gd name="connsiteX5" fmla="*/ 195257 w 699240"/>
                <a:gd name="connsiteY5" fmla="*/ 770826 h 1088577"/>
                <a:gd name="connsiteX6" fmla="*/ 159834 w 699240"/>
                <a:gd name="connsiteY6" fmla="*/ 705104 h 1088577"/>
                <a:gd name="connsiteX7" fmla="*/ 78871 w 699240"/>
                <a:gd name="connsiteY7" fmla="*/ 215583 h 1088577"/>
                <a:gd name="connsiteX0" fmla="*/ 78871 w 690001"/>
                <a:gd name="connsiteY0" fmla="*/ 215583 h 1088577"/>
                <a:gd name="connsiteX1" fmla="*/ 365197 w 690001"/>
                <a:gd name="connsiteY1" fmla="*/ 55563 h 1088577"/>
                <a:gd name="connsiteX2" fmla="*/ 662377 w 690001"/>
                <a:gd name="connsiteY2" fmla="*/ 513651 h 1088577"/>
                <a:gd name="connsiteX3" fmla="*/ 364325 w 690001"/>
                <a:gd name="connsiteY3" fmla="*/ 516032 h 1088577"/>
                <a:gd name="connsiteX4" fmla="*/ 309557 w 690001"/>
                <a:gd name="connsiteY4" fmla="*/ 523176 h 1088577"/>
                <a:gd name="connsiteX5" fmla="*/ 195257 w 690001"/>
                <a:gd name="connsiteY5" fmla="*/ 770826 h 1088577"/>
                <a:gd name="connsiteX6" fmla="*/ 159834 w 690001"/>
                <a:gd name="connsiteY6" fmla="*/ 705104 h 1088577"/>
                <a:gd name="connsiteX7" fmla="*/ 78871 w 690001"/>
                <a:gd name="connsiteY7" fmla="*/ 215583 h 1088577"/>
                <a:gd name="connsiteX0" fmla="*/ 78871 w 703715"/>
                <a:gd name="connsiteY0" fmla="*/ 215583 h 1088577"/>
                <a:gd name="connsiteX1" fmla="*/ 365197 w 703715"/>
                <a:gd name="connsiteY1" fmla="*/ 55563 h 1088577"/>
                <a:gd name="connsiteX2" fmla="*/ 662377 w 703715"/>
                <a:gd name="connsiteY2" fmla="*/ 513651 h 1088577"/>
                <a:gd name="connsiteX3" fmla="*/ 364325 w 703715"/>
                <a:gd name="connsiteY3" fmla="*/ 516032 h 1088577"/>
                <a:gd name="connsiteX4" fmla="*/ 309557 w 703715"/>
                <a:gd name="connsiteY4" fmla="*/ 523176 h 1088577"/>
                <a:gd name="connsiteX5" fmla="*/ 195257 w 703715"/>
                <a:gd name="connsiteY5" fmla="*/ 770826 h 1088577"/>
                <a:gd name="connsiteX6" fmla="*/ 159834 w 703715"/>
                <a:gd name="connsiteY6" fmla="*/ 705104 h 1088577"/>
                <a:gd name="connsiteX7" fmla="*/ 78871 w 703715"/>
                <a:gd name="connsiteY7" fmla="*/ 215583 h 108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3715" h="1088577">
                  <a:moveTo>
                    <a:pt x="78871" y="215583"/>
                  </a:moveTo>
                  <a:cubicBezTo>
                    <a:pt x="-149538" y="100330"/>
                    <a:pt x="171648" y="-96837"/>
                    <a:pt x="365197" y="55563"/>
                  </a:cubicBezTo>
                  <a:cubicBezTo>
                    <a:pt x="403297" y="40619"/>
                    <a:pt x="746197" y="18055"/>
                    <a:pt x="662377" y="513651"/>
                  </a:cubicBezTo>
                  <a:cubicBezTo>
                    <a:pt x="816617" y="1101571"/>
                    <a:pt x="499328" y="1402651"/>
                    <a:pt x="364325" y="516032"/>
                  </a:cubicBezTo>
                  <a:cubicBezTo>
                    <a:pt x="305522" y="517620"/>
                    <a:pt x="344482" y="479917"/>
                    <a:pt x="309557" y="523176"/>
                  </a:cubicBezTo>
                  <a:cubicBezTo>
                    <a:pt x="578572" y="448563"/>
                    <a:pt x="294823" y="1637442"/>
                    <a:pt x="195257" y="770826"/>
                  </a:cubicBezTo>
                  <a:cubicBezTo>
                    <a:pt x="168716" y="812260"/>
                    <a:pt x="173675" y="799232"/>
                    <a:pt x="159834" y="705104"/>
                  </a:cubicBezTo>
                  <a:cubicBezTo>
                    <a:pt x="185234" y="494305"/>
                    <a:pt x="105859" y="378757"/>
                    <a:pt x="78871" y="21558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Oval 56">
              <a:extLst>
                <a:ext uri="{FF2B5EF4-FFF2-40B4-BE49-F238E27FC236}">
                  <a16:creationId xmlns:a16="http://schemas.microsoft.com/office/drawing/2014/main" id="{2597B6E9-C905-4B91-2056-4D1754A59BD1}"/>
                </a:ext>
              </a:extLst>
            </p:cNvPr>
            <p:cNvSpPr/>
            <p:nvPr/>
          </p:nvSpPr>
          <p:spPr>
            <a:xfrm rot="2947017">
              <a:off x="3636741" y="1014015"/>
              <a:ext cx="390857" cy="576291"/>
            </a:xfrm>
            <a:custGeom>
              <a:avLst/>
              <a:gdLst>
                <a:gd name="connsiteX0" fmla="*/ 0 w 379323"/>
                <a:gd name="connsiteY0" fmla="*/ 295920 h 591840"/>
                <a:gd name="connsiteX1" fmla="*/ 189662 w 379323"/>
                <a:gd name="connsiteY1" fmla="*/ 0 h 591840"/>
                <a:gd name="connsiteX2" fmla="*/ 379324 w 379323"/>
                <a:gd name="connsiteY2" fmla="*/ 295920 h 591840"/>
                <a:gd name="connsiteX3" fmla="*/ 189662 w 379323"/>
                <a:gd name="connsiteY3" fmla="*/ 591840 h 591840"/>
                <a:gd name="connsiteX4" fmla="*/ 0 w 379323"/>
                <a:gd name="connsiteY4" fmla="*/ 295920 h 591840"/>
                <a:gd name="connsiteX0" fmla="*/ 0 w 384596"/>
                <a:gd name="connsiteY0" fmla="*/ 36990 h 332910"/>
                <a:gd name="connsiteX1" fmla="*/ 379324 w 384596"/>
                <a:gd name="connsiteY1" fmla="*/ 36990 h 332910"/>
                <a:gd name="connsiteX2" fmla="*/ 189662 w 384596"/>
                <a:gd name="connsiteY2" fmla="*/ 332910 h 332910"/>
                <a:gd name="connsiteX3" fmla="*/ 0 w 384596"/>
                <a:gd name="connsiteY3" fmla="*/ 36990 h 332910"/>
                <a:gd name="connsiteX0" fmla="*/ 22789 w 407385"/>
                <a:gd name="connsiteY0" fmla="*/ 83891 h 379811"/>
                <a:gd name="connsiteX1" fmla="*/ 402113 w 407385"/>
                <a:gd name="connsiteY1" fmla="*/ 83891 h 379811"/>
                <a:gd name="connsiteX2" fmla="*/ 212451 w 407385"/>
                <a:gd name="connsiteY2" fmla="*/ 379811 h 379811"/>
                <a:gd name="connsiteX3" fmla="*/ 22789 w 407385"/>
                <a:gd name="connsiteY3" fmla="*/ 83891 h 379811"/>
                <a:gd name="connsiteX0" fmla="*/ 13764 w 396011"/>
                <a:gd name="connsiteY0" fmla="*/ 56263 h 352183"/>
                <a:gd name="connsiteX1" fmla="*/ 56970 w 396011"/>
                <a:gd name="connsiteY1" fmla="*/ 15 h 352183"/>
                <a:gd name="connsiteX2" fmla="*/ 393088 w 396011"/>
                <a:gd name="connsiteY2" fmla="*/ 56263 h 352183"/>
                <a:gd name="connsiteX3" fmla="*/ 203426 w 396011"/>
                <a:gd name="connsiteY3" fmla="*/ 352183 h 352183"/>
                <a:gd name="connsiteX4" fmla="*/ 13764 w 396011"/>
                <a:gd name="connsiteY4" fmla="*/ 56263 h 352183"/>
                <a:gd name="connsiteX0" fmla="*/ 151604 w 343395"/>
                <a:gd name="connsiteY0" fmla="*/ 372693 h 372952"/>
                <a:gd name="connsiteX1" fmla="*/ 5148 w 343395"/>
                <a:gd name="connsiteY1" fmla="*/ 20525 h 372952"/>
                <a:gd name="connsiteX2" fmla="*/ 341266 w 343395"/>
                <a:gd name="connsiteY2" fmla="*/ 76773 h 372952"/>
                <a:gd name="connsiteX3" fmla="*/ 151604 w 343395"/>
                <a:gd name="connsiteY3" fmla="*/ 372693 h 372952"/>
                <a:gd name="connsiteX0" fmla="*/ 160695 w 352505"/>
                <a:gd name="connsiteY0" fmla="*/ 364345 h 364516"/>
                <a:gd name="connsiteX1" fmla="*/ 4888 w 352505"/>
                <a:gd name="connsiteY1" fmla="*/ 22979 h 364516"/>
                <a:gd name="connsiteX2" fmla="*/ 350357 w 352505"/>
                <a:gd name="connsiteY2" fmla="*/ 68425 h 364516"/>
                <a:gd name="connsiteX3" fmla="*/ 160695 w 352505"/>
                <a:gd name="connsiteY3" fmla="*/ 364345 h 364516"/>
                <a:gd name="connsiteX0" fmla="*/ 160695 w 352505"/>
                <a:gd name="connsiteY0" fmla="*/ 417242 h 417413"/>
                <a:gd name="connsiteX1" fmla="*/ 4888 w 352505"/>
                <a:gd name="connsiteY1" fmla="*/ 75876 h 417413"/>
                <a:gd name="connsiteX2" fmla="*/ 350357 w 352505"/>
                <a:gd name="connsiteY2" fmla="*/ 121322 h 417413"/>
                <a:gd name="connsiteX3" fmla="*/ 160695 w 352505"/>
                <a:gd name="connsiteY3" fmla="*/ 417242 h 417413"/>
                <a:gd name="connsiteX0" fmla="*/ 116507 w 354084"/>
                <a:gd name="connsiteY0" fmla="*/ 572503 h 572608"/>
                <a:gd name="connsiteX1" fmla="*/ 6923 w 354084"/>
                <a:gd name="connsiteY1" fmla="*/ 75876 h 572608"/>
                <a:gd name="connsiteX2" fmla="*/ 352392 w 354084"/>
                <a:gd name="connsiteY2" fmla="*/ 121322 h 572608"/>
                <a:gd name="connsiteX3" fmla="*/ 116507 w 354084"/>
                <a:gd name="connsiteY3" fmla="*/ 572503 h 572608"/>
                <a:gd name="connsiteX0" fmla="*/ 118964 w 356830"/>
                <a:gd name="connsiteY0" fmla="*/ 572503 h 574601"/>
                <a:gd name="connsiteX1" fmla="*/ 9380 w 356830"/>
                <a:gd name="connsiteY1" fmla="*/ 75876 h 574601"/>
                <a:gd name="connsiteX2" fmla="*/ 354849 w 356830"/>
                <a:gd name="connsiteY2" fmla="*/ 121322 h 574601"/>
                <a:gd name="connsiteX3" fmla="*/ 118964 w 356830"/>
                <a:gd name="connsiteY3" fmla="*/ 572503 h 574601"/>
                <a:gd name="connsiteX0" fmla="*/ 125982 w 363501"/>
                <a:gd name="connsiteY0" fmla="*/ 572503 h 614412"/>
                <a:gd name="connsiteX1" fmla="*/ 63198 w 363501"/>
                <a:gd name="connsiteY1" fmla="*/ 538436 h 614412"/>
                <a:gd name="connsiteX2" fmla="*/ 16398 w 363501"/>
                <a:gd name="connsiteY2" fmla="*/ 75876 h 614412"/>
                <a:gd name="connsiteX3" fmla="*/ 361867 w 363501"/>
                <a:gd name="connsiteY3" fmla="*/ 121322 h 614412"/>
                <a:gd name="connsiteX4" fmla="*/ 125982 w 363501"/>
                <a:gd name="connsiteY4" fmla="*/ 572503 h 614412"/>
                <a:gd name="connsiteX0" fmla="*/ 361867 w 362046"/>
                <a:gd name="connsiteY0" fmla="*/ 125745 h 542980"/>
                <a:gd name="connsiteX1" fmla="*/ 63198 w 362046"/>
                <a:gd name="connsiteY1" fmla="*/ 542859 h 542980"/>
                <a:gd name="connsiteX2" fmla="*/ 16398 w 362046"/>
                <a:gd name="connsiteY2" fmla="*/ 80299 h 542980"/>
                <a:gd name="connsiteX3" fmla="*/ 361867 w 362046"/>
                <a:gd name="connsiteY3" fmla="*/ 125745 h 542980"/>
                <a:gd name="connsiteX0" fmla="*/ 356729 w 356955"/>
                <a:gd name="connsiteY0" fmla="*/ 125745 h 576291"/>
                <a:gd name="connsiteX1" fmla="*/ 111102 w 356955"/>
                <a:gd name="connsiteY1" fmla="*/ 576180 h 576291"/>
                <a:gd name="connsiteX2" fmla="*/ 11260 w 356955"/>
                <a:gd name="connsiteY2" fmla="*/ 80299 h 576291"/>
                <a:gd name="connsiteX3" fmla="*/ 356729 w 356955"/>
                <a:gd name="connsiteY3" fmla="*/ 125745 h 576291"/>
                <a:gd name="connsiteX0" fmla="*/ 390631 w 390857"/>
                <a:gd name="connsiteY0" fmla="*/ 125745 h 576291"/>
                <a:gd name="connsiteX1" fmla="*/ 145004 w 390857"/>
                <a:gd name="connsiteY1" fmla="*/ 576180 h 576291"/>
                <a:gd name="connsiteX2" fmla="*/ 45162 w 390857"/>
                <a:gd name="connsiteY2" fmla="*/ 80299 h 576291"/>
                <a:gd name="connsiteX3" fmla="*/ 390631 w 390857"/>
                <a:gd name="connsiteY3" fmla="*/ 125745 h 5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57" h="576291">
                  <a:moveTo>
                    <a:pt x="390631" y="125745"/>
                  </a:moveTo>
                  <a:cubicBezTo>
                    <a:pt x="398431" y="202838"/>
                    <a:pt x="202582" y="583754"/>
                    <a:pt x="145004" y="576180"/>
                  </a:cubicBezTo>
                  <a:cubicBezTo>
                    <a:pt x="-56142" y="391778"/>
                    <a:pt x="-4822" y="139141"/>
                    <a:pt x="45162" y="80299"/>
                  </a:cubicBezTo>
                  <a:cubicBezTo>
                    <a:pt x="135731" y="-88058"/>
                    <a:pt x="382831" y="48652"/>
                    <a:pt x="390631" y="12574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67F6E68-B7C6-A21F-2301-ED1756D7E3B2}"/>
                </a:ext>
              </a:extLst>
            </p:cNvPr>
            <p:cNvSpPr/>
            <p:nvPr/>
          </p:nvSpPr>
          <p:spPr>
            <a:xfrm>
              <a:off x="4415549" y="2448730"/>
              <a:ext cx="3098765" cy="2504578"/>
            </a:xfrm>
            <a:custGeom>
              <a:avLst/>
              <a:gdLst>
                <a:gd name="connsiteX0" fmla="*/ 1276886 w 2766486"/>
                <a:gd name="connsiteY0" fmla="*/ 1019 h 2211725"/>
                <a:gd name="connsiteX1" fmla="*/ 2346610 w 2766486"/>
                <a:gd name="connsiteY1" fmla="*/ 381089 h 2211725"/>
                <a:gd name="connsiteX2" fmla="*/ 2410407 w 2766486"/>
                <a:gd name="connsiteY2" fmla="*/ 425443 h 2211725"/>
                <a:gd name="connsiteX3" fmla="*/ 2437555 w 2766486"/>
                <a:gd name="connsiteY3" fmla="*/ 462841 h 2211725"/>
                <a:gd name="connsiteX4" fmla="*/ 2636924 w 2766486"/>
                <a:gd name="connsiteY4" fmla="*/ 1432905 h 2211725"/>
                <a:gd name="connsiteX5" fmla="*/ 2027324 w 2766486"/>
                <a:gd name="connsiteY5" fmla="*/ 1994880 h 2211725"/>
                <a:gd name="connsiteX6" fmla="*/ 336216 w 2766486"/>
                <a:gd name="connsiteY6" fmla="*/ 1937581 h 2211725"/>
                <a:gd name="connsiteX7" fmla="*/ 312199 w 2766486"/>
                <a:gd name="connsiteY7" fmla="*/ 1921937 h 2211725"/>
                <a:gd name="connsiteX8" fmla="*/ 303890 w 2766486"/>
                <a:gd name="connsiteY8" fmla="*/ 1910214 h 2211725"/>
                <a:gd name="connsiteX9" fmla="*/ 55534 w 2766486"/>
                <a:gd name="connsiteY9" fmla="*/ 1455065 h 2211725"/>
                <a:gd name="connsiteX10" fmla="*/ 1276886 w 2766486"/>
                <a:gd name="connsiteY10" fmla="*/ 1019 h 2211725"/>
                <a:gd name="connsiteX0" fmla="*/ 1276886 w 2766486"/>
                <a:gd name="connsiteY0" fmla="*/ 1019 h 2258603"/>
                <a:gd name="connsiteX1" fmla="*/ 2346610 w 2766486"/>
                <a:gd name="connsiteY1" fmla="*/ 381089 h 2258603"/>
                <a:gd name="connsiteX2" fmla="*/ 2410407 w 2766486"/>
                <a:gd name="connsiteY2" fmla="*/ 425443 h 2258603"/>
                <a:gd name="connsiteX3" fmla="*/ 2437555 w 2766486"/>
                <a:gd name="connsiteY3" fmla="*/ 462841 h 2258603"/>
                <a:gd name="connsiteX4" fmla="*/ 2636924 w 2766486"/>
                <a:gd name="connsiteY4" fmla="*/ 1432905 h 2258603"/>
                <a:gd name="connsiteX5" fmla="*/ 1392324 w 2766486"/>
                <a:gd name="connsiteY5" fmla="*/ 2096480 h 2258603"/>
                <a:gd name="connsiteX6" fmla="*/ 336216 w 2766486"/>
                <a:gd name="connsiteY6" fmla="*/ 1937581 h 2258603"/>
                <a:gd name="connsiteX7" fmla="*/ 312199 w 2766486"/>
                <a:gd name="connsiteY7" fmla="*/ 1921937 h 2258603"/>
                <a:gd name="connsiteX8" fmla="*/ 303890 w 2766486"/>
                <a:gd name="connsiteY8" fmla="*/ 1910214 h 2258603"/>
                <a:gd name="connsiteX9" fmla="*/ 55534 w 2766486"/>
                <a:gd name="connsiteY9" fmla="*/ 1455065 h 2258603"/>
                <a:gd name="connsiteX10" fmla="*/ 1276886 w 276648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1392324 w 3150796"/>
                <a:gd name="connsiteY5" fmla="*/ 2096480 h 2258603"/>
                <a:gd name="connsiteX6" fmla="*/ 336216 w 3150796"/>
                <a:gd name="connsiteY6" fmla="*/ 1937581 h 2258603"/>
                <a:gd name="connsiteX7" fmla="*/ 312199 w 3150796"/>
                <a:gd name="connsiteY7" fmla="*/ 1921937 h 2258603"/>
                <a:gd name="connsiteX8" fmla="*/ 303890 w 3150796"/>
                <a:gd name="connsiteY8" fmla="*/ 1910214 h 2258603"/>
                <a:gd name="connsiteX9" fmla="*/ 55534 w 3150796"/>
                <a:gd name="connsiteY9" fmla="*/ 1455065 h 2258603"/>
                <a:gd name="connsiteX10" fmla="*/ 1276886 w 315079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312199 w 3150796"/>
                <a:gd name="connsiteY8" fmla="*/ 1921937 h 2258603"/>
                <a:gd name="connsiteX9" fmla="*/ 303890 w 3150796"/>
                <a:gd name="connsiteY9" fmla="*/ 1910214 h 2258603"/>
                <a:gd name="connsiteX10" fmla="*/ 55534 w 3150796"/>
                <a:gd name="connsiteY10" fmla="*/ 1455065 h 2258603"/>
                <a:gd name="connsiteX11" fmla="*/ 1276886 w 3150796"/>
                <a:gd name="connsiteY11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312199 w 3150796"/>
                <a:gd name="connsiteY8" fmla="*/ 1921937 h 2258603"/>
                <a:gd name="connsiteX9" fmla="*/ 55534 w 3150796"/>
                <a:gd name="connsiteY9" fmla="*/ 1455065 h 2258603"/>
                <a:gd name="connsiteX10" fmla="*/ 1276886 w 3150796"/>
                <a:gd name="connsiteY10" fmla="*/ 1019 h 2258603"/>
                <a:gd name="connsiteX0" fmla="*/ 1276886 w 3150796"/>
                <a:gd name="connsiteY0" fmla="*/ 1019 h 2258603"/>
                <a:gd name="connsiteX1" fmla="*/ 2346610 w 3150796"/>
                <a:gd name="connsiteY1" fmla="*/ 381089 h 2258603"/>
                <a:gd name="connsiteX2" fmla="*/ 2410407 w 3150796"/>
                <a:gd name="connsiteY2" fmla="*/ 425443 h 2258603"/>
                <a:gd name="connsiteX3" fmla="*/ 2437555 w 3150796"/>
                <a:gd name="connsiteY3" fmla="*/ 462841 h 2258603"/>
                <a:gd name="connsiteX4" fmla="*/ 3094124 w 3150796"/>
                <a:gd name="connsiteY4" fmla="*/ 1178905 h 2258603"/>
                <a:gd name="connsiteX5" fmla="*/ 2264650 w 3150796"/>
                <a:gd name="connsiteY5" fmla="*/ 1640670 h 2258603"/>
                <a:gd name="connsiteX6" fmla="*/ 1392324 w 3150796"/>
                <a:gd name="connsiteY6" fmla="*/ 2096480 h 2258603"/>
                <a:gd name="connsiteX7" fmla="*/ 336216 w 3150796"/>
                <a:gd name="connsiteY7" fmla="*/ 1937581 h 2258603"/>
                <a:gd name="connsiteX8" fmla="*/ 55534 w 3150796"/>
                <a:gd name="connsiteY8" fmla="*/ 1455065 h 2258603"/>
                <a:gd name="connsiteX9" fmla="*/ 1276886 w 3150796"/>
                <a:gd name="connsiteY9" fmla="*/ 1019 h 2258603"/>
                <a:gd name="connsiteX0" fmla="*/ 1276886 w 3150796"/>
                <a:gd name="connsiteY0" fmla="*/ 1019 h 2096480"/>
                <a:gd name="connsiteX1" fmla="*/ 2346610 w 3150796"/>
                <a:gd name="connsiteY1" fmla="*/ 381089 h 2096480"/>
                <a:gd name="connsiteX2" fmla="*/ 2410407 w 3150796"/>
                <a:gd name="connsiteY2" fmla="*/ 425443 h 2096480"/>
                <a:gd name="connsiteX3" fmla="*/ 2437555 w 3150796"/>
                <a:gd name="connsiteY3" fmla="*/ 462841 h 2096480"/>
                <a:gd name="connsiteX4" fmla="*/ 3094124 w 3150796"/>
                <a:gd name="connsiteY4" fmla="*/ 1178905 h 2096480"/>
                <a:gd name="connsiteX5" fmla="*/ 2264650 w 3150796"/>
                <a:gd name="connsiteY5" fmla="*/ 1640670 h 2096480"/>
                <a:gd name="connsiteX6" fmla="*/ 1392324 w 3150796"/>
                <a:gd name="connsiteY6" fmla="*/ 2096480 h 2096480"/>
                <a:gd name="connsiteX7" fmla="*/ 55534 w 3150796"/>
                <a:gd name="connsiteY7" fmla="*/ 1455065 h 2096480"/>
                <a:gd name="connsiteX8" fmla="*/ 1276886 w 3150796"/>
                <a:gd name="connsiteY8" fmla="*/ 1019 h 2096480"/>
                <a:gd name="connsiteX0" fmla="*/ 1276886 w 3150796"/>
                <a:gd name="connsiteY0" fmla="*/ 1019 h 2367270"/>
                <a:gd name="connsiteX1" fmla="*/ 2346610 w 3150796"/>
                <a:gd name="connsiteY1" fmla="*/ 381089 h 2367270"/>
                <a:gd name="connsiteX2" fmla="*/ 2410407 w 3150796"/>
                <a:gd name="connsiteY2" fmla="*/ 425443 h 2367270"/>
                <a:gd name="connsiteX3" fmla="*/ 2437555 w 3150796"/>
                <a:gd name="connsiteY3" fmla="*/ 462841 h 2367270"/>
                <a:gd name="connsiteX4" fmla="*/ 3094124 w 3150796"/>
                <a:gd name="connsiteY4" fmla="*/ 1178905 h 2367270"/>
                <a:gd name="connsiteX5" fmla="*/ 2264650 w 3150796"/>
                <a:gd name="connsiteY5" fmla="*/ 1640670 h 2367270"/>
                <a:gd name="connsiteX6" fmla="*/ 1392324 w 3150796"/>
                <a:gd name="connsiteY6" fmla="*/ 2096480 h 2367270"/>
                <a:gd name="connsiteX7" fmla="*/ 55534 w 3150796"/>
                <a:gd name="connsiteY7" fmla="*/ 1455065 h 2367270"/>
                <a:gd name="connsiteX8" fmla="*/ 1276886 w 3150796"/>
                <a:gd name="connsiteY8" fmla="*/ 1019 h 2367270"/>
                <a:gd name="connsiteX0" fmla="*/ 1276886 w 3150796"/>
                <a:gd name="connsiteY0" fmla="*/ 1019 h 2471242"/>
                <a:gd name="connsiteX1" fmla="*/ 2346610 w 3150796"/>
                <a:gd name="connsiteY1" fmla="*/ 381089 h 2471242"/>
                <a:gd name="connsiteX2" fmla="*/ 2410407 w 3150796"/>
                <a:gd name="connsiteY2" fmla="*/ 425443 h 2471242"/>
                <a:gd name="connsiteX3" fmla="*/ 2437555 w 3150796"/>
                <a:gd name="connsiteY3" fmla="*/ 462841 h 2471242"/>
                <a:gd name="connsiteX4" fmla="*/ 3094124 w 3150796"/>
                <a:gd name="connsiteY4" fmla="*/ 1178905 h 2471242"/>
                <a:gd name="connsiteX5" fmla="*/ 2264650 w 3150796"/>
                <a:gd name="connsiteY5" fmla="*/ 1640670 h 2471242"/>
                <a:gd name="connsiteX6" fmla="*/ 1392324 w 3150796"/>
                <a:gd name="connsiteY6" fmla="*/ 2096480 h 2471242"/>
                <a:gd name="connsiteX7" fmla="*/ 55534 w 3150796"/>
                <a:gd name="connsiteY7" fmla="*/ 1455065 h 2471242"/>
                <a:gd name="connsiteX8" fmla="*/ 1276886 w 3150796"/>
                <a:gd name="connsiteY8" fmla="*/ 1019 h 2471242"/>
                <a:gd name="connsiteX0" fmla="*/ 1276886 w 3150796"/>
                <a:gd name="connsiteY0" fmla="*/ 1019 h 2498322"/>
                <a:gd name="connsiteX1" fmla="*/ 2346610 w 3150796"/>
                <a:gd name="connsiteY1" fmla="*/ 381089 h 2498322"/>
                <a:gd name="connsiteX2" fmla="*/ 2410407 w 3150796"/>
                <a:gd name="connsiteY2" fmla="*/ 425443 h 2498322"/>
                <a:gd name="connsiteX3" fmla="*/ 2437555 w 3150796"/>
                <a:gd name="connsiteY3" fmla="*/ 462841 h 2498322"/>
                <a:gd name="connsiteX4" fmla="*/ 3094124 w 3150796"/>
                <a:gd name="connsiteY4" fmla="*/ 1178905 h 2498322"/>
                <a:gd name="connsiteX5" fmla="*/ 2264650 w 3150796"/>
                <a:gd name="connsiteY5" fmla="*/ 1640670 h 2498322"/>
                <a:gd name="connsiteX6" fmla="*/ 1392324 w 3150796"/>
                <a:gd name="connsiteY6" fmla="*/ 2096480 h 2498322"/>
                <a:gd name="connsiteX7" fmla="*/ 55534 w 3150796"/>
                <a:gd name="connsiteY7" fmla="*/ 1455065 h 2498322"/>
                <a:gd name="connsiteX8" fmla="*/ 1276886 w 3150796"/>
                <a:gd name="connsiteY8" fmla="*/ 1019 h 2498322"/>
                <a:gd name="connsiteX0" fmla="*/ 1276886 w 3150796"/>
                <a:gd name="connsiteY0" fmla="*/ 1019 h 2471242"/>
                <a:gd name="connsiteX1" fmla="*/ 2346610 w 3150796"/>
                <a:gd name="connsiteY1" fmla="*/ 381089 h 2471242"/>
                <a:gd name="connsiteX2" fmla="*/ 2410407 w 3150796"/>
                <a:gd name="connsiteY2" fmla="*/ 425443 h 2471242"/>
                <a:gd name="connsiteX3" fmla="*/ 2437555 w 3150796"/>
                <a:gd name="connsiteY3" fmla="*/ 462841 h 2471242"/>
                <a:gd name="connsiteX4" fmla="*/ 3094124 w 3150796"/>
                <a:gd name="connsiteY4" fmla="*/ 1178905 h 2471242"/>
                <a:gd name="connsiteX5" fmla="*/ 2264650 w 3150796"/>
                <a:gd name="connsiteY5" fmla="*/ 1640670 h 2471242"/>
                <a:gd name="connsiteX6" fmla="*/ 1392324 w 3150796"/>
                <a:gd name="connsiteY6" fmla="*/ 2096480 h 2471242"/>
                <a:gd name="connsiteX7" fmla="*/ 55534 w 3150796"/>
                <a:gd name="connsiteY7" fmla="*/ 1455065 h 2471242"/>
                <a:gd name="connsiteX8" fmla="*/ 1276886 w 3150796"/>
                <a:gd name="connsiteY8" fmla="*/ 1019 h 2471242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150796"/>
                <a:gd name="connsiteY0" fmla="*/ 1019 h 2504578"/>
                <a:gd name="connsiteX1" fmla="*/ 2346610 w 3150796"/>
                <a:gd name="connsiteY1" fmla="*/ 381089 h 2504578"/>
                <a:gd name="connsiteX2" fmla="*/ 2410407 w 3150796"/>
                <a:gd name="connsiteY2" fmla="*/ 425443 h 2504578"/>
                <a:gd name="connsiteX3" fmla="*/ 2437555 w 3150796"/>
                <a:gd name="connsiteY3" fmla="*/ 462841 h 2504578"/>
                <a:gd name="connsiteX4" fmla="*/ 3094124 w 3150796"/>
                <a:gd name="connsiteY4" fmla="*/ 1178905 h 2504578"/>
                <a:gd name="connsiteX5" fmla="*/ 2264650 w 3150796"/>
                <a:gd name="connsiteY5" fmla="*/ 1640670 h 2504578"/>
                <a:gd name="connsiteX6" fmla="*/ 1392324 w 3150796"/>
                <a:gd name="connsiteY6" fmla="*/ 2096480 h 2504578"/>
                <a:gd name="connsiteX7" fmla="*/ 55534 w 3150796"/>
                <a:gd name="connsiteY7" fmla="*/ 1455065 h 2504578"/>
                <a:gd name="connsiteX8" fmla="*/ 1276886 w 3150796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4221"/>
                <a:gd name="connsiteY0" fmla="*/ 1019 h 2504578"/>
                <a:gd name="connsiteX1" fmla="*/ 2346610 w 3094221"/>
                <a:gd name="connsiteY1" fmla="*/ 381089 h 2504578"/>
                <a:gd name="connsiteX2" fmla="*/ 2410407 w 3094221"/>
                <a:gd name="connsiteY2" fmla="*/ 425443 h 2504578"/>
                <a:gd name="connsiteX3" fmla="*/ 2437555 w 3094221"/>
                <a:gd name="connsiteY3" fmla="*/ 462841 h 2504578"/>
                <a:gd name="connsiteX4" fmla="*/ 3094124 w 3094221"/>
                <a:gd name="connsiteY4" fmla="*/ 1178905 h 2504578"/>
                <a:gd name="connsiteX5" fmla="*/ 2264650 w 3094221"/>
                <a:gd name="connsiteY5" fmla="*/ 1640670 h 2504578"/>
                <a:gd name="connsiteX6" fmla="*/ 1392324 w 3094221"/>
                <a:gd name="connsiteY6" fmla="*/ 2096480 h 2504578"/>
                <a:gd name="connsiteX7" fmla="*/ 55534 w 3094221"/>
                <a:gd name="connsiteY7" fmla="*/ 1455065 h 2504578"/>
                <a:gd name="connsiteX8" fmla="*/ 1276886 w 3094221"/>
                <a:gd name="connsiteY8" fmla="*/ 1019 h 2504578"/>
                <a:gd name="connsiteX0" fmla="*/ 1276886 w 3098765"/>
                <a:gd name="connsiteY0" fmla="*/ 1019 h 2504578"/>
                <a:gd name="connsiteX1" fmla="*/ 2346610 w 3098765"/>
                <a:gd name="connsiteY1" fmla="*/ 381089 h 2504578"/>
                <a:gd name="connsiteX2" fmla="*/ 2410407 w 3098765"/>
                <a:gd name="connsiteY2" fmla="*/ 425443 h 2504578"/>
                <a:gd name="connsiteX3" fmla="*/ 2437555 w 3098765"/>
                <a:gd name="connsiteY3" fmla="*/ 462841 h 2504578"/>
                <a:gd name="connsiteX4" fmla="*/ 3094124 w 3098765"/>
                <a:gd name="connsiteY4" fmla="*/ 1178905 h 2504578"/>
                <a:gd name="connsiteX5" fmla="*/ 2264650 w 3098765"/>
                <a:gd name="connsiteY5" fmla="*/ 1640670 h 2504578"/>
                <a:gd name="connsiteX6" fmla="*/ 1392324 w 3098765"/>
                <a:gd name="connsiteY6" fmla="*/ 2096480 h 2504578"/>
                <a:gd name="connsiteX7" fmla="*/ 55534 w 3098765"/>
                <a:gd name="connsiteY7" fmla="*/ 1455065 h 2504578"/>
                <a:gd name="connsiteX8" fmla="*/ 1276886 w 3098765"/>
                <a:gd name="connsiteY8" fmla="*/ 1019 h 250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8765" h="2504578">
                  <a:moveTo>
                    <a:pt x="1276886" y="1019"/>
                  </a:moveTo>
                  <a:cubicBezTo>
                    <a:pt x="1594673" y="12714"/>
                    <a:pt x="1957051" y="125911"/>
                    <a:pt x="2346610" y="381089"/>
                  </a:cubicBezTo>
                  <a:lnTo>
                    <a:pt x="2410407" y="425443"/>
                  </a:lnTo>
                  <a:lnTo>
                    <a:pt x="2437555" y="462841"/>
                  </a:lnTo>
                  <a:cubicBezTo>
                    <a:pt x="2600000" y="570342"/>
                    <a:pt x="3025068" y="855650"/>
                    <a:pt x="3094124" y="1178905"/>
                  </a:cubicBezTo>
                  <a:cubicBezTo>
                    <a:pt x="3128595" y="1412463"/>
                    <a:pt x="2982623" y="1823021"/>
                    <a:pt x="2264650" y="1640670"/>
                  </a:cubicBezTo>
                  <a:cubicBezTo>
                    <a:pt x="2514417" y="1839319"/>
                    <a:pt x="2089438" y="2396668"/>
                    <a:pt x="1392324" y="2096480"/>
                  </a:cubicBezTo>
                  <a:cubicBezTo>
                    <a:pt x="1622308" y="2859296"/>
                    <a:pt x="280514" y="2500269"/>
                    <a:pt x="55534" y="1455065"/>
                  </a:cubicBezTo>
                  <a:cubicBezTo>
                    <a:pt x="-181797" y="772738"/>
                    <a:pt x="363252" y="-32605"/>
                    <a:pt x="1276886" y="101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0DFB57A-36B0-4802-689B-4DFF784381C2}"/>
                </a:ext>
              </a:extLst>
            </p:cNvPr>
            <p:cNvSpPr/>
            <p:nvPr/>
          </p:nvSpPr>
          <p:spPr>
            <a:xfrm>
              <a:off x="4415550" y="2448730"/>
              <a:ext cx="2483102" cy="1775728"/>
            </a:xfrm>
            <a:custGeom>
              <a:avLst/>
              <a:gdLst>
                <a:gd name="connsiteX0" fmla="*/ 1276886 w 2175713"/>
                <a:gd name="connsiteY0" fmla="*/ 1019 h 1754703"/>
                <a:gd name="connsiteX1" fmla="*/ 1920741 w 2175713"/>
                <a:gd name="connsiteY1" fmla="*/ 151777 h 1754703"/>
                <a:gd name="connsiteX2" fmla="*/ 1945328 w 2175713"/>
                <a:gd name="connsiteY2" fmla="*/ 163078 h 1754703"/>
                <a:gd name="connsiteX3" fmla="*/ 2006595 w 2175713"/>
                <a:gd name="connsiteY3" fmla="*/ 273110 h 1754703"/>
                <a:gd name="connsiteX4" fmla="*/ 2046151 w 2175713"/>
                <a:gd name="connsiteY4" fmla="*/ 975883 h 1754703"/>
                <a:gd name="connsiteX5" fmla="*/ 1436551 w 2175713"/>
                <a:gd name="connsiteY5" fmla="*/ 1537858 h 1754703"/>
                <a:gd name="connsiteX6" fmla="*/ 163924 w 2175713"/>
                <a:gd name="connsiteY6" fmla="*/ 1669794 h 1754703"/>
                <a:gd name="connsiteX7" fmla="*/ 161138 w 2175713"/>
                <a:gd name="connsiteY7" fmla="*/ 1668834 h 1754703"/>
                <a:gd name="connsiteX8" fmla="*/ 133875 w 2175713"/>
                <a:gd name="connsiteY8" fmla="*/ 1619004 h 1754703"/>
                <a:gd name="connsiteX9" fmla="*/ 55534 w 2175713"/>
                <a:gd name="connsiteY9" fmla="*/ 1455065 h 1754703"/>
                <a:gd name="connsiteX10" fmla="*/ 1276886 w 2175713"/>
                <a:gd name="connsiteY10" fmla="*/ 1019 h 1754703"/>
                <a:gd name="connsiteX0" fmla="*/ 1276886 w 2214274"/>
                <a:gd name="connsiteY0" fmla="*/ 1019 h 1754703"/>
                <a:gd name="connsiteX1" fmla="*/ 1920741 w 2214274"/>
                <a:gd name="connsiteY1" fmla="*/ 151777 h 1754703"/>
                <a:gd name="connsiteX2" fmla="*/ 1945328 w 2214274"/>
                <a:gd name="connsiteY2" fmla="*/ 163078 h 1754703"/>
                <a:gd name="connsiteX3" fmla="*/ 2082795 w 2214274"/>
                <a:gd name="connsiteY3" fmla="*/ 663635 h 1754703"/>
                <a:gd name="connsiteX4" fmla="*/ 2046151 w 2214274"/>
                <a:gd name="connsiteY4" fmla="*/ 975883 h 1754703"/>
                <a:gd name="connsiteX5" fmla="*/ 1436551 w 2214274"/>
                <a:gd name="connsiteY5" fmla="*/ 1537858 h 1754703"/>
                <a:gd name="connsiteX6" fmla="*/ 163924 w 2214274"/>
                <a:gd name="connsiteY6" fmla="*/ 1669794 h 1754703"/>
                <a:gd name="connsiteX7" fmla="*/ 161138 w 2214274"/>
                <a:gd name="connsiteY7" fmla="*/ 1668834 h 1754703"/>
                <a:gd name="connsiteX8" fmla="*/ 133875 w 2214274"/>
                <a:gd name="connsiteY8" fmla="*/ 1619004 h 1754703"/>
                <a:gd name="connsiteX9" fmla="*/ 55534 w 2214274"/>
                <a:gd name="connsiteY9" fmla="*/ 1455065 h 1754703"/>
                <a:gd name="connsiteX10" fmla="*/ 1276886 w 2214274"/>
                <a:gd name="connsiteY10" fmla="*/ 1019 h 1754703"/>
                <a:gd name="connsiteX0" fmla="*/ 1276886 w 2214274"/>
                <a:gd name="connsiteY0" fmla="*/ 1019 h 1754703"/>
                <a:gd name="connsiteX1" fmla="*/ 1920741 w 2214274"/>
                <a:gd name="connsiteY1" fmla="*/ 151777 h 1754703"/>
                <a:gd name="connsiteX2" fmla="*/ 1945328 w 2214274"/>
                <a:gd name="connsiteY2" fmla="*/ 163078 h 1754703"/>
                <a:gd name="connsiteX3" fmla="*/ 2082795 w 2214274"/>
                <a:gd name="connsiteY3" fmla="*/ 663635 h 1754703"/>
                <a:gd name="connsiteX4" fmla="*/ 2046151 w 2214274"/>
                <a:gd name="connsiteY4" fmla="*/ 975883 h 1754703"/>
                <a:gd name="connsiteX5" fmla="*/ 1436551 w 2214274"/>
                <a:gd name="connsiteY5" fmla="*/ 1537858 h 1754703"/>
                <a:gd name="connsiteX6" fmla="*/ 163924 w 2214274"/>
                <a:gd name="connsiteY6" fmla="*/ 1669794 h 1754703"/>
                <a:gd name="connsiteX7" fmla="*/ 161138 w 2214274"/>
                <a:gd name="connsiteY7" fmla="*/ 1668834 h 1754703"/>
                <a:gd name="connsiteX8" fmla="*/ 133875 w 2214274"/>
                <a:gd name="connsiteY8" fmla="*/ 1619004 h 1754703"/>
                <a:gd name="connsiteX9" fmla="*/ 55534 w 2214274"/>
                <a:gd name="connsiteY9" fmla="*/ 1455065 h 1754703"/>
                <a:gd name="connsiteX10" fmla="*/ 1276886 w 2214274"/>
                <a:gd name="connsiteY10" fmla="*/ 1019 h 1754703"/>
                <a:gd name="connsiteX0" fmla="*/ 1276886 w 2453394"/>
                <a:gd name="connsiteY0" fmla="*/ 1019 h 1754703"/>
                <a:gd name="connsiteX1" fmla="*/ 1920741 w 2453394"/>
                <a:gd name="connsiteY1" fmla="*/ 151777 h 1754703"/>
                <a:gd name="connsiteX2" fmla="*/ 1945328 w 2453394"/>
                <a:gd name="connsiteY2" fmla="*/ 163078 h 1754703"/>
                <a:gd name="connsiteX3" fmla="*/ 2082795 w 2453394"/>
                <a:gd name="connsiteY3" fmla="*/ 663635 h 1754703"/>
                <a:gd name="connsiteX4" fmla="*/ 2046151 w 2453394"/>
                <a:gd name="connsiteY4" fmla="*/ 975883 h 1754703"/>
                <a:gd name="connsiteX5" fmla="*/ 1436551 w 2453394"/>
                <a:gd name="connsiteY5" fmla="*/ 1537858 h 1754703"/>
                <a:gd name="connsiteX6" fmla="*/ 163924 w 2453394"/>
                <a:gd name="connsiteY6" fmla="*/ 1669794 h 1754703"/>
                <a:gd name="connsiteX7" fmla="*/ 161138 w 2453394"/>
                <a:gd name="connsiteY7" fmla="*/ 1668834 h 1754703"/>
                <a:gd name="connsiteX8" fmla="*/ 133875 w 2453394"/>
                <a:gd name="connsiteY8" fmla="*/ 1619004 h 1754703"/>
                <a:gd name="connsiteX9" fmla="*/ 55534 w 2453394"/>
                <a:gd name="connsiteY9" fmla="*/ 1455065 h 1754703"/>
                <a:gd name="connsiteX10" fmla="*/ 1276886 w 2453394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2046151 w 2483102"/>
                <a:gd name="connsiteY4" fmla="*/ 97588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54703"/>
                <a:gd name="connsiteX1" fmla="*/ 1920741 w 2483102"/>
                <a:gd name="connsiteY1" fmla="*/ 151777 h 1754703"/>
                <a:gd name="connsiteX2" fmla="*/ 1945328 w 2483102"/>
                <a:gd name="connsiteY2" fmla="*/ 163078 h 1754703"/>
                <a:gd name="connsiteX3" fmla="*/ 2082795 w 2483102"/>
                <a:gd name="connsiteY3" fmla="*/ 663635 h 1754703"/>
                <a:gd name="connsiteX4" fmla="*/ 1588951 w 2483102"/>
                <a:gd name="connsiteY4" fmla="*/ 994933 h 1754703"/>
                <a:gd name="connsiteX5" fmla="*/ 1436551 w 2483102"/>
                <a:gd name="connsiteY5" fmla="*/ 1537858 h 1754703"/>
                <a:gd name="connsiteX6" fmla="*/ 163924 w 2483102"/>
                <a:gd name="connsiteY6" fmla="*/ 1669794 h 1754703"/>
                <a:gd name="connsiteX7" fmla="*/ 161138 w 2483102"/>
                <a:gd name="connsiteY7" fmla="*/ 1668834 h 1754703"/>
                <a:gd name="connsiteX8" fmla="*/ 133875 w 2483102"/>
                <a:gd name="connsiteY8" fmla="*/ 1619004 h 1754703"/>
                <a:gd name="connsiteX9" fmla="*/ 55534 w 2483102"/>
                <a:gd name="connsiteY9" fmla="*/ 1455065 h 1754703"/>
                <a:gd name="connsiteX10" fmla="*/ 1276886 w 2483102"/>
                <a:gd name="connsiteY10" fmla="*/ 1019 h 1754703"/>
                <a:gd name="connsiteX0" fmla="*/ 1276886 w 2483102"/>
                <a:gd name="connsiteY0" fmla="*/ 1019 h 1738269"/>
                <a:gd name="connsiteX1" fmla="*/ 1920741 w 2483102"/>
                <a:gd name="connsiteY1" fmla="*/ 151777 h 1738269"/>
                <a:gd name="connsiteX2" fmla="*/ 1945328 w 2483102"/>
                <a:gd name="connsiteY2" fmla="*/ 163078 h 1738269"/>
                <a:gd name="connsiteX3" fmla="*/ 2082795 w 2483102"/>
                <a:gd name="connsiteY3" fmla="*/ 663635 h 1738269"/>
                <a:gd name="connsiteX4" fmla="*/ 1588951 w 2483102"/>
                <a:gd name="connsiteY4" fmla="*/ 994933 h 1738269"/>
                <a:gd name="connsiteX5" fmla="*/ 969826 w 2483102"/>
                <a:gd name="connsiteY5" fmla="*/ 1452133 h 1738269"/>
                <a:gd name="connsiteX6" fmla="*/ 163924 w 2483102"/>
                <a:gd name="connsiteY6" fmla="*/ 1669794 h 1738269"/>
                <a:gd name="connsiteX7" fmla="*/ 161138 w 2483102"/>
                <a:gd name="connsiteY7" fmla="*/ 1668834 h 1738269"/>
                <a:gd name="connsiteX8" fmla="*/ 133875 w 2483102"/>
                <a:gd name="connsiteY8" fmla="*/ 1619004 h 1738269"/>
                <a:gd name="connsiteX9" fmla="*/ 55534 w 2483102"/>
                <a:gd name="connsiteY9" fmla="*/ 1455065 h 1738269"/>
                <a:gd name="connsiteX10" fmla="*/ 1276886 w 2483102"/>
                <a:gd name="connsiteY10" fmla="*/ 1019 h 1738269"/>
                <a:gd name="connsiteX0" fmla="*/ 1276886 w 2483102"/>
                <a:gd name="connsiteY0" fmla="*/ 1019 h 1738269"/>
                <a:gd name="connsiteX1" fmla="*/ 1920741 w 2483102"/>
                <a:gd name="connsiteY1" fmla="*/ 151777 h 1738269"/>
                <a:gd name="connsiteX2" fmla="*/ 1945328 w 2483102"/>
                <a:gd name="connsiteY2" fmla="*/ 163078 h 1738269"/>
                <a:gd name="connsiteX3" fmla="*/ 2082795 w 2483102"/>
                <a:gd name="connsiteY3" fmla="*/ 663635 h 1738269"/>
                <a:gd name="connsiteX4" fmla="*/ 1588951 w 2483102"/>
                <a:gd name="connsiteY4" fmla="*/ 994933 h 1738269"/>
                <a:gd name="connsiteX5" fmla="*/ 969826 w 2483102"/>
                <a:gd name="connsiteY5" fmla="*/ 1452133 h 1738269"/>
                <a:gd name="connsiteX6" fmla="*/ 163924 w 2483102"/>
                <a:gd name="connsiteY6" fmla="*/ 1669794 h 1738269"/>
                <a:gd name="connsiteX7" fmla="*/ 161138 w 2483102"/>
                <a:gd name="connsiteY7" fmla="*/ 1668834 h 1738269"/>
                <a:gd name="connsiteX8" fmla="*/ 133875 w 2483102"/>
                <a:gd name="connsiteY8" fmla="*/ 1619004 h 1738269"/>
                <a:gd name="connsiteX9" fmla="*/ 55534 w 2483102"/>
                <a:gd name="connsiteY9" fmla="*/ 1455065 h 1738269"/>
                <a:gd name="connsiteX10" fmla="*/ 1276886 w 2483102"/>
                <a:gd name="connsiteY10" fmla="*/ 1019 h 1738269"/>
                <a:gd name="connsiteX0" fmla="*/ 1276886 w 2483102"/>
                <a:gd name="connsiteY0" fmla="*/ 1019 h 1777615"/>
                <a:gd name="connsiteX1" fmla="*/ 1920741 w 2483102"/>
                <a:gd name="connsiteY1" fmla="*/ 151777 h 1777615"/>
                <a:gd name="connsiteX2" fmla="*/ 1945328 w 2483102"/>
                <a:gd name="connsiteY2" fmla="*/ 163078 h 1777615"/>
                <a:gd name="connsiteX3" fmla="*/ 2082795 w 2483102"/>
                <a:gd name="connsiteY3" fmla="*/ 663635 h 1777615"/>
                <a:gd name="connsiteX4" fmla="*/ 1588951 w 2483102"/>
                <a:gd name="connsiteY4" fmla="*/ 994933 h 1777615"/>
                <a:gd name="connsiteX5" fmla="*/ 969826 w 2483102"/>
                <a:gd name="connsiteY5" fmla="*/ 1452133 h 1777615"/>
                <a:gd name="connsiteX6" fmla="*/ 163924 w 2483102"/>
                <a:gd name="connsiteY6" fmla="*/ 1669794 h 1777615"/>
                <a:gd name="connsiteX7" fmla="*/ 161138 w 2483102"/>
                <a:gd name="connsiteY7" fmla="*/ 1668834 h 1777615"/>
                <a:gd name="connsiteX8" fmla="*/ 133875 w 2483102"/>
                <a:gd name="connsiteY8" fmla="*/ 1619004 h 1777615"/>
                <a:gd name="connsiteX9" fmla="*/ 55534 w 2483102"/>
                <a:gd name="connsiteY9" fmla="*/ 1455065 h 1777615"/>
                <a:gd name="connsiteX10" fmla="*/ 1276886 w 2483102"/>
                <a:gd name="connsiteY10" fmla="*/ 1019 h 1777615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161138 w 2483102"/>
                <a:gd name="connsiteY7" fmla="*/ 1668834 h 1775193"/>
                <a:gd name="connsiteX8" fmla="*/ 133875 w 2483102"/>
                <a:gd name="connsiteY8" fmla="*/ 1619004 h 1775193"/>
                <a:gd name="connsiteX9" fmla="*/ 55534 w 2483102"/>
                <a:gd name="connsiteY9" fmla="*/ 1455065 h 1775193"/>
                <a:gd name="connsiteX10" fmla="*/ 1276886 w 2483102"/>
                <a:gd name="connsiteY10" fmla="*/ 1019 h 1775193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161138 w 2483102"/>
                <a:gd name="connsiteY7" fmla="*/ 1668834 h 1775193"/>
                <a:gd name="connsiteX8" fmla="*/ 55534 w 2483102"/>
                <a:gd name="connsiteY8" fmla="*/ 1455065 h 1775193"/>
                <a:gd name="connsiteX9" fmla="*/ 1276886 w 2483102"/>
                <a:gd name="connsiteY9" fmla="*/ 1019 h 1775193"/>
                <a:gd name="connsiteX0" fmla="*/ 1276886 w 2483102"/>
                <a:gd name="connsiteY0" fmla="*/ 1019 h 1775193"/>
                <a:gd name="connsiteX1" fmla="*/ 1920741 w 2483102"/>
                <a:gd name="connsiteY1" fmla="*/ 151777 h 1775193"/>
                <a:gd name="connsiteX2" fmla="*/ 1945328 w 2483102"/>
                <a:gd name="connsiteY2" fmla="*/ 163078 h 1775193"/>
                <a:gd name="connsiteX3" fmla="*/ 2082795 w 2483102"/>
                <a:gd name="connsiteY3" fmla="*/ 663635 h 1775193"/>
                <a:gd name="connsiteX4" fmla="*/ 1588951 w 2483102"/>
                <a:gd name="connsiteY4" fmla="*/ 994933 h 1775193"/>
                <a:gd name="connsiteX5" fmla="*/ 969826 w 2483102"/>
                <a:gd name="connsiteY5" fmla="*/ 1452133 h 1775193"/>
                <a:gd name="connsiteX6" fmla="*/ 163924 w 2483102"/>
                <a:gd name="connsiteY6" fmla="*/ 1669794 h 1775193"/>
                <a:gd name="connsiteX7" fmla="*/ 55534 w 2483102"/>
                <a:gd name="connsiteY7" fmla="*/ 1455065 h 1775193"/>
                <a:gd name="connsiteX8" fmla="*/ 1276886 w 2483102"/>
                <a:gd name="connsiteY8" fmla="*/ 1019 h 1775193"/>
                <a:gd name="connsiteX0" fmla="*/ 1276886 w 2483102"/>
                <a:gd name="connsiteY0" fmla="*/ 1019 h 1580722"/>
                <a:gd name="connsiteX1" fmla="*/ 1920741 w 2483102"/>
                <a:gd name="connsiteY1" fmla="*/ 151777 h 1580722"/>
                <a:gd name="connsiteX2" fmla="*/ 1945328 w 2483102"/>
                <a:gd name="connsiteY2" fmla="*/ 163078 h 1580722"/>
                <a:gd name="connsiteX3" fmla="*/ 2082795 w 2483102"/>
                <a:gd name="connsiteY3" fmla="*/ 663635 h 1580722"/>
                <a:gd name="connsiteX4" fmla="*/ 1588951 w 2483102"/>
                <a:gd name="connsiteY4" fmla="*/ 994933 h 1580722"/>
                <a:gd name="connsiteX5" fmla="*/ 969826 w 2483102"/>
                <a:gd name="connsiteY5" fmla="*/ 1452133 h 1580722"/>
                <a:gd name="connsiteX6" fmla="*/ 55534 w 2483102"/>
                <a:gd name="connsiteY6" fmla="*/ 1455065 h 1580722"/>
                <a:gd name="connsiteX7" fmla="*/ 1276886 w 2483102"/>
                <a:gd name="connsiteY7" fmla="*/ 1019 h 1580722"/>
                <a:gd name="connsiteX0" fmla="*/ 1276886 w 2483102"/>
                <a:gd name="connsiteY0" fmla="*/ 1019 h 1800782"/>
                <a:gd name="connsiteX1" fmla="*/ 1920741 w 2483102"/>
                <a:gd name="connsiteY1" fmla="*/ 151777 h 1800782"/>
                <a:gd name="connsiteX2" fmla="*/ 1945328 w 2483102"/>
                <a:gd name="connsiteY2" fmla="*/ 163078 h 1800782"/>
                <a:gd name="connsiteX3" fmla="*/ 2082795 w 2483102"/>
                <a:gd name="connsiteY3" fmla="*/ 663635 h 1800782"/>
                <a:gd name="connsiteX4" fmla="*/ 1588951 w 2483102"/>
                <a:gd name="connsiteY4" fmla="*/ 994933 h 1800782"/>
                <a:gd name="connsiteX5" fmla="*/ 969826 w 2483102"/>
                <a:gd name="connsiteY5" fmla="*/ 1452133 h 1800782"/>
                <a:gd name="connsiteX6" fmla="*/ 55534 w 2483102"/>
                <a:gd name="connsiteY6" fmla="*/ 1455065 h 1800782"/>
                <a:gd name="connsiteX7" fmla="*/ 1276886 w 2483102"/>
                <a:gd name="connsiteY7" fmla="*/ 1019 h 1800782"/>
                <a:gd name="connsiteX0" fmla="*/ 1276886 w 2483102"/>
                <a:gd name="connsiteY0" fmla="*/ 1019 h 1779533"/>
                <a:gd name="connsiteX1" fmla="*/ 1920741 w 2483102"/>
                <a:gd name="connsiteY1" fmla="*/ 151777 h 1779533"/>
                <a:gd name="connsiteX2" fmla="*/ 1945328 w 2483102"/>
                <a:gd name="connsiteY2" fmla="*/ 163078 h 1779533"/>
                <a:gd name="connsiteX3" fmla="*/ 2082795 w 2483102"/>
                <a:gd name="connsiteY3" fmla="*/ 663635 h 1779533"/>
                <a:gd name="connsiteX4" fmla="*/ 1588951 w 2483102"/>
                <a:gd name="connsiteY4" fmla="*/ 994933 h 1779533"/>
                <a:gd name="connsiteX5" fmla="*/ 969826 w 2483102"/>
                <a:gd name="connsiteY5" fmla="*/ 1452133 h 1779533"/>
                <a:gd name="connsiteX6" fmla="*/ 55534 w 2483102"/>
                <a:gd name="connsiteY6" fmla="*/ 1455065 h 1779533"/>
                <a:gd name="connsiteX7" fmla="*/ 1276886 w 2483102"/>
                <a:gd name="connsiteY7" fmla="*/ 1019 h 1779533"/>
                <a:gd name="connsiteX0" fmla="*/ 1276886 w 2483102"/>
                <a:gd name="connsiteY0" fmla="*/ 1019 h 1775728"/>
                <a:gd name="connsiteX1" fmla="*/ 1920741 w 2483102"/>
                <a:gd name="connsiteY1" fmla="*/ 151777 h 1775728"/>
                <a:gd name="connsiteX2" fmla="*/ 1945328 w 2483102"/>
                <a:gd name="connsiteY2" fmla="*/ 163078 h 1775728"/>
                <a:gd name="connsiteX3" fmla="*/ 2082795 w 2483102"/>
                <a:gd name="connsiteY3" fmla="*/ 663635 h 1775728"/>
                <a:gd name="connsiteX4" fmla="*/ 1588951 w 2483102"/>
                <a:gd name="connsiteY4" fmla="*/ 994933 h 1775728"/>
                <a:gd name="connsiteX5" fmla="*/ 969826 w 2483102"/>
                <a:gd name="connsiteY5" fmla="*/ 1452133 h 1775728"/>
                <a:gd name="connsiteX6" fmla="*/ 55534 w 2483102"/>
                <a:gd name="connsiteY6" fmla="*/ 1455065 h 1775728"/>
                <a:gd name="connsiteX7" fmla="*/ 1276886 w 2483102"/>
                <a:gd name="connsiteY7" fmla="*/ 1019 h 177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102" h="1775728">
                  <a:moveTo>
                    <a:pt x="1276886" y="1019"/>
                  </a:moveTo>
                  <a:cubicBezTo>
                    <a:pt x="1475503" y="8329"/>
                    <a:pt x="1691538" y="55287"/>
                    <a:pt x="1920741" y="151777"/>
                  </a:cubicBezTo>
                  <a:lnTo>
                    <a:pt x="1945328" y="163078"/>
                  </a:lnTo>
                  <a:cubicBezTo>
                    <a:pt x="3013500" y="609330"/>
                    <a:pt x="2176673" y="722208"/>
                    <a:pt x="2082795" y="663635"/>
                  </a:cubicBezTo>
                  <a:cubicBezTo>
                    <a:pt x="2246995" y="1112135"/>
                    <a:pt x="1829457" y="1096732"/>
                    <a:pt x="1588951" y="994933"/>
                  </a:cubicBezTo>
                  <a:cubicBezTo>
                    <a:pt x="1928676" y="1410858"/>
                    <a:pt x="1363526" y="1598183"/>
                    <a:pt x="969826" y="1452133"/>
                  </a:cubicBezTo>
                  <a:cubicBezTo>
                    <a:pt x="733307" y="2095560"/>
                    <a:pt x="75794" y="1606430"/>
                    <a:pt x="55534" y="1455065"/>
                  </a:cubicBezTo>
                  <a:cubicBezTo>
                    <a:pt x="-181797" y="772738"/>
                    <a:pt x="363252" y="-32605"/>
                    <a:pt x="1276886" y="101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115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7042B5-F86A-6DDA-0B84-3B5B26536ED0}"/>
              </a:ext>
            </a:extLst>
          </p:cNvPr>
          <p:cNvGrpSpPr/>
          <p:nvPr/>
        </p:nvGrpSpPr>
        <p:grpSpPr>
          <a:xfrm>
            <a:off x="-1756229" y="-346230"/>
            <a:ext cx="8115479" cy="7081766"/>
            <a:chOff x="8451262" y="3117957"/>
            <a:chExt cx="3471703" cy="302949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907849-9B28-3E37-BE19-815A8B6983FD}"/>
                </a:ext>
              </a:extLst>
            </p:cNvPr>
            <p:cNvGrpSpPr/>
            <p:nvPr/>
          </p:nvGrpSpPr>
          <p:grpSpPr>
            <a:xfrm flipH="1">
              <a:off x="8451262" y="3117957"/>
              <a:ext cx="3471703" cy="3029493"/>
              <a:chOff x="6842353" y="2997407"/>
              <a:chExt cx="4322422" cy="377184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50487C6-FBD1-7744-6838-D604475403BE}"/>
                  </a:ext>
                </a:extLst>
              </p:cNvPr>
              <p:cNvGrpSpPr/>
              <p:nvPr/>
            </p:nvGrpSpPr>
            <p:grpSpPr>
              <a:xfrm rot="232920" flipH="1">
                <a:off x="6842353" y="2997407"/>
                <a:ext cx="4242873" cy="3771848"/>
                <a:chOff x="1789877" y="-383910"/>
                <a:chExt cx="6795232" cy="6040860"/>
              </a:xfrm>
            </p:grpSpPr>
            <p:sp>
              <p:nvSpPr>
                <p:cNvPr id="9" name="Rectangle 19">
                  <a:extLst>
                    <a:ext uri="{FF2B5EF4-FFF2-40B4-BE49-F238E27FC236}">
                      <a16:creationId xmlns:a16="http://schemas.microsoft.com/office/drawing/2014/main" id="{2664A168-9716-024B-C7AC-2D886A60A446}"/>
                    </a:ext>
                  </a:extLst>
                </p:cNvPr>
                <p:cNvSpPr/>
                <p:nvPr/>
              </p:nvSpPr>
              <p:spPr>
                <a:xfrm rot="644141">
                  <a:off x="4216695" y="3594469"/>
                  <a:ext cx="1162050" cy="1773479"/>
                </a:xfrm>
                <a:custGeom>
                  <a:avLst/>
                  <a:gdLst>
                    <a:gd name="connsiteX0" fmla="*/ 0 w 323850"/>
                    <a:gd name="connsiteY0" fmla="*/ 0 h 1428750"/>
                    <a:gd name="connsiteX1" fmla="*/ 323850 w 323850"/>
                    <a:gd name="connsiteY1" fmla="*/ 0 h 1428750"/>
                    <a:gd name="connsiteX2" fmla="*/ 323850 w 323850"/>
                    <a:gd name="connsiteY2" fmla="*/ 1428750 h 1428750"/>
                    <a:gd name="connsiteX3" fmla="*/ 0 w 323850"/>
                    <a:gd name="connsiteY3" fmla="*/ 1428750 h 1428750"/>
                    <a:gd name="connsiteX4" fmla="*/ 0 w 323850"/>
                    <a:gd name="connsiteY4" fmla="*/ 0 h 1428750"/>
                    <a:gd name="connsiteX0" fmla="*/ 0 w 736600"/>
                    <a:gd name="connsiteY0" fmla="*/ 0 h 1428750"/>
                    <a:gd name="connsiteX1" fmla="*/ 736600 w 736600"/>
                    <a:gd name="connsiteY1" fmla="*/ 38100 h 1428750"/>
                    <a:gd name="connsiteX2" fmla="*/ 323850 w 736600"/>
                    <a:gd name="connsiteY2" fmla="*/ 1428750 h 1428750"/>
                    <a:gd name="connsiteX3" fmla="*/ 0 w 736600"/>
                    <a:gd name="connsiteY3" fmla="*/ 1428750 h 1428750"/>
                    <a:gd name="connsiteX4" fmla="*/ 0 w 736600"/>
                    <a:gd name="connsiteY4" fmla="*/ 0 h 14287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203200 w 939800"/>
                    <a:gd name="connsiteY3" fmla="*/ 1492250 h 1492250"/>
                    <a:gd name="connsiteX4" fmla="*/ 0 w 939800"/>
                    <a:gd name="connsiteY4" fmla="*/ 0 h 14922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107950 w 939800"/>
                    <a:gd name="connsiteY3" fmla="*/ 1212850 h 1492250"/>
                    <a:gd name="connsiteX4" fmla="*/ 0 w 939800"/>
                    <a:gd name="connsiteY4" fmla="*/ 0 h 1492250"/>
                    <a:gd name="connsiteX0" fmla="*/ 222250 w 1162050"/>
                    <a:gd name="connsiteY0" fmla="*/ 0 h 1565218"/>
                    <a:gd name="connsiteX1" fmla="*/ 1162050 w 1162050"/>
                    <a:gd name="connsiteY1" fmla="*/ 101600 h 1565218"/>
                    <a:gd name="connsiteX2" fmla="*/ 749300 w 1162050"/>
                    <a:gd name="connsiteY2" fmla="*/ 1492250 h 1565218"/>
                    <a:gd name="connsiteX3" fmla="*/ 0 w 1162050"/>
                    <a:gd name="connsiteY3" fmla="*/ 1549400 h 1565218"/>
                    <a:gd name="connsiteX4" fmla="*/ 330200 w 1162050"/>
                    <a:gd name="connsiteY4" fmla="*/ 1212850 h 1565218"/>
                    <a:gd name="connsiteX5" fmla="*/ 222250 w 1162050"/>
                    <a:gd name="connsiteY5" fmla="*/ 0 h 1565218"/>
                    <a:gd name="connsiteX0" fmla="*/ 222250 w 1162050"/>
                    <a:gd name="connsiteY0" fmla="*/ 0 h 1782069"/>
                    <a:gd name="connsiteX1" fmla="*/ 1162050 w 1162050"/>
                    <a:gd name="connsiteY1" fmla="*/ 101600 h 1782069"/>
                    <a:gd name="connsiteX2" fmla="*/ 749300 w 1162050"/>
                    <a:gd name="connsiteY2" fmla="*/ 1492250 h 1782069"/>
                    <a:gd name="connsiteX3" fmla="*/ 0 w 1162050"/>
                    <a:gd name="connsiteY3" fmla="*/ 1549400 h 1782069"/>
                    <a:gd name="connsiteX4" fmla="*/ 330200 w 1162050"/>
                    <a:gd name="connsiteY4" fmla="*/ 1212850 h 1782069"/>
                    <a:gd name="connsiteX5" fmla="*/ 222250 w 1162050"/>
                    <a:gd name="connsiteY5" fmla="*/ 0 h 1782069"/>
                    <a:gd name="connsiteX0" fmla="*/ 222250 w 1162050"/>
                    <a:gd name="connsiteY0" fmla="*/ 0 h 1832443"/>
                    <a:gd name="connsiteX1" fmla="*/ 1162050 w 1162050"/>
                    <a:gd name="connsiteY1" fmla="*/ 101600 h 1832443"/>
                    <a:gd name="connsiteX2" fmla="*/ 749300 w 1162050"/>
                    <a:gd name="connsiteY2" fmla="*/ 1492250 h 1832443"/>
                    <a:gd name="connsiteX3" fmla="*/ 0 w 1162050"/>
                    <a:gd name="connsiteY3" fmla="*/ 1549400 h 1832443"/>
                    <a:gd name="connsiteX4" fmla="*/ 330200 w 1162050"/>
                    <a:gd name="connsiteY4" fmla="*/ 1212850 h 1832443"/>
                    <a:gd name="connsiteX5" fmla="*/ 222250 w 1162050"/>
                    <a:gd name="connsiteY5" fmla="*/ 0 h 1832443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2050" h="1773479">
                      <a:moveTo>
                        <a:pt x="222250" y="0"/>
                      </a:moveTo>
                      <a:lnTo>
                        <a:pt x="1162050" y="101600"/>
                      </a:lnTo>
                      <a:lnTo>
                        <a:pt x="749300" y="1492250"/>
                      </a:lnTo>
                      <a:cubicBezTo>
                        <a:pt x="654050" y="1655233"/>
                        <a:pt x="165100" y="2002367"/>
                        <a:pt x="0" y="1549400"/>
                      </a:cubicBezTo>
                      <a:cubicBezTo>
                        <a:pt x="84667" y="1411817"/>
                        <a:pt x="220133" y="1325033"/>
                        <a:pt x="330200" y="1212850"/>
                      </a:cubicBezTo>
                      <a:cubicBezTo>
                        <a:pt x="440267" y="1100667"/>
                        <a:pt x="83608" y="185208"/>
                        <a:pt x="222250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" name="Oval 21">
                  <a:extLst>
                    <a:ext uri="{FF2B5EF4-FFF2-40B4-BE49-F238E27FC236}">
                      <a16:creationId xmlns:a16="http://schemas.microsoft.com/office/drawing/2014/main" id="{2B22E092-8D78-A21C-0CFE-9C455D02A3C2}"/>
                    </a:ext>
                  </a:extLst>
                </p:cNvPr>
                <p:cNvSpPr/>
                <p:nvPr/>
              </p:nvSpPr>
              <p:spPr>
                <a:xfrm rot="17497003">
                  <a:off x="7612566" y="3936315"/>
                  <a:ext cx="1097695" cy="847390"/>
                </a:xfrm>
                <a:custGeom>
                  <a:avLst/>
                  <a:gdLst>
                    <a:gd name="connsiteX0" fmla="*/ 0 w 530570"/>
                    <a:gd name="connsiteY0" fmla="*/ 148656 h 297312"/>
                    <a:gd name="connsiteX1" fmla="*/ 265285 w 530570"/>
                    <a:gd name="connsiteY1" fmla="*/ 0 h 297312"/>
                    <a:gd name="connsiteX2" fmla="*/ 530570 w 530570"/>
                    <a:gd name="connsiteY2" fmla="*/ 148656 h 297312"/>
                    <a:gd name="connsiteX3" fmla="*/ 265285 w 530570"/>
                    <a:gd name="connsiteY3" fmla="*/ 297312 h 297312"/>
                    <a:gd name="connsiteX4" fmla="*/ 0 w 530570"/>
                    <a:gd name="connsiteY4" fmla="*/ 148656 h 297312"/>
                    <a:gd name="connsiteX0" fmla="*/ 0 w 955053"/>
                    <a:gd name="connsiteY0" fmla="*/ 16040 h 569736"/>
                    <a:gd name="connsiteX1" fmla="*/ 689768 w 955053"/>
                    <a:gd name="connsiteY1" fmla="*/ 255111 h 569736"/>
                    <a:gd name="connsiteX2" fmla="*/ 955053 w 955053"/>
                    <a:gd name="connsiteY2" fmla="*/ 403767 h 569736"/>
                    <a:gd name="connsiteX3" fmla="*/ 689768 w 955053"/>
                    <a:gd name="connsiteY3" fmla="*/ 552423 h 569736"/>
                    <a:gd name="connsiteX4" fmla="*/ 0 w 955053"/>
                    <a:gd name="connsiteY4" fmla="*/ 16040 h 569736"/>
                    <a:gd name="connsiteX0" fmla="*/ 0 w 955053"/>
                    <a:gd name="connsiteY0" fmla="*/ 16040 h 403767"/>
                    <a:gd name="connsiteX1" fmla="*/ 689768 w 955053"/>
                    <a:gd name="connsiteY1" fmla="*/ 255111 h 403767"/>
                    <a:gd name="connsiteX2" fmla="*/ 955053 w 955053"/>
                    <a:gd name="connsiteY2" fmla="*/ 403767 h 403767"/>
                    <a:gd name="connsiteX3" fmla="*/ 0 w 955053"/>
                    <a:gd name="connsiteY3" fmla="*/ 16040 h 403767"/>
                    <a:gd name="connsiteX0" fmla="*/ 0 w 955053"/>
                    <a:gd name="connsiteY0" fmla="*/ 0 h 387727"/>
                    <a:gd name="connsiteX1" fmla="*/ 955053 w 955053"/>
                    <a:gd name="connsiteY1" fmla="*/ 387727 h 387727"/>
                    <a:gd name="connsiteX2" fmla="*/ 0 w 955053"/>
                    <a:gd name="connsiteY2" fmla="*/ 0 h 387727"/>
                    <a:gd name="connsiteX0" fmla="*/ 0 w 1092440"/>
                    <a:gd name="connsiteY0" fmla="*/ 0 h 518596"/>
                    <a:gd name="connsiteX1" fmla="*/ 1092440 w 1092440"/>
                    <a:gd name="connsiteY1" fmla="*/ 518596 h 518596"/>
                    <a:gd name="connsiteX2" fmla="*/ 0 w 1092440"/>
                    <a:gd name="connsiteY2" fmla="*/ 0 h 518596"/>
                    <a:gd name="connsiteX0" fmla="*/ 3682 w 1096122"/>
                    <a:gd name="connsiteY0" fmla="*/ 141274 h 659870"/>
                    <a:gd name="connsiteX1" fmla="*/ 1096122 w 1096122"/>
                    <a:gd name="connsiteY1" fmla="*/ 659870 h 659870"/>
                    <a:gd name="connsiteX2" fmla="*/ 3682 w 1096122"/>
                    <a:gd name="connsiteY2" fmla="*/ 141274 h 659870"/>
                    <a:gd name="connsiteX0" fmla="*/ 3682 w 1098575"/>
                    <a:gd name="connsiteY0" fmla="*/ 151071 h 669667"/>
                    <a:gd name="connsiteX1" fmla="*/ 1096122 w 1098575"/>
                    <a:gd name="connsiteY1" fmla="*/ 669667 h 669667"/>
                    <a:gd name="connsiteX2" fmla="*/ 3682 w 1098575"/>
                    <a:gd name="connsiteY2" fmla="*/ 151071 h 669667"/>
                    <a:gd name="connsiteX0" fmla="*/ 2802 w 1097695"/>
                    <a:gd name="connsiteY0" fmla="*/ 151071 h 847390"/>
                    <a:gd name="connsiteX1" fmla="*/ 1095242 w 1097695"/>
                    <a:gd name="connsiteY1" fmla="*/ 669667 h 847390"/>
                    <a:gd name="connsiteX2" fmla="*/ 2802 w 1097695"/>
                    <a:gd name="connsiteY2" fmla="*/ 151071 h 847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97695" h="847390">
                      <a:moveTo>
                        <a:pt x="2802" y="151071"/>
                      </a:moveTo>
                      <a:cubicBezTo>
                        <a:pt x="-61432" y="649421"/>
                        <a:pt x="999379" y="1111779"/>
                        <a:pt x="1095242" y="669667"/>
                      </a:cubicBezTo>
                      <a:cubicBezTo>
                        <a:pt x="1156045" y="535584"/>
                        <a:pt x="67036" y="-347279"/>
                        <a:pt x="2802" y="151071"/>
                      </a:cubicBezTo>
                      <a:close/>
                    </a:path>
                  </a:pathLst>
                </a:custGeom>
                <a:solidFill>
                  <a:srgbClr val="ED7D31">
                    <a:lumMod val="40000"/>
                    <a:lumOff val="6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" name="Rectangle 20">
                  <a:extLst>
                    <a:ext uri="{FF2B5EF4-FFF2-40B4-BE49-F238E27FC236}">
                      <a16:creationId xmlns:a16="http://schemas.microsoft.com/office/drawing/2014/main" id="{C97F0DCC-1406-D16B-D585-2AF06F49137D}"/>
                    </a:ext>
                  </a:extLst>
                </p:cNvPr>
                <p:cNvSpPr/>
                <p:nvPr/>
              </p:nvSpPr>
              <p:spPr>
                <a:xfrm>
                  <a:off x="3094214" y="262829"/>
                  <a:ext cx="995185" cy="1929423"/>
                </a:xfrm>
                <a:custGeom>
                  <a:avLst/>
                  <a:gdLst>
                    <a:gd name="connsiteX0" fmla="*/ 0 w 534457"/>
                    <a:gd name="connsiteY0" fmla="*/ 0 h 1497623"/>
                    <a:gd name="connsiteX1" fmla="*/ 534457 w 534457"/>
                    <a:gd name="connsiteY1" fmla="*/ 0 h 1497623"/>
                    <a:gd name="connsiteX2" fmla="*/ 534457 w 534457"/>
                    <a:gd name="connsiteY2" fmla="*/ 1497623 h 1497623"/>
                    <a:gd name="connsiteX3" fmla="*/ 0 w 534457"/>
                    <a:gd name="connsiteY3" fmla="*/ 1497623 h 1497623"/>
                    <a:gd name="connsiteX4" fmla="*/ 0 w 534457"/>
                    <a:gd name="connsiteY4" fmla="*/ 0 h 1497623"/>
                    <a:gd name="connsiteX0" fmla="*/ 114300 w 534457"/>
                    <a:gd name="connsiteY0" fmla="*/ 0 h 1688123"/>
                    <a:gd name="connsiteX1" fmla="*/ 534457 w 534457"/>
                    <a:gd name="connsiteY1" fmla="*/ 190500 h 1688123"/>
                    <a:gd name="connsiteX2" fmla="*/ 534457 w 534457"/>
                    <a:gd name="connsiteY2" fmla="*/ 1688123 h 1688123"/>
                    <a:gd name="connsiteX3" fmla="*/ 0 w 534457"/>
                    <a:gd name="connsiteY3" fmla="*/ 1688123 h 1688123"/>
                    <a:gd name="connsiteX4" fmla="*/ 114300 w 534457"/>
                    <a:gd name="connsiteY4" fmla="*/ 0 h 1688123"/>
                    <a:gd name="connsiteX0" fmla="*/ 114300 w 839257"/>
                    <a:gd name="connsiteY0" fmla="*/ 0 h 1688123"/>
                    <a:gd name="connsiteX1" fmla="*/ 534457 w 839257"/>
                    <a:gd name="connsiteY1" fmla="*/ 190500 h 1688123"/>
                    <a:gd name="connsiteX2" fmla="*/ 839257 w 839257"/>
                    <a:gd name="connsiteY2" fmla="*/ 1357923 h 1688123"/>
                    <a:gd name="connsiteX3" fmla="*/ 0 w 839257"/>
                    <a:gd name="connsiteY3" fmla="*/ 1688123 h 1688123"/>
                    <a:gd name="connsiteX4" fmla="*/ 114300 w 839257"/>
                    <a:gd name="connsiteY4" fmla="*/ 0 h 1688123"/>
                    <a:gd name="connsiteX0" fmla="*/ 0 w 724957"/>
                    <a:gd name="connsiteY0" fmla="*/ 0 h 1523023"/>
                    <a:gd name="connsiteX1" fmla="*/ 420157 w 724957"/>
                    <a:gd name="connsiteY1" fmla="*/ 190500 h 1523023"/>
                    <a:gd name="connsiteX2" fmla="*/ 724957 w 724957"/>
                    <a:gd name="connsiteY2" fmla="*/ 1357923 h 1523023"/>
                    <a:gd name="connsiteX3" fmla="*/ 228600 w 724957"/>
                    <a:gd name="connsiteY3" fmla="*/ 1523023 h 1523023"/>
                    <a:gd name="connsiteX4" fmla="*/ 0 w 724957"/>
                    <a:gd name="connsiteY4" fmla="*/ 0 h 1523023"/>
                    <a:gd name="connsiteX0" fmla="*/ 0 w 724957"/>
                    <a:gd name="connsiteY0" fmla="*/ 0 h 1523023"/>
                    <a:gd name="connsiteX1" fmla="*/ 724957 w 724957"/>
                    <a:gd name="connsiteY1" fmla="*/ 1357923 h 1523023"/>
                    <a:gd name="connsiteX2" fmla="*/ 228600 w 724957"/>
                    <a:gd name="connsiteY2" fmla="*/ 1523023 h 1523023"/>
                    <a:gd name="connsiteX3" fmla="*/ 0 w 724957"/>
                    <a:gd name="connsiteY3" fmla="*/ 0 h 15230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206997 w 931954"/>
                    <a:gd name="connsiteY0" fmla="*/ 0 h 1624623"/>
                    <a:gd name="connsiteX1" fmla="*/ 931954 w 931954"/>
                    <a:gd name="connsiteY1" fmla="*/ 1459523 h 1624623"/>
                    <a:gd name="connsiteX2" fmla="*/ 435597 w 931954"/>
                    <a:gd name="connsiteY2" fmla="*/ 1624623 h 1624623"/>
                    <a:gd name="connsiteX3" fmla="*/ 206997 w 931954"/>
                    <a:gd name="connsiteY3" fmla="*/ 0 h 1624623"/>
                    <a:gd name="connsiteX0" fmla="*/ 230823 w 955780"/>
                    <a:gd name="connsiteY0" fmla="*/ 0 h 1929423"/>
                    <a:gd name="connsiteX1" fmla="*/ 955780 w 955780"/>
                    <a:gd name="connsiteY1" fmla="*/ 1459523 h 1929423"/>
                    <a:gd name="connsiteX2" fmla="*/ 345123 w 955780"/>
                    <a:gd name="connsiteY2" fmla="*/ 1929423 h 1929423"/>
                    <a:gd name="connsiteX3" fmla="*/ 230823 w 955780"/>
                    <a:gd name="connsiteY3" fmla="*/ 0 h 1929423"/>
                    <a:gd name="connsiteX0" fmla="*/ 270228 w 995185"/>
                    <a:gd name="connsiteY0" fmla="*/ 0 h 1929423"/>
                    <a:gd name="connsiteX1" fmla="*/ 995185 w 995185"/>
                    <a:gd name="connsiteY1" fmla="*/ 1459523 h 1929423"/>
                    <a:gd name="connsiteX2" fmla="*/ 384528 w 995185"/>
                    <a:gd name="connsiteY2" fmla="*/ 1929423 h 1929423"/>
                    <a:gd name="connsiteX3" fmla="*/ 270228 w 995185"/>
                    <a:gd name="connsiteY3" fmla="*/ 0 h 192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185" h="1929423">
                      <a:moveTo>
                        <a:pt x="270228" y="0"/>
                      </a:moveTo>
                      <a:cubicBezTo>
                        <a:pt x="981780" y="270608"/>
                        <a:pt x="753533" y="973015"/>
                        <a:pt x="995185" y="1459523"/>
                      </a:cubicBezTo>
                      <a:lnTo>
                        <a:pt x="384528" y="1929423"/>
                      </a:lnTo>
                      <a:cubicBezTo>
                        <a:pt x="308328" y="1387882"/>
                        <a:pt x="-364772" y="1379741"/>
                        <a:pt x="270228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" name="Rectangle 18">
                  <a:extLst>
                    <a:ext uri="{FF2B5EF4-FFF2-40B4-BE49-F238E27FC236}">
                      <a16:creationId xmlns:a16="http://schemas.microsoft.com/office/drawing/2014/main" id="{8C8B302D-4D1D-B431-C216-173A7AD34435}"/>
                    </a:ext>
                  </a:extLst>
                </p:cNvPr>
                <p:cNvSpPr/>
                <p:nvPr/>
              </p:nvSpPr>
              <p:spPr>
                <a:xfrm>
                  <a:off x="6081273" y="2946241"/>
                  <a:ext cx="1454008" cy="2472063"/>
                </a:xfrm>
                <a:custGeom>
                  <a:avLst/>
                  <a:gdLst>
                    <a:gd name="connsiteX0" fmla="*/ 0 w 785231"/>
                    <a:gd name="connsiteY0" fmla="*/ 0 h 1320800"/>
                    <a:gd name="connsiteX1" fmla="*/ 785231 w 785231"/>
                    <a:gd name="connsiteY1" fmla="*/ 0 h 1320800"/>
                    <a:gd name="connsiteX2" fmla="*/ 785231 w 785231"/>
                    <a:gd name="connsiteY2" fmla="*/ 1320800 h 1320800"/>
                    <a:gd name="connsiteX3" fmla="*/ 0 w 785231"/>
                    <a:gd name="connsiteY3" fmla="*/ 1320800 h 1320800"/>
                    <a:gd name="connsiteX4" fmla="*/ 0 w 785231"/>
                    <a:gd name="connsiteY4" fmla="*/ 0 h 1320800"/>
                    <a:gd name="connsiteX0" fmla="*/ 292100 w 785231"/>
                    <a:gd name="connsiteY0" fmla="*/ 0 h 1739900"/>
                    <a:gd name="connsiteX1" fmla="*/ 785231 w 785231"/>
                    <a:gd name="connsiteY1" fmla="*/ 419100 h 1739900"/>
                    <a:gd name="connsiteX2" fmla="*/ 785231 w 785231"/>
                    <a:gd name="connsiteY2" fmla="*/ 1739900 h 1739900"/>
                    <a:gd name="connsiteX3" fmla="*/ 0 w 785231"/>
                    <a:gd name="connsiteY3" fmla="*/ 1739900 h 1739900"/>
                    <a:gd name="connsiteX4" fmla="*/ 292100 w 785231"/>
                    <a:gd name="connsiteY4" fmla="*/ 0 h 1739900"/>
                    <a:gd name="connsiteX0" fmla="*/ 617450 w 1110581"/>
                    <a:gd name="connsiteY0" fmla="*/ 0 h 1739900"/>
                    <a:gd name="connsiteX1" fmla="*/ 1110581 w 1110581"/>
                    <a:gd name="connsiteY1" fmla="*/ 419100 h 1739900"/>
                    <a:gd name="connsiteX2" fmla="*/ 1110581 w 1110581"/>
                    <a:gd name="connsiteY2" fmla="*/ 1739900 h 1739900"/>
                    <a:gd name="connsiteX3" fmla="*/ 325350 w 1110581"/>
                    <a:gd name="connsiteY3" fmla="*/ 1739900 h 1739900"/>
                    <a:gd name="connsiteX4" fmla="*/ 617450 w 1110581"/>
                    <a:gd name="connsiteY4" fmla="*/ 0 h 1739900"/>
                    <a:gd name="connsiteX0" fmla="*/ 670616 w 1163747"/>
                    <a:gd name="connsiteY0" fmla="*/ 0 h 2019300"/>
                    <a:gd name="connsiteX1" fmla="*/ 1163747 w 1163747"/>
                    <a:gd name="connsiteY1" fmla="*/ 419100 h 2019300"/>
                    <a:gd name="connsiteX2" fmla="*/ 1163747 w 1163747"/>
                    <a:gd name="connsiteY2" fmla="*/ 1739900 h 2019300"/>
                    <a:gd name="connsiteX3" fmla="*/ 226116 w 1163747"/>
                    <a:gd name="connsiteY3" fmla="*/ 2019300 h 2019300"/>
                    <a:gd name="connsiteX4" fmla="*/ 670616 w 1163747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952500 w 1445631"/>
                    <a:gd name="connsiteY0" fmla="*/ 0 h 2425700"/>
                    <a:gd name="connsiteX1" fmla="*/ 1445631 w 1445631"/>
                    <a:gd name="connsiteY1" fmla="*/ 419100 h 2425700"/>
                    <a:gd name="connsiteX2" fmla="*/ 1445631 w 1445631"/>
                    <a:gd name="connsiteY2" fmla="*/ 1739900 h 2425700"/>
                    <a:gd name="connsiteX3" fmla="*/ 0 w 1445631"/>
                    <a:gd name="connsiteY3" fmla="*/ 2425700 h 2425700"/>
                    <a:gd name="connsiteX4" fmla="*/ 508000 w 1445631"/>
                    <a:gd name="connsiteY4" fmla="*/ 2019300 h 2425700"/>
                    <a:gd name="connsiteX5" fmla="*/ 952500 w 1445631"/>
                    <a:gd name="connsiteY5" fmla="*/ 0 h 2425700"/>
                    <a:gd name="connsiteX0" fmla="*/ 952500 w 1445631"/>
                    <a:gd name="connsiteY0" fmla="*/ 0 h 2442199"/>
                    <a:gd name="connsiteX1" fmla="*/ 1445631 w 1445631"/>
                    <a:gd name="connsiteY1" fmla="*/ 419100 h 2442199"/>
                    <a:gd name="connsiteX2" fmla="*/ 1445631 w 1445631"/>
                    <a:gd name="connsiteY2" fmla="*/ 1739900 h 2442199"/>
                    <a:gd name="connsiteX3" fmla="*/ 0 w 1445631"/>
                    <a:gd name="connsiteY3" fmla="*/ 2425700 h 2442199"/>
                    <a:gd name="connsiteX4" fmla="*/ 508000 w 1445631"/>
                    <a:gd name="connsiteY4" fmla="*/ 2019300 h 2442199"/>
                    <a:gd name="connsiteX5" fmla="*/ 952500 w 1445631"/>
                    <a:gd name="connsiteY5" fmla="*/ 0 h 2442199"/>
                    <a:gd name="connsiteX0" fmla="*/ 960877 w 1454008"/>
                    <a:gd name="connsiteY0" fmla="*/ 0 h 2442199"/>
                    <a:gd name="connsiteX1" fmla="*/ 1454008 w 1454008"/>
                    <a:gd name="connsiteY1" fmla="*/ 419100 h 2442199"/>
                    <a:gd name="connsiteX2" fmla="*/ 1454008 w 1454008"/>
                    <a:gd name="connsiteY2" fmla="*/ 1739900 h 2442199"/>
                    <a:gd name="connsiteX3" fmla="*/ 8377 w 1454008"/>
                    <a:gd name="connsiteY3" fmla="*/ 2425700 h 2442199"/>
                    <a:gd name="connsiteX4" fmla="*/ 516377 w 1454008"/>
                    <a:gd name="connsiteY4" fmla="*/ 2019300 h 2442199"/>
                    <a:gd name="connsiteX5" fmla="*/ 960877 w 1454008"/>
                    <a:gd name="connsiteY5" fmla="*/ 0 h 2442199"/>
                    <a:gd name="connsiteX0" fmla="*/ 960877 w 1454008"/>
                    <a:gd name="connsiteY0" fmla="*/ 0 h 2471248"/>
                    <a:gd name="connsiteX1" fmla="*/ 1454008 w 1454008"/>
                    <a:gd name="connsiteY1" fmla="*/ 419100 h 2471248"/>
                    <a:gd name="connsiteX2" fmla="*/ 1454008 w 1454008"/>
                    <a:gd name="connsiteY2" fmla="*/ 1739900 h 2471248"/>
                    <a:gd name="connsiteX3" fmla="*/ 8377 w 1454008"/>
                    <a:gd name="connsiteY3" fmla="*/ 2425700 h 2471248"/>
                    <a:gd name="connsiteX4" fmla="*/ 516377 w 1454008"/>
                    <a:gd name="connsiteY4" fmla="*/ 2019300 h 2471248"/>
                    <a:gd name="connsiteX5" fmla="*/ 960877 w 1454008"/>
                    <a:gd name="connsiteY5" fmla="*/ 0 h 2471248"/>
                    <a:gd name="connsiteX0" fmla="*/ 960877 w 1454008"/>
                    <a:gd name="connsiteY0" fmla="*/ 0 h 2472063"/>
                    <a:gd name="connsiteX1" fmla="*/ 1454008 w 1454008"/>
                    <a:gd name="connsiteY1" fmla="*/ 419100 h 2472063"/>
                    <a:gd name="connsiteX2" fmla="*/ 1454008 w 1454008"/>
                    <a:gd name="connsiteY2" fmla="*/ 1739900 h 2472063"/>
                    <a:gd name="connsiteX3" fmla="*/ 8377 w 1454008"/>
                    <a:gd name="connsiteY3" fmla="*/ 2425700 h 2472063"/>
                    <a:gd name="connsiteX4" fmla="*/ 516377 w 1454008"/>
                    <a:gd name="connsiteY4" fmla="*/ 2019300 h 2472063"/>
                    <a:gd name="connsiteX5" fmla="*/ 960877 w 1454008"/>
                    <a:gd name="connsiteY5" fmla="*/ 0 h 2472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4008" h="2472063">
                      <a:moveTo>
                        <a:pt x="960877" y="0"/>
                      </a:moveTo>
                      <a:lnTo>
                        <a:pt x="1454008" y="419100"/>
                      </a:lnTo>
                      <a:lnTo>
                        <a:pt x="1454008" y="1739900"/>
                      </a:lnTo>
                      <a:cubicBezTo>
                        <a:pt x="1386998" y="1839383"/>
                        <a:pt x="869137" y="2675467"/>
                        <a:pt x="8377" y="2425700"/>
                      </a:cubicBezTo>
                      <a:cubicBezTo>
                        <a:pt x="-63590" y="1934633"/>
                        <a:pt x="347044" y="2154767"/>
                        <a:pt x="516377" y="2019300"/>
                      </a:cubicBezTo>
                      <a:cubicBezTo>
                        <a:pt x="474044" y="1756833"/>
                        <a:pt x="-292190" y="1481667"/>
                        <a:pt x="960877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" name="Rectangle 15">
                  <a:extLst>
                    <a:ext uri="{FF2B5EF4-FFF2-40B4-BE49-F238E27FC236}">
                      <a16:creationId xmlns:a16="http://schemas.microsoft.com/office/drawing/2014/main" id="{23ECF77C-ED8B-6F9D-6798-42D5C7F8C454}"/>
                    </a:ext>
                  </a:extLst>
                </p:cNvPr>
                <p:cNvSpPr/>
                <p:nvPr/>
              </p:nvSpPr>
              <p:spPr>
                <a:xfrm>
                  <a:off x="3485093" y="1705352"/>
                  <a:ext cx="4853603" cy="3424761"/>
                </a:xfrm>
                <a:custGeom>
                  <a:avLst/>
                  <a:gdLst>
                    <a:gd name="connsiteX0" fmla="*/ 0 w 2913743"/>
                    <a:gd name="connsiteY0" fmla="*/ 0 h 2136868"/>
                    <a:gd name="connsiteX1" fmla="*/ 2913743 w 2913743"/>
                    <a:gd name="connsiteY1" fmla="*/ 0 h 2136868"/>
                    <a:gd name="connsiteX2" fmla="*/ 2913743 w 2913743"/>
                    <a:gd name="connsiteY2" fmla="*/ 2136868 h 2136868"/>
                    <a:gd name="connsiteX3" fmla="*/ 0 w 2913743"/>
                    <a:gd name="connsiteY3" fmla="*/ 2136868 h 2136868"/>
                    <a:gd name="connsiteX4" fmla="*/ 0 w 2913743"/>
                    <a:gd name="connsiteY4" fmla="*/ 0 h 2136868"/>
                    <a:gd name="connsiteX0" fmla="*/ 0 w 3805283"/>
                    <a:gd name="connsiteY0" fmla="*/ 0 h 2914108"/>
                    <a:gd name="connsiteX1" fmla="*/ 3805283 w 3805283"/>
                    <a:gd name="connsiteY1" fmla="*/ 777240 h 2914108"/>
                    <a:gd name="connsiteX2" fmla="*/ 3805283 w 3805283"/>
                    <a:gd name="connsiteY2" fmla="*/ 2914108 h 2914108"/>
                    <a:gd name="connsiteX3" fmla="*/ 891540 w 3805283"/>
                    <a:gd name="connsiteY3" fmla="*/ 2914108 h 2914108"/>
                    <a:gd name="connsiteX4" fmla="*/ 0 w 3805283"/>
                    <a:gd name="connsiteY4" fmla="*/ 0 h 2914108"/>
                    <a:gd name="connsiteX0" fmla="*/ 0 w 3805283"/>
                    <a:gd name="connsiteY0" fmla="*/ 0 h 2914108"/>
                    <a:gd name="connsiteX1" fmla="*/ 3805283 w 3805283"/>
                    <a:gd name="connsiteY1" fmla="*/ 777240 h 2914108"/>
                    <a:gd name="connsiteX2" fmla="*/ 3805283 w 3805283"/>
                    <a:gd name="connsiteY2" fmla="*/ 2914108 h 2914108"/>
                    <a:gd name="connsiteX3" fmla="*/ 891540 w 3805283"/>
                    <a:gd name="connsiteY3" fmla="*/ 2914108 h 2914108"/>
                    <a:gd name="connsiteX4" fmla="*/ 0 w 3805283"/>
                    <a:gd name="connsiteY4" fmla="*/ 0 h 2914108"/>
                    <a:gd name="connsiteX0" fmla="*/ 0 w 3530963"/>
                    <a:gd name="connsiteY0" fmla="*/ 0 h 3043648"/>
                    <a:gd name="connsiteX1" fmla="*/ 3530963 w 3530963"/>
                    <a:gd name="connsiteY1" fmla="*/ 906780 h 3043648"/>
                    <a:gd name="connsiteX2" fmla="*/ 3530963 w 3530963"/>
                    <a:gd name="connsiteY2" fmla="*/ 3043648 h 3043648"/>
                    <a:gd name="connsiteX3" fmla="*/ 617220 w 3530963"/>
                    <a:gd name="connsiteY3" fmla="*/ 3043648 h 3043648"/>
                    <a:gd name="connsiteX4" fmla="*/ 0 w 3530963"/>
                    <a:gd name="connsiteY4" fmla="*/ 0 h 3043648"/>
                    <a:gd name="connsiteX0" fmla="*/ 0 w 3530963"/>
                    <a:gd name="connsiteY0" fmla="*/ 0 h 3043648"/>
                    <a:gd name="connsiteX1" fmla="*/ 3530963 w 3530963"/>
                    <a:gd name="connsiteY1" fmla="*/ 906780 h 3043648"/>
                    <a:gd name="connsiteX2" fmla="*/ 3530963 w 3530963"/>
                    <a:gd name="connsiteY2" fmla="*/ 3043648 h 3043648"/>
                    <a:gd name="connsiteX3" fmla="*/ 617220 w 3530963"/>
                    <a:gd name="connsiteY3" fmla="*/ 3043648 h 3043648"/>
                    <a:gd name="connsiteX4" fmla="*/ 0 w 353096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173188"/>
                    <a:gd name="connsiteX1" fmla="*/ 4285343 w 4285343"/>
                    <a:gd name="connsiteY1" fmla="*/ 1805940 h 3173188"/>
                    <a:gd name="connsiteX2" fmla="*/ 3790043 w 4285343"/>
                    <a:gd name="connsiteY2" fmla="*/ 3173188 h 3173188"/>
                    <a:gd name="connsiteX3" fmla="*/ 617220 w 4285343"/>
                    <a:gd name="connsiteY3" fmla="*/ 3043648 h 3173188"/>
                    <a:gd name="connsiteX4" fmla="*/ 0 w 4285343"/>
                    <a:gd name="connsiteY4" fmla="*/ 0 h 3173188"/>
                    <a:gd name="connsiteX0" fmla="*/ 0 w 4285343"/>
                    <a:gd name="connsiteY0" fmla="*/ 0 h 3173188"/>
                    <a:gd name="connsiteX1" fmla="*/ 4285343 w 4285343"/>
                    <a:gd name="connsiteY1" fmla="*/ 1805940 h 3173188"/>
                    <a:gd name="connsiteX2" fmla="*/ 3790043 w 4285343"/>
                    <a:gd name="connsiteY2" fmla="*/ 3173188 h 3173188"/>
                    <a:gd name="connsiteX3" fmla="*/ 617220 w 4285343"/>
                    <a:gd name="connsiteY3" fmla="*/ 3043648 h 3173188"/>
                    <a:gd name="connsiteX4" fmla="*/ 0 w 4285343"/>
                    <a:gd name="connsiteY4" fmla="*/ 0 h 3173188"/>
                    <a:gd name="connsiteX0" fmla="*/ 0 w 4310465"/>
                    <a:gd name="connsiteY0" fmla="*/ 0 h 3173188"/>
                    <a:gd name="connsiteX1" fmla="*/ 4285343 w 4310465"/>
                    <a:gd name="connsiteY1" fmla="*/ 1805940 h 3173188"/>
                    <a:gd name="connsiteX2" fmla="*/ 3790043 w 4310465"/>
                    <a:gd name="connsiteY2" fmla="*/ 3173188 h 3173188"/>
                    <a:gd name="connsiteX3" fmla="*/ 617220 w 4310465"/>
                    <a:gd name="connsiteY3" fmla="*/ 3043648 h 3173188"/>
                    <a:gd name="connsiteX4" fmla="*/ 0 w 4310465"/>
                    <a:gd name="connsiteY4" fmla="*/ 0 h 3173188"/>
                    <a:gd name="connsiteX0" fmla="*/ 0 w 4310465"/>
                    <a:gd name="connsiteY0" fmla="*/ 0 h 3173188"/>
                    <a:gd name="connsiteX1" fmla="*/ 4285343 w 4310465"/>
                    <a:gd name="connsiteY1" fmla="*/ 1805940 h 3173188"/>
                    <a:gd name="connsiteX2" fmla="*/ 3790043 w 4310465"/>
                    <a:gd name="connsiteY2" fmla="*/ 3173188 h 3173188"/>
                    <a:gd name="connsiteX3" fmla="*/ 617220 w 4310465"/>
                    <a:gd name="connsiteY3" fmla="*/ 3043648 h 3173188"/>
                    <a:gd name="connsiteX4" fmla="*/ 0 w 4310465"/>
                    <a:gd name="connsiteY4" fmla="*/ 0 h 3173188"/>
                    <a:gd name="connsiteX0" fmla="*/ 0 w 4310465"/>
                    <a:gd name="connsiteY0" fmla="*/ 0 h 3335748"/>
                    <a:gd name="connsiteX1" fmla="*/ 4285343 w 4310465"/>
                    <a:gd name="connsiteY1" fmla="*/ 1805940 h 3335748"/>
                    <a:gd name="connsiteX2" fmla="*/ 3790043 w 4310465"/>
                    <a:gd name="connsiteY2" fmla="*/ 3173188 h 3335748"/>
                    <a:gd name="connsiteX3" fmla="*/ 985520 w 4310465"/>
                    <a:gd name="connsiteY3" fmla="*/ 3335748 h 3335748"/>
                    <a:gd name="connsiteX4" fmla="*/ 0 w 4310465"/>
                    <a:gd name="connsiteY4" fmla="*/ 0 h 3335748"/>
                    <a:gd name="connsiteX0" fmla="*/ 56242 w 4366707"/>
                    <a:gd name="connsiteY0" fmla="*/ 0 h 3335748"/>
                    <a:gd name="connsiteX1" fmla="*/ 4341585 w 4366707"/>
                    <a:gd name="connsiteY1" fmla="*/ 1805940 h 3335748"/>
                    <a:gd name="connsiteX2" fmla="*/ 3846285 w 4366707"/>
                    <a:gd name="connsiteY2" fmla="*/ 3173188 h 3335748"/>
                    <a:gd name="connsiteX3" fmla="*/ 1041762 w 4366707"/>
                    <a:gd name="connsiteY3" fmla="*/ 3335748 h 3335748"/>
                    <a:gd name="connsiteX4" fmla="*/ 56242 w 4366707"/>
                    <a:gd name="connsiteY4" fmla="*/ 0 h 3335748"/>
                    <a:gd name="connsiteX0" fmla="*/ 547644 w 4858109"/>
                    <a:gd name="connsiteY0" fmla="*/ 0 h 3335748"/>
                    <a:gd name="connsiteX1" fmla="*/ 4832987 w 4858109"/>
                    <a:gd name="connsiteY1" fmla="*/ 1805940 h 3335748"/>
                    <a:gd name="connsiteX2" fmla="*/ 4337687 w 4858109"/>
                    <a:gd name="connsiteY2" fmla="*/ 3173188 h 3335748"/>
                    <a:gd name="connsiteX3" fmla="*/ 1533164 w 4858109"/>
                    <a:gd name="connsiteY3" fmla="*/ 3335748 h 3335748"/>
                    <a:gd name="connsiteX4" fmla="*/ 547644 w 4858109"/>
                    <a:gd name="connsiteY4" fmla="*/ 0 h 3335748"/>
                    <a:gd name="connsiteX0" fmla="*/ 553143 w 4863608"/>
                    <a:gd name="connsiteY0" fmla="*/ 0 h 3335748"/>
                    <a:gd name="connsiteX1" fmla="*/ 4838486 w 4863608"/>
                    <a:gd name="connsiteY1" fmla="*/ 1805940 h 3335748"/>
                    <a:gd name="connsiteX2" fmla="*/ 4343186 w 4863608"/>
                    <a:gd name="connsiteY2" fmla="*/ 3173188 h 3335748"/>
                    <a:gd name="connsiteX3" fmla="*/ 1538663 w 4863608"/>
                    <a:gd name="connsiteY3" fmla="*/ 3335748 h 3335748"/>
                    <a:gd name="connsiteX4" fmla="*/ 553143 w 4863608"/>
                    <a:gd name="connsiteY4" fmla="*/ 0 h 3335748"/>
                    <a:gd name="connsiteX0" fmla="*/ 553143 w 4853603"/>
                    <a:gd name="connsiteY0" fmla="*/ 0 h 3335748"/>
                    <a:gd name="connsiteX1" fmla="*/ 4838486 w 4853603"/>
                    <a:gd name="connsiteY1" fmla="*/ 1805940 h 3335748"/>
                    <a:gd name="connsiteX2" fmla="*/ 4254286 w 4853603"/>
                    <a:gd name="connsiteY2" fmla="*/ 3173188 h 3335748"/>
                    <a:gd name="connsiteX3" fmla="*/ 1538663 w 4853603"/>
                    <a:gd name="connsiteY3" fmla="*/ 3335748 h 3335748"/>
                    <a:gd name="connsiteX4" fmla="*/ 553143 w 4853603"/>
                    <a:gd name="connsiteY4" fmla="*/ 0 h 3335748"/>
                    <a:gd name="connsiteX0" fmla="*/ 553143 w 4853603"/>
                    <a:gd name="connsiteY0" fmla="*/ 0 h 3424761"/>
                    <a:gd name="connsiteX1" fmla="*/ 4838486 w 4853603"/>
                    <a:gd name="connsiteY1" fmla="*/ 1805940 h 3424761"/>
                    <a:gd name="connsiteX2" fmla="*/ 4254286 w 4853603"/>
                    <a:gd name="connsiteY2" fmla="*/ 3173188 h 3424761"/>
                    <a:gd name="connsiteX3" fmla="*/ 1538663 w 4853603"/>
                    <a:gd name="connsiteY3" fmla="*/ 3335748 h 3424761"/>
                    <a:gd name="connsiteX4" fmla="*/ 553143 w 4853603"/>
                    <a:gd name="connsiteY4" fmla="*/ 0 h 3424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603" h="3424761">
                      <a:moveTo>
                        <a:pt x="553143" y="0"/>
                      </a:moveTo>
                      <a:cubicBezTo>
                        <a:pt x="1158631" y="1463040"/>
                        <a:pt x="4334598" y="-1160780"/>
                        <a:pt x="4838486" y="1805940"/>
                      </a:cubicBezTo>
                      <a:cubicBezTo>
                        <a:pt x="4894366" y="2071189"/>
                        <a:pt x="4815626" y="2953659"/>
                        <a:pt x="4254286" y="3173188"/>
                      </a:cubicBezTo>
                      <a:cubicBezTo>
                        <a:pt x="3260178" y="3659175"/>
                        <a:pt x="2443871" y="3281561"/>
                        <a:pt x="1538663" y="3335748"/>
                      </a:cubicBezTo>
                      <a:cubicBezTo>
                        <a:pt x="-250344" y="3011232"/>
                        <a:pt x="-337550" y="1111916"/>
                        <a:pt x="553143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" name="Rectangle 18">
                  <a:extLst>
                    <a:ext uri="{FF2B5EF4-FFF2-40B4-BE49-F238E27FC236}">
                      <a16:creationId xmlns:a16="http://schemas.microsoft.com/office/drawing/2014/main" id="{E0D62775-687E-75BC-E8DC-43879F942B4A}"/>
                    </a:ext>
                  </a:extLst>
                </p:cNvPr>
                <p:cNvSpPr/>
                <p:nvPr/>
              </p:nvSpPr>
              <p:spPr>
                <a:xfrm>
                  <a:off x="6302095" y="3123978"/>
                  <a:ext cx="1454008" cy="2472063"/>
                </a:xfrm>
                <a:custGeom>
                  <a:avLst/>
                  <a:gdLst>
                    <a:gd name="connsiteX0" fmla="*/ 0 w 785231"/>
                    <a:gd name="connsiteY0" fmla="*/ 0 h 1320800"/>
                    <a:gd name="connsiteX1" fmla="*/ 785231 w 785231"/>
                    <a:gd name="connsiteY1" fmla="*/ 0 h 1320800"/>
                    <a:gd name="connsiteX2" fmla="*/ 785231 w 785231"/>
                    <a:gd name="connsiteY2" fmla="*/ 1320800 h 1320800"/>
                    <a:gd name="connsiteX3" fmla="*/ 0 w 785231"/>
                    <a:gd name="connsiteY3" fmla="*/ 1320800 h 1320800"/>
                    <a:gd name="connsiteX4" fmla="*/ 0 w 785231"/>
                    <a:gd name="connsiteY4" fmla="*/ 0 h 1320800"/>
                    <a:gd name="connsiteX0" fmla="*/ 292100 w 785231"/>
                    <a:gd name="connsiteY0" fmla="*/ 0 h 1739900"/>
                    <a:gd name="connsiteX1" fmla="*/ 785231 w 785231"/>
                    <a:gd name="connsiteY1" fmla="*/ 419100 h 1739900"/>
                    <a:gd name="connsiteX2" fmla="*/ 785231 w 785231"/>
                    <a:gd name="connsiteY2" fmla="*/ 1739900 h 1739900"/>
                    <a:gd name="connsiteX3" fmla="*/ 0 w 785231"/>
                    <a:gd name="connsiteY3" fmla="*/ 1739900 h 1739900"/>
                    <a:gd name="connsiteX4" fmla="*/ 292100 w 785231"/>
                    <a:gd name="connsiteY4" fmla="*/ 0 h 1739900"/>
                    <a:gd name="connsiteX0" fmla="*/ 617450 w 1110581"/>
                    <a:gd name="connsiteY0" fmla="*/ 0 h 1739900"/>
                    <a:gd name="connsiteX1" fmla="*/ 1110581 w 1110581"/>
                    <a:gd name="connsiteY1" fmla="*/ 419100 h 1739900"/>
                    <a:gd name="connsiteX2" fmla="*/ 1110581 w 1110581"/>
                    <a:gd name="connsiteY2" fmla="*/ 1739900 h 1739900"/>
                    <a:gd name="connsiteX3" fmla="*/ 325350 w 1110581"/>
                    <a:gd name="connsiteY3" fmla="*/ 1739900 h 1739900"/>
                    <a:gd name="connsiteX4" fmla="*/ 617450 w 1110581"/>
                    <a:gd name="connsiteY4" fmla="*/ 0 h 1739900"/>
                    <a:gd name="connsiteX0" fmla="*/ 670616 w 1163747"/>
                    <a:gd name="connsiteY0" fmla="*/ 0 h 2019300"/>
                    <a:gd name="connsiteX1" fmla="*/ 1163747 w 1163747"/>
                    <a:gd name="connsiteY1" fmla="*/ 419100 h 2019300"/>
                    <a:gd name="connsiteX2" fmla="*/ 1163747 w 1163747"/>
                    <a:gd name="connsiteY2" fmla="*/ 1739900 h 2019300"/>
                    <a:gd name="connsiteX3" fmla="*/ 226116 w 1163747"/>
                    <a:gd name="connsiteY3" fmla="*/ 2019300 h 2019300"/>
                    <a:gd name="connsiteX4" fmla="*/ 670616 w 1163747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952500 w 1445631"/>
                    <a:gd name="connsiteY0" fmla="*/ 0 h 2425700"/>
                    <a:gd name="connsiteX1" fmla="*/ 1445631 w 1445631"/>
                    <a:gd name="connsiteY1" fmla="*/ 419100 h 2425700"/>
                    <a:gd name="connsiteX2" fmla="*/ 1445631 w 1445631"/>
                    <a:gd name="connsiteY2" fmla="*/ 1739900 h 2425700"/>
                    <a:gd name="connsiteX3" fmla="*/ 0 w 1445631"/>
                    <a:gd name="connsiteY3" fmla="*/ 2425700 h 2425700"/>
                    <a:gd name="connsiteX4" fmla="*/ 508000 w 1445631"/>
                    <a:gd name="connsiteY4" fmla="*/ 2019300 h 2425700"/>
                    <a:gd name="connsiteX5" fmla="*/ 952500 w 1445631"/>
                    <a:gd name="connsiteY5" fmla="*/ 0 h 2425700"/>
                    <a:gd name="connsiteX0" fmla="*/ 952500 w 1445631"/>
                    <a:gd name="connsiteY0" fmla="*/ 0 h 2442199"/>
                    <a:gd name="connsiteX1" fmla="*/ 1445631 w 1445631"/>
                    <a:gd name="connsiteY1" fmla="*/ 419100 h 2442199"/>
                    <a:gd name="connsiteX2" fmla="*/ 1445631 w 1445631"/>
                    <a:gd name="connsiteY2" fmla="*/ 1739900 h 2442199"/>
                    <a:gd name="connsiteX3" fmla="*/ 0 w 1445631"/>
                    <a:gd name="connsiteY3" fmla="*/ 2425700 h 2442199"/>
                    <a:gd name="connsiteX4" fmla="*/ 508000 w 1445631"/>
                    <a:gd name="connsiteY4" fmla="*/ 2019300 h 2442199"/>
                    <a:gd name="connsiteX5" fmla="*/ 952500 w 1445631"/>
                    <a:gd name="connsiteY5" fmla="*/ 0 h 2442199"/>
                    <a:gd name="connsiteX0" fmla="*/ 960877 w 1454008"/>
                    <a:gd name="connsiteY0" fmla="*/ 0 h 2442199"/>
                    <a:gd name="connsiteX1" fmla="*/ 1454008 w 1454008"/>
                    <a:gd name="connsiteY1" fmla="*/ 419100 h 2442199"/>
                    <a:gd name="connsiteX2" fmla="*/ 1454008 w 1454008"/>
                    <a:gd name="connsiteY2" fmla="*/ 1739900 h 2442199"/>
                    <a:gd name="connsiteX3" fmla="*/ 8377 w 1454008"/>
                    <a:gd name="connsiteY3" fmla="*/ 2425700 h 2442199"/>
                    <a:gd name="connsiteX4" fmla="*/ 516377 w 1454008"/>
                    <a:gd name="connsiteY4" fmla="*/ 2019300 h 2442199"/>
                    <a:gd name="connsiteX5" fmla="*/ 960877 w 1454008"/>
                    <a:gd name="connsiteY5" fmla="*/ 0 h 2442199"/>
                    <a:gd name="connsiteX0" fmla="*/ 960877 w 1454008"/>
                    <a:gd name="connsiteY0" fmla="*/ 0 h 2471248"/>
                    <a:gd name="connsiteX1" fmla="*/ 1454008 w 1454008"/>
                    <a:gd name="connsiteY1" fmla="*/ 419100 h 2471248"/>
                    <a:gd name="connsiteX2" fmla="*/ 1454008 w 1454008"/>
                    <a:gd name="connsiteY2" fmla="*/ 1739900 h 2471248"/>
                    <a:gd name="connsiteX3" fmla="*/ 8377 w 1454008"/>
                    <a:gd name="connsiteY3" fmla="*/ 2425700 h 2471248"/>
                    <a:gd name="connsiteX4" fmla="*/ 516377 w 1454008"/>
                    <a:gd name="connsiteY4" fmla="*/ 2019300 h 2471248"/>
                    <a:gd name="connsiteX5" fmla="*/ 960877 w 1454008"/>
                    <a:gd name="connsiteY5" fmla="*/ 0 h 2471248"/>
                    <a:gd name="connsiteX0" fmla="*/ 960877 w 1454008"/>
                    <a:gd name="connsiteY0" fmla="*/ 0 h 2472063"/>
                    <a:gd name="connsiteX1" fmla="*/ 1454008 w 1454008"/>
                    <a:gd name="connsiteY1" fmla="*/ 419100 h 2472063"/>
                    <a:gd name="connsiteX2" fmla="*/ 1454008 w 1454008"/>
                    <a:gd name="connsiteY2" fmla="*/ 1739900 h 2472063"/>
                    <a:gd name="connsiteX3" fmla="*/ 8377 w 1454008"/>
                    <a:gd name="connsiteY3" fmla="*/ 2425700 h 2472063"/>
                    <a:gd name="connsiteX4" fmla="*/ 516377 w 1454008"/>
                    <a:gd name="connsiteY4" fmla="*/ 2019300 h 2472063"/>
                    <a:gd name="connsiteX5" fmla="*/ 960877 w 1454008"/>
                    <a:gd name="connsiteY5" fmla="*/ 0 h 2472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4008" h="2472063">
                      <a:moveTo>
                        <a:pt x="960877" y="0"/>
                      </a:moveTo>
                      <a:lnTo>
                        <a:pt x="1454008" y="419100"/>
                      </a:lnTo>
                      <a:lnTo>
                        <a:pt x="1454008" y="1739900"/>
                      </a:lnTo>
                      <a:cubicBezTo>
                        <a:pt x="1386998" y="1839383"/>
                        <a:pt x="869137" y="2675467"/>
                        <a:pt x="8377" y="2425700"/>
                      </a:cubicBezTo>
                      <a:cubicBezTo>
                        <a:pt x="-63590" y="1934633"/>
                        <a:pt x="347044" y="2154767"/>
                        <a:pt x="516377" y="2019300"/>
                      </a:cubicBezTo>
                      <a:cubicBezTo>
                        <a:pt x="474044" y="1756833"/>
                        <a:pt x="-292190" y="1481667"/>
                        <a:pt x="960877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" name="Rectangle 19">
                  <a:extLst>
                    <a:ext uri="{FF2B5EF4-FFF2-40B4-BE49-F238E27FC236}">
                      <a16:creationId xmlns:a16="http://schemas.microsoft.com/office/drawing/2014/main" id="{76D40871-C0E2-253A-21D7-53EAB7E4B43A}"/>
                    </a:ext>
                  </a:extLst>
                </p:cNvPr>
                <p:cNvSpPr/>
                <p:nvPr/>
              </p:nvSpPr>
              <p:spPr>
                <a:xfrm rot="556682">
                  <a:off x="4627777" y="3883471"/>
                  <a:ext cx="1162050" cy="1773479"/>
                </a:xfrm>
                <a:custGeom>
                  <a:avLst/>
                  <a:gdLst>
                    <a:gd name="connsiteX0" fmla="*/ 0 w 323850"/>
                    <a:gd name="connsiteY0" fmla="*/ 0 h 1428750"/>
                    <a:gd name="connsiteX1" fmla="*/ 323850 w 323850"/>
                    <a:gd name="connsiteY1" fmla="*/ 0 h 1428750"/>
                    <a:gd name="connsiteX2" fmla="*/ 323850 w 323850"/>
                    <a:gd name="connsiteY2" fmla="*/ 1428750 h 1428750"/>
                    <a:gd name="connsiteX3" fmla="*/ 0 w 323850"/>
                    <a:gd name="connsiteY3" fmla="*/ 1428750 h 1428750"/>
                    <a:gd name="connsiteX4" fmla="*/ 0 w 323850"/>
                    <a:gd name="connsiteY4" fmla="*/ 0 h 1428750"/>
                    <a:gd name="connsiteX0" fmla="*/ 0 w 736600"/>
                    <a:gd name="connsiteY0" fmla="*/ 0 h 1428750"/>
                    <a:gd name="connsiteX1" fmla="*/ 736600 w 736600"/>
                    <a:gd name="connsiteY1" fmla="*/ 38100 h 1428750"/>
                    <a:gd name="connsiteX2" fmla="*/ 323850 w 736600"/>
                    <a:gd name="connsiteY2" fmla="*/ 1428750 h 1428750"/>
                    <a:gd name="connsiteX3" fmla="*/ 0 w 736600"/>
                    <a:gd name="connsiteY3" fmla="*/ 1428750 h 1428750"/>
                    <a:gd name="connsiteX4" fmla="*/ 0 w 736600"/>
                    <a:gd name="connsiteY4" fmla="*/ 0 h 14287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203200 w 939800"/>
                    <a:gd name="connsiteY3" fmla="*/ 1492250 h 1492250"/>
                    <a:gd name="connsiteX4" fmla="*/ 0 w 939800"/>
                    <a:gd name="connsiteY4" fmla="*/ 0 h 14922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107950 w 939800"/>
                    <a:gd name="connsiteY3" fmla="*/ 1212850 h 1492250"/>
                    <a:gd name="connsiteX4" fmla="*/ 0 w 939800"/>
                    <a:gd name="connsiteY4" fmla="*/ 0 h 1492250"/>
                    <a:gd name="connsiteX0" fmla="*/ 222250 w 1162050"/>
                    <a:gd name="connsiteY0" fmla="*/ 0 h 1565218"/>
                    <a:gd name="connsiteX1" fmla="*/ 1162050 w 1162050"/>
                    <a:gd name="connsiteY1" fmla="*/ 101600 h 1565218"/>
                    <a:gd name="connsiteX2" fmla="*/ 749300 w 1162050"/>
                    <a:gd name="connsiteY2" fmla="*/ 1492250 h 1565218"/>
                    <a:gd name="connsiteX3" fmla="*/ 0 w 1162050"/>
                    <a:gd name="connsiteY3" fmla="*/ 1549400 h 1565218"/>
                    <a:gd name="connsiteX4" fmla="*/ 330200 w 1162050"/>
                    <a:gd name="connsiteY4" fmla="*/ 1212850 h 1565218"/>
                    <a:gd name="connsiteX5" fmla="*/ 222250 w 1162050"/>
                    <a:gd name="connsiteY5" fmla="*/ 0 h 1565218"/>
                    <a:gd name="connsiteX0" fmla="*/ 222250 w 1162050"/>
                    <a:gd name="connsiteY0" fmla="*/ 0 h 1782069"/>
                    <a:gd name="connsiteX1" fmla="*/ 1162050 w 1162050"/>
                    <a:gd name="connsiteY1" fmla="*/ 101600 h 1782069"/>
                    <a:gd name="connsiteX2" fmla="*/ 749300 w 1162050"/>
                    <a:gd name="connsiteY2" fmla="*/ 1492250 h 1782069"/>
                    <a:gd name="connsiteX3" fmla="*/ 0 w 1162050"/>
                    <a:gd name="connsiteY3" fmla="*/ 1549400 h 1782069"/>
                    <a:gd name="connsiteX4" fmla="*/ 330200 w 1162050"/>
                    <a:gd name="connsiteY4" fmla="*/ 1212850 h 1782069"/>
                    <a:gd name="connsiteX5" fmla="*/ 222250 w 1162050"/>
                    <a:gd name="connsiteY5" fmla="*/ 0 h 1782069"/>
                    <a:gd name="connsiteX0" fmla="*/ 222250 w 1162050"/>
                    <a:gd name="connsiteY0" fmla="*/ 0 h 1832443"/>
                    <a:gd name="connsiteX1" fmla="*/ 1162050 w 1162050"/>
                    <a:gd name="connsiteY1" fmla="*/ 101600 h 1832443"/>
                    <a:gd name="connsiteX2" fmla="*/ 749300 w 1162050"/>
                    <a:gd name="connsiteY2" fmla="*/ 1492250 h 1832443"/>
                    <a:gd name="connsiteX3" fmla="*/ 0 w 1162050"/>
                    <a:gd name="connsiteY3" fmla="*/ 1549400 h 1832443"/>
                    <a:gd name="connsiteX4" fmla="*/ 330200 w 1162050"/>
                    <a:gd name="connsiteY4" fmla="*/ 1212850 h 1832443"/>
                    <a:gd name="connsiteX5" fmla="*/ 222250 w 1162050"/>
                    <a:gd name="connsiteY5" fmla="*/ 0 h 1832443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2050" h="1773479">
                      <a:moveTo>
                        <a:pt x="222250" y="0"/>
                      </a:moveTo>
                      <a:lnTo>
                        <a:pt x="1162050" y="101600"/>
                      </a:lnTo>
                      <a:lnTo>
                        <a:pt x="749300" y="1492250"/>
                      </a:lnTo>
                      <a:cubicBezTo>
                        <a:pt x="654050" y="1655233"/>
                        <a:pt x="165100" y="2002367"/>
                        <a:pt x="0" y="1549400"/>
                      </a:cubicBezTo>
                      <a:cubicBezTo>
                        <a:pt x="84667" y="1411817"/>
                        <a:pt x="220133" y="1325033"/>
                        <a:pt x="330200" y="1212850"/>
                      </a:cubicBezTo>
                      <a:cubicBezTo>
                        <a:pt x="440267" y="1100667"/>
                        <a:pt x="83608" y="185208"/>
                        <a:pt x="222250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" name="Oval 22">
                  <a:extLst>
                    <a:ext uri="{FF2B5EF4-FFF2-40B4-BE49-F238E27FC236}">
                      <a16:creationId xmlns:a16="http://schemas.microsoft.com/office/drawing/2014/main" id="{43A8DF81-73EF-B340-C31E-7DD802DE82BF}"/>
                    </a:ext>
                  </a:extLst>
                </p:cNvPr>
                <p:cNvSpPr/>
                <p:nvPr/>
              </p:nvSpPr>
              <p:spPr>
                <a:xfrm rot="17614240">
                  <a:off x="2604706" y="3151169"/>
                  <a:ext cx="105738" cy="203954"/>
                </a:xfrm>
                <a:custGeom>
                  <a:avLst/>
                  <a:gdLst>
                    <a:gd name="connsiteX0" fmla="*/ 0 w 187978"/>
                    <a:gd name="connsiteY0" fmla="*/ 99219 h 198437"/>
                    <a:gd name="connsiteX1" fmla="*/ 93989 w 187978"/>
                    <a:gd name="connsiteY1" fmla="*/ 0 h 198437"/>
                    <a:gd name="connsiteX2" fmla="*/ 187978 w 187978"/>
                    <a:gd name="connsiteY2" fmla="*/ 99219 h 198437"/>
                    <a:gd name="connsiteX3" fmla="*/ 93989 w 187978"/>
                    <a:gd name="connsiteY3" fmla="*/ 198438 h 198437"/>
                    <a:gd name="connsiteX4" fmla="*/ 0 w 187978"/>
                    <a:gd name="connsiteY4" fmla="*/ 99219 h 198437"/>
                    <a:gd name="connsiteX0" fmla="*/ 11749 w 105738"/>
                    <a:gd name="connsiteY0" fmla="*/ 201196 h 203954"/>
                    <a:gd name="connsiteX1" fmla="*/ 11749 w 105738"/>
                    <a:gd name="connsiteY1" fmla="*/ 2758 h 203954"/>
                    <a:gd name="connsiteX2" fmla="*/ 105738 w 105738"/>
                    <a:gd name="connsiteY2" fmla="*/ 101977 h 203954"/>
                    <a:gd name="connsiteX3" fmla="*/ 11749 w 105738"/>
                    <a:gd name="connsiteY3" fmla="*/ 201196 h 203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738" h="203954">
                      <a:moveTo>
                        <a:pt x="11749" y="201196"/>
                      </a:moveTo>
                      <a:cubicBezTo>
                        <a:pt x="-3916" y="184660"/>
                        <a:pt x="-3916" y="19295"/>
                        <a:pt x="11749" y="2758"/>
                      </a:cubicBezTo>
                      <a:cubicBezTo>
                        <a:pt x="27414" y="-13779"/>
                        <a:pt x="105738" y="47180"/>
                        <a:pt x="105738" y="101977"/>
                      </a:cubicBezTo>
                      <a:cubicBezTo>
                        <a:pt x="105738" y="156774"/>
                        <a:pt x="27414" y="217733"/>
                        <a:pt x="11749" y="20119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" name="Rectangle 10">
                  <a:extLst>
                    <a:ext uri="{FF2B5EF4-FFF2-40B4-BE49-F238E27FC236}">
                      <a16:creationId xmlns:a16="http://schemas.microsoft.com/office/drawing/2014/main" id="{8588D426-835A-0917-BA77-559882A901EA}"/>
                    </a:ext>
                  </a:extLst>
                </p:cNvPr>
                <p:cNvSpPr/>
                <p:nvPr/>
              </p:nvSpPr>
              <p:spPr>
                <a:xfrm rot="531318">
                  <a:off x="1946008" y="1330738"/>
                  <a:ext cx="2397419" cy="2362970"/>
                </a:xfrm>
                <a:custGeom>
                  <a:avLst/>
                  <a:gdLst>
                    <a:gd name="connsiteX0" fmla="*/ 0 w 1473386"/>
                    <a:gd name="connsiteY0" fmla="*/ 736688 h 1473376"/>
                    <a:gd name="connsiteX1" fmla="*/ 736693 w 1473386"/>
                    <a:gd name="connsiteY1" fmla="*/ 0 h 1473376"/>
                    <a:gd name="connsiteX2" fmla="*/ 1473386 w 1473386"/>
                    <a:gd name="connsiteY2" fmla="*/ 736688 h 1473376"/>
                    <a:gd name="connsiteX3" fmla="*/ 736693 w 1473386"/>
                    <a:gd name="connsiteY3" fmla="*/ 1473376 h 1473376"/>
                    <a:gd name="connsiteX4" fmla="*/ 0 w 1473386"/>
                    <a:gd name="connsiteY4" fmla="*/ 736688 h 1473376"/>
                    <a:gd name="connsiteX0" fmla="*/ 23537 w 1496923"/>
                    <a:gd name="connsiteY0" fmla="*/ 736688 h 1501157"/>
                    <a:gd name="connsiteX1" fmla="*/ 760230 w 1496923"/>
                    <a:gd name="connsiteY1" fmla="*/ 0 h 1501157"/>
                    <a:gd name="connsiteX2" fmla="*/ 1496923 w 1496923"/>
                    <a:gd name="connsiteY2" fmla="*/ 736688 h 1501157"/>
                    <a:gd name="connsiteX3" fmla="*/ 760230 w 1496923"/>
                    <a:gd name="connsiteY3" fmla="*/ 1473376 h 1501157"/>
                    <a:gd name="connsiteX4" fmla="*/ 234843 w 1496923"/>
                    <a:gd name="connsiteY4" fmla="*/ 1287506 h 1501157"/>
                    <a:gd name="connsiteX5" fmla="*/ 23537 w 1496923"/>
                    <a:gd name="connsiteY5" fmla="*/ 736688 h 1501157"/>
                    <a:gd name="connsiteX0" fmla="*/ 23537 w 1496923"/>
                    <a:gd name="connsiteY0" fmla="*/ 736688 h 1475414"/>
                    <a:gd name="connsiteX1" fmla="*/ 760230 w 1496923"/>
                    <a:gd name="connsiteY1" fmla="*/ 0 h 1475414"/>
                    <a:gd name="connsiteX2" fmla="*/ 1496923 w 1496923"/>
                    <a:gd name="connsiteY2" fmla="*/ 736688 h 1475414"/>
                    <a:gd name="connsiteX3" fmla="*/ 760230 w 1496923"/>
                    <a:gd name="connsiteY3" fmla="*/ 1473376 h 1475414"/>
                    <a:gd name="connsiteX4" fmla="*/ 234843 w 1496923"/>
                    <a:gd name="connsiteY4" fmla="*/ 1287506 h 1475414"/>
                    <a:gd name="connsiteX5" fmla="*/ 23537 w 1496923"/>
                    <a:gd name="connsiteY5" fmla="*/ 736688 h 1475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96923" h="1475414">
                      <a:moveTo>
                        <a:pt x="23537" y="736688"/>
                      </a:moveTo>
                      <a:cubicBezTo>
                        <a:pt x="111101" y="522104"/>
                        <a:pt x="353366" y="0"/>
                        <a:pt x="760230" y="0"/>
                      </a:cubicBezTo>
                      <a:cubicBezTo>
                        <a:pt x="1167094" y="0"/>
                        <a:pt x="1496923" y="329826"/>
                        <a:pt x="1496923" y="736688"/>
                      </a:cubicBezTo>
                      <a:cubicBezTo>
                        <a:pt x="1496923" y="1143550"/>
                        <a:pt x="937410" y="1457433"/>
                        <a:pt x="760230" y="1473376"/>
                      </a:cubicBezTo>
                      <a:cubicBezTo>
                        <a:pt x="583050" y="1489319"/>
                        <a:pt x="357625" y="1410287"/>
                        <a:pt x="234843" y="1287506"/>
                      </a:cubicBezTo>
                      <a:cubicBezTo>
                        <a:pt x="112061" y="1164725"/>
                        <a:pt x="-64027" y="951272"/>
                        <a:pt x="23537" y="736688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70D5EC9-6D92-B7FC-1EE0-DC7FBBCF35EC}"/>
                    </a:ext>
                  </a:extLst>
                </p:cNvPr>
                <p:cNvSpPr/>
                <p:nvPr/>
              </p:nvSpPr>
              <p:spPr>
                <a:xfrm rot="1255512">
                  <a:off x="2436052" y="1664594"/>
                  <a:ext cx="866332" cy="10149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16DD927-3925-47E3-41CA-5947D9E0CA41}"/>
                    </a:ext>
                  </a:extLst>
                </p:cNvPr>
                <p:cNvSpPr/>
                <p:nvPr/>
              </p:nvSpPr>
              <p:spPr>
                <a:xfrm rot="1255512">
                  <a:off x="2449520" y="1936743"/>
                  <a:ext cx="535111" cy="6268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" name="Oval 57">
                  <a:extLst>
                    <a:ext uri="{FF2B5EF4-FFF2-40B4-BE49-F238E27FC236}">
                      <a16:creationId xmlns:a16="http://schemas.microsoft.com/office/drawing/2014/main" id="{D6A7840B-A33D-C4D7-2A1F-57B918450E82}"/>
                    </a:ext>
                  </a:extLst>
                </p:cNvPr>
                <p:cNvSpPr/>
                <p:nvPr/>
              </p:nvSpPr>
              <p:spPr>
                <a:xfrm rot="1255512">
                  <a:off x="3563832" y="1892393"/>
                  <a:ext cx="1078846" cy="1982703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" name="Oval 57">
                  <a:extLst>
                    <a:ext uri="{FF2B5EF4-FFF2-40B4-BE49-F238E27FC236}">
                      <a16:creationId xmlns:a16="http://schemas.microsoft.com/office/drawing/2014/main" id="{688DC804-E16E-6D44-36AE-815F85EDCE83}"/>
                    </a:ext>
                  </a:extLst>
                </p:cNvPr>
                <p:cNvSpPr/>
                <p:nvPr/>
              </p:nvSpPr>
              <p:spPr>
                <a:xfrm rot="5917663">
                  <a:off x="4861118" y="2892439"/>
                  <a:ext cx="1078846" cy="2065016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" name="Oval 57">
                  <a:extLst>
                    <a:ext uri="{FF2B5EF4-FFF2-40B4-BE49-F238E27FC236}">
                      <a16:creationId xmlns:a16="http://schemas.microsoft.com/office/drawing/2014/main" id="{B5212A36-C304-2A5F-B97F-B495CB1864C7}"/>
                    </a:ext>
                  </a:extLst>
                </p:cNvPr>
                <p:cNvSpPr/>
                <p:nvPr/>
              </p:nvSpPr>
              <p:spPr>
                <a:xfrm rot="7000438">
                  <a:off x="6804551" y="2866843"/>
                  <a:ext cx="1201783" cy="1280933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Oval 57">
                  <a:extLst>
                    <a:ext uri="{FF2B5EF4-FFF2-40B4-BE49-F238E27FC236}">
                      <a16:creationId xmlns:a16="http://schemas.microsoft.com/office/drawing/2014/main" id="{9739D9C1-EBC2-3A49-A69A-7685158BB8DE}"/>
                    </a:ext>
                  </a:extLst>
                </p:cNvPr>
                <p:cNvSpPr/>
                <p:nvPr/>
              </p:nvSpPr>
              <p:spPr>
                <a:xfrm rot="1479759">
                  <a:off x="7116935" y="3416331"/>
                  <a:ext cx="966763" cy="1797308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50BB5F0-9A8D-17C7-875B-10171EE32CC6}"/>
                    </a:ext>
                  </a:extLst>
                </p:cNvPr>
                <p:cNvSpPr/>
                <p:nvPr/>
              </p:nvSpPr>
              <p:spPr>
                <a:xfrm rot="1255512">
                  <a:off x="2495420" y="2135326"/>
                  <a:ext cx="244480" cy="28640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A493112-BF77-A463-063A-39F041C11FC0}"/>
                    </a:ext>
                  </a:extLst>
                </p:cNvPr>
                <p:cNvSpPr/>
                <p:nvPr/>
              </p:nvSpPr>
              <p:spPr>
                <a:xfrm rot="1255512">
                  <a:off x="2745240" y="1962065"/>
                  <a:ext cx="133784" cy="15672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" name="Oval 29">
                  <a:extLst>
                    <a:ext uri="{FF2B5EF4-FFF2-40B4-BE49-F238E27FC236}">
                      <a16:creationId xmlns:a16="http://schemas.microsoft.com/office/drawing/2014/main" id="{CB8C27D5-A5A5-D98C-55B3-449F94BE98CD}"/>
                    </a:ext>
                  </a:extLst>
                </p:cNvPr>
                <p:cNvSpPr/>
                <p:nvPr/>
              </p:nvSpPr>
              <p:spPr>
                <a:xfrm rot="5400000">
                  <a:off x="1742415" y="2511444"/>
                  <a:ext cx="271158" cy="176234"/>
                </a:xfrm>
                <a:custGeom>
                  <a:avLst/>
                  <a:gdLst>
                    <a:gd name="connsiteX0" fmla="*/ 0 w 866332"/>
                    <a:gd name="connsiteY0" fmla="*/ 507450 h 1014900"/>
                    <a:gd name="connsiteX1" fmla="*/ 433166 w 866332"/>
                    <a:gd name="connsiteY1" fmla="*/ 0 h 1014900"/>
                    <a:gd name="connsiteX2" fmla="*/ 866332 w 866332"/>
                    <a:gd name="connsiteY2" fmla="*/ 507450 h 1014900"/>
                    <a:gd name="connsiteX3" fmla="*/ 433166 w 866332"/>
                    <a:gd name="connsiteY3" fmla="*/ 1014900 h 1014900"/>
                    <a:gd name="connsiteX4" fmla="*/ 0 w 866332"/>
                    <a:gd name="connsiteY4" fmla="*/ 507450 h 1014900"/>
                    <a:gd name="connsiteX0" fmla="*/ 0 w 878373"/>
                    <a:gd name="connsiteY0" fmla="*/ 63432 h 570882"/>
                    <a:gd name="connsiteX1" fmla="*/ 866332 w 878373"/>
                    <a:gd name="connsiteY1" fmla="*/ 63432 h 570882"/>
                    <a:gd name="connsiteX2" fmla="*/ 433166 w 878373"/>
                    <a:gd name="connsiteY2" fmla="*/ 570882 h 570882"/>
                    <a:gd name="connsiteX3" fmla="*/ 0 w 878373"/>
                    <a:gd name="connsiteY3" fmla="*/ 63432 h 570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8373" h="570882">
                      <a:moveTo>
                        <a:pt x="0" y="63432"/>
                      </a:moveTo>
                      <a:cubicBezTo>
                        <a:pt x="72194" y="-21143"/>
                        <a:pt x="794138" y="-21143"/>
                        <a:pt x="866332" y="63432"/>
                      </a:cubicBezTo>
                      <a:cubicBezTo>
                        <a:pt x="938526" y="148007"/>
                        <a:pt x="672397" y="570882"/>
                        <a:pt x="433166" y="570882"/>
                      </a:cubicBezTo>
                      <a:cubicBezTo>
                        <a:pt x="193935" y="570882"/>
                        <a:pt x="0" y="343689"/>
                        <a:pt x="0" y="63432"/>
                      </a:cubicBezTo>
                      <a:close/>
                    </a:path>
                  </a:pathLst>
                </a:custGeom>
                <a:solidFill>
                  <a:srgbClr val="F8BBC9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Arc 26">
                  <a:extLst>
                    <a:ext uri="{FF2B5EF4-FFF2-40B4-BE49-F238E27FC236}">
                      <a16:creationId xmlns:a16="http://schemas.microsoft.com/office/drawing/2014/main" id="{CDC1D899-299A-026F-093C-6418366E0CB0}"/>
                    </a:ext>
                  </a:extLst>
                </p:cNvPr>
                <p:cNvSpPr/>
                <p:nvPr/>
              </p:nvSpPr>
              <p:spPr>
                <a:xfrm rot="21092516">
                  <a:off x="2009361" y="2437393"/>
                  <a:ext cx="988431" cy="660389"/>
                </a:xfrm>
                <a:prstGeom prst="arc">
                  <a:avLst>
                    <a:gd name="adj1" fmla="val 16131462"/>
                    <a:gd name="adj2" fmla="val 21466438"/>
                  </a:avLst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Rectangle 20">
                  <a:extLst>
                    <a:ext uri="{FF2B5EF4-FFF2-40B4-BE49-F238E27FC236}">
                      <a16:creationId xmlns:a16="http://schemas.microsoft.com/office/drawing/2014/main" id="{34032530-F27B-6BA4-F98B-F1C8ACC942C6}"/>
                    </a:ext>
                  </a:extLst>
                </p:cNvPr>
                <p:cNvSpPr/>
                <p:nvPr/>
              </p:nvSpPr>
              <p:spPr>
                <a:xfrm rot="2454301">
                  <a:off x="3789475" y="-325741"/>
                  <a:ext cx="1316170" cy="3450932"/>
                </a:xfrm>
                <a:custGeom>
                  <a:avLst/>
                  <a:gdLst>
                    <a:gd name="connsiteX0" fmla="*/ 0 w 534457"/>
                    <a:gd name="connsiteY0" fmla="*/ 0 h 1497623"/>
                    <a:gd name="connsiteX1" fmla="*/ 534457 w 534457"/>
                    <a:gd name="connsiteY1" fmla="*/ 0 h 1497623"/>
                    <a:gd name="connsiteX2" fmla="*/ 534457 w 534457"/>
                    <a:gd name="connsiteY2" fmla="*/ 1497623 h 1497623"/>
                    <a:gd name="connsiteX3" fmla="*/ 0 w 534457"/>
                    <a:gd name="connsiteY3" fmla="*/ 1497623 h 1497623"/>
                    <a:gd name="connsiteX4" fmla="*/ 0 w 534457"/>
                    <a:gd name="connsiteY4" fmla="*/ 0 h 1497623"/>
                    <a:gd name="connsiteX0" fmla="*/ 114300 w 534457"/>
                    <a:gd name="connsiteY0" fmla="*/ 0 h 1688123"/>
                    <a:gd name="connsiteX1" fmla="*/ 534457 w 534457"/>
                    <a:gd name="connsiteY1" fmla="*/ 190500 h 1688123"/>
                    <a:gd name="connsiteX2" fmla="*/ 534457 w 534457"/>
                    <a:gd name="connsiteY2" fmla="*/ 1688123 h 1688123"/>
                    <a:gd name="connsiteX3" fmla="*/ 0 w 534457"/>
                    <a:gd name="connsiteY3" fmla="*/ 1688123 h 1688123"/>
                    <a:gd name="connsiteX4" fmla="*/ 114300 w 534457"/>
                    <a:gd name="connsiteY4" fmla="*/ 0 h 1688123"/>
                    <a:gd name="connsiteX0" fmla="*/ 114300 w 839257"/>
                    <a:gd name="connsiteY0" fmla="*/ 0 h 1688123"/>
                    <a:gd name="connsiteX1" fmla="*/ 534457 w 839257"/>
                    <a:gd name="connsiteY1" fmla="*/ 190500 h 1688123"/>
                    <a:gd name="connsiteX2" fmla="*/ 839257 w 839257"/>
                    <a:gd name="connsiteY2" fmla="*/ 1357923 h 1688123"/>
                    <a:gd name="connsiteX3" fmla="*/ 0 w 839257"/>
                    <a:gd name="connsiteY3" fmla="*/ 1688123 h 1688123"/>
                    <a:gd name="connsiteX4" fmla="*/ 114300 w 839257"/>
                    <a:gd name="connsiteY4" fmla="*/ 0 h 1688123"/>
                    <a:gd name="connsiteX0" fmla="*/ 0 w 724957"/>
                    <a:gd name="connsiteY0" fmla="*/ 0 h 1523023"/>
                    <a:gd name="connsiteX1" fmla="*/ 420157 w 724957"/>
                    <a:gd name="connsiteY1" fmla="*/ 190500 h 1523023"/>
                    <a:gd name="connsiteX2" fmla="*/ 724957 w 724957"/>
                    <a:gd name="connsiteY2" fmla="*/ 1357923 h 1523023"/>
                    <a:gd name="connsiteX3" fmla="*/ 228600 w 724957"/>
                    <a:gd name="connsiteY3" fmla="*/ 1523023 h 1523023"/>
                    <a:gd name="connsiteX4" fmla="*/ 0 w 724957"/>
                    <a:gd name="connsiteY4" fmla="*/ 0 h 1523023"/>
                    <a:gd name="connsiteX0" fmla="*/ 0 w 724957"/>
                    <a:gd name="connsiteY0" fmla="*/ 0 h 1523023"/>
                    <a:gd name="connsiteX1" fmla="*/ 724957 w 724957"/>
                    <a:gd name="connsiteY1" fmla="*/ 1357923 h 1523023"/>
                    <a:gd name="connsiteX2" fmla="*/ 228600 w 724957"/>
                    <a:gd name="connsiteY2" fmla="*/ 1523023 h 1523023"/>
                    <a:gd name="connsiteX3" fmla="*/ 0 w 724957"/>
                    <a:gd name="connsiteY3" fmla="*/ 0 h 15230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206997 w 931954"/>
                    <a:gd name="connsiteY0" fmla="*/ 0 h 1624623"/>
                    <a:gd name="connsiteX1" fmla="*/ 931954 w 931954"/>
                    <a:gd name="connsiteY1" fmla="*/ 1459523 h 1624623"/>
                    <a:gd name="connsiteX2" fmla="*/ 435597 w 931954"/>
                    <a:gd name="connsiteY2" fmla="*/ 1624623 h 1624623"/>
                    <a:gd name="connsiteX3" fmla="*/ 206997 w 931954"/>
                    <a:gd name="connsiteY3" fmla="*/ 0 h 1624623"/>
                    <a:gd name="connsiteX0" fmla="*/ 230823 w 955780"/>
                    <a:gd name="connsiteY0" fmla="*/ 0 h 1929423"/>
                    <a:gd name="connsiteX1" fmla="*/ 955780 w 955780"/>
                    <a:gd name="connsiteY1" fmla="*/ 1459523 h 1929423"/>
                    <a:gd name="connsiteX2" fmla="*/ 345123 w 955780"/>
                    <a:gd name="connsiteY2" fmla="*/ 1929423 h 1929423"/>
                    <a:gd name="connsiteX3" fmla="*/ 230823 w 955780"/>
                    <a:gd name="connsiteY3" fmla="*/ 0 h 1929423"/>
                    <a:gd name="connsiteX0" fmla="*/ 270228 w 995185"/>
                    <a:gd name="connsiteY0" fmla="*/ 0 h 1929423"/>
                    <a:gd name="connsiteX1" fmla="*/ 995185 w 995185"/>
                    <a:gd name="connsiteY1" fmla="*/ 1459523 h 1929423"/>
                    <a:gd name="connsiteX2" fmla="*/ 384528 w 995185"/>
                    <a:gd name="connsiteY2" fmla="*/ 1929423 h 1929423"/>
                    <a:gd name="connsiteX3" fmla="*/ 270228 w 995185"/>
                    <a:gd name="connsiteY3" fmla="*/ 0 h 1929423"/>
                    <a:gd name="connsiteX0" fmla="*/ 278806 w 968362"/>
                    <a:gd name="connsiteY0" fmla="*/ 0 h 2030230"/>
                    <a:gd name="connsiteX1" fmla="*/ 968362 w 968362"/>
                    <a:gd name="connsiteY1" fmla="*/ 1560330 h 2030230"/>
                    <a:gd name="connsiteX2" fmla="*/ 357705 w 968362"/>
                    <a:gd name="connsiteY2" fmla="*/ 2030230 h 2030230"/>
                    <a:gd name="connsiteX3" fmla="*/ 278806 w 968362"/>
                    <a:gd name="connsiteY3" fmla="*/ 0 h 2030230"/>
                    <a:gd name="connsiteX0" fmla="*/ 331037 w 1020593"/>
                    <a:gd name="connsiteY0" fmla="*/ 0 h 2030230"/>
                    <a:gd name="connsiteX1" fmla="*/ 1020593 w 1020593"/>
                    <a:gd name="connsiteY1" fmla="*/ 1560330 h 2030230"/>
                    <a:gd name="connsiteX2" fmla="*/ 409936 w 1020593"/>
                    <a:gd name="connsiteY2" fmla="*/ 2030230 h 2030230"/>
                    <a:gd name="connsiteX3" fmla="*/ 331037 w 1020593"/>
                    <a:gd name="connsiteY3" fmla="*/ 0 h 2030230"/>
                    <a:gd name="connsiteX0" fmla="*/ 296151 w 985707"/>
                    <a:gd name="connsiteY0" fmla="*/ 0 h 3018355"/>
                    <a:gd name="connsiteX1" fmla="*/ 985707 w 985707"/>
                    <a:gd name="connsiteY1" fmla="*/ 1560330 h 3018355"/>
                    <a:gd name="connsiteX2" fmla="*/ 529780 w 985707"/>
                    <a:gd name="connsiteY2" fmla="*/ 3018355 h 3018355"/>
                    <a:gd name="connsiteX3" fmla="*/ 296151 w 985707"/>
                    <a:gd name="connsiteY3" fmla="*/ 0 h 3018355"/>
                    <a:gd name="connsiteX0" fmla="*/ 296151 w 1151186"/>
                    <a:gd name="connsiteY0" fmla="*/ 0 h 3018355"/>
                    <a:gd name="connsiteX1" fmla="*/ 1151186 w 1151186"/>
                    <a:gd name="connsiteY1" fmla="*/ 2135859 h 3018355"/>
                    <a:gd name="connsiteX2" fmla="*/ 529780 w 1151186"/>
                    <a:gd name="connsiteY2" fmla="*/ 3018355 h 3018355"/>
                    <a:gd name="connsiteX3" fmla="*/ 296151 w 1151186"/>
                    <a:gd name="connsiteY3" fmla="*/ 0 h 3018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1186" h="3018355">
                      <a:moveTo>
                        <a:pt x="296151" y="0"/>
                      </a:moveTo>
                      <a:cubicBezTo>
                        <a:pt x="1007703" y="270608"/>
                        <a:pt x="909534" y="1649351"/>
                        <a:pt x="1151186" y="2135859"/>
                      </a:cubicBezTo>
                      <a:lnTo>
                        <a:pt x="529780" y="3018355"/>
                      </a:lnTo>
                      <a:cubicBezTo>
                        <a:pt x="453580" y="2476814"/>
                        <a:pt x="-456407" y="1709533"/>
                        <a:pt x="296151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91C29DEC-B516-D454-5048-27B959FBAC85}"/>
                    </a:ext>
                  </a:extLst>
                </p:cNvPr>
                <p:cNvSpPr/>
                <p:nvPr/>
              </p:nvSpPr>
              <p:spPr>
                <a:xfrm rot="2136702">
                  <a:off x="3831348" y="-383910"/>
                  <a:ext cx="1034192" cy="3499702"/>
                </a:xfrm>
                <a:custGeom>
                  <a:avLst/>
                  <a:gdLst>
                    <a:gd name="connsiteX0" fmla="*/ 296150 w 668167"/>
                    <a:gd name="connsiteY0" fmla="*/ 0 h 3018355"/>
                    <a:gd name="connsiteX1" fmla="*/ 360520 w 668167"/>
                    <a:gd name="connsiteY1" fmla="*/ 28554 h 3018355"/>
                    <a:gd name="connsiteX2" fmla="*/ 378138 w 668167"/>
                    <a:gd name="connsiteY2" fmla="*/ 38766 h 3018355"/>
                    <a:gd name="connsiteX3" fmla="*/ 326721 w 668167"/>
                    <a:gd name="connsiteY3" fmla="*/ 177285 h 3018355"/>
                    <a:gd name="connsiteX4" fmla="*/ 659132 w 668167"/>
                    <a:gd name="connsiteY4" fmla="*/ 2781611 h 3018355"/>
                    <a:gd name="connsiteX5" fmla="*/ 668167 w 668167"/>
                    <a:gd name="connsiteY5" fmla="*/ 2821821 h 3018355"/>
                    <a:gd name="connsiteX6" fmla="*/ 529779 w 668167"/>
                    <a:gd name="connsiteY6" fmla="*/ 3018355 h 3018355"/>
                    <a:gd name="connsiteX7" fmla="*/ 296150 w 668167"/>
                    <a:gd name="connsiteY7" fmla="*/ 0 h 3018355"/>
                    <a:gd name="connsiteX0" fmla="*/ 296150 w 668167"/>
                    <a:gd name="connsiteY0" fmla="*/ 0 h 3018355"/>
                    <a:gd name="connsiteX1" fmla="*/ 360520 w 668167"/>
                    <a:gd name="connsiteY1" fmla="*/ 28554 h 3018355"/>
                    <a:gd name="connsiteX2" fmla="*/ 326721 w 668167"/>
                    <a:gd name="connsiteY2" fmla="*/ 177285 h 3018355"/>
                    <a:gd name="connsiteX3" fmla="*/ 659132 w 668167"/>
                    <a:gd name="connsiteY3" fmla="*/ 2781611 h 3018355"/>
                    <a:gd name="connsiteX4" fmla="*/ 668167 w 668167"/>
                    <a:gd name="connsiteY4" fmla="*/ 2821821 h 3018355"/>
                    <a:gd name="connsiteX5" fmla="*/ 529779 w 668167"/>
                    <a:gd name="connsiteY5" fmla="*/ 3018355 h 3018355"/>
                    <a:gd name="connsiteX6" fmla="*/ 296150 w 668167"/>
                    <a:gd name="connsiteY6" fmla="*/ 0 h 3018355"/>
                    <a:gd name="connsiteX0" fmla="*/ 296150 w 668167"/>
                    <a:gd name="connsiteY0" fmla="*/ 275731 h 3294086"/>
                    <a:gd name="connsiteX1" fmla="*/ 326721 w 668167"/>
                    <a:gd name="connsiteY1" fmla="*/ 453016 h 3294086"/>
                    <a:gd name="connsiteX2" fmla="*/ 659132 w 668167"/>
                    <a:gd name="connsiteY2" fmla="*/ 3057342 h 3294086"/>
                    <a:gd name="connsiteX3" fmla="*/ 668167 w 668167"/>
                    <a:gd name="connsiteY3" fmla="*/ 3097552 h 3294086"/>
                    <a:gd name="connsiteX4" fmla="*/ 529779 w 668167"/>
                    <a:gd name="connsiteY4" fmla="*/ 3294086 h 3294086"/>
                    <a:gd name="connsiteX5" fmla="*/ 296150 w 668167"/>
                    <a:gd name="connsiteY5" fmla="*/ 275731 h 3294086"/>
                    <a:gd name="connsiteX0" fmla="*/ 296150 w 668167"/>
                    <a:gd name="connsiteY0" fmla="*/ 201368 h 3219723"/>
                    <a:gd name="connsiteX1" fmla="*/ 326721 w 668167"/>
                    <a:gd name="connsiteY1" fmla="*/ 378653 h 3219723"/>
                    <a:gd name="connsiteX2" fmla="*/ 659132 w 668167"/>
                    <a:gd name="connsiteY2" fmla="*/ 2982979 h 3219723"/>
                    <a:gd name="connsiteX3" fmla="*/ 668167 w 668167"/>
                    <a:gd name="connsiteY3" fmla="*/ 3023189 h 3219723"/>
                    <a:gd name="connsiteX4" fmla="*/ 529779 w 668167"/>
                    <a:gd name="connsiteY4" fmla="*/ 3219723 h 3219723"/>
                    <a:gd name="connsiteX5" fmla="*/ 296150 w 668167"/>
                    <a:gd name="connsiteY5" fmla="*/ 201368 h 3219723"/>
                    <a:gd name="connsiteX0" fmla="*/ 296150 w 668167"/>
                    <a:gd name="connsiteY0" fmla="*/ 63443 h 3081798"/>
                    <a:gd name="connsiteX1" fmla="*/ 326721 w 668167"/>
                    <a:gd name="connsiteY1" fmla="*/ 240728 h 3081798"/>
                    <a:gd name="connsiteX2" fmla="*/ 659132 w 668167"/>
                    <a:gd name="connsiteY2" fmla="*/ 2845054 h 3081798"/>
                    <a:gd name="connsiteX3" fmla="*/ 668167 w 668167"/>
                    <a:gd name="connsiteY3" fmla="*/ 2885264 h 3081798"/>
                    <a:gd name="connsiteX4" fmla="*/ 529779 w 668167"/>
                    <a:gd name="connsiteY4" fmla="*/ 3081798 h 3081798"/>
                    <a:gd name="connsiteX5" fmla="*/ 296150 w 668167"/>
                    <a:gd name="connsiteY5" fmla="*/ 63443 h 3081798"/>
                    <a:gd name="connsiteX0" fmla="*/ 296150 w 668167"/>
                    <a:gd name="connsiteY0" fmla="*/ 54301 h 3072656"/>
                    <a:gd name="connsiteX1" fmla="*/ 326721 w 668167"/>
                    <a:gd name="connsiteY1" fmla="*/ 231586 h 3072656"/>
                    <a:gd name="connsiteX2" fmla="*/ 659132 w 668167"/>
                    <a:gd name="connsiteY2" fmla="*/ 2835912 h 3072656"/>
                    <a:gd name="connsiteX3" fmla="*/ 668167 w 668167"/>
                    <a:gd name="connsiteY3" fmla="*/ 2876122 h 3072656"/>
                    <a:gd name="connsiteX4" fmla="*/ 529779 w 668167"/>
                    <a:gd name="connsiteY4" fmla="*/ 3072656 h 3072656"/>
                    <a:gd name="connsiteX5" fmla="*/ 296150 w 668167"/>
                    <a:gd name="connsiteY5" fmla="*/ 54301 h 3072656"/>
                    <a:gd name="connsiteX0" fmla="*/ 296150 w 668167"/>
                    <a:gd name="connsiteY0" fmla="*/ 0 h 3018355"/>
                    <a:gd name="connsiteX1" fmla="*/ 326721 w 668167"/>
                    <a:gd name="connsiteY1" fmla="*/ 177285 h 3018355"/>
                    <a:gd name="connsiteX2" fmla="*/ 659132 w 668167"/>
                    <a:gd name="connsiteY2" fmla="*/ 2781611 h 3018355"/>
                    <a:gd name="connsiteX3" fmla="*/ 668167 w 668167"/>
                    <a:gd name="connsiteY3" fmla="*/ 2821821 h 3018355"/>
                    <a:gd name="connsiteX4" fmla="*/ 529779 w 668167"/>
                    <a:gd name="connsiteY4" fmla="*/ 3018355 h 3018355"/>
                    <a:gd name="connsiteX5" fmla="*/ 296150 w 668167"/>
                    <a:gd name="connsiteY5" fmla="*/ 0 h 3018355"/>
                    <a:gd name="connsiteX0" fmla="*/ 298180 w 660238"/>
                    <a:gd name="connsiteY0" fmla="*/ 0 h 3099258"/>
                    <a:gd name="connsiteX1" fmla="*/ 318792 w 660238"/>
                    <a:gd name="connsiteY1" fmla="*/ 258188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0 h 3099258"/>
                    <a:gd name="connsiteX1" fmla="*/ 318792 w 660238"/>
                    <a:gd name="connsiteY1" fmla="*/ 258188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0 h 3099258"/>
                    <a:gd name="connsiteX1" fmla="*/ 277279 w 660238"/>
                    <a:gd name="connsiteY1" fmla="*/ 268272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477 h 3099735"/>
                    <a:gd name="connsiteX1" fmla="*/ 651203 w 660238"/>
                    <a:gd name="connsiteY1" fmla="*/ 2862991 h 3099735"/>
                    <a:gd name="connsiteX2" fmla="*/ 660238 w 660238"/>
                    <a:gd name="connsiteY2" fmla="*/ 2903201 h 3099735"/>
                    <a:gd name="connsiteX3" fmla="*/ 521850 w 660238"/>
                    <a:gd name="connsiteY3" fmla="*/ 3099735 h 3099735"/>
                    <a:gd name="connsiteX4" fmla="*/ 298180 w 660238"/>
                    <a:gd name="connsiteY4" fmla="*/ 477 h 3099735"/>
                    <a:gd name="connsiteX0" fmla="*/ 332620 w 694678"/>
                    <a:gd name="connsiteY0" fmla="*/ 477 h 3118680"/>
                    <a:gd name="connsiteX1" fmla="*/ 685643 w 694678"/>
                    <a:gd name="connsiteY1" fmla="*/ 2862991 h 3118680"/>
                    <a:gd name="connsiteX2" fmla="*/ 694678 w 694678"/>
                    <a:gd name="connsiteY2" fmla="*/ 2903201 h 3118680"/>
                    <a:gd name="connsiteX3" fmla="*/ 405246 w 694678"/>
                    <a:gd name="connsiteY3" fmla="*/ 3118680 h 3118680"/>
                    <a:gd name="connsiteX4" fmla="*/ 332620 w 694678"/>
                    <a:gd name="connsiteY4" fmla="*/ 477 h 3118680"/>
                    <a:gd name="connsiteX0" fmla="*/ 299384 w 661442"/>
                    <a:gd name="connsiteY0" fmla="*/ 477 h 3118680"/>
                    <a:gd name="connsiteX1" fmla="*/ 652407 w 661442"/>
                    <a:gd name="connsiteY1" fmla="*/ 2862991 h 3118680"/>
                    <a:gd name="connsiteX2" fmla="*/ 661442 w 661442"/>
                    <a:gd name="connsiteY2" fmla="*/ 2903201 h 3118680"/>
                    <a:gd name="connsiteX3" fmla="*/ 372010 w 661442"/>
                    <a:gd name="connsiteY3" fmla="*/ 3118680 h 3118680"/>
                    <a:gd name="connsiteX4" fmla="*/ 299384 w 661442"/>
                    <a:gd name="connsiteY4" fmla="*/ 477 h 3118680"/>
                    <a:gd name="connsiteX0" fmla="*/ 302028 w 664086"/>
                    <a:gd name="connsiteY0" fmla="*/ 477 h 3118680"/>
                    <a:gd name="connsiteX1" fmla="*/ 655051 w 664086"/>
                    <a:gd name="connsiteY1" fmla="*/ 2862991 h 3118680"/>
                    <a:gd name="connsiteX2" fmla="*/ 664086 w 664086"/>
                    <a:gd name="connsiteY2" fmla="*/ 2903201 h 3118680"/>
                    <a:gd name="connsiteX3" fmla="*/ 374654 w 664086"/>
                    <a:gd name="connsiteY3" fmla="*/ 3118680 h 3118680"/>
                    <a:gd name="connsiteX4" fmla="*/ 302028 w 664086"/>
                    <a:gd name="connsiteY4" fmla="*/ 477 h 3118680"/>
                    <a:gd name="connsiteX0" fmla="*/ 302028 w 664086"/>
                    <a:gd name="connsiteY0" fmla="*/ 445 h 3118648"/>
                    <a:gd name="connsiteX1" fmla="*/ 655051 w 664086"/>
                    <a:gd name="connsiteY1" fmla="*/ 2862959 h 3118648"/>
                    <a:gd name="connsiteX2" fmla="*/ 664086 w 664086"/>
                    <a:gd name="connsiteY2" fmla="*/ 2903169 h 3118648"/>
                    <a:gd name="connsiteX3" fmla="*/ 374654 w 664086"/>
                    <a:gd name="connsiteY3" fmla="*/ 3118648 h 3118648"/>
                    <a:gd name="connsiteX4" fmla="*/ 302028 w 664086"/>
                    <a:gd name="connsiteY4" fmla="*/ 445 h 3118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086" h="3118648">
                      <a:moveTo>
                        <a:pt x="302028" y="445"/>
                      </a:moveTo>
                      <a:cubicBezTo>
                        <a:pt x="323587" y="-39012"/>
                        <a:pt x="-30847" y="2558424"/>
                        <a:pt x="655051" y="2862959"/>
                      </a:cubicBezTo>
                      <a:lnTo>
                        <a:pt x="664086" y="2903169"/>
                      </a:lnTo>
                      <a:lnTo>
                        <a:pt x="374654" y="3118648"/>
                      </a:lnTo>
                      <a:cubicBezTo>
                        <a:pt x="286361" y="2715174"/>
                        <a:pt x="-375736" y="1671335"/>
                        <a:pt x="302028" y="445"/>
                      </a:cubicBezTo>
                      <a:close/>
                    </a:path>
                  </a:pathLst>
                </a:custGeom>
                <a:solidFill>
                  <a:srgbClr val="ED7D31">
                    <a:lumMod val="40000"/>
                    <a:lumOff val="60000"/>
                    <a:alpha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C99D118-A147-9F9C-CFA6-39434342E1BD}"/>
                  </a:ext>
                </a:extLst>
              </p:cNvPr>
              <p:cNvGrpSpPr/>
              <p:nvPr/>
            </p:nvGrpSpPr>
            <p:grpSpPr>
              <a:xfrm>
                <a:off x="10701130" y="4890218"/>
                <a:ext cx="463645" cy="538766"/>
                <a:chOff x="10682972" y="4922196"/>
                <a:chExt cx="463645" cy="538766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E35B5D56-D7A1-BCD9-810E-C5D43C965B65}"/>
                    </a:ext>
                  </a:extLst>
                </p:cNvPr>
                <p:cNvSpPr/>
                <p:nvPr/>
              </p:nvSpPr>
              <p:spPr>
                <a:xfrm rot="8294741">
                  <a:off x="10682972" y="4922196"/>
                  <a:ext cx="304308" cy="304308"/>
                </a:xfrm>
                <a:prstGeom prst="arc">
                  <a:avLst/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" name="Arc 7">
                  <a:extLst>
                    <a:ext uri="{FF2B5EF4-FFF2-40B4-BE49-F238E27FC236}">
                      <a16:creationId xmlns:a16="http://schemas.microsoft.com/office/drawing/2014/main" id="{014C694F-424C-4D55-D5A5-D69432DCC9B9}"/>
                    </a:ext>
                  </a:extLst>
                </p:cNvPr>
                <p:cNvSpPr/>
                <p:nvPr/>
              </p:nvSpPr>
              <p:spPr>
                <a:xfrm rot="16685091">
                  <a:off x="10705437" y="5019782"/>
                  <a:ext cx="441180" cy="441180"/>
                </a:xfrm>
                <a:prstGeom prst="arc">
                  <a:avLst>
                    <a:gd name="adj1" fmla="val 16200000"/>
                    <a:gd name="adj2" fmla="val 17539592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4" name="Rectangle 542">
              <a:extLst>
                <a:ext uri="{FF2B5EF4-FFF2-40B4-BE49-F238E27FC236}">
                  <a16:creationId xmlns:a16="http://schemas.microsoft.com/office/drawing/2014/main" id="{5F87C510-68A3-D6C1-C341-5D25165661E1}"/>
                </a:ext>
              </a:extLst>
            </p:cNvPr>
            <p:cNvSpPr/>
            <p:nvPr/>
          </p:nvSpPr>
          <p:spPr>
            <a:xfrm>
              <a:off x="9191695" y="4300766"/>
              <a:ext cx="717715" cy="598360"/>
            </a:xfrm>
            <a:custGeom>
              <a:avLst/>
              <a:gdLst>
                <a:gd name="connsiteX0" fmla="*/ 0 w 533565"/>
                <a:gd name="connsiteY0" fmla="*/ 0 h 184820"/>
                <a:gd name="connsiteX1" fmla="*/ 533565 w 533565"/>
                <a:gd name="connsiteY1" fmla="*/ 0 h 184820"/>
                <a:gd name="connsiteX2" fmla="*/ 533565 w 533565"/>
                <a:gd name="connsiteY2" fmla="*/ 184820 h 184820"/>
                <a:gd name="connsiteX3" fmla="*/ 0 w 533565"/>
                <a:gd name="connsiteY3" fmla="*/ 184820 h 184820"/>
                <a:gd name="connsiteX4" fmla="*/ 0 w 533565"/>
                <a:gd name="connsiteY4" fmla="*/ 0 h 184820"/>
                <a:gd name="connsiteX0" fmla="*/ 0 w 597065"/>
                <a:gd name="connsiteY0" fmla="*/ 12700 h 184820"/>
                <a:gd name="connsiteX1" fmla="*/ 597065 w 597065"/>
                <a:gd name="connsiteY1" fmla="*/ 0 h 184820"/>
                <a:gd name="connsiteX2" fmla="*/ 597065 w 597065"/>
                <a:gd name="connsiteY2" fmla="*/ 184820 h 184820"/>
                <a:gd name="connsiteX3" fmla="*/ 63500 w 597065"/>
                <a:gd name="connsiteY3" fmla="*/ 184820 h 184820"/>
                <a:gd name="connsiteX4" fmla="*/ 0 w 597065"/>
                <a:gd name="connsiteY4" fmla="*/ 12700 h 184820"/>
                <a:gd name="connsiteX0" fmla="*/ 0 w 692315"/>
                <a:gd name="connsiteY0" fmla="*/ 215900 h 388020"/>
                <a:gd name="connsiteX1" fmla="*/ 692315 w 692315"/>
                <a:gd name="connsiteY1" fmla="*/ 0 h 388020"/>
                <a:gd name="connsiteX2" fmla="*/ 597065 w 692315"/>
                <a:gd name="connsiteY2" fmla="*/ 388020 h 388020"/>
                <a:gd name="connsiteX3" fmla="*/ 63500 w 692315"/>
                <a:gd name="connsiteY3" fmla="*/ 388020 h 388020"/>
                <a:gd name="connsiteX4" fmla="*/ 0 w 692315"/>
                <a:gd name="connsiteY4" fmla="*/ 215900 h 388020"/>
                <a:gd name="connsiteX0" fmla="*/ 0 w 692315"/>
                <a:gd name="connsiteY0" fmla="*/ 215900 h 388020"/>
                <a:gd name="connsiteX1" fmla="*/ 692315 w 692315"/>
                <a:gd name="connsiteY1" fmla="*/ 0 h 388020"/>
                <a:gd name="connsiteX2" fmla="*/ 673265 w 692315"/>
                <a:gd name="connsiteY2" fmla="*/ 337220 h 388020"/>
                <a:gd name="connsiteX3" fmla="*/ 63500 w 692315"/>
                <a:gd name="connsiteY3" fmla="*/ 388020 h 388020"/>
                <a:gd name="connsiteX4" fmla="*/ 0 w 692315"/>
                <a:gd name="connsiteY4" fmla="*/ 215900 h 388020"/>
                <a:gd name="connsiteX0" fmla="*/ 0 w 692315"/>
                <a:gd name="connsiteY0" fmla="*/ 215900 h 438820"/>
                <a:gd name="connsiteX1" fmla="*/ 692315 w 692315"/>
                <a:gd name="connsiteY1" fmla="*/ 0 h 438820"/>
                <a:gd name="connsiteX2" fmla="*/ 673265 w 692315"/>
                <a:gd name="connsiteY2" fmla="*/ 337220 h 438820"/>
                <a:gd name="connsiteX3" fmla="*/ 63500 w 692315"/>
                <a:gd name="connsiteY3" fmla="*/ 438820 h 438820"/>
                <a:gd name="connsiteX4" fmla="*/ 0 w 692315"/>
                <a:gd name="connsiteY4" fmla="*/ 215900 h 438820"/>
                <a:gd name="connsiteX0" fmla="*/ 63500 w 628815"/>
                <a:gd name="connsiteY0" fmla="*/ 0 h 572170"/>
                <a:gd name="connsiteX1" fmla="*/ 628815 w 628815"/>
                <a:gd name="connsiteY1" fmla="*/ 133350 h 572170"/>
                <a:gd name="connsiteX2" fmla="*/ 609765 w 628815"/>
                <a:gd name="connsiteY2" fmla="*/ 470570 h 572170"/>
                <a:gd name="connsiteX3" fmla="*/ 0 w 628815"/>
                <a:gd name="connsiteY3" fmla="*/ 572170 h 572170"/>
                <a:gd name="connsiteX4" fmla="*/ 63500 w 628815"/>
                <a:gd name="connsiteY4" fmla="*/ 0 h 572170"/>
                <a:gd name="connsiteX0" fmla="*/ 77885 w 643200"/>
                <a:gd name="connsiteY0" fmla="*/ 0 h 572170"/>
                <a:gd name="connsiteX1" fmla="*/ 643200 w 643200"/>
                <a:gd name="connsiteY1" fmla="*/ 133350 h 572170"/>
                <a:gd name="connsiteX2" fmla="*/ 624150 w 643200"/>
                <a:gd name="connsiteY2" fmla="*/ 470570 h 572170"/>
                <a:gd name="connsiteX3" fmla="*/ 14385 w 643200"/>
                <a:gd name="connsiteY3" fmla="*/ 572170 h 572170"/>
                <a:gd name="connsiteX4" fmla="*/ 77885 w 643200"/>
                <a:gd name="connsiteY4" fmla="*/ 0 h 572170"/>
                <a:gd name="connsiteX0" fmla="*/ 120650 w 685965"/>
                <a:gd name="connsiteY0" fmla="*/ 0 h 572170"/>
                <a:gd name="connsiteX1" fmla="*/ 685965 w 685965"/>
                <a:gd name="connsiteY1" fmla="*/ 133350 h 572170"/>
                <a:gd name="connsiteX2" fmla="*/ 666915 w 685965"/>
                <a:gd name="connsiteY2" fmla="*/ 470570 h 572170"/>
                <a:gd name="connsiteX3" fmla="*/ 0 w 685965"/>
                <a:gd name="connsiteY3" fmla="*/ 572170 h 572170"/>
                <a:gd name="connsiteX4" fmla="*/ 120650 w 685965"/>
                <a:gd name="connsiteY4" fmla="*/ 0 h 572170"/>
                <a:gd name="connsiteX0" fmla="*/ 152400 w 717715"/>
                <a:gd name="connsiteY0" fmla="*/ 0 h 572170"/>
                <a:gd name="connsiteX1" fmla="*/ 717715 w 717715"/>
                <a:gd name="connsiteY1" fmla="*/ 133350 h 572170"/>
                <a:gd name="connsiteX2" fmla="*/ 698665 w 717715"/>
                <a:gd name="connsiteY2" fmla="*/ 470570 h 572170"/>
                <a:gd name="connsiteX3" fmla="*/ 0 w 717715"/>
                <a:gd name="connsiteY3" fmla="*/ 572170 h 572170"/>
                <a:gd name="connsiteX4" fmla="*/ 152400 w 717715"/>
                <a:gd name="connsiteY4" fmla="*/ 0 h 572170"/>
                <a:gd name="connsiteX0" fmla="*/ 152400 w 717715"/>
                <a:gd name="connsiteY0" fmla="*/ 0 h 572170"/>
                <a:gd name="connsiteX1" fmla="*/ 717715 w 717715"/>
                <a:gd name="connsiteY1" fmla="*/ 120650 h 572170"/>
                <a:gd name="connsiteX2" fmla="*/ 698665 w 717715"/>
                <a:gd name="connsiteY2" fmla="*/ 470570 h 572170"/>
                <a:gd name="connsiteX3" fmla="*/ 0 w 717715"/>
                <a:gd name="connsiteY3" fmla="*/ 572170 h 572170"/>
                <a:gd name="connsiteX4" fmla="*/ 152400 w 717715"/>
                <a:gd name="connsiteY4" fmla="*/ 0 h 572170"/>
                <a:gd name="connsiteX0" fmla="*/ 152400 w 717715"/>
                <a:gd name="connsiteY0" fmla="*/ 0 h 572170"/>
                <a:gd name="connsiteX1" fmla="*/ 717715 w 717715"/>
                <a:gd name="connsiteY1" fmla="*/ 120650 h 572170"/>
                <a:gd name="connsiteX2" fmla="*/ 698665 w 717715"/>
                <a:gd name="connsiteY2" fmla="*/ 470570 h 572170"/>
                <a:gd name="connsiteX3" fmla="*/ 0 w 717715"/>
                <a:gd name="connsiteY3" fmla="*/ 572170 h 572170"/>
                <a:gd name="connsiteX4" fmla="*/ 152400 w 717715"/>
                <a:gd name="connsiteY4" fmla="*/ 0 h 572170"/>
                <a:gd name="connsiteX0" fmla="*/ 152400 w 717715"/>
                <a:gd name="connsiteY0" fmla="*/ 17480 h 589650"/>
                <a:gd name="connsiteX1" fmla="*/ 717715 w 717715"/>
                <a:gd name="connsiteY1" fmla="*/ 138130 h 589650"/>
                <a:gd name="connsiteX2" fmla="*/ 698665 w 717715"/>
                <a:gd name="connsiteY2" fmla="*/ 488050 h 589650"/>
                <a:gd name="connsiteX3" fmla="*/ 0 w 717715"/>
                <a:gd name="connsiteY3" fmla="*/ 589650 h 589650"/>
                <a:gd name="connsiteX4" fmla="*/ 152400 w 717715"/>
                <a:gd name="connsiteY4" fmla="*/ 17480 h 589650"/>
                <a:gd name="connsiteX0" fmla="*/ 152400 w 717715"/>
                <a:gd name="connsiteY0" fmla="*/ 26190 h 598360"/>
                <a:gd name="connsiteX1" fmla="*/ 717715 w 717715"/>
                <a:gd name="connsiteY1" fmla="*/ 146840 h 598360"/>
                <a:gd name="connsiteX2" fmla="*/ 698665 w 717715"/>
                <a:gd name="connsiteY2" fmla="*/ 496760 h 598360"/>
                <a:gd name="connsiteX3" fmla="*/ 0 w 717715"/>
                <a:gd name="connsiteY3" fmla="*/ 598360 h 598360"/>
                <a:gd name="connsiteX4" fmla="*/ 152400 w 717715"/>
                <a:gd name="connsiteY4" fmla="*/ 26190 h 59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715" h="598360">
                  <a:moveTo>
                    <a:pt x="152400" y="26190"/>
                  </a:moveTo>
                  <a:cubicBezTo>
                    <a:pt x="499588" y="-41543"/>
                    <a:pt x="567377" y="30423"/>
                    <a:pt x="717715" y="146840"/>
                  </a:cubicBezTo>
                  <a:lnTo>
                    <a:pt x="698665" y="496760"/>
                  </a:lnTo>
                  <a:lnTo>
                    <a:pt x="0" y="598360"/>
                  </a:lnTo>
                  <a:cubicBezTo>
                    <a:pt x="21167" y="407637"/>
                    <a:pt x="10583" y="534413"/>
                    <a:pt x="152400" y="26190"/>
                  </a:cubicBezTo>
                  <a:close/>
                </a:path>
              </a:pathLst>
            </a:custGeom>
            <a:solidFill>
              <a:srgbClr val="FBE5D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319012-C031-504B-AA66-535529D16657}"/>
              </a:ext>
            </a:extLst>
          </p:cNvPr>
          <p:cNvGrpSpPr/>
          <p:nvPr/>
        </p:nvGrpSpPr>
        <p:grpSpPr>
          <a:xfrm>
            <a:off x="971460" y="176285"/>
            <a:ext cx="8115479" cy="7081766"/>
            <a:chOff x="8451262" y="3117957"/>
            <a:chExt cx="3471703" cy="3029493"/>
          </a:xfrm>
          <a:solidFill>
            <a:schemeClr val="bg1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1651BD2-BA4F-FEC6-EB99-8A09A15878A4}"/>
                </a:ext>
              </a:extLst>
            </p:cNvPr>
            <p:cNvGrpSpPr/>
            <p:nvPr/>
          </p:nvGrpSpPr>
          <p:grpSpPr>
            <a:xfrm flipH="1">
              <a:off x="8451262" y="3117957"/>
              <a:ext cx="3471703" cy="3029493"/>
              <a:chOff x="6842353" y="2997407"/>
              <a:chExt cx="4322422" cy="3771848"/>
            </a:xfrm>
            <a:grpFill/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9AD59AA-5537-CEC1-AB08-8AC56D7DC820}"/>
                  </a:ext>
                </a:extLst>
              </p:cNvPr>
              <p:cNvGrpSpPr/>
              <p:nvPr/>
            </p:nvGrpSpPr>
            <p:grpSpPr>
              <a:xfrm rot="232920" flipH="1">
                <a:off x="6842353" y="2997407"/>
                <a:ext cx="4242873" cy="3771848"/>
                <a:chOff x="1789877" y="-383910"/>
                <a:chExt cx="6795232" cy="6040860"/>
              </a:xfrm>
              <a:grpFill/>
            </p:grpSpPr>
            <p:sp>
              <p:nvSpPr>
                <p:cNvPr id="37" name="Rectangle 19">
                  <a:extLst>
                    <a:ext uri="{FF2B5EF4-FFF2-40B4-BE49-F238E27FC236}">
                      <a16:creationId xmlns:a16="http://schemas.microsoft.com/office/drawing/2014/main" id="{7DE0682B-D8F0-B6D9-8857-DC7B0755BBAB}"/>
                    </a:ext>
                  </a:extLst>
                </p:cNvPr>
                <p:cNvSpPr/>
                <p:nvPr/>
              </p:nvSpPr>
              <p:spPr>
                <a:xfrm rot="644141">
                  <a:off x="4216695" y="3594469"/>
                  <a:ext cx="1162050" cy="1773479"/>
                </a:xfrm>
                <a:custGeom>
                  <a:avLst/>
                  <a:gdLst>
                    <a:gd name="connsiteX0" fmla="*/ 0 w 323850"/>
                    <a:gd name="connsiteY0" fmla="*/ 0 h 1428750"/>
                    <a:gd name="connsiteX1" fmla="*/ 323850 w 323850"/>
                    <a:gd name="connsiteY1" fmla="*/ 0 h 1428750"/>
                    <a:gd name="connsiteX2" fmla="*/ 323850 w 323850"/>
                    <a:gd name="connsiteY2" fmla="*/ 1428750 h 1428750"/>
                    <a:gd name="connsiteX3" fmla="*/ 0 w 323850"/>
                    <a:gd name="connsiteY3" fmla="*/ 1428750 h 1428750"/>
                    <a:gd name="connsiteX4" fmla="*/ 0 w 323850"/>
                    <a:gd name="connsiteY4" fmla="*/ 0 h 1428750"/>
                    <a:gd name="connsiteX0" fmla="*/ 0 w 736600"/>
                    <a:gd name="connsiteY0" fmla="*/ 0 h 1428750"/>
                    <a:gd name="connsiteX1" fmla="*/ 736600 w 736600"/>
                    <a:gd name="connsiteY1" fmla="*/ 38100 h 1428750"/>
                    <a:gd name="connsiteX2" fmla="*/ 323850 w 736600"/>
                    <a:gd name="connsiteY2" fmla="*/ 1428750 h 1428750"/>
                    <a:gd name="connsiteX3" fmla="*/ 0 w 736600"/>
                    <a:gd name="connsiteY3" fmla="*/ 1428750 h 1428750"/>
                    <a:gd name="connsiteX4" fmla="*/ 0 w 736600"/>
                    <a:gd name="connsiteY4" fmla="*/ 0 h 14287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203200 w 939800"/>
                    <a:gd name="connsiteY3" fmla="*/ 1492250 h 1492250"/>
                    <a:gd name="connsiteX4" fmla="*/ 0 w 939800"/>
                    <a:gd name="connsiteY4" fmla="*/ 0 h 14922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107950 w 939800"/>
                    <a:gd name="connsiteY3" fmla="*/ 1212850 h 1492250"/>
                    <a:gd name="connsiteX4" fmla="*/ 0 w 939800"/>
                    <a:gd name="connsiteY4" fmla="*/ 0 h 1492250"/>
                    <a:gd name="connsiteX0" fmla="*/ 222250 w 1162050"/>
                    <a:gd name="connsiteY0" fmla="*/ 0 h 1565218"/>
                    <a:gd name="connsiteX1" fmla="*/ 1162050 w 1162050"/>
                    <a:gd name="connsiteY1" fmla="*/ 101600 h 1565218"/>
                    <a:gd name="connsiteX2" fmla="*/ 749300 w 1162050"/>
                    <a:gd name="connsiteY2" fmla="*/ 1492250 h 1565218"/>
                    <a:gd name="connsiteX3" fmla="*/ 0 w 1162050"/>
                    <a:gd name="connsiteY3" fmla="*/ 1549400 h 1565218"/>
                    <a:gd name="connsiteX4" fmla="*/ 330200 w 1162050"/>
                    <a:gd name="connsiteY4" fmla="*/ 1212850 h 1565218"/>
                    <a:gd name="connsiteX5" fmla="*/ 222250 w 1162050"/>
                    <a:gd name="connsiteY5" fmla="*/ 0 h 1565218"/>
                    <a:gd name="connsiteX0" fmla="*/ 222250 w 1162050"/>
                    <a:gd name="connsiteY0" fmla="*/ 0 h 1782069"/>
                    <a:gd name="connsiteX1" fmla="*/ 1162050 w 1162050"/>
                    <a:gd name="connsiteY1" fmla="*/ 101600 h 1782069"/>
                    <a:gd name="connsiteX2" fmla="*/ 749300 w 1162050"/>
                    <a:gd name="connsiteY2" fmla="*/ 1492250 h 1782069"/>
                    <a:gd name="connsiteX3" fmla="*/ 0 w 1162050"/>
                    <a:gd name="connsiteY3" fmla="*/ 1549400 h 1782069"/>
                    <a:gd name="connsiteX4" fmla="*/ 330200 w 1162050"/>
                    <a:gd name="connsiteY4" fmla="*/ 1212850 h 1782069"/>
                    <a:gd name="connsiteX5" fmla="*/ 222250 w 1162050"/>
                    <a:gd name="connsiteY5" fmla="*/ 0 h 1782069"/>
                    <a:gd name="connsiteX0" fmla="*/ 222250 w 1162050"/>
                    <a:gd name="connsiteY0" fmla="*/ 0 h 1832443"/>
                    <a:gd name="connsiteX1" fmla="*/ 1162050 w 1162050"/>
                    <a:gd name="connsiteY1" fmla="*/ 101600 h 1832443"/>
                    <a:gd name="connsiteX2" fmla="*/ 749300 w 1162050"/>
                    <a:gd name="connsiteY2" fmla="*/ 1492250 h 1832443"/>
                    <a:gd name="connsiteX3" fmla="*/ 0 w 1162050"/>
                    <a:gd name="connsiteY3" fmla="*/ 1549400 h 1832443"/>
                    <a:gd name="connsiteX4" fmla="*/ 330200 w 1162050"/>
                    <a:gd name="connsiteY4" fmla="*/ 1212850 h 1832443"/>
                    <a:gd name="connsiteX5" fmla="*/ 222250 w 1162050"/>
                    <a:gd name="connsiteY5" fmla="*/ 0 h 1832443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2050" h="1773479">
                      <a:moveTo>
                        <a:pt x="222250" y="0"/>
                      </a:moveTo>
                      <a:lnTo>
                        <a:pt x="1162050" y="101600"/>
                      </a:lnTo>
                      <a:lnTo>
                        <a:pt x="749300" y="1492250"/>
                      </a:lnTo>
                      <a:cubicBezTo>
                        <a:pt x="654050" y="1655233"/>
                        <a:pt x="165100" y="2002367"/>
                        <a:pt x="0" y="1549400"/>
                      </a:cubicBezTo>
                      <a:cubicBezTo>
                        <a:pt x="84667" y="1411817"/>
                        <a:pt x="220133" y="1325033"/>
                        <a:pt x="330200" y="1212850"/>
                      </a:cubicBezTo>
                      <a:cubicBezTo>
                        <a:pt x="440267" y="1100667"/>
                        <a:pt x="83608" y="185208"/>
                        <a:pt x="222250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Oval 21">
                  <a:extLst>
                    <a:ext uri="{FF2B5EF4-FFF2-40B4-BE49-F238E27FC236}">
                      <a16:creationId xmlns:a16="http://schemas.microsoft.com/office/drawing/2014/main" id="{CCB2173D-FA12-66B0-45AC-7859BE2D7D8F}"/>
                    </a:ext>
                  </a:extLst>
                </p:cNvPr>
                <p:cNvSpPr/>
                <p:nvPr/>
              </p:nvSpPr>
              <p:spPr>
                <a:xfrm rot="17497003">
                  <a:off x="7612566" y="3936315"/>
                  <a:ext cx="1097695" cy="847390"/>
                </a:xfrm>
                <a:custGeom>
                  <a:avLst/>
                  <a:gdLst>
                    <a:gd name="connsiteX0" fmla="*/ 0 w 530570"/>
                    <a:gd name="connsiteY0" fmla="*/ 148656 h 297312"/>
                    <a:gd name="connsiteX1" fmla="*/ 265285 w 530570"/>
                    <a:gd name="connsiteY1" fmla="*/ 0 h 297312"/>
                    <a:gd name="connsiteX2" fmla="*/ 530570 w 530570"/>
                    <a:gd name="connsiteY2" fmla="*/ 148656 h 297312"/>
                    <a:gd name="connsiteX3" fmla="*/ 265285 w 530570"/>
                    <a:gd name="connsiteY3" fmla="*/ 297312 h 297312"/>
                    <a:gd name="connsiteX4" fmla="*/ 0 w 530570"/>
                    <a:gd name="connsiteY4" fmla="*/ 148656 h 297312"/>
                    <a:gd name="connsiteX0" fmla="*/ 0 w 955053"/>
                    <a:gd name="connsiteY0" fmla="*/ 16040 h 569736"/>
                    <a:gd name="connsiteX1" fmla="*/ 689768 w 955053"/>
                    <a:gd name="connsiteY1" fmla="*/ 255111 h 569736"/>
                    <a:gd name="connsiteX2" fmla="*/ 955053 w 955053"/>
                    <a:gd name="connsiteY2" fmla="*/ 403767 h 569736"/>
                    <a:gd name="connsiteX3" fmla="*/ 689768 w 955053"/>
                    <a:gd name="connsiteY3" fmla="*/ 552423 h 569736"/>
                    <a:gd name="connsiteX4" fmla="*/ 0 w 955053"/>
                    <a:gd name="connsiteY4" fmla="*/ 16040 h 569736"/>
                    <a:gd name="connsiteX0" fmla="*/ 0 w 955053"/>
                    <a:gd name="connsiteY0" fmla="*/ 16040 h 403767"/>
                    <a:gd name="connsiteX1" fmla="*/ 689768 w 955053"/>
                    <a:gd name="connsiteY1" fmla="*/ 255111 h 403767"/>
                    <a:gd name="connsiteX2" fmla="*/ 955053 w 955053"/>
                    <a:gd name="connsiteY2" fmla="*/ 403767 h 403767"/>
                    <a:gd name="connsiteX3" fmla="*/ 0 w 955053"/>
                    <a:gd name="connsiteY3" fmla="*/ 16040 h 403767"/>
                    <a:gd name="connsiteX0" fmla="*/ 0 w 955053"/>
                    <a:gd name="connsiteY0" fmla="*/ 0 h 387727"/>
                    <a:gd name="connsiteX1" fmla="*/ 955053 w 955053"/>
                    <a:gd name="connsiteY1" fmla="*/ 387727 h 387727"/>
                    <a:gd name="connsiteX2" fmla="*/ 0 w 955053"/>
                    <a:gd name="connsiteY2" fmla="*/ 0 h 387727"/>
                    <a:gd name="connsiteX0" fmla="*/ 0 w 1092440"/>
                    <a:gd name="connsiteY0" fmla="*/ 0 h 518596"/>
                    <a:gd name="connsiteX1" fmla="*/ 1092440 w 1092440"/>
                    <a:gd name="connsiteY1" fmla="*/ 518596 h 518596"/>
                    <a:gd name="connsiteX2" fmla="*/ 0 w 1092440"/>
                    <a:gd name="connsiteY2" fmla="*/ 0 h 518596"/>
                    <a:gd name="connsiteX0" fmla="*/ 3682 w 1096122"/>
                    <a:gd name="connsiteY0" fmla="*/ 141274 h 659870"/>
                    <a:gd name="connsiteX1" fmla="*/ 1096122 w 1096122"/>
                    <a:gd name="connsiteY1" fmla="*/ 659870 h 659870"/>
                    <a:gd name="connsiteX2" fmla="*/ 3682 w 1096122"/>
                    <a:gd name="connsiteY2" fmla="*/ 141274 h 659870"/>
                    <a:gd name="connsiteX0" fmla="*/ 3682 w 1098575"/>
                    <a:gd name="connsiteY0" fmla="*/ 151071 h 669667"/>
                    <a:gd name="connsiteX1" fmla="*/ 1096122 w 1098575"/>
                    <a:gd name="connsiteY1" fmla="*/ 669667 h 669667"/>
                    <a:gd name="connsiteX2" fmla="*/ 3682 w 1098575"/>
                    <a:gd name="connsiteY2" fmla="*/ 151071 h 669667"/>
                    <a:gd name="connsiteX0" fmla="*/ 2802 w 1097695"/>
                    <a:gd name="connsiteY0" fmla="*/ 151071 h 847390"/>
                    <a:gd name="connsiteX1" fmla="*/ 1095242 w 1097695"/>
                    <a:gd name="connsiteY1" fmla="*/ 669667 h 847390"/>
                    <a:gd name="connsiteX2" fmla="*/ 2802 w 1097695"/>
                    <a:gd name="connsiteY2" fmla="*/ 151071 h 847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97695" h="847390">
                      <a:moveTo>
                        <a:pt x="2802" y="151071"/>
                      </a:moveTo>
                      <a:cubicBezTo>
                        <a:pt x="-61432" y="649421"/>
                        <a:pt x="999379" y="1111779"/>
                        <a:pt x="1095242" y="669667"/>
                      </a:cubicBezTo>
                      <a:cubicBezTo>
                        <a:pt x="1156045" y="535584"/>
                        <a:pt x="67036" y="-347279"/>
                        <a:pt x="2802" y="151071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Rectangle 20">
                  <a:extLst>
                    <a:ext uri="{FF2B5EF4-FFF2-40B4-BE49-F238E27FC236}">
                      <a16:creationId xmlns:a16="http://schemas.microsoft.com/office/drawing/2014/main" id="{98B26FC0-2E44-5075-48CB-A82E963A709C}"/>
                    </a:ext>
                  </a:extLst>
                </p:cNvPr>
                <p:cNvSpPr/>
                <p:nvPr/>
              </p:nvSpPr>
              <p:spPr>
                <a:xfrm>
                  <a:off x="3094214" y="262829"/>
                  <a:ext cx="995185" cy="1929423"/>
                </a:xfrm>
                <a:custGeom>
                  <a:avLst/>
                  <a:gdLst>
                    <a:gd name="connsiteX0" fmla="*/ 0 w 534457"/>
                    <a:gd name="connsiteY0" fmla="*/ 0 h 1497623"/>
                    <a:gd name="connsiteX1" fmla="*/ 534457 w 534457"/>
                    <a:gd name="connsiteY1" fmla="*/ 0 h 1497623"/>
                    <a:gd name="connsiteX2" fmla="*/ 534457 w 534457"/>
                    <a:gd name="connsiteY2" fmla="*/ 1497623 h 1497623"/>
                    <a:gd name="connsiteX3" fmla="*/ 0 w 534457"/>
                    <a:gd name="connsiteY3" fmla="*/ 1497623 h 1497623"/>
                    <a:gd name="connsiteX4" fmla="*/ 0 w 534457"/>
                    <a:gd name="connsiteY4" fmla="*/ 0 h 1497623"/>
                    <a:gd name="connsiteX0" fmla="*/ 114300 w 534457"/>
                    <a:gd name="connsiteY0" fmla="*/ 0 h 1688123"/>
                    <a:gd name="connsiteX1" fmla="*/ 534457 w 534457"/>
                    <a:gd name="connsiteY1" fmla="*/ 190500 h 1688123"/>
                    <a:gd name="connsiteX2" fmla="*/ 534457 w 534457"/>
                    <a:gd name="connsiteY2" fmla="*/ 1688123 h 1688123"/>
                    <a:gd name="connsiteX3" fmla="*/ 0 w 534457"/>
                    <a:gd name="connsiteY3" fmla="*/ 1688123 h 1688123"/>
                    <a:gd name="connsiteX4" fmla="*/ 114300 w 534457"/>
                    <a:gd name="connsiteY4" fmla="*/ 0 h 1688123"/>
                    <a:gd name="connsiteX0" fmla="*/ 114300 w 839257"/>
                    <a:gd name="connsiteY0" fmla="*/ 0 h 1688123"/>
                    <a:gd name="connsiteX1" fmla="*/ 534457 w 839257"/>
                    <a:gd name="connsiteY1" fmla="*/ 190500 h 1688123"/>
                    <a:gd name="connsiteX2" fmla="*/ 839257 w 839257"/>
                    <a:gd name="connsiteY2" fmla="*/ 1357923 h 1688123"/>
                    <a:gd name="connsiteX3" fmla="*/ 0 w 839257"/>
                    <a:gd name="connsiteY3" fmla="*/ 1688123 h 1688123"/>
                    <a:gd name="connsiteX4" fmla="*/ 114300 w 839257"/>
                    <a:gd name="connsiteY4" fmla="*/ 0 h 1688123"/>
                    <a:gd name="connsiteX0" fmla="*/ 0 w 724957"/>
                    <a:gd name="connsiteY0" fmla="*/ 0 h 1523023"/>
                    <a:gd name="connsiteX1" fmla="*/ 420157 w 724957"/>
                    <a:gd name="connsiteY1" fmla="*/ 190500 h 1523023"/>
                    <a:gd name="connsiteX2" fmla="*/ 724957 w 724957"/>
                    <a:gd name="connsiteY2" fmla="*/ 1357923 h 1523023"/>
                    <a:gd name="connsiteX3" fmla="*/ 228600 w 724957"/>
                    <a:gd name="connsiteY3" fmla="*/ 1523023 h 1523023"/>
                    <a:gd name="connsiteX4" fmla="*/ 0 w 724957"/>
                    <a:gd name="connsiteY4" fmla="*/ 0 h 1523023"/>
                    <a:gd name="connsiteX0" fmla="*/ 0 w 724957"/>
                    <a:gd name="connsiteY0" fmla="*/ 0 h 1523023"/>
                    <a:gd name="connsiteX1" fmla="*/ 724957 w 724957"/>
                    <a:gd name="connsiteY1" fmla="*/ 1357923 h 1523023"/>
                    <a:gd name="connsiteX2" fmla="*/ 228600 w 724957"/>
                    <a:gd name="connsiteY2" fmla="*/ 1523023 h 1523023"/>
                    <a:gd name="connsiteX3" fmla="*/ 0 w 724957"/>
                    <a:gd name="connsiteY3" fmla="*/ 0 h 15230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206997 w 931954"/>
                    <a:gd name="connsiteY0" fmla="*/ 0 h 1624623"/>
                    <a:gd name="connsiteX1" fmla="*/ 931954 w 931954"/>
                    <a:gd name="connsiteY1" fmla="*/ 1459523 h 1624623"/>
                    <a:gd name="connsiteX2" fmla="*/ 435597 w 931954"/>
                    <a:gd name="connsiteY2" fmla="*/ 1624623 h 1624623"/>
                    <a:gd name="connsiteX3" fmla="*/ 206997 w 931954"/>
                    <a:gd name="connsiteY3" fmla="*/ 0 h 1624623"/>
                    <a:gd name="connsiteX0" fmla="*/ 230823 w 955780"/>
                    <a:gd name="connsiteY0" fmla="*/ 0 h 1929423"/>
                    <a:gd name="connsiteX1" fmla="*/ 955780 w 955780"/>
                    <a:gd name="connsiteY1" fmla="*/ 1459523 h 1929423"/>
                    <a:gd name="connsiteX2" fmla="*/ 345123 w 955780"/>
                    <a:gd name="connsiteY2" fmla="*/ 1929423 h 1929423"/>
                    <a:gd name="connsiteX3" fmla="*/ 230823 w 955780"/>
                    <a:gd name="connsiteY3" fmla="*/ 0 h 1929423"/>
                    <a:gd name="connsiteX0" fmla="*/ 270228 w 995185"/>
                    <a:gd name="connsiteY0" fmla="*/ 0 h 1929423"/>
                    <a:gd name="connsiteX1" fmla="*/ 995185 w 995185"/>
                    <a:gd name="connsiteY1" fmla="*/ 1459523 h 1929423"/>
                    <a:gd name="connsiteX2" fmla="*/ 384528 w 995185"/>
                    <a:gd name="connsiteY2" fmla="*/ 1929423 h 1929423"/>
                    <a:gd name="connsiteX3" fmla="*/ 270228 w 995185"/>
                    <a:gd name="connsiteY3" fmla="*/ 0 h 192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185" h="1929423">
                      <a:moveTo>
                        <a:pt x="270228" y="0"/>
                      </a:moveTo>
                      <a:cubicBezTo>
                        <a:pt x="981780" y="270608"/>
                        <a:pt x="753533" y="973015"/>
                        <a:pt x="995185" y="1459523"/>
                      </a:cubicBezTo>
                      <a:lnTo>
                        <a:pt x="384528" y="1929423"/>
                      </a:lnTo>
                      <a:cubicBezTo>
                        <a:pt x="308328" y="1387882"/>
                        <a:pt x="-364772" y="1379741"/>
                        <a:pt x="270228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" name="Rectangle 18">
                  <a:extLst>
                    <a:ext uri="{FF2B5EF4-FFF2-40B4-BE49-F238E27FC236}">
                      <a16:creationId xmlns:a16="http://schemas.microsoft.com/office/drawing/2014/main" id="{3F133CD9-FD2B-4C44-EBF7-F207685F4B12}"/>
                    </a:ext>
                  </a:extLst>
                </p:cNvPr>
                <p:cNvSpPr/>
                <p:nvPr/>
              </p:nvSpPr>
              <p:spPr>
                <a:xfrm>
                  <a:off x="6081273" y="2946241"/>
                  <a:ext cx="1454008" cy="2472063"/>
                </a:xfrm>
                <a:custGeom>
                  <a:avLst/>
                  <a:gdLst>
                    <a:gd name="connsiteX0" fmla="*/ 0 w 785231"/>
                    <a:gd name="connsiteY0" fmla="*/ 0 h 1320800"/>
                    <a:gd name="connsiteX1" fmla="*/ 785231 w 785231"/>
                    <a:gd name="connsiteY1" fmla="*/ 0 h 1320800"/>
                    <a:gd name="connsiteX2" fmla="*/ 785231 w 785231"/>
                    <a:gd name="connsiteY2" fmla="*/ 1320800 h 1320800"/>
                    <a:gd name="connsiteX3" fmla="*/ 0 w 785231"/>
                    <a:gd name="connsiteY3" fmla="*/ 1320800 h 1320800"/>
                    <a:gd name="connsiteX4" fmla="*/ 0 w 785231"/>
                    <a:gd name="connsiteY4" fmla="*/ 0 h 1320800"/>
                    <a:gd name="connsiteX0" fmla="*/ 292100 w 785231"/>
                    <a:gd name="connsiteY0" fmla="*/ 0 h 1739900"/>
                    <a:gd name="connsiteX1" fmla="*/ 785231 w 785231"/>
                    <a:gd name="connsiteY1" fmla="*/ 419100 h 1739900"/>
                    <a:gd name="connsiteX2" fmla="*/ 785231 w 785231"/>
                    <a:gd name="connsiteY2" fmla="*/ 1739900 h 1739900"/>
                    <a:gd name="connsiteX3" fmla="*/ 0 w 785231"/>
                    <a:gd name="connsiteY3" fmla="*/ 1739900 h 1739900"/>
                    <a:gd name="connsiteX4" fmla="*/ 292100 w 785231"/>
                    <a:gd name="connsiteY4" fmla="*/ 0 h 1739900"/>
                    <a:gd name="connsiteX0" fmla="*/ 617450 w 1110581"/>
                    <a:gd name="connsiteY0" fmla="*/ 0 h 1739900"/>
                    <a:gd name="connsiteX1" fmla="*/ 1110581 w 1110581"/>
                    <a:gd name="connsiteY1" fmla="*/ 419100 h 1739900"/>
                    <a:gd name="connsiteX2" fmla="*/ 1110581 w 1110581"/>
                    <a:gd name="connsiteY2" fmla="*/ 1739900 h 1739900"/>
                    <a:gd name="connsiteX3" fmla="*/ 325350 w 1110581"/>
                    <a:gd name="connsiteY3" fmla="*/ 1739900 h 1739900"/>
                    <a:gd name="connsiteX4" fmla="*/ 617450 w 1110581"/>
                    <a:gd name="connsiteY4" fmla="*/ 0 h 1739900"/>
                    <a:gd name="connsiteX0" fmla="*/ 670616 w 1163747"/>
                    <a:gd name="connsiteY0" fmla="*/ 0 h 2019300"/>
                    <a:gd name="connsiteX1" fmla="*/ 1163747 w 1163747"/>
                    <a:gd name="connsiteY1" fmla="*/ 419100 h 2019300"/>
                    <a:gd name="connsiteX2" fmla="*/ 1163747 w 1163747"/>
                    <a:gd name="connsiteY2" fmla="*/ 1739900 h 2019300"/>
                    <a:gd name="connsiteX3" fmla="*/ 226116 w 1163747"/>
                    <a:gd name="connsiteY3" fmla="*/ 2019300 h 2019300"/>
                    <a:gd name="connsiteX4" fmla="*/ 670616 w 1163747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952500 w 1445631"/>
                    <a:gd name="connsiteY0" fmla="*/ 0 h 2425700"/>
                    <a:gd name="connsiteX1" fmla="*/ 1445631 w 1445631"/>
                    <a:gd name="connsiteY1" fmla="*/ 419100 h 2425700"/>
                    <a:gd name="connsiteX2" fmla="*/ 1445631 w 1445631"/>
                    <a:gd name="connsiteY2" fmla="*/ 1739900 h 2425700"/>
                    <a:gd name="connsiteX3" fmla="*/ 0 w 1445631"/>
                    <a:gd name="connsiteY3" fmla="*/ 2425700 h 2425700"/>
                    <a:gd name="connsiteX4" fmla="*/ 508000 w 1445631"/>
                    <a:gd name="connsiteY4" fmla="*/ 2019300 h 2425700"/>
                    <a:gd name="connsiteX5" fmla="*/ 952500 w 1445631"/>
                    <a:gd name="connsiteY5" fmla="*/ 0 h 2425700"/>
                    <a:gd name="connsiteX0" fmla="*/ 952500 w 1445631"/>
                    <a:gd name="connsiteY0" fmla="*/ 0 h 2442199"/>
                    <a:gd name="connsiteX1" fmla="*/ 1445631 w 1445631"/>
                    <a:gd name="connsiteY1" fmla="*/ 419100 h 2442199"/>
                    <a:gd name="connsiteX2" fmla="*/ 1445631 w 1445631"/>
                    <a:gd name="connsiteY2" fmla="*/ 1739900 h 2442199"/>
                    <a:gd name="connsiteX3" fmla="*/ 0 w 1445631"/>
                    <a:gd name="connsiteY3" fmla="*/ 2425700 h 2442199"/>
                    <a:gd name="connsiteX4" fmla="*/ 508000 w 1445631"/>
                    <a:gd name="connsiteY4" fmla="*/ 2019300 h 2442199"/>
                    <a:gd name="connsiteX5" fmla="*/ 952500 w 1445631"/>
                    <a:gd name="connsiteY5" fmla="*/ 0 h 2442199"/>
                    <a:gd name="connsiteX0" fmla="*/ 960877 w 1454008"/>
                    <a:gd name="connsiteY0" fmla="*/ 0 h 2442199"/>
                    <a:gd name="connsiteX1" fmla="*/ 1454008 w 1454008"/>
                    <a:gd name="connsiteY1" fmla="*/ 419100 h 2442199"/>
                    <a:gd name="connsiteX2" fmla="*/ 1454008 w 1454008"/>
                    <a:gd name="connsiteY2" fmla="*/ 1739900 h 2442199"/>
                    <a:gd name="connsiteX3" fmla="*/ 8377 w 1454008"/>
                    <a:gd name="connsiteY3" fmla="*/ 2425700 h 2442199"/>
                    <a:gd name="connsiteX4" fmla="*/ 516377 w 1454008"/>
                    <a:gd name="connsiteY4" fmla="*/ 2019300 h 2442199"/>
                    <a:gd name="connsiteX5" fmla="*/ 960877 w 1454008"/>
                    <a:gd name="connsiteY5" fmla="*/ 0 h 2442199"/>
                    <a:gd name="connsiteX0" fmla="*/ 960877 w 1454008"/>
                    <a:gd name="connsiteY0" fmla="*/ 0 h 2471248"/>
                    <a:gd name="connsiteX1" fmla="*/ 1454008 w 1454008"/>
                    <a:gd name="connsiteY1" fmla="*/ 419100 h 2471248"/>
                    <a:gd name="connsiteX2" fmla="*/ 1454008 w 1454008"/>
                    <a:gd name="connsiteY2" fmla="*/ 1739900 h 2471248"/>
                    <a:gd name="connsiteX3" fmla="*/ 8377 w 1454008"/>
                    <a:gd name="connsiteY3" fmla="*/ 2425700 h 2471248"/>
                    <a:gd name="connsiteX4" fmla="*/ 516377 w 1454008"/>
                    <a:gd name="connsiteY4" fmla="*/ 2019300 h 2471248"/>
                    <a:gd name="connsiteX5" fmla="*/ 960877 w 1454008"/>
                    <a:gd name="connsiteY5" fmla="*/ 0 h 2471248"/>
                    <a:gd name="connsiteX0" fmla="*/ 960877 w 1454008"/>
                    <a:gd name="connsiteY0" fmla="*/ 0 h 2472063"/>
                    <a:gd name="connsiteX1" fmla="*/ 1454008 w 1454008"/>
                    <a:gd name="connsiteY1" fmla="*/ 419100 h 2472063"/>
                    <a:gd name="connsiteX2" fmla="*/ 1454008 w 1454008"/>
                    <a:gd name="connsiteY2" fmla="*/ 1739900 h 2472063"/>
                    <a:gd name="connsiteX3" fmla="*/ 8377 w 1454008"/>
                    <a:gd name="connsiteY3" fmla="*/ 2425700 h 2472063"/>
                    <a:gd name="connsiteX4" fmla="*/ 516377 w 1454008"/>
                    <a:gd name="connsiteY4" fmla="*/ 2019300 h 2472063"/>
                    <a:gd name="connsiteX5" fmla="*/ 960877 w 1454008"/>
                    <a:gd name="connsiteY5" fmla="*/ 0 h 2472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4008" h="2472063">
                      <a:moveTo>
                        <a:pt x="960877" y="0"/>
                      </a:moveTo>
                      <a:lnTo>
                        <a:pt x="1454008" y="419100"/>
                      </a:lnTo>
                      <a:lnTo>
                        <a:pt x="1454008" y="1739900"/>
                      </a:lnTo>
                      <a:cubicBezTo>
                        <a:pt x="1386998" y="1839383"/>
                        <a:pt x="869137" y="2675467"/>
                        <a:pt x="8377" y="2425700"/>
                      </a:cubicBezTo>
                      <a:cubicBezTo>
                        <a:pt x="-63590" y="1934633"/>
                        <a:pt x="347044" y="2154767"/>
                        <a:pt x="516377" y="2019300"/>
                      </a:cubicBezTo>
                      <a:cubicBezTo>
                        <a:pt x="474044" y="1756833"/>
                        <a:pt x="-292190" y="1481667"/>
                        <a:pt x="96087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Rectangle 15">
                  <a:extLst>
                    <a:ext uri="{FF2B5EF4-FFF2-40B4-BE49-F238E27FC236}">
                      <a16:creationId xmlns:a16="http://schemas.microsoft.com/office/drawing/2014/main" id="{F3D918D9-FC7B-A45D-1575-AE1362680F35}"/>
                    </a:ext>
                  </a:extLst>
                </p:cNvPr>
                <p:cNvSpPr/>
                <p:nvPr/>
              </p:nvSpPr>
              <p:spPr>
                <a:xfrm>
                  <a:off x="3485093" y="1705352"/>
                  <a:ext cx="4853603" cy="3424761"/>
                </a:xfrm>
                <a:custGeom>
                  <a:avLst/>
                  <a:gdLst>
                    <a:gd name="connsiteX0" fmla="*/ 0 w 2913743"/>
                    <a:gd name="connsiteY0" fmla="*/ 0 h 2136868"/>
                    <a:gd name="connsiteX1" fmla="*/ 2913743 w 2913743"/>
                    <a:gd name="connsiteY1" fmla="*/ 0 h 2136868"/>
                    <a:gd name="connsiteX2" fmla="*/ 2913743 w 2913743"/>
                    <a:gd name="connsiteY2" fmla="*/ 2136868 h 2136868"/>
                    <a:gd name="connsiteX3" fmla="*/ 0 w 2913743"/>
                    <a:gd name="connsiteY3" fmla="*/ 2136868 h 2136868"/>
                    <a:gd name="connsiteX4" fmla="*/ 0 w 2913743"/>
                    <a:gd name="connsiteY4" fmla="*/ 0 h 2136868"/>
                    <a:gd name="connsiteX0" fmla="*/ 0 w 3805283"/>
                    <a:gd name="connsiteY0" fmla="*/ 0 h 2914108"/>
                    <a:gd name="connsiteX1" fmla="*/ 3805283 w 3805283"/>
                    <a:gd name="connsiteY1" fmla="*/ 777240 h 2914108"/>
                    <a:gd name="connsiteX2" fmla="*/ 3805283 w 3805283"/>
                    <a:gd name="connsiteY2" fmla="*/ 2914108 h 2914108"/>
                    <a:gd name="connsiteX3" fmla="*/ 891540 w 3805283"/>
                    <a:gd name="connsiteY3" fmla="*/ 2914108 h 2914108"/>
                    <a:gd name="connsiteX4" fmla="*/ 0 w 3805283"/>
                    <a:gd name="connsiteY4" fmla="*/ 0 h 2914108"/>
                    <a:gd name="connsiteX0" fmla="*/ 0 w 3805283"/>
                    <a:gd name="connsiteY0" fmla="*/ 0 h 2914108"/>
                    <a:gd name="connsiteX1" fmla="*/ 3805283 w 3805283"/>
                    <a:gd name="connsiteY1" fmla="*/ 777240 h 2914108"/>
                    <a:gd name="connsiteX2" fmla="*/ 3805283 w 3805283"/>
                    <a:gd name="connsiteY2" fmla="*/ 2914108 h 2914108"/>
                    <a:gd name="connsiteX3" fmla="*/ 891540 w 3805283"/>
                    <a:gd name="connsiteY3" fmla="*/ 2914108 h 2914108"/>
                    <a:gd name="connsiteX4" fmla="*/ 0 w 3805283"/>
                    <a:gd name="connsiteY4" fmla="*/ 0 h 2914108"/>
                    <a:gd name="connsiteX0" fmla="*/ 0 w 3530963"/>
                    <a:gd name="connsiteY0" fmla="*/ 0 h 3043648"/>
                    <a:gd name="connsiteX1" fmla="*/ 3530963 w 3530963"/>
                    <a:gd name="connsiteY1" fmla="*/ 906780 h 3043648"/>
                    <a:gd name="connsiteX2" fmla="*/ 3530963 w 3530963"/>
                    <a:gd name="connsiteY2" fmla="*/ 3043648 h 3043648"/>
                    <a:gd name="connsiteX3" fmla="*/ 617220 w 3530963"/>
                    <a:gd name="connsiteY3" fmla="*/ 3043648 h 3043648"/>
                    <a:gd name="connsiteX4" fmla="*/ 0 w 3530963"/>
                    <a:gd name="connsiteY4" fmla="*/ 0 h 3043648"/>
                    <a:gd name="connsiteX0" fmla="*/ 0 w 3530963"/>
                    <a:gd name="connsiteY0" fmla="*/ 0 h 3043648"/>
                    <a:gd name="connsiteX1" fmla="*/ 3530963 w 3530963"/>
                    <a:gd name="connsiteY1" fmla="*/ 906780 h 3043648"/>
                    <a:gd name="connsiteX2" fmla="*/ 3530963 w 3530963"/>
                    <a:gd name="connsiteY2" fmla="*/ 3043648 h 3043648"/>
                    <a:gd name="connsiteX3" fmla="*/ 617220 w 3530963"/>
                    <a:gd name="connsiteY3" fmla="*/ 3043648 h 3043648"/>
                    <a:gd name="connsiteX4" fmla="*/ 0 w 353096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173188"/>
                    <a:gd name="connsiteX1" fmla="*/ 4285343 w 4285343"/>
                    <a:gd name="connsiteY1" fmla="*/ 1805940 h 3173188"/>
                    <a:gd name="connsiteX2" fmla="*/ 3790043 w 4285343"/>
                    <a:gd name="connsiteY2" fmla="*/ 3173188 h 3173188"/>
                    <a:gd name="connsiteX3" fmla="*/ 617220 w 4285343"/>
                    <a:gd name="connsiteY3" fmla="*/ 3043648 h 3173188"/>
                    <a:gd name="connsiteX4" fmla="*/ 0 w 4285343"/>
                    <a:gd name="connsiteY4" fmla="*/ 0 h 3173188"/>
                    <a:gd name="connsiteX0" fmla="*/ 0 w 4285343"/>
                    <a:gd name="connsiteY0" fmla="*/ 0 h 3173188"/>
                    <a:gd name="connsiteX1" fmla="*/ 4285343 w 4285343"/>
                    <a:gd name="connsiteY1" fmla="*/ 1805940 h 3173188"/>
                    <a:gd name="connsiteX2" fmla="*/ 3790043 w 4285343"/>
                    <a:gd name="connsiteY2" fmla="*/ 3173188 h 3173188"/>
                    <a:gd name="connsiteX3" fmla="*/ 617220 w 4285343"/>
                    <a:gd name="connsiteY3" fmla="*/ 3043648 h 3173188"/>
                    <a:gd name="connsiteX4" fmla="*/ 0 w 4285343"/>
                    <a:gd name="connsiteY4" fmla="*/ 0 h 3173188"/>
                    <a:gd name="connsiteX0" fmla="*/ 0 w 4310465"/>
                    <a:gd name="connsiteY0" fmla="*/ 0 h 3173188"/>
                    <a:gd name="connsiteX1" fmla="*/ 4285343 w 4310465"/>
                    <a:gd name="connsiteY1" fmla="*/ 1805940 h 3173188"/>
                    <a:gd name="connsiteX2" fmla="*/ 3790043 w 4310465"/>
                    <a:gd name="connsiteY2" fmla="*/ 3173188 h 3173188"/>
                    <a:gd name="connsiteX3" fmla="*/ 617220 w 4310465"/>
                    <a:gd name="connsiteY3" fmla="*/ 3043648 h 3173188"/>
                    <a:gd name="connsiteX4" fmla="*/ 0 w 4310465"/>
                    <a:gd name="connsiteY4" fmla="*/ 0 h 3173188"/>
                    <a:gd name="connsiteX0" fmla="*/ 0 w 4310465"/>
                    <a:gd name="connsiteY0" fmla="*/ 0 h 3173188"/>
                    <a:gd name="connsiteX1" fmla="*/ 4285343 w 4310465"/>
                    <a:gd name="connsiteY1" fmla="*/ 1805940 h 3173188"/>
                    <a:gd name="connsiteX2" fmla="*/ 3790043 w 4310465"/>
                    <a:gd name="connsiteY2" fmla="*/ 3173188 h 3173188"/>
                    <a:gd name="connsiteX3" fmla="*/ 617220 w 4310465"/>
                    <a:gd name="connsiteY3" fmla="*/ 3043648 h 3173188"/>
                    <a:gd name="connsiteX4" fmla="*/ 0 w 4310465"/>
                    <a:gd name="connsiteY4" fmla="*/ 0 h 3173188"/>
                    <a:gd name="connsiteX0" fmla="*/ 0 w 4310465"/>
                    <a:gd name="connsiteY0" fmla="*/ 0 h 3335748"/>
                    <a:gd name="connsiteX1" fmla="*/ 4285343 w 4310465"/>
                    <a:gd name="connsiteY1" fmla="*/ 1805940 h 3335748"/>
                    <a:gd name="connsiteX2" fmla="*/ 3790043 w 4310465"/>
                    <a:gd name="connsiteY2" fmla="*/ 3173188 h 3335748"/>
                    <a:gd name="connsiteX3" fmla="*/ 985520 w 4310465"/>
                    <a:gd name="connsiteY3" fmla="*/ 3335748 h 3335748"/>
                    <a:gd name="connsiteX4" fmla="*/ 0 w 4310465"/>
                    <a:gd name="connsiteY4" fmla="*/ 0 h 3335748"/>
                    <a:gd name="connsiteX0" fmla="*/ 56242 w 4366707"/>
                    <a:gd name="connsiteY0" fmla="*/ 0 h 3335748"/>
                    <a:gd name="connsiteX1" fmla="*/ 4341585 w 4366707"/>
                    <a:gd name="connsiteY1" fmla="*/ 1805940 h 3335748"/>
                    <a:gd name="connsiteX2" fmla="*/ 3846285 w 4366707"/>
                    <a:gd name="connsiteY2" fmla="*/ 3173188 h 3335748"/>
                    <a:gd name="connsiteX3" fmla="*/ 1041762 w 4366707"/>
                    <a:gd name="connsiteY3" fmla="*/ 3335748 h 3335748"/>
                    <a:gd name="connsiteX4" fmla="*/ 56242 w 4366707"/>
                    <a:gd name="connsiteY4" fmla="*/ 0 h 3335748"/>
                    <a:gd name="connsiteX0" fmla="*/ 547644 w 4858109"/>
                    <a:gd name="connsiteY0" fmla="*/ 0 h 3335748"/>
                    <a:gd name="connsiteX1" fmla="*/ 4832987 w 4858109"/>
                    <a:gd name="connsiteY1" fmla="*/ 1805940 h 3335748"/>
                    <a:gd name="connsiteX2" fmla="*/ 4337687 w 4858109"/>
                    <a:gd name="connsiteY2" fmla="*/ 3173188 h 3335748"/>
                    <a:gd name="connsiteX3" fmla="*/ 1533164 w 4858109"/>
                    <a:gd name="connsiteY3" fmla="*/ 3335748 h 3335748"/>
                    <a:gd name="connsiteX4" fmla="*/ 547644 w 4858109"/>
                    <a:gd name="connsiteY4" fmla="*/ 0 h 3335748"/>
                    <a:gd name="connsiteX0" fmla="*/ 553143 w 4863608"/>
                    <a:gd name="connsiteY0" fmla="*/ 0 h 3335748"/>
                    <a:gd name="connsiteX1" fmla="*/ 4838486 w 4863608"/>
                    <a:gd name="connsiteY1" fmla="*/ 1805940 h 3335748"/>
                    <a:gd name="connsiteX2" fmla="*/ 4343186 w 4863608"/>
                    <a:gd name="connsiteY2" fmla="*/ 3173188 h 3335748"/>
                    <a:gd name="connsiteX3" fmla="*/ 1538663 w 4863608"/>
                    <a:gd name="connsiteY3" fmla="*/ 3335748 h 3335748"/>
                    <a:gd name="connsiteX4" fmla="*/ 553143 w 4863608"/>
                    <a:gd name="connsiteY4" fmla="*/ 0 h 3335748"/>
                    <a:gd name="connsiteX0" fmla="*/ 553143 w 4853603"/>
                    <a:gd name="connsiteY0" fmla="*/ 0 h 3335748"/>
                    <a:gd name="connsiteX1" fmla="*/ 4838486 w 4853603"/>
                    <a:gd name="connsiteY1" fmla="*/ 1805940 h 3335748"/>
                    <a:gd name="connsiteX2" fmla="*/ 4254286 w 4853603"/>
                    <a:gd name="connsiteY2" fmla="*/ 3173188 h 3335748"/>
                    <a:gd name="connsiteX3" fmla="*/ 1538663 w 4853603"/>
                    <a:gd name="connsiteY3" fmla="*/ 3335748 h 3335748"/>
                    <a:gd name="connsiteX4" fmla="*/ 553143 w 4853603"/>
                    <a:gd name="connsiteY4" fmla="*/ 0 h 3335748"/>
                    <a:gd name="connsiteX0" fmla="*/ 553143 w 4853603"/>
                    <a:gd name="connsiteY0" fmla="*/ 0 h 3424761"/>
                    <a:gd name="connsiteX1" fmla="*/ 4838486 w 4853603"/>
                    <a:gd name="connsiteY1" fmla="*/ 1805940 h 3424761"/>
                    <a:gd name="connsiteX2" fmla="*/ 4254286 w 4853603"/>
                    <a:gd name="connsiteY2" fmla="*/ 3173188 h 3424761"/>
                    <a:gd name="connsiteX3" fmla="*/ 1538663 w 4853603"/>
                    <a:gd name="connsiteY3" fmla="*/ 3335748 h 3424761"/>
                    <a:gd name="connsiteX4" fmla="*/ 553143 w 4853603"/>
                    <a:gd name="connsiteY4" fmla="*/ 0 h 3424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603" h="3424761">
                      <a:moveTo>
                        <a:pt x="553143" y="0"/>
                      </a:moveTo>
                      <a:cubicBezTo>
                        <a:pt x="1158631" y="1463040"/>
                        <a:pt x="4334598" y="-1160780"/>
                        <a:pt x="4838486" y="1805940"/>
                      </a:cubicBezTo>
                      <a:cubicBezTo>
                        <a:pt x="4894366" y="2071189"/>
                        <a:pt x="4815626" y="2953659"/>
                        <a:pt x="4254286" y="3173188"/>
                      </a:cubicBezTo>
                      <a:cubicBezTo>
                        <a:pt x="3260178" y="3659175"/>
                        <a:pt x="2443871" y="3281561"/>
                        <a:pt x="1538663" y="3335748"/>
                      </a:cubicBezTo>
                      <a:cubicBezTo>
                        <a:pt x="-250344" y="3011232"/>
                        <a:pt x="-337550" y="1111916"/>
                        <a:pt x="553143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Rectangle 18">
                  <a:extLst>
                    <a:ext uri="{FF2B5EF4-FFF2-40B4-BE49-F238E27FC236}">
                      <a16:creationId xmlns:a16="http://schemas.microsoft.com/office/drawing/2014/main" id="{F78E9ADF-E889-94E6-2CE2-318AB573BF05}"/>
                    </a:ext>
                  </a:extLst>
                </p:cNvPr>
                <p:cNvSpPr/>
                <p:nvPr/>
              </p:nvSpPr>
              <p:spPr>
                <a:xfrm>
                  <a:off x="6302095" y="3123978"/>
                  <a:ext cx="1454008" cy="2472063"/>
                </a:xfrm>
                <a:custGeom>
                  <a:avLst/>
                  <a:gdLst>
                    <a:gd name="connsiteX0" fmla="*/ 0 w 785231"/>
                    <a:gd name="connsiteY0" fmla="*/ 0 h 1320800"/>
                    <a:gd name="connsiteX1" fmla="*/ 785231 w 785231"/>
                    <a:gd name="connsiteY1" fmla="*/ 0 h 1320800"/>
                    <a:gd name="connsiteX2" fmla="*/ 785231 w 785231"/>
                    <a:gd name="connsiteY2" fmla="*/ 1320800 h 1320800"/>
                    <a:gd name="connsiteX3" fmla="*/ 0 w 785231"/>
                    <a:gd name="connsiteY3" fmla="*/ 1320800 h 1320800"/>
                    <a:gd name="connsiteX4" fmla="*/ 0 w 785231"/>
                    <a:gd name="connsiteY4" fmla="*/ 0 h 1320800"/>
                    <a:gd name="connsiteX0" fmla="*/ 292100 w 785231"/>
                    <a:gd name="connsiteY0" fmla="*/ 0 h 1739900"/>
                    <a:gd name="connsiteX1" fmla="*/ 785231 w 785231"/>
                    <a:gd name="connsiteY1" fmla="*/ 419100 h 1739900"/>
                    <a:gd name="connsiteX2" fmla="*/ 785231 w 785231"/>
                    <a:gd name="connsiteY2" fmla="*/ 1739900 h 1739900"/>
                    <a:gd name="connsiteX3" fmla="*/ 0 w 785231"/>
                    <a:gd name="connsiteY3" fmla="*/ 1739900 h 1739900"/>
                    <a:gd name="connsiteX4" fmla="*/ 292100 w 785231"/>
                    <a:gd name="connsiteY4" fmla="*/ 0 h 1739900"/>
                    <a:gd name="connsiteX0" fmla="*/ 617450 w 1110581"/>
                    <a:gd name="connsiteY0" fmla="*/ 0 h 1739900"/>
                    <a:gd name="connsiteX1" fmla="*/ 1110581 w 1110581"/>
                    <a:gd name="connsiteY1" fmla="*/ 419100 h 1739900"/>
                    <a:gd name="connsiteX2" fmla="*/ 1110581 w 1110581"/>
                    <a:gd name="connsiteY2" fmla="*/ 1739900 h 1739900"/>
                    <a:gd name="connsiteX3" fmla="*/ 325350 w 1110581"/>
                    <a:gd name="connsiteY3" fmla="*/ 1739900 h 1739900"/>
                    <a:gd name="connsiteX4" fmla="*/ 617450 w 1110581"/>
                    <a:gd name="connsiteY4" fmla="*/ 0 h 1739900"/>
                    <a:gd name="connsiteX0" fmla="*/ 670616 w 1163747"/>
                    <a:gd name="connsiteY0" fmla="*/ 0 h 2019300"/>
                    <a:gd name="connsiteX1" fmla="*/ 1163747 w 1163747"/>
                    <a:gd name="connsiteY1" fmla="*/ 419100 h 2019300"/>
                    <a:gd name="connsiteX2" fmla="*/ 1163747 w 1163747"/>
                    <a:gd name="connsiteY2" fmla="*/ 1739900 h 2019300"/>
                    <a:gd name="connsiteX3" fmla="*/ 226116 w 1163747"/>
                    <a:gd name="connsiteY3" fmla="*/ 2019300 h 2019300"/>
                    <a:gd name="connsiteX4" fmla="*/ 670616 w 1163747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952500 w 1445631"/>
                    <a:gd name="connsiteY0" fmla="*/ 0 h 2425700"/>
                    <a:gd name="connsiteX1" fmla="*/ 1445631 w 1445631"/>
                    <a:gd name="connsiteY1" fmla="*/ 419100 h 2425700"/>
                    <a:gd name="connsiteX2" fmla="*/ 1445631 w 1445631"/>
                    <a:gd name="connsiteY2" fmla="*/ 1739900 h 2425700"/>
                    <a:gd name="connsiteX3" fmla="*/ 0 w 1445631"/>
                    <a:gd name="connsiteY3" fmla="*/ 2425700 h 2425700"/>
                    <a:gd name="connsiteX4" fmla="*/ 508000 w 1445631"/>
                    <a:gd name="connsiteY4" fmla="*/ 2019300 h 2425700"/>
                    <a:gd name="connsiteX5" fmla="*/ 952500 w 1445631"/>
                    <a:gd name="connsiteY5" fmla="*/ 0 h 2425700"/>
                    <a:gd name="connsiteX0" fmla="*/ 952500 w 1445631"/>
                    <a:gd name="connsiteY0" fmla="*/ 0 h 2442199"/>
                    <a:gd name="connsiteX1" fmla="*/ 1445631 w 1445631"/>
                    <a:gd name="connsiteY1" fmla="*/ 419100 h 2442199"/>
                    <a:gd name="connsiteX2" fmla="*/ 1445631 w 1445631"/>
                    <a:gd name="connsiteY2" fmla="*/ 1739900 h 2442199"/>
                    <a:gd name="connsiteX3" fmla="*/ 0 w 1445631"/>
                    <a:gd name="connsiteY3" fmla="*/ 2425700 h 2442199"/>
                    <a:gd name="connsiteX4" fmla="*/ 508000 w 1445631"/>
                    <a:gd name="connsiteY4" fmla="*/ 2019300 h 2442199"/>
                    <a:gd name="connsiteX5" fmla="*/ 952500 w 1445631"/>
                    <a:gd name="connsiteY5" fmla="*/ 0 h 2442199"/>
                    <a:gd name="connsiteX0" fmla="*/ 960877 w 1454008"/>
                    <a:gd name="connsiteY0" fmla="*/ 0 h 2442199"/>
                    <a:gd name="connsiteX1" fmla="*/ 1454008 w 1454008"/>
                    <a:gd name="connsiteY1" fmla="*/ 419100 h 2442199"/>
                    <a:gd name="connsiteX2" fmla="*/ 1454008 w 1454008"/>
                    <a:gd name="connsiteY2" fmla="*/ 1739900 h 2442199"/>
                    <a:gd name="connsiteX3" fmla="*/ 8377 w 1454008"/>
                    <a:gd name="connsiteY3" fmla="*/ 2425700 h 2442199"/>
                    <a:gd name="connsiteX4" fmla="*/ 516377 w 1454008"/>
                    <a:gd name="connsiteY4" fmla="*/ 2019300 h 2442199"/>
                    <a:gd name="connsiteX5" fmla="*/ 960877 w 1454008"/>
                    <a:gd name="connsiteY5" fmla="*/ 0 h 2442199"/>
                    <a:gd name="connsiteX0" fmla="*/ 960877 w 1454008"/>
                    <a:gd name="connsiteY0" fmla="*/ 0 h 2471248"/>
                    <a:gd name="connsiteX1" fmla="*/ 1454008 w 1454008"/>
                    <a:gd name="connsiteY1" fmla="*/ 419100 h 2471248"/>
                    <a:gd name="connsiteX2" fmla="*/ 1454008 w 1454008"/>
                    <a:gd name="connsiteY2" fmla="*/ 1739900 h 2471248"/>
                    <a:gd name="connsiteX3" fmla="*/ 8377 w 1454008"/>
                    <a:gd name="connsiteY3" fmla="*/ 2425700 h 2471248"/>
                    <a:gd name="connsiteX4" fmla="*/ 516377 w 1454008"/>
                    <a:gd name="connsiteY4" fmla="*/ 2019300 h 2471248"/>
                    <a:gd name="connsiteX5" fmla="*/ 960877 w 1454008"/>
                    <a:gd name="connsiteY5" fmla="*/ 0 h 2471248"/>
                    <a:gd name="connsiteX0" fmla="*/ 960877 w 1454008"/>
                    <a:gd name="connsiteY0" fmla="*/ 0 h 2472063"/>
                    <a:gd name="connsiteX1" fmla="*/ 1454008 w 1454008"/>
                    <a:gd name="connsiteY1" fmla="*/ 419100 h 2472063"/>
                    <a:gd name="connsiteX2" fmla="*/ 1454008 w 1454008"/>
                    <a:gd name="connsiteY2" fmla="*/ 1739900 h 2472063"/>
                    <a:gd name="connsiteX3" fmla="*/ 8377 w 1454008"/>
                    <a:gd name="connsiteY3" fmla="*/ 2425700 h 2472063"/>
                    <a:gd name="connsiteX4" fmla="*/ 516377 w 1454008"/>
                    <a:gd name="connsiteY4" fmla="*/ 2019300 h 2472063"/>
                    <a:gd name="connsiteX5" fmla="*/ 960877 w 1454008"/>
                    <a:gd name="connsiteY5" fmla="*/ 0 h 2472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4008" h="2472063">
                      <a:moveTo>
                        <a:pt x="960877" y="0"/>
                      </a:moveTo>
                      <a:lnTo>
                        <a:pt x="1454008" y="419100"/>
                      </a:lnTo>
                      <a:lnTo>
                        <a:pt x="1454008" y="1739900"/>
                      </a:lnTo>
                      <a:cubicBezTo>
                        <a:pt x="1386998" y="1839383"/>
                        <a:pt x="869137" y="2675467"/>
                        <a:pt x="8377" y="2425700"/>
                      </a:cubicBezTo>
                      <a:cubicBezTo>
                        <a:pt x="-63590" y="1934633"/>
                        <a:pt x="347044" y="2154767"/>
                        <a:pt x="516377" y="2019300"/>
                      </a:cubicBezTo>
                      <a:cubicBezTo>
                        <a:pt x="474044" y="1756833"/>
                        <a:pt x="-292190" y="1481667"/>
                        <a:pt x="96087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Rectangle 19">
                  <a:extLst>
                    <a:ext uri="{FF2B5EF4-FFF2-40B4-BE49-F238E27FC236}">
                      <a16:creationId xmlns:a16="http://schemas.microsoft.com/office/drawing/2014/main" id="{64AD2AF8-B9E0-58EA-805B-12F3A11C41D3}"/>
                    </a:ext>
                  </a:extLst>
                </p:cNvPr>
                <p:cNvSpPr/>
                <p:nvPr/>
              </p:nvSpPr>
              <p:spPr>
                <a:xfrm rot="556682">
                  <a:off x="4627777" y="3883471"/>
                  <a:ext cx="1162050" cy="1773479"/>
                </a:xfrm>
                <a:custGeom>
                  <a:avLst/>
                  <a:gdLst>
                    <a:gd name="connsiteX0" fmla="*/ 0 w 323850"/>
                    <a:gd name="connsiteY0" fmla="*/ 0 h 1428750"/>
                    <a:gd name="connsiteX1" fmla="*/ 323850 w 323850"/>
                    <a:gd name="connsiteY1" fmla="*/ 0 h 1428750"/>
                    <a:gd name="connsiteX2" fmla="*/ 323850 w 323850"/>
                    <a:gd name="connsiteY2" fmla="*/ 1428750 h 1428750"/>
                    <a:gd name="connsiteX3" fmla="*/ 0 w 323850"/>
                    <a:gd name="connsiteY3" fmla="*/ 1428750 h 1428750"/>
                    <a:gd name="connsiteX4" fmla="*/ 0 w 323850"/>
                    <a:gd name="connsiteY4" fmla="*/ 0 h 1428750"/>
                    <a:gd name="connsiteX0" fmla="*/ 0 w 736600"/>
                    <a:gd name="connsiteY0" fmla="*/ 0 h 1428750"/>
                    <a:gd name="connsiteX1" fmla="*/ 736600 w 736600"/>
                    <a:gd name="connsiteY1" fmla="*/ 38100 h 1428750"/>
                    <a:gd name="connsiteX2" fmla="*/ 323850 w 736600"/>
                    <a:gd name="connsiteY2" fmla="*/ 1428750 h 1428750"/>
                    <a:gd name="connsiteX3" fmla="*/ 0 w 736600"/>
                    <a:gd name="connsiteY3" fmla="*/ 1428750 h 1428750"/>
                    <a:gd name="connsiteX4" fmla="*/ 0 w 736600"/>
                    <a:gd name="connsiteY4" fmla="*/ 0 h 14287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203200 w 939800"/>
                    <a:gd name="connsiteY3" fmla="*/ 1492250 h 1492250"/>
                    <a:gd name="connsiteX4" fmla="*/ 0 w 939800"/>
                    <a:gd name="connsiteY4" fmla="*/ 0 h 14922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107950 w 939800"/>
                    <a:gd name="connsiteY3" fmla="*/ 1212850 h 1492250"/>
                    <a:gd name="connsiteX4" fmla="*/ 0 w 939800"/>
                    <a:gd name="connsiteY4" fmla="*/ 0 h 1492250"/>
                    <a:gd name="connsiteX0" fmla="*/ 222250 w 1162050"/>
                    <a:gd name="connsiteY0" fmla="*/ 0 h 1565218"/>
                    <a:gd name="connsiteX1" fmla="*/ 1162050 w 1162050"/>
                    <a:gd name="connsiteY1" fmla="*/ 101600 h 1565218"/>
                    <a:gd name="connsiteX2" fmla="*/ 749300 w 1162050"/>
                    <a:gd name="connsiteY2" fmla="*/ 1492250 h 1565218"/>
                    <a:gd name="connsiteX3" fmla="*/ 0 w 1162050"/>
                    <a:gd name="connsiteY3" fmla="*/ 1549400 h 1565218"/>
                    <a:gd name="connsiteX4" fmla="*/ 330200 w 1162050"/>
                    <a:gd name="connsiteY4" fmla="*/ 1212850 h 1565218"/>
                    <a:gd name="connsiteX5" fmla="*/ 222250 w 1162050"/>
                    <a:gd name="connsiteY5" fmla="*/ 0 h 1565218"/>
                    <a:gd name="connsiteX0" fmla="*/ 222250 w 1162050"/>
                    <a:gd name="connsiteY0" fmla="*/ 0 h 1782069"/>
                    <a:gd name="connsiteX1" fmla="*/ 1162050 w 1162050"/>
                    <a:gd name="connsiteY1" fmla="*/ 101600 h 1782069"/>
                    <a:gd name="connsiteX2" fmla="*/ 749300 w 1162050"/>
                    <a:gd name="connsiteY2" fmla="*/ 1492250 h 1782069"/>
                    <a:gd name="connsiteX3" fmla="*/ 0 w 1162050"/>
                    <a:gd name="connsiteY3" fmla="*/ 1549400 h 1782069"/>
                    <a:gd name="connsiteX4" fmla="*/ 330200 w 1162050"/>
                    <a:gd name="connsiteY4" fmla="*/ 1212850 h 1782069"/>
                    <a:gd name="connsiteX5" fmla="*/ 222250 w 1162050"/>
                    <a:gd name="connsiteY5" fmla="*/ 0 h 1782069"/>
                    <a:gd name="connsiteX0" fmla="*/ 222250 w 1162050"/>
                    <a:gd name="connsiteY0" fmla="*/ 0 h 1832443"/>
                    <a:gd name="connsiteX1" fmla="*/ 1162050 w 1162050"/>
                    <a:gd name="connsiteY1" fmla="*/ 101600 h 1832443"/>
                    <a:gd name="connsiteX2" fmla="*/ 749300 w 1162050"/>
                    <a:gd name="connsiteY2" fmla="*/ 1492250 h 1832443"/>
                    <a:gd name="connsiteX3" fmla="*/ 0 w 1162050"/>
                    <a:gd name="connsiteY3" fmla="*/ 1549400 h 1832443"/>
                    <a:gd name="connsiteX4" fmla="*/ 330200 w 1162050"/>
                    <a:gd name="connsiteY4" fmla="*/ 1212850 h 1832443"/>
                    <a:gd name="connsiteX5" fmla="*/ 222250 w 1162050"/>
                    <a:gd name="connsiteY5" fmla="*/ 0 h 1832443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2050" h="1773479">
                      <a:moveTo>
                        <a:pt x="222250" y="0"/>
                      </a:moveTo>
                      <a:lnTo>
                        <a:pt x="1162050" y="101600"/>
                      </a:lnTo>
                      <a:lnTo>
                        <a:pt x="749300" y="1492250"/>
                      </a:lnTo>
                      <a:cubicBezTo>
                        <a:pt x="654050" y="1655233"/>
                        <a:pt x="165100" y="2002367"/>
                        <a:pt x="0" y="1549400"/>
                      </a:cubicBezTo>
                      <a:cubicBezTo>
                        <a:pt x="84667" y="1411817"/>
                        <a:pt x="220133" y="1325033"/>
                        <a:pt x="330200" y="1212850"/>
                      </a:cubicBezTo>
                      <a:cubicBezTo>
                        <a:pt x="440267" y="1100667"/>
                        <a:pt x="83608" y="185208"/>
                        <a:pt x="222250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Oval 22">
                  <a:extLst>
                    <a:ext uri="{FF2B5EF4-FFF2-40B4-BE49-F238E27FC236}">
                      <a16:creationId xmlns:a16="http://schemas.microsoft.com/office/drawing/2014/main" id="{C75A67BD-4F28-49DA-29D7-B2F447A64EEC}"/>
                    </a:ext>
                  </a:extLst>
                </p:cNvPr>
                <p:cNvSpPr/>
                <p:nvPr/>
              </p:nvSpPr>
              <p:spPr>
                <a:xfrm rot="17614240">
                  <a:off x="2604706" y="3151169"/>
                  <a:ext cx="105738" cy="203954"/>
                </a:xfrm>
                <a:custGeom>
                  <a:avLst/>
                  <a:gdLst>
                    <a:gd name="connsiteX0" fmla="*/ 0 w 187978"/>
                    <a:gd name="connsiteY0" fmla="*/ 99219 h 198437"/>
                    <a:gd name="connsiteX1" fmla="*/ 93989 w 187978"/>
                    <a:gd name="connsiteY1" fmla="*/ 0 h 198437"/>
                    <a:gd name="connsiteX2" fmla="*/ 187978 w 187978"/>
                    <a:gd name="connsiteY2" fmla="*/ 99219 h 198437"/>
                    <a:gd name="connsiteX3" fmla="*/ 93989 w 187978"/>
                    <a:gd name="connsiteY3" fmla="*/ 198438 h 198437"/>
                    <a:gd name="connsiteX4" fmla="*/ 0 w 187978"/>
                    <a:gd name="connsiteY4" fmla="*/ 99219 h 198437"/>
                    <a:gd name="connsiteX0" fmla="*/ 11749 w 105738"/>
                    <a:gd name="connsiteY0" fmla="*/ 201196 h 203954"/>
                    <a:gd name="connsiteX1" fmla="*/ 11749 w 105738"/>
                    <a:gd name="connsiteY1" fmla="*/ 2758 h 203954"/>
                    <a:gd name="connsiteX2" fmla="*/ 105738 w 105738"/>
                    <a:gd name="connsiteY2" fmla="*/ 101977 h 203954"/>
                    <a:gd name="connsiteX3" fmla="*/ 11749 w 105738"/>
                    <a:gd name="connsiteY3" fmla="*/ 201196 h 203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738" h="203954">
                      <a:moveTo>
                        <a:pt x="11749" y="201196"/>
                      </a:moveTo>
                      <a:cubicBezTo>
                        <a:pt x="-3916" y="184660"/>
                        <a:pt x="-3916" y="19295"/>
                        <a:pt x="11749" y="2758"/>
                      </a:cubicBezTo>
                      <a:cubicBezTo>
                        <a:pt x="27414" y="-13779"/>
                        <a:pt x="105738" y="47180"/>
                        <a:pt x="105738" y="101977"/>
                      </a:cubicBezTo>
                      <a:cubicBezTo>
                        <a:pt x="105738" y="156774"/>
                        <a:pt x="27414" y="217733"/>
                        <a:pt x="11749" y="20119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" name="Rectangle 10">
                  <a:extLst>
                    <a:ext uri="{FF2B5EF4-FFF2-40B4-BE49-F238E27FC236}">
                      <a16:creationId xmlns:a16="http://schemas.microsoft.com/office/drawing/2014/main" id="{B60D3439-8D93-158B-37D4-390C73CA387B}"/>
                    </a:ext>
                  </a:extLst>
                </p:cNvPr>
                <p:cNvSpPr/>
                <p:nvPr/>
              </p:nvSpPr>
              <p:spPr>
                <a:xfrm rot="531318">
                  <a:off x="1946008" y="1330738"/>
                  <a:ext cx="2397419" cy="2362970"/>
                </a:xfrm>
                <a:custGeom>
                  <a:avLst/>
                  <a:gdLst>
                    <a:gd name="connsiteX0" fmla="*/ 0 w 1473386"/>
                    <a:gd name="connsiteY0" fmla="*/ 736688 h 1473376"/>
                    <a:gd name="connsiteX1" fmla="*/ 736693 w 1473386"/>
                    <a:gd name="connsiteY1" fmla="*/ 0 h 1473376"/>
                    <a:gd name="connsiteX2" fmla="*/ 1473386 w 1473386"/>
                    <a:gd name="connsiteY2" fmla="*/ 736688 h 1473376"/>
                    <a:gd name="connsiteX3" fmla="*/ 736693 w 1473386"/>
                    <a:gd name="connsiteY3" fmla="*/ 1473376 h 1473376"/>
                    <a:gd name="connsiteX4" fmla="*/ 0 w 1473386"/>
                    <a:gd name="connsiteY4" fmla="*/ 736688 h 1473376"/>
                    <a:gd name="connsiteX0" fmla="*/ 23537 w 1496923"/>
                    <a:gd name="connsiteY0" fmla="*/ 736688 h 1501157"/>
                    <a:gd name="connsiteX1" fmla="*/ 760230 w 1496923"/>
                    <a:gd name="connsiteY1" fmla="*/ 0 h 1501157"/>
                    <a:gd name="connsiteX2" fmla="*/ 1496923 w 1496923"/>
                    <a:gd name="connsiteY2" fmla="*/ 736688 h 1501157"/>
                    <a:gd name="connsiteX3" fmla="*/ 760230 w 1496923"/>
                    <a:gd name="connsiteY3" fmla="*/ 1473376 h 1501157"/>
                    <a:gd name="connsiteX4" fmla="*/ 234843 w 1496923"/>
                    <a:gd name="connsiteY4" fmla="*/ 1287506 h 1501157"/>
                    <a:gd name="connsiteX5" fmla="*/ 23537 w 1496923"/>
                    <a:gd name="connsiteY5" fmla="*/ 736688 h 1501157"/>
                    <a:gd name="connsiteX0" fmla="*/ 23537 w 1496923"/>
                    <a:gd name="connsiteY0" fmla="*/ 736688 h 1475414"/>
                    <a:gd name="connsiteX1" fmla="*/ 760230 w 1496923"/>
                    <a:gd name="connsiteY1" fmla="*/ 0 h 1475414"/>
                    <a:gd name="connsiteX2" fmla="*/ 1496923 w 1496923"/>
                    <a:gd name="connsiteY2" fmla="*/ 736688 h 1475414"/>
                    <a:gd name="connsiteX3" fmla="*/ 760230 w 1496923"/>
                    <a:gd name="connsiteY3" fmla="*/ 1473376 h 1475414"/>
                    <a:gd name="connsiteX4" fmla="*/ 234843 w 1496923"/>
                    <a:gd name="connsiteY4" fmla="*/ 1287506 h 1475414"/>
                    <a:gd name="connsiteX5" fmla="*/ 23537 w 1496923"/>
                    <a:gd name="connsiteY5" fmla="*/ 736688 h 1475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96923" h="1475414">
                      <a:moveTo>
                        <a:pt x="23537" y="736688"/>
                      </a:moveTo>
                      <a:cubicBezTo>
                        <a:pt x="111101" y="522104"/>
                        <a:pt x="353366" y="0"/>
                        <a:pt x="760230" y="0"/>
                      </a:cubicBezTo>
                      <a:cubicBezTo>
                        <a:pt x="1167094" y="0"/>
                        <a:pt x="1496923" y="329826"/>
                        <a:pt x="1496923" y="736688"/>
                      </a:cubicBezTo>
                      <a:cubicBezTo>
                        <a:pt x="1496923" y="1143550"/>
                        <a:pt x="937410" y="1457433"/>
                        <a:pt x="760230" y="1473376"/>
                      </a:cubicBezTo>
                      <a:cubicBezTo>
                        <a:pt x="583050" y="1489319"/>
                        <a:pt x="357625" y="1410287"/>
                        <a:pt x="234843" y="1287506"/>
                      </a:cubicBezTo>
                      <a:cubicBezTo>
                        <a:pt x="112061" y="1164725"/>
                        <a:pt x="-64027" y="951272"/>
                        <a:pt x="23537" y="736688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3A9513A6-C616-9DFF-87FD-BF858E081002}"/>
                    </a:ext>
                  </a:extLst>
                </p:cNvPr>
                <p:cNvSpPr/>
                <p:nvPr/>
              </p:nvSpPr>
              <p:spPr>
                <a:xfrm rot="1255512">
                  <a:off x="2436052" y="1664594"/>
                  <a:ext cx="866332" cy="1014900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557AD76-9EBE-EC09-1E52-6200AA283FBB}"/>
                    </a:ext>
                  </a:extLst>
                </p:cNvPr>
                <p:cNvSpPr/>
                <p:nvPr/>
              </p:nvSpPr>
              <p:spPr>
                <a:xfrm rot="1255512">
                  <a:off x="2449520" y="1936743"/>
                  <a:ext cx="535111" cy="62687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" name="Oval 57">
                  <a:extLst>
                    <a:ext uri="{FF2B5EF4-FFF2-40B4-BE49-F238E27FC236}">
                      <a16:creationId xmlns:a16="http://schemas.microsoft.com/office/drawing/2014/main" id="{CBD8D56B-06FF-D653-AF64-A314119CBE51}"/>
                    </a:ext>
                  </a:extLst>
                </p:cNvPr>
                <p:cNvSpPr/>
                <p:nvPr/>
              </p:nvSpPr>
              <p:spPr>
                <a:xfrm rot="1255512">
                  <a:off x="3563832" y="1892393"/>
                  <a:ext cx="1078846" cy="1982703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Oval 57">
                  <a:extLst>
                    <a:ext uri="{FF2B5EF4-FFF2-40B4-BE49-F238E27FC236}">
                      <a16:creationId xmlns:a16="http://schemas.microsoft.com/office/drawing/2014/main" id="{4B1D9211-6011-3E83-3CD7-56FF4DC5159A}"/>
                    </a:ext>
                  </a:extLst>
                </p:cNvPr>
                <p:cNvSpPr/>
                <p:nvPr/>
              </p:nvSpPr>
              <p:spPr>
                <a:xfrm rot="5917663">
                  <a:off x="4861118" y="2892439"/>
                  <a:ext cx="1078846" cy="2065016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0" name="Oval 57">
                  <a:extLst>
                    <a:ext uri="{FF2B5EF4-FFF2-40B4-BE49-F238E27FC236}">
                      <a16:creationId xmlns:a16="http://schemas.microsoft.com/office/drawing/2014/main" id="{2919EE4D-1BBB-2D14-2DA0-7A7E250192DD}"/>
                    </a:ext>
                  </a:extLst>
                </p:cNvPr>
                <p:cNvSpPr/>
                <p:nvPr/>
              </p:nvSpPr>
              <p:spPr>
                <a:xfrm rot="7000438">
                  <a:off x="6804551" y="2866843"/>
                  <a:ext cx="1201783" cy="1280933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Oval 57">
                  <a:extLst>
                    <a:ext uri="{FF2B5EF4-FFF2-40B4-BE49-F238E27FC236}">
                      <a16:creationId xmlns:a16="http://schemas.microsoft.com/office/drawing/2014/main" id="{E4B3E980-7679-A419-EFA4-31F63D87F272}"/>
                    </a:ext>
                  </a:extLst>
                </p:cNvPr>
                <p:cNvSpPr/>
                <p:nvPr/>
              </p:nvSpPr>
              <p:spPr>
                <a:xfrm rot="1479759">
                  <a:off x="7116935" y="3416331"/>
                  <a:ext cx="966763" cy="1797308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0D51A8EB-BBB1-4AA6-ECCC-6DEDD1B7E9AD}"/>
                    </a:ext>
                  </a:extLst>
                </p:cNvPr>
                <p:cNvSpPr/>
                <p:nvPr/>
              </p:nvSpPr>
              <p:spPr>
                <a:xfrm rot="1255512">
                  <a:off x="2495420" y="2135326"/>
                  <a:ext cx="244480" cy="286405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0FAAF76-D81A-E89A-1792-CA3899289F10}"/>
                    </a:ext>
                  </a:extLst>
                </p:cNvPr>
                <p:cNvSpPr/>
                <p:nvPr/>
              </p:nvSpPr>
              <p:spPr>
                <a:xfrm rot="1255512">
                  <a:off x="2745240" y="1962065"/>
                  <a:ext cx="133784" cy="156726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4" name="Oval 29">
                  <a:extLst>
                    <a:ext uri="{FF2B5EF4-FFF2-40B4-BE49-F238E27FC236}">
                      <a16:creationId xmlns:a16="http://schemas.microsoft.com/office/drawing/2014/main" id="{4DA6A987-AE2F-E2C9-33DC-DB992907A0A7}"/>
                    </a:ext>
                  </a:extLst>
                </p:cNvPr>
                <p:cNvSpPr/>
                <p:nvPr/>
              </p:nvSpPr>
              <p:spPr>
                <a:xfrm rot="5400000">
                  <a:off x="1742415" y="2511444"/>
                  <a:ext cx="271158" cy="176234"/>
                </a:xfrm>
                <a:custGeom>
                  <a:avLst/>
                  <a:gdLst>
                    <a:gd name="connsiteX0" fmla="*/ 0 w 866332"/>
                    <a:gd name="connsiteY0" fmla="*/ 507450 h 1014900"/>
                    <a:gd name="connsiteX1" fmla="*/ 433166 w 866332"/>
                    <a:gd name="connsiteY1" fmla="*/ 0 h 1014900"/>
                    <a:gd name="connsiteX2" fmla="*/ 866332 w 866332"/>
                    <a:gd name="connsiteY2" fmla="*/ 507450 h 1014900"/>
                    <a:gd name="connsiteX3" fmla="*/ 433166 w 866332"/>
                    <a:gd name="connsiteY3" fmla="*/ 1014900 h 1014900"/>
                    <a:gd name="connsiteX4" fmla="*/ 0 w 866332"/>
                    <a:gd name="connsiteY4" fmla="*/ 507450 h 1014900"/>
                    <a:gd name="connsiteX0" fmla="*/ 0 w 878373"/>
                    <a:gd name="connsiteY0" fmla="*/ 63432 h 570882"/>
                    <a:gd name="connsiteX1" fmla="*/ 866332 w 878373"/>
                    <a:gd name="connsiteY1" fmla="*/ 63432 h 570882"/>
                    <a:gd name="connsiteX2" fmla="*/ 433166 w 878373"/>
                    <a:gd name="connsiteY2" fmla="*/ 570882 h 570882"/>
                    <a:gd name="connsiteX3" fmla="*/ 0 w 878373"/>
                    <a:gd name="connsiteY3" fmla="*/ 63432 h 570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8373" h="570882">
                      <a:moveTo>
                        <a:pt x="0" y="63432"/>
                      </a:moveTo>
                      <a:cubicBezTo>
                        <a:pt x="72194" y="-21143"/>
                        <a:pt x="794138" y="-21143"/>
                        <a:pt x="866332" y="63432"/>
                      </a:cubicBezTo>
                      <a:cubicBezTo>
                        <a:pt x="938526" y="148007"/>
                        <a:pt x="672397" y="570882"/>
                        <a:pt x="433166" y="570882"/>
                      </a:cubicBezTo>
                      <a:cubicBezTo>
                        <a:pt x="193935" y="570882"/>
                        <a:pt x="0" y="343689"/>
                        <a:pt x="0" y="63432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5" name="Arc 54">
                  <a:extLst>
                    <a:ext uri="{FF2B5EF4-FFF2-40B4-BE49-F238E27FC236}">
                      <a16:creationId xmlns:a16="http://schemas.microsoft.com/office/drawing/2014/main" id="{84EBF50E-B8E3-C6A3-831A-4F5A09BB8D54}"/>
                    </a:ext>
                  </a:extLst>
                </p:cNvPr>
                <p:cNvSpPr/>
                <p:nvPr/>
              </p:nvSpPr>
              <p:spPr>
                <a:xfrm rot="21092516">
                  <a:off x="2009361" y="2437393"/>
                  <a:ext cx="988431" cy="660389"/>
                </a:xfrm>
                <a:prstGeom prst="arc">
                  <a:avLst>
                    <a:gd name="adj1" fmla="val 16131462"/>
                    <a:gd name="adj2" fmla="val 21466438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6" name="Rectangle 20">
                  <a:extLst>
                    <a:ext uri="{FF2B5EF4-FFF2-40B4-BE49-F238E27FC236}">
                      <a16:creationId xmlns:a16="http://schemas.microsoft.com/office/drawing/2014/main" id="{686622D4-31A3-4D95-A831-CDF355117F46}"/>
                    </a:ext>
                  </a:extLst>
                </p:cNvPr>
                <p:cNvSpPr/>
                <p:nvPr/>
              </p:nvSpPr>
              <p:spPr>
                <a:xfrm rot="2454301">
                  <a:off x="3789475" y="-325741"/>
                  <a:ext cx="1316170" cy="3450932"/>
                </a:xfrm>
                <a:custGeom>
                  <a:avLst/>
                  <a:gdLst>
                    <a:gd name="connsiteX0" fmla="*/ 0 w 534457"/>
                    <a:gd name="connsiteY0" fmla="*/ 0 h 1497623"/>
                    <a:gd name="connsiteX1" fmla="*/ 534457 w 534457"/>
                    <a:gd name="connsiteY1" fmla="*/ 0 h 1497623"/>
                    <a:gd name="connsiteX2" fmla="*/ 534457 w 534457"/>
                    <a:gd name="connsiteY2" fmla="*/ 1497623 h 1497623"/>
                    <a:gd name="connsiteX3" fmla="*/ 0 w 534457"/>
                    <a:gd name="connsiteY3" fmla="*/ 1497623 h 1497623"/>
                    <a:gd name="connsiteX4" fmla="*/ 0 w 534457"/>
                    <a:gd name="connsiteY4" fmla="*/ 0 h 1497623"/>
                    <a:gd name="connsiteX0" fmla="*/ 114300 w 534457"/>
                    <a:gd name="connsiteY0" fmla="*/ 0 h 1688123"/>
                    <a:gd name="connsiteX1" fmla="*/ 534457 w 534457"/>
                    <a:gd name="connsiteY1" fmla="*/ 190500 h 1688123"/>
                    <a:gd name="connsiteX2" fmla="*/ 534457 w 534457"/>
                    <a:gd name="connsiteY2" fmla="*/ 1688123 h 1688123"/>
                    <a:gd name="connsiteX3" fmla="*/ 0 w 534457"/>
                    <a:gd name="connsiteY3" fmla="*/ 1688123 h 1688123"/>
                    <a:gd name="connsiteX4" fmla="*/ 114300 w 534457"/>
                    <a:gd name="connsiteY4" fmla="*/ 0 h 1688123"/>
                    <a:gd name="connsiteX0" fmla="*/ 114300 w 839257"/>
                    <a:gd name="connsiteY0" fmla="*/ 0 h 1688123"/>
                    <a:gd name="connsiteX1" fmla="*/ 534457 w 839257"/>
                    <a:gd name="connsiteY1" fmla="*/ 190500 h 1688123"/>
                    <a:gd name="connsiteX2" fmla="*/ 839257 w 839257"/>
                    <a:gd name="connsiteY2" fmla="*/ 1357923 h 1688123"/>
                    <a:gd name="connsiteX3" fmla="*/ 0 w 839257"/>
                    <a:gd name="connsiteY3" fmla="*/ 1688123 h 1688123"/>
                    <a:gd name="connsiteX4" fmla="*/ 114300 w 839257"/>
                    <a:gd name="connsiteY4" fmla="*/ 0 h 1688123"/>
                    <a:gd name="connsiteX0" fmla="*/ 0 w 724957"/>
                    <a:gd name="connsiteY0" fmla="*/ 0 h 1523023"/>
                    <a:gd name="connsiteX1" fmla="*/ 420157 w 724957"/>
                    <a:gd name="connsiteY1" fmla="*/ 190500 h 1523023"/>
                    <a:gd name="connsiteX2" fmla="*/ 724957 w 724957"/>
                    <a:gd name="connsiteY2" fmla="*/ 1357923 h 1523023"/>
                    <a:gd name="connsiteX3" fmla="*/ 228600 w 724957"/>
                    <a:gd name="connsiteY3" fmla="*/ 1523023 h 1523023"/>
                    <a:gd name="connsiteX4" fmla="*/ 0 w 724957"/>
                    <a:gd name="connsiteY4" fmla="*/ 0 h 1523023"/>
                    <a:gd name="connsiteX0" fmla="*/ 0 w 724957"/>
                    <a:gd name="connsiteY0" fmla="*/ 0 h 1523023"/>
                    <a:gd name="connsiteX1" fmla="*/ 724957 w 724957"/>
                    <a:gd name="connsiteY1" fmla="*/ 1357923 h 1523023"/>
                    <a:gd name="connsiteX2" fmla="*/ 228600 w 724957"/>
                    <a:gd name="connsiteY2" fmla="*/ 1523023 h 1523023"/>
                    <a:gd name="connsiteX3" fmla="*/ 0 w 724957"/>
                    <a:gd name="connsiteY3" fmla="*/ 0 h 15230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206997 w 931954"/>
                    <a:gd name="connsiteY0" fmla="*/ 0 h 1624623"/>
                    <a:gd name="connsiteX1" fmla="*/ 931954 w 931954"/>
                    <a:gd name="connsiteY1" fmla="*/ 1459523 h 1624623"/>
                    <a:gd name="connsiteX2" fmla="*/ 435597 w 931954"/>
                    <a:gd name="connsiteY2" fmla="*/ 1624623 h 1624623"/>
                    <a:gd name="connsiteX3" fmla="*/ 206997 w 931954"/>
                    <a:gd name="connsiteY3" fmla="*/ 0 h 1624623"/>
                    <a:gd name="connsiteX0" fmla="*/ 230823 w 955780"/>
                    <a:gd name="connsiteY0" fmla="*/ 0 h 1929423"/>
                    <a:gd name="connsiteX1" fmla="*/ 955780 w 955780"/>
                    <a:gd name="connsiteY1" fmla="*/ 1459523 h 1929423"/>
                    <a:gd name="connsiteX2" fmla="*/ 345123 w 955780"/>
                    <a:gd name="connsiteY2" fmla="*/ 1929423 h 1929423"/>
                    <a:gd name="connsiteX3" fmla="*/ 230823 w 955780"/>
                    <a:gd name="connsiteY3" fmla="*/ 0 h 1929423"/>
                    <a:gd name="connsiteX0" fmla="*/ 270228 w 995185"/>
                    <a:gd name="connsiteY0" fmla="*/ 0 h 1929423"/>
                    <a:gd name="connsiteX1" fmla="*/ 995185 w 995185"/>
                    <a:gd name="connsiteY1" fmla="*/ 1459523 h 1929423"/>
                    <a:gd name="connsiteX2" fmla="*/ 384528 w 995185"/>
                    <a:gd name="connsiteY2" fmla="*/ 1929423 h 1929423"/>
                    <a:gd name="connsiteX3" fmla="*/ 270228 w 995185"/>
                    <a:gd name="connsiteY3" fmla="*/ 0 h 1929423"/>
                    <a:gd name="connsiteX0" fmla="*/ 278806 w 968362"/>
                    <a:gd name="connsiteY0" fmla="*/ 0 h 2030230"/>
                    <a:gd name="connsiteX1" fmla="*/ 968362 w 968362"/>
                    <a:gd name="connsiteY1" fmla="*/ 1560330 h 2030230"/>
                    <a:gd name="connsiteX2" fmla="*/ 357705 w 968362"/>
                    <a:gd name="connsiteY2" fmla="*/ 2030230 h 2030230"/>
                    <a:gd name="connsiteX3" fmla="*/ 278806 w 968362"/>
                    <a:gd name="connsiteY3" fmla="*/ 0 h 2030230"/>
                    <a:gd name="connsiteX0" fmla="*/ 331037 w 1020593"/>
                    <a:gd name="connsiteY0" fmla="*/ 0 h 2030230"/>
                    <a:gd name="connsiteX1" fmla="*/ 1020593 w 1020593"/>
                    <a:gd name="connsiteY1" fmla="*/ 1560330 h 2030230"/>
                    <a:gd name="connsiteX2" fmla="*/ 409936 w 1020593"/>
                    <a:gd name="connsiteY2" fmla="*/ 2030230 h 2030230"/>
                    <a:gd name="connsiteX3" fmla="*/ 331037 w 1020593"/>
                    <a:gd name="connsiteY3" fmla="*/ 0 h 2030230"/>
                    <a:gd name="connsiteX0" fmla="*/ 296151 w 985707"/>
                    <a:gd name="connsiteY0" fmla="*/ 0 h 3018355"/>
                    <a:gd name="connsiteX1" fmla="*/ 985707 w 985707"/>
                    <a:gd name="connsiteY1" fmla="*/ 1560330 h 3018355"/>
                    <a:gd name="connsiteX2" fmla="*/ 529780 w 985707"/>
                    <a:gd name="connsiteY2" fmla="*/ 3018355 h 3018355"/>
                    <a:gd name="connsiteX3" fmla="*/ 296151 w 985707"/>
                    <a:gd name="connsiteY3" fmla="*/ 0 h 3018355"/>
                    <a:gd name="connsiteX0" fmla="*/ 296151 w 1151186"/>
                    <a:gd name="connsiteY0" fmla="*/ 0 h 3018355"/>
                    <a:gd name="connsiteX1" fmla="*/ 1151186 w 1151186"/>
                    <a:gd name="connsiteY1" fmla="*/ 2135859 h 3018355"/>
                    <a:gd name="connsiteX2" fmla="*/ 529780 w 1151186"/>
                    <a:gd name="connsiteY2" fmla="*/ 3018355 h 3018355"/>
                    <a:gd name="connsiteX3" fmla="*/ 296151 w 1151186"/>
                    <a:gd name="connsiteY3" fmla="*/ 0 h 3018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1186" h="3018355">
                      <a:moveTo>
                        <a:pt x="296151" y="0"/>
                      </a:moveTo>
                      <a:cubicBezTo>
                        <a:pt x="1007703" y="270608"/>
                        <a:pt x="909534" y="1649351"/>
                        <a:pt x="1151186" y="2135859"/>
                      </a:cubicBezTo>
                      <a:lnTo>
                        <a:pt x="529780" y="3018355"/>
                      </a:lnTo>
                      <a:cubicBezTo>
                        <a:pt x="453580" y="2476814"/>
                        <a:pt x="-456407" y="1709533"/>
                        <a:pt x="296151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F6EB9D10-1A5B-6C53-2796-D7D1F8E6347F}"/>
                    </a:ext>
                  </a:extLst>
                </p:cNvPr>
                <p:cNvSpPr/>
                <p:nvPr/>
              </p:nvSpPr>
              <p:spPr>
                <a:xfrm rot="2136702">
                  <a:off x="3831348" y="-383910"/>
                  <a:ext cx="1034192" cy="3499702"/>
                </a:xfrm>
                <a:custGeom>
                  <a:avLst/>
                  <a:gdLst>
                    <a:gd name="connsiteX0" fmla="*/ 296150 w 668167"/>
                    <a:gd name="connsiteY0" fmla="*/ 0 h 3018355"/>
                    <a:gd name="connsiteX1" fmla="*/ 360520 w 668167"/>
                    <a:gd name="connsiteY1" fmla="*/ 28554 h 3018355"/>
                    <a:gd name="connsiteX2" fmla="*/ 378138 w 668167"/>
                    <a:gd name="connsiteY2" fmla="*/ 38766 h 3018355"/>
                    <a:gd name="connsiteX3" fmla="*/ 326721 w 668167"/>
                    <a:gd name="connsiteY3" fmla="*/ 177285 h 3018355"/>
                    <a:gd name="connsiteX4" fmla="*/ 659132 w 668167"/>
                    <a:gd name="connsiteY4" fmla="*/ 2781611 h 3018355"/>
                    <a:gd name="connsiteX5" fmla="*/ 668167 w 668167"/>
                    <a:gd name="connsiteY5" fmla="*/ 2821821 h 3018355"/>
                    <a:gd name="connsiteX6" fmla="*/ 529779 w 668167"/>
                    <a:gd name="connsiteY6" fmla="*/ 3018355 h 3018355"/>
                    <a:gd name="connsiteX7" fmla="*/ 296150 w 668167"/>
                    <a:gd name="connsiteY7" fmla="*/ 0 h 3018355"/>
                    <a:gd name="connsiteX0" fmla="*/ 296150 w 668167"/>
                    <a:gd name="connsiteY0" fmla="*/ 0 h 3018355"/>
                    <a:gd name="connsiteX1" fmla="*/ 360520 w 668167"/>
                    <a:gd name="connsiteY1" fmla="*/ 28554 h 3018355"/>
                    <a:gd name="connsiteX2" fmla="*/ 326721 w 668167"/>
                    <a:gd name="connsiteY2" fmla="*/ 177285 h 3018355"/>
                    <a:gd name="connsiteX3" fmla="*/ 659132 w 668167"/>
                    <a:gd name="connsiteY3" fmla="*/ 2781611 h 3018355"/>
                    <a:gd name="connsiteX4" fmla="*/ 668167 w 668167"/>
                    <a:gd name="connsiteY4" fmla="*/ 2821821 h 3018355"/>
                    <a:gd name="connsiteX5" fmla="*/ 529779 w 668167"/>
                    <a:gd name="connsiteY5" fmla="*/ 3018355 h 3018355"/>
                    <a:gd name="connsiteX6" fmla="*/ 296150 w 668167"/>
                    <a:gd name="connsiteY6" fmla="*/ 0 h 3018355"/>
                    <a:gd name="connsiteX0" fmla="*/ 296150 w 668167"/>
                    <a:gd name="connsiteY0" fmla="*/ 275731 h 3294086"/>
                    <a:gd name="connsiteX1" fmla="*/ 326721 w 668167"/>
                    <a:gd name="connsiteY1" fmla="*/ 453016 h 3294086"/>
                    <a:gd name="connsiteX2" fmla="*/ 659132 w 668167"/>
                    <a:gd name="connsiteY2" fmla="*/ 3057342 h 3294086"/>
                    <a:gd name="connsiteX3" fmla="*/ 668167 w 668167"/>
                    <a:gd name="connsiteY3" fmla="*/ 3097552 h 3294086"/>
                    <a:gd name="connsiteX4" fmla="*/ 529779 w 668167"/>
                    <a:gd name="connsiteY4" fmla="*/ 3294086 h 3294086"/>
                    <a:gd name="connsiteX5" fmla="*/ 296150 w 668167"/>
                    <a:gd name="connsiteY5" fmla="*/ 275731 h 3294086"/>
                    <a:gd name="connsiteX0" fmla="*/ 296150 w 668167"/>
                    <a:gd name="connsiteY0" fmla="*/ 201368 h 3219723"/>
                    <a:gd name="connsiteX1" fmla="*/ 326721 w 668167"/>
                    <a:gd name="connsiteY1" fmla="*/ 378653 h 3219723"/>
                    <a:gd name="connsiteX2" fmla="*/ 659132 w 668167"/>
                    <a:gd name="connsiteY2" fmla="*/ 2982979 h 3219723"/>
                    <a:gd name="connsiteX3" fmla="*/ 668167 w 668167"/>
                    <a:gd name="connsiteY3" fmla="*/ 3023189 h 3219723"/>
                    <a:gd name="connsiteX4" fmla="*/ 529779 w 668167"/>
                    <a:gd name="connsiteY4" fmla="*/ 3219723 h 3219723"/>
                    <a:gd name="connsiteX5" fmla="*/ 296150 w 668167"/>
                    <a:gd name="connsiteY5" fmla="*/ 201368 h 3219723"/>
                    <a:gd name="connsiteX0" fmla="*/ 296150 w 668167"/>
                    <a:gd name="connsiteY0" fmla="*/ 63443 h 3081798"/>
                    <a:gd name="connsiteX1" fmla="*/ 326721 w 668167"/>
                    <a:gd name="connsiteY1" fmla="*/ 240728 h 3081798"/>
                    <a:gd name="connsiteX2" fmla="*/ 659132 w 668167"/>
                    <a:gd name="connsiteY2" fmla="*/ 2845054 h 3081798"/>
                    <a:gd name="connsiteX3" fmla="*/ 668167 w 668167"/>
                    <a:gd name="connsiteY3" fmla="*/ 2885264 h 3081798"/>
                    <a:gd name="connsiteX4" fmla="*/ 529779 w 668167"/>
                    <a:gd name="connsiteY4" fmla="*/ 3081798 h 3081798"/>
                    <a:gd name="connsiteX5" fmla="*/ 296150 w 668167"/>
                    <a:gd name="connsiteY5" fmla="*/ 63443 h 3081798"/>
                    <a:gd name="connsiteX0" fmla="*/ 296150 w 668167"/>
                    <a:gd name="connsiteY0" fmla="*/ 54301 h 3072656"/>
                    <a:gd name="connsiteX1" fmla="*/ 326721 w 668167"/>
                    <a:gd name="connsiteY1" fmla="*/ 231586 h 3072656"/>
                    <a:gd name="connsiteX2" fmla="*/ 659132 w 668167"/>
                    <a:gd name="connsiteY2" fmla="*/ 2835912 h 3072656"/>
                    <a:gd name="connsiteX3" fmla="*/ 668167 w 668167"/>
                    <a:gd name="connsiteY3" fmla="*/ 2876122 h 3072656"/>
                    <a:gd name="connsiteX4" fmla="*/ 529779 w 668167"/>
                    <a:gd name="connsiteY4" fmla="*/ 3072656 h 3072656"/>
                    <a:gd name="connsiteX5" fmla="*/ 296150 w 668167"/>
                    <a:gd name="connsiteY5" fmla="*/ 54301 h 3072656"/>
                    <a:gd name="connsiteX0" fmla="*/ 296150 w 668167"/>
                    <a:gd name="connsiteY0" fmla="*/ 0 h 3018355"/>
                    <a:gd name="connsiteX1" fmla="*/ 326721 w 668167"/>
                    <a:gd name="connsiteY1" fmla="*/ 177285 h 3018355"/>
                    <a:gd name="connsiteX2" fmla="*/ 659132 w 668167"/>
                    <a:gd name="connsiteY2" fmla="*/ 2781611 h 3018355"/>
                    <a:gd name="connsiteX3" fmla="*/ 668167 w 668167"/>
                    <a:gd name="connsiteY3" fmla="*/ 2821821 h 3018355"/>
                    <a:gd name="connsiteX4" fmla="*/ 529779 w 668167"/>
                    <a:gd name="connsiteY4" fmla="*/ 3018355 h 3018355"/>
                    <a:gd name="connsiteX5" fmla="*/ 296150 w 668167"/>
                    <a:gd name="connsiteY5" fmla="*/ 0 h 3018355"/>
                    <a:gd name="connsiteX0" fmla="*/ 298180 w 660238"/>
                    <a:gd name="connsiteY0" fmla="*/ 0 h 3099258"/>
                    <a:gd name="connsiteX1" fmla="*/ 318792 w 660238"/>
                    <a:gd name="connsiteY1" fmla="*/ 258188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0 h 3099258"/>
                    <a:gd name="connsiteX1" fmla="*/ 318792 w 660238"/>
                    <a:gd name="connsiteY1" fmla="*/ 258188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0 h 3099258"/>
                    <a:gd name="connsiteX1" fmla="*/ 277279 w 660238"/>
                    <a:gd name="connsiteY1" fmla="*/ 268272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477 h 3099735"/>
                    <a:gd name="connsiteX1" fmla="*/ 651203 w 660238"/>
                    <a:gd name="connsiteY1" fmla="*/ 2862991 h 3099735"/>
                    <a:gd name="connsiteX2" fmla="*/ 660238 w 660238"/>
                    <a:gd name="connsiteY2" fmla="*/ 2903201 h 3099735"/>
                    <a:gd name="connsiteX3" fmla="*/ 521850 w 660238"/>
                    <a:gd name="connsiteY3" fmla="*/ 3099735 h 3099735"/>
                    <a:gd name="connsiteX4" fmla="*/ 298180 w 660238"/>
                    <a:gd name="connsiteY4" fmla="*/ 477 h 3099735"/>
                    <a:gd name="connsiteX0" fmla="*/ 332620 w 694678"/>
                    <a:gd name="connsiteY0" fmla="*/ 477 h 3118680"/>
                    <a:gd name="connsiteX1" fmla="*/ 685643 w 694678"/>
                    <a:gd name="connsiteY1" fmla="*/ 2862991 h 3118680"/>
                    <a:gd name="connsiteX2" fmla="*/ 694678 w 694678"/>
                    <a:gd name="connsiteY2" fmla="*/ 2903201 h 3118680"/>
                    <a:gd name="connsiteX3" fmla="*/ 405246 w 694678"/>
                    <a:gd name="connsiteY3" fmla="*/ 3118680 h 3118680"/>
                    <a:gd name="connsiteX4" fmla="*/ 332620 w 694678"/>
                    <a:gd name="connsiteY4" fmla="*/ 477 h 3118680"/>
                    <a:gd name="connsiteX0" fmla="*/ 299384 w 661442"/>
                    <a:gd name="connsiteY0" fmla="*/ 477 h 3118680"/>
                    <a:gd name="connsiteX1" fmla="*/ 652407 w 661442"/>
                    <a:gd name="connsiteY1" fmla="*/ 2862991 h 3118680"/>
                    <a:gd name="connsiteX2" fmla="*/ 661442 w 661442"/>
                    <a:gd name="connsiteY2" fmla="*/ 2903201 h 3118680"/>
                    <a:gd name="connsiteX3" fmla="*/ 372010 w 661442"/>
                    <a:gd name="connsiteY3" fmla="*/ 3118680 h 3118680"/>
                    <a:gd name="connsiteX4" fmla="*/ 299384 w 661442"/>
                    <a:gd name="connsiteY4" fmla="*/ 477 h 3118680"/>
                    <a:gd name="connsiteX0" fmla="*/ 302028 w 664086"/>
                    <a:gd name="connsiteY0" fmla="*/ 477 h 3118680"/>
                    <a:gd name="connsiteX1" fmla="*/ 655051 w 664086"/>
                    <a:gd name="connsiteY1" fmla="*/ 2862991 h 3118680"/>
                    <a:gd name="connsiteX2" fmla="*/ 664086 w 664086"/>
                    <a:gd name="connsiteY2" fmla="*/ 2903201 h 3118680"/>
                    <a:gd name="connsiteX3" fmla="*/ 374654 w 664086"/>
                    <a:gd name="connsiteY3" fmla="*/ 3118680 h 3118680"/>
                    <a:gd name="connsiteX4" fmla="*/ 302028 w 664086"/>
                    <a:gd name="connsiteY4" fmla="*/ 477 h 3118680"/>
                    <a:gd name="connsiteX0" fmla="*/ 302028 w 664086"/>
                    <a:gd name="connsiteY0" fmla="*/ 445 h 3118648"/>
                    <a:gd name="connsiteX1" fmla="*/ 655051 w 664086"/>
                    <a:gd name="connsiteY1" fmla="*/ 2862959 h 3118648"/>
                    <a:gd name="connsiteX2" fmla="*/ 664086 w 664086"/>
                    <a:gd name="connsiteY2" fmla="*/ 2903169 h 3118648"/>
                    <a:gd name="connsiteX3" fmla="*/ 374654 w 664086"/>
                    <a:gd name="connsiteY3" fmla="*/ 3118648 h 3118648"/>
                    <a:gd name="connsiteX4" fmla="*/ 302028 w 664086"/>
                    <a:gd name="connsiteY4" fmla="*/ 445 h 3118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086" h="3118648">
                      <a:moveTo>
                        <a:pt x="302028" y="445"/>
                      </a:moveTo>
                      <a:cubicBezTo>
                        <a:pt x="323587" y="-39012"/>
                        <a:pt x="-30847" y="2558424"/>
                        <a:pt x="655051" y="2862959"/>
                      </a:cubicBezTo>
                      <a:lnTo>
                        <a:pt x="664086" y="2903169"/>
                      </a:lnTo>
                      <a:lnTo>
                        <a:pt x="374654" y="3118648"/>
                      </a:lnTo>
                      <a:cubicBezTo>
                        <a:pt x="286361" y="2715174"/>
                        <a:pt x="-375736" y="1671335"/>
                        <a:pt x="302028" y="445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0E4E334-367E-92AD-691D-B0A750D233B0}"/>
                  </a:ext>
                </a:extLst>
              </p:cNvPr>
              <p:cNvGrpSpPr/>
              <p:nvPr/>
            </p:nvGrpSpPr>
            <p:grpSpPr>
              <a:xfrm>
                <a:off x="10701130" y="4890218"/>
                <a:ext cx="463645" cy="538766"/>
                <a:chOff x="10682972" y="4922196"/>
                <a:chExt cx="463645" cy="538766"/>
              </a:xfrm>
              <a:grpFill/>
            </p:grpSpPr>
            <p:sp>
              <p:nvSpPr>
                <p:cNvPr id="35" name="Arc 34">
                  <a:extLst>
                    <a:ext uri="{FF2B5EF4-FFF2-40B4-BE49-F238E27FC236}">
                      <a16:creationId xmlns:a16="http://schemas.microsoft.com/office/drawing/2014/main" id="{FBBE1B55-B2D1-B9F9-D7B8-AE0A4226B69C}"/>
                    </a:ext>
                  </a:extLst>
                </p:cNvPr>
                <p:cNvSpPr/>
                <p:nvPr/>
              </p:nvSpPr>
              <p:spPr>
                <a:xfrm rot="8294741">
                  <a:off x="10682972" y="4922196"/>
                  <a:ext cx="304308" cy="304308"/>
                </a:xfrm>
                <a:prstGeom prst="arc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Arc 35">
                  <a:extLst>
                    <a:ext uri="{FF2B5EF4-FFF2-40B4-BE49-F238E27FC236}">
                      <a16:creationId xmlns:a16="http://schemas.microsoft.com/office/drawing/2014/main" id="{FFFD00B0-A2DF-F89A-D747-43DC36C715B2}"/>
                    </a:ext>
                  </a:extLst>
                </p:cNvPr>
                <p:cNvSpPr/>
                <p:nvPr/>
              </p:nvSpPr>
              <p:spPr>
                <a:xfrm rot="16685091">
                  <a:off x="10705437" y="5019782"/>
                  <a:ext cx="441180" cy="441180"/>
                </a:xfrm>
                <a:prstGeom prst="arc">
                  <a:avLst>
                    <a:gd name="adj1" fmla="val 16200000"/>
                    <a:gd name="adj2" fmla="val 17539592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2" name="Rectangle 542">
              <a:extLst>
                <a:ext uri="{FF2B5EF4-FFF2-40B4-BE49-F238E27FC236}">
                  <a16:creationId xmlns:a16="http://schemas.microsoft.com/office/drawing/2014/main" id="{9823F9B0-7D86-21C0-56B4-277B8C4B1CE1}"/>
                </a:ext>
              </a:extLst>
            </p:cNvPr>
            <p:cNvSpPr/>
            <p:nvPr/>
          </p:nvSpPr>
          <p:spPr>
            <a:xfrm>
              <a:off x="9191695" y="4300766"/>
              <a:ext cx="717715" cy="598360"/>
            </a:xfrm>
            <a:custGeom>
              <a:avLst/>
              <a:gdLst>
                <a:gd name="connsiteX0" fmla="*/ 0 w 533565"/>
                <a:gd name="connsiteY0" fmla="*/ 0 h 184820"/>
                <a:gd name="connsiteX1" fmla="*/ 533565 w 533565"/>
                <a:gd name="connsiteY1" fmla="*/ 0 h 184820"/>
                <a:gd name="connsiteX2" fmla="*/ 533565 w 533565"/>
                <a:gd name="connsiteY2" fmla="*/ 184820 h 184820"/>
                <a:gd name="connsiteX3" fmla="*/ 0 w 533565"/>
                <a:gd name="connsiteY3" fmla="*/ 184820 h 184820"/>
                <a:gd name="connsiteX4" fmla="*/ 0 w 533565"/>
                <a:gd name="connsiteY4" fmla="*/ 0 h 184820"/>
                <a:gd name="connsiteX0" fmla="*/ 0 w 597065"/>
                <a:gd name="connsiteY0" fmla="*/ 12700 h 184820"/>
                <a:gd name="connsiteX1" fmla="*/ 597065 w 597065"/>
                <a:gd name="connsiteY1" fmla="*/ 0 h 184820"/>
                <a:gd name="connsiteX2" fmla="*/ 597065 w 597065"/>
                <a:gd name="connsiteY2" fmla="*/ 184820 h 184820"/>
                <a:gd name="connsiteX3" fmla="*/ 63500 w 597065"/>
                <a:gd name="connsiteY3" fmla="*/ 184820 h 184820"/>
                <a:gd name="connsiteX4" fmla="*/ 0 w 597065"/>
                <a:gd name="connsiteY4" fmla="*/ 12700 h 184820"/>
                <a:gd name="connsiteX0" fmla="*/ 0 w 692315"/>
                <a:gd name="connsiteY0" fmla="*/ 215900 h 388020"/>
                <a:gd name="connsiteX1" fmla="*/ 692315 w 692315"/>
                <a:gd name="connsiteY1" fmla="*/ 0 h 388020"/>
                <a:gd name="connsiteX2" fmla="*/ 597065 w 692315"/>
                <a:gd name="connsiteY2" fmla="*/ 388020 h 388020"/>
                <a:gd name="connsiteX3" fmla="*/ 63500 w 692315"/>
                <a:gd name="connsiteY3" fmla="*/ 388020 h 388020"/>
                <a:gd name="connsiteX4" fmla="*/ 0 w 692315"/>
                <a:gd name="connsiteY4" fmla="*/ 215900 h 388020"/>
                <a:gd name="connsiteX0" fmla="*/ 0 w 692315"/>
                <a:gd name="connsiteY0" fmla="*/ 215900 h 388020"/>
                <a:gd name="connsiteX1" fmla="*/ 692315 w 692315"/>
                <a:gd name="connsiteY1" fmla="*/ 0 h 388020"/>
                <a:gd name="connsiteX2" fmla="*/ 673265 w 692315"/>
                <a:gd name="connsiteY2" fmla="*/ 337220 h 388020"/>
                <a:gd name="connsiteX3" fmla="*/ 63500 w 692315"/>
                <a:gd name="connsiteY3" fmla="*/ 388020 h 388020"/>
                <a:gd name="connsiteX4" fmla="*/ 0 w 692315"/>
                <a:gd name="connsiteY4" fmla="*/ 215900 h 388020"/>
                <a:gd name="connsiteX0" fmla="*/ 0 w 692315"/>
                <a:gd name="connsiteY0" fmla="*/ 215900 h 438820"/>
                <a:gd name="connsiteX1" fmla="*/ 692315 w 692315"/>
                <a:gd name="connsiteY1" fmla="*/ 0 h 438820"/>
                <a:gd name="connsiteX2" fmla="*/ 673265 w 692315"/>
                <a:gd name="connsiteY2" fmla="*/ 337220 h 438820"/>
                <a:gd name="connsiteX3" fmla="*/ 63500 w 692315"/>
                <a:gd name="connsiteY3" fmla="*/ 438820 h 438820"/>
                <a:gd name="connsiteX4" fmla="*/ 0 w 692315"/>
                <a:gd name="connsiteY4" fmla="*/ 215900 h 438820"/>
                <a:gd name="connsiteX0" fmla="*/ 63500 w 628815"/>
                <a:gd name="connsiteY0" fmla="*/ 0 h 572170"/>
                <a:gd name="connsiteX1" fmla="*/ 628815 w 628815"/>
                <a:gd name="connsiteY1" fmla="*/ 133350 h 572170"/>
                <a:gd name="connsiteX2" fmla="*/ 609765 w 628815"/>
                <a:gd name="connsiteY2" fmla="*/ 470570 h 572170"/>
                <a:gd name="connsiteX3" fmla="*/ 0 w 628815"/>
                <a:gd name="connsiteY3" fmla="*/ 572170 h 572170"/>
                <a:gd name="connsiteX4" fmla="*/ 63500 w 628815"/>
                <a:gd name="connsiteY4" fmla="*/ 0 h 572170"/>
                <a:gd name="connsiteX0" fmla="*/ 77885 w 643200"/>
                <a:gd name="connsiteY0" fmla="*/ 0 h 572170"/>
                <a:gd name="connsiteX1" fmla="*/ 643200 w 643200"/>
                <a:gd name="connsiteY1" fmla="*/ 133350 h 572170"/>
                <a:gd name="connsiteX2" fmla="*/ 624150 w 643200"/>
                <a:gd name="connsiteY2" fmla="*/ 470570 h 572170"/>
                <a:gd name="connsiteX3" fmla="*/ 14385 w 643200"/>
                <a:gd name="connsiteY3" fmla="*/ 572170 h 572170"/>
                <a:gd name="connsiteX4" fmla="*/ 77885 w 643200"/>
                <a:gd name="connsiteY4" fmla="*/ 0 h 572170"/>
                <a:gd name="connsiteX0" fmla="*/ 120650 w 685965"/>
                <a:gd name="connsiteY0" fmla="*/ 0 h 572170"/>
                <a:gd name="connsiteX1" fmla="*/ 685965 w 685965"/>
                <a:gd name="connsiteY1" fmla="*/ 133350 h 572170"/>
                <a:gd name="connsiteX2" fmla="*/ 666915 w 685965"/>
                <a:gd name="connsiteY2" fmla="*/ 470570 h 572170"/>
                <a:gd name="connsiteX3" fmla="*/ 0 w 685965"/>
                <a:gd name="connsiteY3" fmla="*/ 572170 h 572170"/>
                <a:gd name="connsiteX4" fmla="*/ 120650 w 685965"/>
                <a:gd name="connsiteY4" fmla="*/ 0 h 572170"/>
                <a:gd name="connsiteX0" fmla="*/ 152400 w 717715"/>
                <a:gd name="connsiteY0" fmla="*/ 0 h 572170"/>
                <a:gd name="connsiteX1" fmla="*/ 717715 w 717715"/>
                <a:gd name="connsiteY1" fmla="*/ 133350 h 572170"/>
                <a:gd name="connsiteX2" fmla="*/ 698665 w 717715"/>
                <a:gd name="connsiteY2" fmla="*/ 470570 h 572170"/>
                <a:gd name="connsiteX3" fmla="*/ 0 w 717715"/>
                <a:gd name="connsiteY3" fmla="*/ 572170 h 572170"/>
                <a:gd name="connsiteX4" fmla="*/ 152400 w 717715"/>
                <a:gd name="connsiteY4" fmla="*/ 0 h 572170"/>
                <a:gd name="connsiteX0" fmla="*/ 152400 w 717715"/>
                <a:gd name="connsiteY0" fmla="*/ 0 h 572170"/>
                <a:gd name="connsiteX1" fmla="*/ 717715 w 717715"/>
                <a:gd name="connsiteY1" fmla="*/ 120650 h 572170"/>
                <a:gd name="connsiteX2" fmla="*/ 698665 w 717715"/>
                <a:gd name="connsiteY2" fmla="*/ 470570 h 572170"/>
                <a:gd name="connsiteX3" fmla="*/ 0 w 717715"/>
                <a:gd name="connsiteY3" fmla="*/ 572170 h 572170"/>
                <a:gd name="connsiteX4" fmla="*/ 152400 w 717715"/>
                <a:gd name="connsiteY4" fmla="*/ 0 h 572170"/>
                <a:gd name="connsiteX0" fmla="*/ 152400 w 717715"/>
                <a:gd name="connsiteY0" fmla="*/ 0 h 572170"/>
                <a:gd name="connsiteX1" fmla="*/ 717715 w 717715"/>
                <a:gd name="connsiteY1" fmla="*/ 120650 h 572170"/>
                <a:gd name="connsiteX2" fmla="*/ 698665 w 717715"/>
                <a:gd name="connsiteY2" fmla="*/ 470570 h 572170"/>
                <a:gd name="connsiteX3" fmla="*/ 0 w 717715"/>
                <a:gd name="connsiteY3" fmla="*/ 572170 h 572170"/>
                <a:gd name="connsiteX4" fmla="*/ 152400 w 717715"/>
                <a:gd name="connsiteY4" fmla="*/ 0 h 572170"/>
                <a:gd name="connsiteX0" fmla="*/ 152400 w 717715"/>
                <a:gd name="connsiteY0" fmla="*/ 17480 h 589650"/>
                <a:gd name="connsiteX1" fmla="*/ 717715 w 717715"/>
                <a:gd name="connsiteY1" fmla="*/ 138130 h 589650"/>
                <a:gd name="connsiteX2" fmla="*/ 698665 w 717715"/>
                <a:gd name="connsiteY2" fmla="*/ 488050 h 589650"/>
                <a:gd name="connsiteX3" fmla="*/ 0 w 717715"/>
                <a:gd name="connsiteY3" fmla="*/ 589650 h 589650"/>
                <a:gd name="connsiteX4" fmla="*/ 152400 w 717715"/>
                <a:gd name="connsiteY4" fmla="*/ 17480 h 589650"/>
                <a:gd name="connsiteX0" fmla="*/ 152400 w 717715"/>
                <a:gd name="connsiteY0" fmla="*/ 26190 h 598360"/>
                <a:gd name="connsiteX1" fmla="*/ 717715 w 717715"/>
                <a:gd name="connsiteY1" fmla="*/ 146840 h 598360"/>
                <a:gd name="connsiteX2" fmla="*/ 698665 w 717715"/>
                <a:gd name="connsiteY2" fmla="*/ 496760 h 598360"/>
                <a:gd name="connsiteX3" fmla="*/ 0 w 717715"/>
                <a:gd name="connsiteY3" fmla="*/ 598360 h 598360"/>
                <a:gd name="connsiteX4" fmla="*/ 152400 w 717715"/>
                <a:gd name="connsiteY4" fmla="*/ 26190 h 59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715" h="598360">
                  <a:moveTo>
                    <a:pt x="152400" y="26190"/>
                  </a:moveTo>
                  <a:cubicBezTo>
                    <a:pt x="499588" y="-41543"/>
                    <a:pt x="567377" y="30423"/>
                    <a:pt x="717715" y="146840"/>
                  </a:cubicBezTo>
                  <a:lnTo>
                    <a:pt x="698665" y="496760"/>
                  </a:lnTo>
                  <a:lnTo>
                    <a:pt x="0" y="598360"/>
                  </a:lnTo>
                  <a:cubicBezTo>
                    <a:pt x="21167" y="407637"/>
                    <a:pt x="10583" y="534413"/>
                    <a:pt x="152400" y="26190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C87CA48-7A78-2B9E-14CC-C08B87ABE8F2}"/>
              </a:ext>
            </a:extLst>
          </p:cNvPr>
          <p:cNvGrpSpPr/>
          <p:nvPr/>
        </p:nvGrpSpPr>
        <p:grpSpPr>
          <a:xfrm>
            <a:off x="3564940" y="-599655"/>
            <a:ext cx="7966122" cy="7081766"/>
            <a:chOff x="3564940" y="-599655"/>
            <a:chExt cx="7966122" cy="7081766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95E4A52-7ADD-30D6-571C-54E301B5FFB9}"/>
                </a:ext>
              </a:extLst>
            </p:cNvPr>
            <p:cNvGrpSpPr/>
            <p:nvPr/>
          </p:nvGrpSpPr>
          <p:grpSpPr>
            <a:xfrm>
              <a:off x="3564940" y="-599655"/>
              <a:ext cx="7966122" cy="7081766"/>
              <a:chOff x="8515155" y="3117957"/>
              <a:chExt cx="3407810" cy="3029493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9896F80-F4C9-6F7C-BFC5-3EBF17555CE3}"/>
                  </a:ext>
                </a:extLst>
              </p:cNvPr>
              <p:cNvGrpSpPr/>
              <p:nvPr/>
            </p:nvGrpSpPr>
            <p:grpSpPr>
              <a:xfrm rot="21367080">
                <a:off x="8515155" y="3117957"/>
                <a:ext cx="3407810" cy="3029493"/>
                <a:chOff x="1789877" y="-383910"/>
                <a:chExt cx="6795232" cy="6040860"/>
              </a:xfrm>
            </p:grpSpPr>
            <p:sp>
              <p:nvSpPr>
                <p:cNvPr id="65" name="Rectangle 19">
                  <a:extLst>
                    <a:ext uri="{FF2B5EF4-FFF2-40B4-BE49-F238E27FC236}">
                      <a16:creationId xmlns:a16="http://schemas.microsoft.com/office/drawing/2014/main" id="{B1DEA95B-42F1-2104-6D40-59BFB112928E}"/>
                    </a:ext>
                  </a:extLst>
                </p:cNvPr>
                <p:cNvSpPr/>
                <p:nvPr/>
              </p:nvSpPr>
              <p:spPr>
                <a:xfrm rot="644141">
                  <a:off x="4216695" y="3594469"/>
                  <a:ext cx="1162050" cy="1773479"/>
                </a:xfrm>
                <a:custGeom>
                  <a:avLst/>
                  <a:gdLst>
                    <a:gd name="connsiteX0" fmla="*/ 0 w 323850"/>
                    <a:gd name="connsiteY0" fmla="*/ 0 h 1428750"/>
                    <a:gd name="connsiteX1" fmla="*/ 323850 w 323850"/>
                    <a:gd name="connsiteY1" fmla="*/ 0 h 1428750"/>
                    <a:gd name="connsiteX2" fmla="*/ 323850 w 323850"/>
                    <a:gd name="connsiteY2" fmla="*/ 1428750 h 1428750"/>
                    <a:gd name="connsiteX3" fmla="*/ 0 w 323850"/>
                    <a:gd name="connsiteY3" fmla="*/ 1428750 h 1428750"/>
                    <a:gd name="connsiteX4" fmla="*/ 0 w 323850"/>
                    <a:gd name="connsiteY4" fmla="*/ 0 h 1428750"/>
                    <a:gd name="connsiteX0" fmla="*/ 0 w 736600"/>
                    <a:gd name="connsiteY0" fmla="*/ 0 h 1428750"/>
                    <a:gd name="connsiteX1" fmla="*/ 736600 w 736600"/>
                    <a:gd name="connsiteY1" fmla="*/ 38100 h 1428750"/>
                    <a:gd name="connsiteX2" fmla="*/ 323850 w 736600"/>
                    <a:gd name="connsiteY2" fmla="*/ 1428750 h 1428750"/>
                    <a:gd name="connsiteX3" fmla="*/ 0 w 736600"/>
                    <a:gd name="connsiteY3" fmla="*/ 1428750 h 1428750"/>
                    <a:gd name="connsiteX4" fmla="*/ 0 w 736600"/>
                    <a:gd name="connsiteY4" fmla="*/ 0 h 14287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203200 w 939800"/>
                    <a:gd name="connsiteY3" fmla="*/ 1492250 h 1492250"/>
                    <a:gd name="connsiteX4" fmla="*/ 0 w 939800"/>
                    <a:gd name="connsiteY4" fmla="*/ 0 h 14922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107950 w 939800"/>
                    <a:gd name="connsiteY3" fmla="*/ 1212850 h 1492250"/>
                    <a:gd name="connsiteX4" fmla="*/ 0 w 939800"/>
                    <a:gd name="connsiteY4" fmla="*/ 0 h 1492250"/>
                    <a:gd name="connsiteX0" fmla="*/ 222250 w 1162050"/>
                    <a:gd name="connsiteY0" fmla="*/ 0 h 1565218"/>
                    <a:gd name="connsiteX1" fmla="*/ 1162050 w 1162050"/>
                    <a:gd name="connsiteY1" fmla="*/ 101600 h 1565218"/>
                    <a:gd name="connsiteX2" fmla="*/ 749300 w 1162050"/>
                    <a:gd name="connsiteY2" fmla="*/ 1492250 h 1565218"/>
                    <a:gd name="connsiteX3" fmla="*/ 0 w 1162050"/>
                    <a:gd name="connsiteY3" fmla="*/ 1549400 h 1565218"/>
                    <a:gd name="connsiteX4" fmla="*/ 330200 w 1162050"/>
                    <a:gd name="connsiteY4" fmla="*/ 1212850 h 1565218"/>
                    <a:gd name="connsiteX5" fmla="*/ 222250 w 1162050"/>
                    <a:gd name="connsiteY5" fmla="*/ 0 h 1565218"/>
                    <a:gd name="connsiteX0" fmla="*/ 222250 w 1162050"/>
                    <a:gd name="connsiteY0" fmla="*/ 0 h 1782069"/>
                    <a:gd name="connsiteX1" fmla="*/ 1162050 w 1162050"/>
                    <a:gd name="connsiteY1" fmla="*/ 101600 h 1782069"/>
                    <a:gd name="connsiteX2" fmla="*/ 749300 w 1162050"/>
                    <a:gd name="connsiteY2" fmla="*/ 1492250 h 1782069"/>
                    <a:gd name="connsiteX3" fmla="*/ 0 w 1162050"/>
                    <a:gd name="connsiteY3" fmla="*/ 1549400 h 1782069"/>
                    <a:gd name="connsiteX4" fmla="*/ 330200 w 1162050"/>
                    <a:gd name="connsiteY4" fmla="*/ 1212850 h 1782069"/>
                    <a:gd name="connsiteX5" fmla="*/ 222250 w 1162050"/>
                    <a:gd name="connsiteY5" fmla="*/ 0 h 1782069"/>
                    <a:gd name="connsiteX0" fmla="*/ 222250 w 1162050"/>
                    <a:gd name="connsiteY0" fmla="*/ 0 h 1832443"/>
                    <a:gd name="connsiteX1" fmla="*/ 1162050 w 1162050"/>
                    <a:gd name="connsiteY1" fmla="*/ 101600 h 1832443"/>
                    <a:gd name="connsiteX2" fmla="*/ 749300 w 1162050"/>
                    <a:gd name="connsiteY2" fmla="*/ 1492250 h 1832443"/>
                    <a:gd name="connsiteX3" fmla="*/ 0 w 1162050"/>
                    <a:gd name="connsiteY3" fmla="*/ 1549400 h 1832443"/>
                    <a:gd name="connsiteX4" fmla="*/ 330200 w 1162050"/>
                    <a:gd name="connsiteY4" fmla="*/ 1212850 h 1832443"/>
                    <a:gd name="connsiteX5" fmla="*/ 222250 w 1162050"/>
                    <a:gd name="connsiteY5" fmla="*/ 0 h 1832443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2050" h="1773479">
                      <a:moveTo>
                        <a:pt x="222250" y="0"/>
                      </a:moveTo>
                      <a:lnTo>
                        <a:pt x="1162050" y="101600"/>
                      </a:lnTo>
                      <a:lnTo>
                        <a:pt x="749300" y="1492250"/>
                      </a:lnTo>
                      <a:cubicBezTo>
                        <a:pt x="654050" y="1655233"/>
                        <a:pt x="165100" y="2002367"/>
                        <a:pt x="0" y="1549400"/>
                      </a:cubicBezTo>
                      <a:cubicBezTo>
                        <a:pt x="84667" y="1411817"/>
                        <a:pt x="220133" y="1325033"/>
                        <a:pt x="330200" y="1212850"/>
                      </a:cubicBezTo>
                      <a:cubicBezTo>
                        <a:pt x="440267" y="1100667"/>
                        <a:pt x="83608" y="185208"/>
                        <a:pt x="222250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" name="Oval 21">
                  <a:extLst>
                    <a:ext uri="{FF2B5EF4-FFF2-40B4-BE49-F238E27FC236}">
                      <a16:creationId xmlns:a16="http://schemas.microsoft.com/office/drawing/2014/main" id="{7276F7CA-525E-6AE0-3A4F-D442A39B5120}"/>
                    </a:ext>
                  </a:extLst>
                </p:cNvPr>
                <p:cNvSpPr/>
                <p:nvPr/>
              </p:nvSpPr>
              <p:spPr>
                <a:xfrm rot="17497003">
                  <a:off x="7612566" y="3936315"/>
                  <a:ext cx="1097695" cy="847390"/>
                </a:xfrm>
                <a:custGeom>
                  <a:avLst/>
                  <a:gdLst>
                    <a:gd name="connsiteX0" fmla="*/ 0 w 530570"/>
                    <a:gd name="connsiteY0" fmla="*/ 148656 h 297312"/>
                    <a:gd name="connsiteX1" fmla="*/ 265285 w 530570"/>
                    <a:gd name="connsiteY1" fmla="*/ 0 h 297312"/>
                    <a:gd name="connsiteX2" fmla="*/ 530570 w 530570"/>
                    <a:gd name="connsiteY2" fmla="*/ 148656 h 297312"/>
                    <a:gd name="connsiteX3" fmla="*/ 265285 w 530570"/>
                    <a:gd name="connsiteY3" fmla="*/ 297312 h 297312"/>
                    <a:gd name="connsiteX4" fmla="*/ 0 w 530570"/>
                    <a:gd name="connsiteY4" fmla="*/ 148656 h 297312"/>
                    <a:gd name="connsiteX0" fmla="*/ 0 w 955053"/>
                    <a:gd name="connsiteY0" fmla="*/ 16040 h 569736"/>
                    <a:gd name="connsiteX1" fmla="*/ 689768 w 955053"/>
                    <a:gd name="connsiteY1" fmla="*/ 255111 h 569736"/>
                    <a:gd name="connsiteX2" fmla="*/ 955053 w 955053"/>
                    <a:gd name="connsiteY2" fmla="*/ 403767 h 569736"/>
                    <a:gd name="connsiteX3" fmla="*/ 689768 w 955053"/>
                    <a:gd name="connsiteY3" fmla="*/ 552423 h 569736"/>
                    <a:gd name="connsiteX4" fmla="*/ 0 w 955053"/>
                    <a:gd name="connsiteY4" fmla="*/ 16040 h 569736"/>
                    <a:gd name="connsiteX0" fmla="*/ 0 w 955053"/>
                    <a:gd name="connsiteY0" fmla="*/ 16040 h 403767"/>
                    <a:gd name="connsiteX1" fmla="*/ 689768 w 955053"/>
                    <a:gd name="connsiteY1" fmla="*/ 255111 h 403767"/>
                    <a:gd name="connsiteX2" fmla="*/ 955053 w 955053"/>
                    <a:gd name="connsiteY2" fmla="*/ 403767 h 403767"/>
                    <a:gd name="connsiteX3" fmla="*/ 0 w 955053"/>
                    <a:gd name="connsiteY3" fmla="*/ 16040 h 403767"/>
                    <a:gd name="connsiteX0" fmla="*/ 0 w 955053"/>
                    <a:gd name="connsiteY0" fmla="*/ 0 h 387727"/>
                    <a:gd name="connsiteX1" fmla="*/ 955053 w 955053"/>
                    <a:gd name="connsiteY1" fmla="*/ 387727 h 387727"/>
                    <a:gd name="connsiteX2" fmla="*/ 0 w 955053"/>
                    <a:gd name="connsiteY2" fmla="*/ 0 h 387727"/>
                    <a:gd name="connsiteX0" fmla="*/ 0 w 1092440"/>
                    <a:gd name="connsiteY0" fmla="*/ 0 h 518596"/>
                    <a:gd name="connsiteX1" fmla="*/ 1092440 w 1092440"/>
                    <a:gd name="connsiteY1" fmla="*/ 518596 h 518596"/>
                    <a:gd name="connsiteX2" fmla="*/ 0 w 1092440"/>
                    <a:gd name="connsiteY2" fmla="*/ 0 h 518596"/>
                    <a:gd name="connsiteX0" fmla="*/ 3682 w 1096122"/>
                    <a:gd name="connsiteY0" fmla="*/ 141274 h 659870"/>
                    <a:gd name="connsiteX1" fmla="*/ 1096122 w 1096122"/>
                    <a:gd name="connsiteY1" fmla="*/ 659870 h 659870"/>
                    <a:gd name="connsiteX2" fmla="*/ 3682 w 1096122"/>
                    <a:gd name="connsiteY2" fmla="*/ 141274 h 659870"/>
                    <a:gd name="connsiteX0" fmla="*/ 3682 w 1098575"/>
                    <a:gd name="connsiteY0" fmla="*/ 151071 h 669667"/>
                    <a:gd name="connsiteX1" fmla="*/ 1096122 w 1098575"/>
                    <a:gd name="connsiteY1" fmla="*/ 669667 h 669667"/>
                    <a:gd name="connsiteX2" fmla="*/ 3682 w 1098575"/>
                    <a:gd name="connsiteY2" fmla="*/ 151071 h 669667"/>
                    <a:gd name="connsiteX0" fmla="*/ 2802 w 1097695"/>
                    <a:gd name="connsiteY0" fmla="*/ 151071 h 847390"/>
                    <a:gd name="connsiteX1" fmla="*/ 1095242 w 1097695"/>
                    <a:gd name="connsiteY1" fmla="*/ 669667 h 847390"/>
                    <a:gd name="connsiteX2" fmla="*/ 2802 w 1097695"/>
                    <a:gd name="connsiteY2" fmla="*/ 151071 h 847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97695" h="847390">
                      <a:moveTo>
                        <a:pt x="2802" y="151071"/>
                      </a:moveTo>
                      <a:cubicBezTo>
                        <a:pt x="-61432" y="649421"/>
                        <a:pt x="999379" y="1111779"/>
                        <a:pt x="1095242" y="669667"/>
                      </a:cubicBezTo>
                      <a:cubicBezTo>
                        <a:pt x="1156045" y="535584"/>
                        <a:pt x="67036" y="-347279"/>
                        <a:pt x="2802" y="151071"/>
                      </a:cubicBezTo>
                      <a:close/>
                    </a:path>
                  </a:pathLst>
                </a:custGeom>
                <a:solidFill>
                  <a:srgbClr val="ED7D31">
                    <a:lumMod val="40000"/>
                    <a:lumOff val="6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7" name="Rectangle 20">
                  <a:extLst>
                    <a:ext uri="{FF2B5EF4-FFF2-40B4-BE49-F238E27FC236}">
                      <a16:creationId xmlns:a16="http://schemas.microsoft.com/office/drawing/2014/main" id="{7CF1E650-18CE-45D9-6871-A58600D7DDCF}"/>
                    </a:ext>
                  </a:extLst>
                </p:cNvPr>
                <p:cNvSpPr/>
                <p:nvPr/>
              </p:nvSpPr>
              <p:spPr>
                <a:xfrm>
                  <a:off x="3094214" y="262829"/>
                  <a:ext cx="995185" cy="1929423"/>
                </a:xfrm>
                <a:custGeom>
                  <a:avLst/>
                  <a:gdLst>
                    <a:gd name="connsiteX0" fmla="*/ 0 w 534457"/>
                    <a:gd name="connsiteY0" fmla="*/ 0 h 1497623"/>
                    <a:gd name="connsiteX1" fmla="*/ 534457 w 534457"/>
                    <a:gd name="connsiteY1" fmla="*/ 0 h 1497623"/>
                    <a:gd name="connsiteX2" fmla="*/ 534457 w 534457"/>
                    <a:gd name="connsiteY2" fmla="*/ 1497623 h 1497623"/>
                    <a:gd name="connsiteX3" fmla="*/ 0 w 534457"/>
                    <a:gd name="connsiteY3" fmla="*/ 1497623 h 1497623"/>
                    <a:gd name="connsiteX4" fmla="*/ 0 w 534457"/>
                    <a:gd name="connsiteY4" fmla="*/ 0 h 1497623"/>
                    <a:gd name="connsiteX0" fmla="*/ 114300 w 534457"/>
                    <a:gd name="connsiteY0" fmla="*/ 0 h 1688123"/>
                    <a:gd name="connsiteX1" fmla="*/ 534457 w 534457"/>
                    <a:gd name="connsiteY1" fmla="*/ 190500 h 1688123"/>
                    <a:gd name="connsiteX2" fmla="*/ 534457 w 534457"/>
                    <a:gd name="connsiteY2" fmla="*/ 1688123 h 1688123"/>
                    <a:gd name="connsiteX3" fmla="*/ 0 w 534457"/>
                    <a:gd name="connsiteY3" fmla="*/ 1688123 h 1688123"/>
                    <a:gd name="connsiteX4" fmla="*/ 114300 w 534457"/>
                    <a:gd name="connsiteY4" fmla="*/ 0 h 1688123"/>
                    <a:gd name="connsiteX0" fmla="*/ 114300 w 839257"/>
                    <a:gd name="connsiteY0" fmla="*/ 0 h 1688123"/>
                    <a:gd name="connsiteX1" fmla="*/ 534457 w 839257"/>
                    <a:gd name="connsiteY1" fmla="*/ 190500 h 1688123"/>
                    <a:gd name="connsiteX2" fmla="*/ 839257 w 839257"/>
                    <a:gd name="connsiteY2" fmla="*/ 1357923 h 1688123"/>
                    <a:gd name="connsiteX3" fmla="*/ 0 w 839257"/>
                    <a:gd name="connsiteY3" fmla="*/ 1688123 h 1688123"/>
                    <a:gd name="connsiteX4" fmla="*/ 114300 w 839257"/>
                    <a:gd name="connsiteY4" fmla="*/ 0 h 1688123"/>
                    <a:gd name="connsiteX0" fmla="*/ 0 w 724957"/>
                    <a:gd name="connsiteY0" fmla="*/ 0 h 1523023"/>
                    <a:gd name="connsiteX1" fmla="*/ 420157 w 724957"/>
                    <a:gd name="connsiteY1" fmla="*/ 190500 h 1523023"/>
                    <a:gd name="connsiteX2" fmla="*/ 724957 w 724957"/>
                    <a:gd name="connsiteY2" fmla="*/ 1357923 h 1523023"/>
                    <a:gd name="connsiteX3" fmla="*/ 228600 w 724957"/>
                    <a:gd name="connsiteY3" fmla="*/ 1523023 h 1523023"/>
                    <a:gd name="connsiteX4" fmla="*/ 0 w 724957"/>
                    <a:gd name="connsiteY4" fmla="*/ 0 h 1523023"/>
                    <a:gd name="connsiteX0" fmla="*/ 0 w 724957"/>
                    <a:gd name="connsiteY0" fmla="*/ 0 h 1523023"/>
                    <a:gd name="connsiteX1" fmla="*/ 724957 w 724957"/>
                    <a:gd name="connsiteY1" fmla="*/ 1357923 h 1523023"/>
                    <a:gd name="connsiteX2" fmla="*/ 228600 w 724957"/>
                    <a:gd name="connsiteY2" fmla="*/ 1523023 h 1523023"/>
                    <a:gd name="connsiteX3" fmla="*/ 0 w 724957"/>
                    <a:gd name="connsiteY3" fmla="*/ 0 h 15230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206997 w 931954"/>
                    <a:gd name="connsiteY0" fmla="*/ 0 h 1624623"/>
                    <a:gd name="connsiteX1" fmla="*/ 931954 w 931954"/>
                    <a:gd name="connsiteY1" fmla="*/ 1459523 h 1624623"/>
                    <a:gd name="connsiteX2" fmla="*/ 435597 w 931954"/>
                    <a:gd name="connsiteY2" fmla="*/ 1624623 h 1624623"/>
                    <a:gd name="connsiteX3" fmla="*/ 206997 w 931954"/>
                    <a:gd name="connsiteY3" fmla="*/ 0 h 1624623"/>
                    <a:gd name="connsiteX0" fmla="*/ 230823 w 955780"/>
                    <a:gd name="connsiteY0" fmla="*/ 0 h 1929423"/>
                    <a:gd name="connsiteX1" fmla="*/ 955780 w 955780"/>
                    <a:gd name="connsiteY1" fmla="*/ 1459523 h 1929423"/>
                    <a:gd name="connsiteX2" fmla="*/ 345123 w 955780"/>
                    <a:gd name="connsiteY2" fmla="*/ 1929423 h 1929423"/>
                    <a:gd name="connsiteX3" fmla="*/ 230823 w 955780"/>
                    <a:gd name="connsiteY3" fmla="*/ 0 h 1929423"/>
                    <a:gd name="connsiteX0" fmla="*/ 270228 w 995185"/>
                    <a:gd name="connsiteY0" fmla="*/ 0 h 1929423"/>
                    <a:gd name="connsiteX1" fmla="*/ 995185 w 995185"/>
                    <a:gd name="connsiteY1" fmla="*/ 1459523 h 1929423"/>
                    <a:gd name="connsiteX2" fmla="*/ 384528 w 995185"/>
                    <a:gd name="connsiteY2" fmla="*/ 1929423 h 1929423"/>
                    <a:gd name="connsiteX3" fmla="*/ 270228 w 995185"/>
                    <a:gd name="connsiteY3" fmla="*/ 0 h 192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5185" h="1929423">
                      <a:moveTo>
                        <a:pt x="270228" y="0"/>
                      </a:moveTo>
                      <a:cubicBezTo>
                        <a:pt x="981780" y="270608"/>
                        <a:pt x="753533" y="973015"/>
                        <a:pt x="995185" y="1459523"/>
                      </a:cubicBezTo>
                      <a:lnTo>
                        <a:pt x="384528" y="1929423"/>
                      </a:lnTo>
                      <a:cubicBezTo>
                        <a:pt x="308328" y="1387882"/>
                        <a:pt x="-364772" y="1379741"/>
                        <a:pt x="270228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Rectangle 18">
                  <a:extLst>
                    <a:ext uri="{FF2B5EF4-FFF2-40B4-BE49-F238E27FC236}">
                      <a16:creationId xmlns:a16="http://schemas.microsoft.com/office/drawing/2014/main" id="{0F49320A-AAF6-D3FE-8571-EB32647AB163}"/>
                    </a:ext>
                  </a:extLst>
                </p:cNvPr>
                <p:cNvSpPr/>
                <p:nvPr/>
              </p:nvSpPr>
              <p:spPr>
                <a:xfrm>
                  <a:off x="6081273" y="2946241"/>
                  <a:ext cx="1454008" cy="2472063"/>
                </a:xfrm>
                <a:custGeom>
                  <a:avLst/>
                  <a:gdLst>
                    <a:gd name="connsiteX0" fmla="*/ 0 w 785231"/>
                    <a:gd name="connsiteY0" fmla="*/ 0 h 1320800"/>
                    <a:gd name="connsiteX1" fmla="*/ 785231 w 785231"/>
                    <a:gd name="connsiteY1" fmla="*/ 0 h 1320800"/>
                    <a:gd name="connsiteX2" fmla="*/ 785231 w 785231"/>
                    <a:gd name="connsiteY2" fmla="*/ 1320800 h 1320800"/>
                    <a:gd name="connsiteX3" fmla="*/ 0 w 785231"/>
                    <a:gd name="connsiteY3" fmla="*/ 1320800 h 1320800"/>
                    <a:gd name="connsiteX4" fmla="*/ 0 w 785231"/>
                    <a:gd name="connsiteY4" fmla="*/ 0 h 1320800"/>
                    <a:gd name="connsiteX0" fmla="*/ 292100 w 785231"/>
                    <a:gd name="connsiteY0" fmla="*/ 0 h 1739900"/>
                    <a:gd name="connsiteX1" fmla="*/ 785231 w 785231"/>
                    <a:gd name="connsiteY1" fmla="*/ 419100 h 1739900"/>
                    <a:gd name="connsiteX2" fmla="*/ 785231 w 785231"/>
                    <a:gd name="connsiteY2" fmla="*/ 1739900 h 1739900"/>
                    <a:gd name="connsiteX3" fmla="*/ 0 w 785231"/>
                    <a:gd name="connsiteY3" fmla="*/ 1739900 h 1739900"/>
                    <a:gd name="connsiteX4" fmla="*/ 292100 w 785231"/>
                    <a:gd name="connsiteY4" fmla="*/ 0 h 1739900"/>
                    <a:gd name="connsiteX0" fmla="*/ 617450 w 1110581"/>
                    <a:gd name="connsiteY0" fmla="*/ 0 h 1739900"/>
                    <a:gd name="connsiteX1" fmla="*/ 1110581 w 1110581"/>
                    <a:gd name="connsiteY1" fmla="*/ 419100 h 1739900"/>
                    <a:gd name="connsiteX2" fmla="*/ 1110581 w 1110581"/>
                    <a:gd name="connsiteY2" fmla="*/ 1739900 h 1739900"/>
                    <a:gd name="connsiteX3" fmla="*/ 325350 w 1110581"/>
                    <a:gd name="connsiteY3" fmla="*/ 1739900 h 1739900"/>
                    <a:gd name="connsiteX4" fmla="*/ 617450 w 1110581"/>
                    <a:gd name="connsiteY4" fmla="*/ 0 h 1739900"/>
                    <a:gd name="connsiteX0" fmla="*/ 670616 w 1163747"/>
                    <a:gd name="connsiteY0" fmla="*/ 0 h 2019300"/>
                    <a:gd name="connsiteX1" fmla="*/ 1163747 w 1163747"/>
                    <a:gd name="connsiteY1" fmla="*/ 419100 h 2019300"/>
                    <a:gd name="connsiteX2" fmla="*/ 1163747 w 1163747"/>
                    <a:gd name="connsiteY2" fmla="*/ 1739900 h 2019300"/>
                    <a:gd name="connsiteX3" fmla="*/ 226116 w 1163747"/>
                    <a:gd name="connsiteY3" fmla="*/ 2019300 h 2019300"/>
                    <a:gd name="connsiteX4" fmla="*/ 670616 w 1163747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952500 w 1445631"/>
                    <a:gd name="connsiteY0" fmla="*/ 0 h 2425700"/>
                    <a:gd name="connsiteX1" fmla="*/ 1445631 w 1445631"/>
                    <a:gd name="connsiteY1" fmla="*/ 419100 h 2425700"/>
                    <a:gd name="connsiteX2" fmla="*/ 1445631 w 1445631"/>
                    <a:gd name="connsiteY2" fmla="*/ 1739900 h 2425700"/>
                    <a:gd name="connsiteX3" fmla="*/ 0 w 1445631"/>
                    <a:gd name="connsiteY3" fmla="*/ 2425700 h 2425700"/>
                    <a:gd name="connsiteX4" fmla="*/ 508000 w 1445631"/>
                    <a:gd name="connsiteY4" fmla="*/ 2019300 h 2425700"/>
                    <a:gd name="connsiteX5" fmla="*/ 952500 w 1445631"/>
                    <a:gd name="connsiteY5" fmla="*/ 0 h 2425700"/>
                    <a:gd name="connsiteX0" fmla="*/ 952500 w 1445631"/>
                    <a:gd name="connsiteY0" fmla="*/ 0 h 2442199"/>
                    <a:gd name="connsiteX1" fmla="*/ 1445631 w 1445631"/>
                    <a:gd name="connsiteY1" fmla="*/ 419100 h 2442199"/>
                    <a:gd name="connsiteX2" fmla="*/ 1445631 w 1445631"/>
                    <a:gd name="connsiteY2" fmla="*/ 1739900 h 2442199"/>
                    <a:gd name="connsiteX3" fmla="*/ 0 w 1445631"/>
                    <a:gd name="connsiteY3" fmla="*/ 2425700 h 2442199"/>
                    <a:gd name="connsiteX4" fmla="*/ 508000 w 1445631"/>
                    <a:gd name="connsiteY4" fmla="*/ 2019300 h 2442199"/>
                    <a:gd name="connsiteX5" fmla="*/ 952500 w 1445631"/>
                    <a:gd name="connsiteY5" fmla="*/ 0 h 2442199"/>
                    <a:gd name="connsiteX0" fmla="*/ 960877 w 1454008"/>
                    <a:gd name="connsiteY0" fmla="*/ 0 h 2442199"/>
                    <a:gd name="connsiteX1" fmla="*/ 1454008 w 1454008"/>
                    <a:gd name="connsiteY1" fmla="*/ 419100 h 2442199"/>
                    <a:gd name="connsiteX2" fmla="*/ 1454008 w 1454008"/>
                    <a:gd name="connsiteY2" fmla="*/ 1739900 h 2442199"/>
                    <a:gd name="connsiteX3" fmla="*/ 8377 w 1454008"/>
                    <a:gd name="connsiteY3" fmla="*/ 2425700 h 2442199"/>
                    <a:gd name="connsiteX4" fmla="*/ 516377 w 1454008"/>
                    <a:gd name="connsiteY4" fmla="*/ 2019300 h 2442199"/>
                    <a:gd name="connsiteX5" fmla="*/ 960877 w 1454008"/>
                    <a:gd name="connsiteY5" fmla="*/ 0 h 2442199"/>
                    <a:gd name="connsiteX0" fmla="*/ 960877 w 1454008"/>
                    <a:gd name="connsiteY0" fmla="*/ 0 h 2471248"/>
                    <a:gd name="connsiteX1" fmla="*/ 1454008 w 1454008"/>
                    <a:gd name="connsiteY1" fmla="*/ 419100 h 2471248"/>
                    <a:gd name="connsiteX2" fmla="*/ 1454008 w 1454008"/>
                    <a:gd name="connsiteY2" fmla="*/ 1739900 h 2471248"/>
                    <a:gd name="connsiteX3" fmla="*/ 8377 w 1454008"/>
                    <a:gd name="connsiteY3" fmla="*/ 2425700 h 2471248"/>
                    <a:gd name="connsiteX4" fmla="*/ 516377 w 1454008"/>
                    <a:gd name="connsiteY4" fmla="*/ 2019300 h 2471248"/>
                    <a:gd name="connsiteX5" fmla="*/ 960877 w 1454008"/>
                    <a:gd name="connsiteY5" fmla="*/ 0 h 2471248"/>
                    <a:gd name="connsiteX0" fmla="*/ 960877 w 1454008"/>
                    <a:gd name="connsiteY0" fmla="*/ 0 h 2472063"/>
                    <a:gd name="connsiteX1" fmla="*/ 1454008 w 1454008"/>
                    <a:gd name="connsiteY1" fmla="*/ 419100 h 2472063"/>
                    <a:gd name="connsiteX2" fmla="*/ 1454008 w 1454008"/>
                    <a:gd name="connsiteY2" fmla="*/ 1739900 h 2472063"/>
                    <a:gd name="connsiteX3" fmla="*/ 8377 w 1454008"/>
                    <a:gd name="connsiteY3" fmla="*/ 2425700 h 2472063"/>
                    <a:gd name="connsiteX4" fmla="*/ 516377 w 1454008"/>
                    <a:gd name="connsiteY4" fmla="*/ 2019300 h 2472063"/>
                    <a:gd name="connsiteX5" fmla="*/ 960877 w 1454008"/>
                    <a:gd name="connsiteY5" fmla="*/ 0 h 2472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4008" h="2472063">
                      <a:moveTo>
                        <a:pt x="960877" y="0"/>
                      </a:moveTo>
                      <a:lnTo>
                        <a:pt x="1454008" y="419100"/>
                      </a:lnTo>
                      <a:lnTo>
                        <a:pt x="1454008" y="1739900"/>
                      </a:lnTo>
                      <a:cubicBezTo>
                        <a:pt x="1386998" y="1839383"/>
                        <a:pt x="869137" y="2675467"/>
                        <a:pt x="8377" y="2425700"/>
                      </a:cubicBezTo>
                      <a:cubicBezTo>
                        <a:pt x="-63590" y="1934633"/>
                        <a:pt x="347044" y="2154767"/>
                        <a:pt x="516377" y="2019300"/>
                      </a:cubicBezTo>
                      <a:cubicBezTo>
                        <a:pt x="474044" y="1756833"/>
                        <a:pt x="-292190" y="1481667"/>
                        <a:pt x="960877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9" name="Rectangle 15">
                  <a:extLst>
                    <a:ext uri="{FF2B5EF4-FFF2-40B4-BE49-F238E27FC236}">
                      <a16:creationId xmlns:a16="http://schemas.microsoft.com/office/drawing/2014/main" id="{4A202E2D-46F6-C126-4062-267E37657914}"/>
                    </a:ext>
                  </a:extLst>
                </p:cNvPr>
                <p:cNvSpPr/>
                <p:nvPr/>
              </p:nvSpPr>
              <p:spPr>
                <a:xfrm>
                  <a:off x="3485093" y="1705352"/>
                  <a:ext cx="4853603" cy="3424761"/>
                </a:xfrm>
                <a:custGeom>
                  <a:avLst/>
                  <a:gdLst>
                    <a:gd name="connsiteX0" fmla="*/ 0 w 2913743"/>
                    <a:gd name="connsiteY0" fmla="*/ 0 h 2136868"/>
                    <a:gd name="connsiteX1" fmla="*/ 2913743 w 2913743"/>
                    <a:gd name="connsiteY1" fmla="*/ 0 h 2136868"/>
                    <a:gd name="connsiteX2" fmla="*/ 2913743 w 2913743"/>
                    <a:gd name="connsiteY2" fmla="*/ 2136868 h 2136868"/>
                    <a:gd name="connsiteX3" fmla="*/ 0 w 2913743"/>
                    <a:gd name="connsiteY3" fmla="*/ 2136868 h 2136868"/>
                    <a:gd name="connsiteX4" fmla="*/ 0 w 2913743"/>
                    <a:gd name="connsiteY4" fmla="*/ 0 h 2136868"/>
                    <a:gd name="connsiteX0" fmla="*/ 0 w 3805283"/>
                    <a:gd name="connsiteY0" fmla="*/ 0 h 2914108"/>
                    <a:gd name="connsiteX1" fmla="*/ 3805283 w 3805283"/>
                    <a:gd name="connsiteY1" fmla="*/ 777240 h 2914108"/>
                    <a:gd name="connsiteX2" fmla="*/ 3805283 w 3805283"/>
                    <a:gd name="connsiteY2" fmla="*/ 2914108 h 2914108"/>
                    <a:gd name="connsiteX3" fmla="*/ 891540 w 3805283"/>
                    <a:gd name="connsiteY3" fmla="*/ 2914108 h 2914108"/>
                    <a:gd name="connsiteX4" fmla="*/ 0 w 3805283"/>
                    <a:gd name="connsiteY4" fmla="*/ 0 h 2914108"/>
                    <a:gd name="connsiteX0" fmla="*/ 0 w 3805283"/>
                    <a:gd name="connsiteY0" fmla="*/ 0 h 2914108"/>
                    <a:gd name="connsiteX1" fmla="*/ 3805283 w 3805283"/>
                    <a:gd name="connsiteY1" fmla="*/ 777240 h 2914108"/>
                    <a:gd name="connsiteX2" fmla="*/ 3805283 w 3805283"/>
                    <a:gd name="connsiteY2" fmla="*/ 2914108 h 2914108"/>
                    <a:gd name="connsiteX3" fmla="*/ 891540 w 3805283"/>
                    <a:gd name="connsiteY3" fmla="*/ 2914108 h 2914108"/>
                    <a:gd name="connsiteX4" fmla="*/ 0 w 3805283"/>
                    <a:gd name="connsiteY4" fmla="*/ 0 h 2914108"/>
                    <a:gd name="connsiteX0" fmla="*/ 0 w 3530963"/>
                    <a:gd name="connsiteY0" fmla="*/ 0 h 3043648"/>
                    <a:gd name="connsiteX1" fmla="*/ 3530963 w 3530963"/>
                    <a:gd name="connsiteY1" fmla="*/ 906780 h 3043648"/>
                    <a:gd name="connsiteX2" fmla="*/ 3530963 w 3530963"/>
                    <a:gd name="connsiteY2" fmla="*/ 3043648 h 3043648"/>
                    <a:gd name="connsiteX3" fmla="*/ 617220 w 3530963"/>
                    <a:gd name="connsiteY3" fmla="*/ 3043648 h 3043648"/>
                    <a:gd name="connsiteX4" fmla="*/ 0 w 3530963"/>
                    <a:gd name="connsiteY4" fmla="*/ 0 h 3043648"/>
                    <a:gd name="connsiteX0" fmla="*/ 0 w 3530963"/>
                    <a:gd name="connsiteY0" fmla="*/ 0 h 3043648"/>
                    <a:gd name="connsiteX1" fmla="*/ 3530963 w 3530963"/>
                    <a:gd name="connsiteY1" fmla="*/ 906780 h 3043648"/>
                    <a:gd name="connsiteX2" fmla="*/ 3530963 w 3530963"/>
                    <a:gd name="connsiteY2" fmla="*/ 3043648 h 3043648"/>
                    <a:gd name="connsiteX3" fmla="*/ 617220 w 3530963"/>
                    <a:gd name="connsiteY3" fmla="*/ 3043648 h 3043648"/>
                    <a:gd name="connsiteX4" fmla="*/ 0 w 353096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043648"/>
                    <a:gd name="connsiteX1" fmla="*/ 4285343 w 4285343"/>
                    <a:gd name="connsiteY1" fmla="*/ 1805940 h 3043648"/>
                    <a:gd name="connsiteX2" fmla="*/ 3530963 w 4285343"/>
                    <a:gd name="connsiteY2" fmla="*/ 3043648 h 3043648"/>
                    <a:gd name="connsiteX3" fmla="*/ 617220 w 4285343"/>
                    <a:gd name="connsiteY3" fmla="*/ 3043648 h 3043648"/>
                    <a:gd name="connsiteX4" fmla="*/ 0 w 4285343"/>
                    <a:gd name="connsiteY4" fmla="*/ 0 h 3043648"/>
                    <a:gd name="connsiteX0" fmla="*/ 0 w 4285343"/>
                    <a:gd name="connsiteY0" fmla="*/ 0 h 3173188"/>
                    <a:gd name="connsiteX1" fmla="*/ 4285343 w 4285343"/>
                    <a:gd name="connsiteY1" fmla="*/ 1805940 h 3173188"/>
                    <a:gd name="connsiteX2" fmla="*/ 3790043 w 4285343"/>
                    <a:gd name="connsiteY2" fmla="*/ 3173188 h 3173188"/>
                    <a:gd name="connsiteX3" fmla="*/ 617220 w 4285343"/>
                    <a:gd name="connsiteY3" fmla="*/ 3043648 h 3173188"/>
                    <a:gd name="connsiteX4" fmla="*/ 0 w 4285343"/>
                    <a:gd name="connsiteY4" fmla="*/ 0 h 3173188"/>
                    <a:gd name="connsiteX0" fmla="*/ 0 w 4285343"/>
                    <a:gd name="connsiteY0" fmla="*/ 0 h 3173188"/>
                    <a:gd name="connsiteX1" fmla="*/ 4285343 w 4285343"/>
                    <a:gd name="connsiteY1" fmla="*/ 1805940 h 3173188"/>
                    <a:gd name="connsiteX2" fmla="*/ 3790043 w 4285343"/>
                    <a:gd name="connsiteY2" fmla="*/ 3173188 h 3173188"/>
                    <a:gd name="connsiteX3" fmla="*/ 617220 w 4285343"/>
                    <a:gd name="connsiteY3" fmla="*/ 3043648 h 3173188"/>
                    <a:gd name="connsiteX4" fmla="*/ 0 w 4285343"/>
                    <a:gd name="connsiteY4" fmla="*/ 0 h 3173188"/>
                    <a:gd name="connsiteX0" fmla="*/ 0 w 4310465"/>
                    <a:gd name="connsiteY0" fmla="*/ 0 h 3173188"/>
                    <a:gd name="connsiteX1" fmla="*/ 4285343 w 4310465"/>
                    <a:gd name="connsiteY1" fmla="*/ 1805940 h 3173188"/>
                    <a:gd name="connsiteX2" fmla="*/ 3790043 w 4310465"/>
                    <a:gd name="connsiteY2" fmla="*/ 3173188 h 3173188"/>
                    <a:gd name="connsiteX3" fmla="*/ 617220 w 4310465"/>
                    <a:gd name="connsiteY3" fmla="*/ 3043648 h 3173188"/>
                    <a:gd name="connsiteX4" fmla="*/ 0 w 4310465"/>
                    <a:gd name="connsiteY4" fmla="*/ 0 h 3173188"/>
                    <a:gd name="connsiteX0" fmla="*/ 0 w 4310465"/>
                    <a:gd name="connsiteY0" fmla="*/ 0 h 3173188"/>
                    <a:gd name="connsiteX1" fmla="*/ 4285343 w 4310465"/>
                    <a:gd name="connsiteY1" fmla="*/ 1805940 h 3173188"/>
                    <a:gd name="connsiteX2" fmla="*/ 3790043 w 4310465"/>
                    <a:gd name="connsiteY2" fmla="*/ 3173188 h 3173188"/>
                    <a:gd name="connsiteX3" fmla="*/ 617220 w 4310465"/>
                    <a:gd name="connsiteY3" fmla="*/ 3043648 h 3173188"/>
                    <a:gd name="connsiteX4" fmla="*/ 0 w 4310465"/>
                    <a:gd name="connsiteY4" fmla="*/ 0 h 3173188"/>
                    <a:gd name="connsiteX0" fmla="*/ 0 w 4310465"/>
                    <a:gd name="connsiteY0" fmla="*/ 0 h 3335748"/>
                    <a:gd name="connsiteX1" fmla="*/ 4285343 w 4310465"/>
                    <a:gd name="connsiteY1" fmla="*/ 1805940 h 3335748"/>
                    <a:gd name="connsiteX2" fmla="*/ 3790043 w 4310465"/>
                    <a:gd name="connsiteY2" fmla="*/ 3173188 h 3335748"/>
                    <a:gd name="connsiteX3" fmla="*/ 985520 w 4310465"/>
                    <a:gd name="connsiteY3" fmla="*/ 3335748 h 3335748"/>
                    <a:gd name="connsiteX4" fmla="*/ 0 w 4310465"/>
                    <a:gd name="connsiteY4" fmla="*/ 0 h 3335748"/>
                    <a:gd name="connsiteX0" fmla="*/ 56242 w 4366707"/>
                    <a:gd name="connsiteY0" fmla="*/ 0 h 3335748"/>
                    <a:gd name="connsiteX1" fmla="*/ 4341585 w 4366707"/>
                    <a:gd name="connsiteY1" fmla="*/ 1805940 h 3335748"/>
                    <a:gd name="connsiteX2" fmla="*/ 3846285 w 4366707"/>
                    <a:gd name="connsiteY2" fmla="*/ 3173188 h 3335748"/>
                    <a:gd name="connsiteX3" fmla="*/ 1041762 w 4366707"/>
                    <a:gd name="connsiteY3" fmla="*/ 3335748 h 3335748"/>
                    <a:gd name="connsiteX4" fmla="*/ 56242 w 4366707"/>
                    <a:gd name="connsiteY4" fmla="*/ 0 h 3335748"/>
                    <a:gd name="connsiteX0" fmla="*/ 547644 w 4858109"/>
                    <a:gd name="connsiteY0" fmla="*/ 0 h 3335748"/>
                    <a:gd name="connsiteX1" fmla="*/ 4832987 w 4858109"/>
                    <a:gd name="connsiteY1" fmla="*/ 1805940 h 3335748"/>
                    <a:gd name="connsiteX2" fmla="*/ 4337687 w 4858109"/>
                    <a:gd name="connsiteY2" fmla="*/ 3173188 h 3335748"/>
                    <a:gd name="connsiteX3" fmla="*/ 1533164 w 4858109"/>
                    <a:gd name="connsiteY3" fmla="*/ 3335748 h 3335748"/>
                    <a:gd name="connsiteX4" fmla="*/ 547644 w 4858109"/>
                    <a:gd name="connsiteY4" fmla="*/ 0 h 3335748"/>
                    <a:gd name="connsiteX0" fmla="*/ 553143 w 4863608"/>
                    <a:gd name="connsiteY0" fmla="*/ 0 h 3335748"/>
                    <a:gd name="connsiteX1" fmla="*/ 4838486 w 4863608"/>
                    <a:gd name="connsiteY1" fmla="*/ 1805940 h 3335748"/>
                    <a:gd name="connsiteX2" fmla="*/ 4343186 w 4863608"/>
                    <a:gd name="connsiteY2" fmla="*/ 3173188 h 3335748"/>
                    <a:gd name="connsiteX3" fmla="*/ 1538663 w 4863608"/>
                    <a:gd name="connsiteY3" fmla="*/ 3335748 h 3335748"/>
                    <a:gd name="connsiteX4" fmla="*/ 553143 w 4863608"/>
                    <a:gd name="connsiteY4" fmla="*/ 0 h 3335748"/>
                    <a:gd name="connsiteX0" fmla="*/ 553143 w 4853603"/>
                    <a:gd name="connsiteY0" fmla="*/ 0 h 3335748"/>
                    <a:gd name="connsiteX1" fmla="*/ 4838486 w 4853603"/>
                    <a:gd name="connsiteY1" fmla="*/ 1805940 h 3335748"/>
                    <a:gd name="connsiteX2" fmla="*/ 4254286 w 4853603"/>
                    <a:gd name="connsiteY2" fmla="*/ 3173188 h 3335748"/>
                    <a:gd name="connsiteX3" fmla="*/ 1538663 w 4853603"/>
                    <a:gd name="connsiteY3" fmla="*/ 3335748 h 3335748"/>
                    <a:gd name="connsiteX4" fmla="*/ 553143 w 4853603"/>
                    <a:gd name="connsiteY4" fmla="*/ 0 h 3335748"/>
                    <a:gd name="connsiteX0" fmla="*/ 553143 w 4853603"/>
                    <a:gd name="connsiteY0" fmla="*/ 0 h 3424761"/>
                    <a:gd name="connsiteX1" fmla="*/ 4838486 w 4853603"/>
                    <a:gd name="connsiteY1" fmla="*/ 1805940 h 3424761"/>
                    <a:gd name="connsiteX2" fmla="*/ 4254286 w 4853603"/>
                    <a:gd name="connsiteY2" fmla="*/ 3173188 h 3424761"/>
                    <a:gd name="connsiteX3" fmla="*/ 1538663 w 4853603"/>
                    <a:gd name="connsiteY3" fmla="*/ 3335748 h 3424761"/>
                    <a:gd name="connsiteX4" fmla="*/ 553143 w 4853603"/>
                    <a:gd name="connsiteY4" fmla="*/ 0 h 3424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603" h="3424761">
                      <a:moveTo>
                        <a:pt x="553143" y="0"/>
                      </a:moveTo>
                      <a:cubicBezTo>
                        <a:pt x="1158631" y="1463040"/>
                        <a:pt x="4334598" y="-1160780"/>
                        <a:pt x="4838486" y="1805940"/>
                      </a:cubicBezTo>
                      <a:cubicBezTo>
                        <a:pt x="4894366" y="2071189"/>
                        <a:pt x="4815626" y="2953659"/>
                        <a:pt x="4254286" y="3173188"/>
                      </a:cubicBezTo>
                      <a:cubicBezTo>
                        <a:pt x="3260178" y="3659175"/>
                        <a:pt x="2443871" y="3281561"/>
                        <a:pt x="1538663" y="3335748"/>
                      </a:cubicBezTo>
                      <a:cubicBezTo>
                        <a:pt x="-250344" y="3011232"/>
                        <a:pt x="-337550" y="1111916"/>
                        <a:pt x="553143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Rectangle 18">
                  <a:extLst>
                    <a:ext uri="{FF2B5EF4-FFF2-40B4-BE49-F238E27FC236}">
                      <a16:creationId xmlns:a16="http://schemas.microsoft.com/office/drawing/2014/main" id="{39DB2314-5600-4D91-64D3-8A6B01D17063}"/>
                    </a:ext>
                  </a:extLst>
                </p:cNvPr>
                <p:cNvSpPr/>
                <p:nvPr/>
              </p:nvSpPr>
              <p:spPr>
                <a:xfrm>
                  <a:off x="6302095" y="3123978"/>
                  <a:ext cx="1454008" cy="2472063"/>
                </a:xfrm>
                <a:custGeom>
                  <a:avLst/>
                  <a:gdLst>
                    <a:gd name="connsiteX0" fmla="*/ 0 w 785231"/>
                    <a:gd name="connsiteY0" fmla="*/ 0 h 1320800"/>
                    <a:gd name="connsiteX1" fmla="*/ 785231 w 785231"/>
                    <a:gd name="connsiteY1" fmla="*/ 0 h 1320800"/>
                    <a:gd name="connsiteX2" fmla="*/ 785231 w 785231"/>
                    <a:gd name="connsiteY2" fmla="*/ 1320800 h 1320800"/>
                    <a:gd name="connsiteX3" fmla="*/ 0 w 785231"/>
                    <a:gd name="connsiteY3" fmla="*/ 1320800 h 1320800"/>
                    <a:gd name="connsiteX4" fmla="*/ 0 w 785231"/>
                    <a:gd name="connsiteY4" fmla="*/ 0 h 1320800"/>
                    <a:gd name="connsiteX0" fmla="*/ 292100 w 785231"/>
                    <a:gd name="connsiteY0" fmla="*/ 0 h 1739900"/>
                    <a:gd name="connsiteX1" fmla="*/ 785231 w 785231"/>
                    <a:gd name="connsiteY1" fmla="*/ 419100 h 1739900"/>
                    <a:gd name="connsiteX2" fmla="*/ 785231 w 785231"/>
                    <a:gd name="connsiteY2" fmla="*/ 1739900 h 1739900"/>
                    <a:gd name="connsiteX3" fmla="*/ 0 w 785231"/>
                    <a:gd name="connsiteY3" fmla="*/ 1739900 h 1739900"/>
                    <a:gd name="connsiteX4" fmla="*/ 292100 w 785231"/>
                    <a:gd name="connsiteY4" fmla="*/ 0 h 1739900"/>
                    <a:gd name="connsiteX0" fmla="*/ 617450 w 1110581"/>
                    <a:gd name="connsiteY0" fmla="*/ 0 h 1739900"/>
                    <a:gd name="connsiteX1" fmla="*/ 1110581 w 1110581"/>
                    <a:gd name="connsiteY1" fmla="*/ 419100 h 1739900"/>
                    <a:gd name="connsiteX2" fmla="*/ 1110581 w 1110581"/>
                    <a:gd name="connsiteY2" fmla="*/ 1739900 h 1739900"/>
                    <a:gd name="connsiteX3" fmla="*/ 325350 w 1110581"/>
                    <a:gd name="connsiteY3" fmla="*/ 1739900 h 1739900"/>
                    <a:gd name="connsiteX4" fmla="*/ 617450 w 1110581"/>
                    <a:gd name="connsiteY4" fmla="*/ 0 h 1739900"/>
                    <a:gd name="connsiteX0" fmla="*/ 670616 w 1163747"/>
                    <a:gd name="connsiteY0" fmla="*/ 0 h 2019300"/>
                    <a:gd name="connsiteX1" fmla="*/ 1163747 w 1163747"/>
                    <a:gd name="connsiteY1" fmla="*/ 419100 h 2019300"/>
                    <a:gd name="connsiteX2" fmla="*/ 1163747 w 1163747"/>
                    <a:gd name="connsiteY2" fmla="*/ 1739900 h 2019300"/>
                    <a:gd name="connsiteX3" fmla="*/ 226116 w 1163747"/>
                    <a:gd name="connsiteY3" fmla="*/ 2019300 h 2019300"/>
                    <a:gd name="connsiteX4" fmla="*/ 670616 w 1163747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714962 w 1208093"/>
                    <a:gd name="connsiteY0" fmla="*/ 0 h 2019300"/>
                    <a:gd name="connsiteX1" fmla="*/ 1208093 w 1208093"/>
                    <a:gd name="connsiteY1" fmla="*/ 419100 h 2019300"/>
                    <a:gd name="connsiteX2" fmla="*/ 1208093 w 1208093"/>
                    <a:gd name="connsiteY2" fmla="*/ 1739900 h 2019300"/>
                    <a:gd name="connsiteX3" fmla="*/ 270462 w 1208093"/>
                    <a:gd name="connsiteY3" fmla="*/ 2019300 h 2019300"/>
                    <a:gd name="connsiteX4" fmla="*/ 714962 w 1208093"/>
                    <a:gd name="connsiteY4" fmla="*/ 0 h 2019300"/>
                    <a:gd name="connsiteX0" fmla="*/ 952500 w 1445631"/>
                    <a:gd name="connsiteY0" fmla="*/ 0 h 2425700"/>
                    <a:gd name="connsiteX1" fmla="*/ 1445631 w 1445631"/>
                    <a:gd name="connsiteY1" fmla="*/ 419100 h 2425700"/>
                    <a:gd name="connsiteX2" fmla="*/ 1445631 w 1445631"/>
                    <a:gd name="connsiteY2" fmla="*/ 1739900 h 2425700"/>
                    <a:gd name="connsiteX3" fmla="*/ 0 w 1445631"/>
                    <a:gd name="connsiteY3" fmla="*/ 2425700 h 2425700"/>
                    <a:gd name="connsiteX4" fmla="*/ 508000 w 1445631"/>
                    <a:gd name="connsiteY4" fmla="*/ 2019300 h 2425700"/>
                    <a:gd name="connsiteX5" fmla="*/ 952500 w 1445631"/>
                    <a:gd name="connsiteY5" fmla="*/ 0 h 2425700"/>
                    <a:gd name="connsiteX0" fmla="*/ 952500 w 1445631"/>
                    <a:gd name="connsiteY0" fmla="*/ 0 h 2442199"/>
                    <a:gd name="connsiteX1" fmla="*/ 1445631 w 1445631"/>
                    <a:gd name="connsiteY1" fmla="*/ 419100 h 2442199"/>
                    <a:gd name="connsiteX2" fmla="*/ 1445631 w 1445631"/>
                    <a:gd name="connsiteY2" fmla="*/ 1739900 h 2442199"/>
                    <a:gd name="connsiteX3" fmla="*/ 0 w 1445631"/>
                    <a:gd name="connsiteY3" fmla="*/ 2425700 h 2442199"/>
                    <a:gd name="connsiteX4" fmla="*/ 508000 w 1445631"/>
                    <a:gd name="connsiteY4" fmla="*/ 2019300 h 2442199"/>
                    <a:gd name="connsiteX5" fmla="*/ 952500 w 1445631"/>
                    <a:gd name="connsiteY5" fmla="*/ 0 h 2442199"/>
                    <a:gd name="connsiteX0" fmla="*/ 960877 w 1454008"/>
                    <a:gd name="connsiteY0" fmla="*/ 0 h 2442199"/>
                    <a:gd name="connsiteX1" fmla="*/ 1454008 w 1454008"/>
                    <a:gd name="connsiteY1" fmla="*/ 419100 h 2442199"/>
                    <a:gd name="connsiteX2" fmla="*/ 1454008 w 1454008"/>
                    <a:gd name="connsiteY2" fmla="*/ 1739900 h 2442199"/>
                    <a:gd name="connsiteX3" fmla="*/ 8377 w 1454008"/>
                    <a:gd name="connsiteY3" fmla="*/ 2425700 h 2442199"/>
                    <a:gd name="connsiteX4" fmla="*/ 516377 w 1454008"/>
                    <a:gd name="connsiteY4" fmla="*/ 2019300 h 2442199"/>
                    <a:gd name="connsiteX5" fmla="*/ 960877 w 1454008"/>
                    <a:gd name="connsiteY5" fmla="*/ 0 h 2442199"/>
                    <a:gd name="connsiteX0" fmla="*/ 960877 w 1454008"/>
                    <a:gd name="connsiteY0" fmla="*/ 0 h 2471248"/>
                    <a:gd name="connsiteX1" fmla="*/ 1454008 w 1454008"/>
                    <a:gd name="connsiteY1" fmla="*/ 419100 h 2471248"/>
                    <a:gd name="connsiteX2" fmla="*/ 1454008 w 1454008"/>
                    <a:gd name="connsiteY2" fmla="*/ 1739900 h 2471248"/>
                    <a:gd name="connsiteX3" fmla="*/ 8377 w 1454008"/>
                    <a:gd name="connsiteY3" fmla="*/ 2425700 h 2471248"/>
                    <a:gd name="connsiteX4" fmla="*/ 516377 w 1454008"/>
                    <a:gd name="connsiteY4" fmla="*/ 2019300 h 2471248"/>
                    <a:gd name="connsiteX5" fmla="*/ 960877 w 1454008"/>
                    <a:gd name="connsiteY5" fmla="*/ 0 h 2471248"/>
                    <a:gd name="connsiteX0" fmla="*/ 960877 w 1454008"/>
                    <a:gd name="connsiteY0" fmla="*/ 0 h 2472063"/>
                    <a:gd name="connsiteX1" fmla="*/ 1454008 w 1454008"/>
                    <a:gd name="connsiteY1" fmla="*/ 419100 h 2472063"/>
                    <a:gd name="connsiteX2" fmla="*/ 1454008 w 1454008"/>
                    <a:gd name="connsiteY2" fmla="*/ 1739900 h 2472063"/>
                    <a:gd name="connsiteX3" fmla="*/ 8377 w 1454008"/>
                    <a:gd name="connsiteY3" fmla="*/ 2425700 h 2472063"/>
                    <a:gd name="connsiteX4" fmla="*/ 516377 w 1454008"/>
                    <a:gd name="connsiteY4" fmla="*/ 2019300 h 2472063"/>
                    <a:gd name="connsiteX5" fmla="*/ 960877 w 1454008"/>
                    <a:gd name="connsiteY5" fmla="*/ 0 h 2472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4008" h="2472063">
                      <a:moveTo>
                        <a:pt x="960877" y="0"/>
                      </a:moveTo>
                      <a:lnTo>
                        <a:pt x="1454008" y="419100"/>
                      </a:lnTo>
                      <a:lnTo>
                        <a:pt x="1454008" y="1739900"/>
                      </a:lnTo>
                      <a:cubicBezTo>
                        <a:pt x="1386998" y="1839383"/>
                        <a:pt x="869137" y="2675467"/>
                        <a:pt x="8377" y="2425700"/>
                      </a:cubicBezTo>
                      <a:cubicBezTo>
                        <a:pt x="-63590" y="1934633"/>
                        <a:pt x="347044" y="2154767"/>
                        <a:pt x="516377" y="2019300"/>
                      </a:cubicBezTo>
                      <a:cubicBezTo>
                        <a:pt x="474044" y="1756833"/>
                        <a:pt x="-292190" y="1481667"/>
                        <a:pt x="960877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Rectangle 19">
                  <a:extLst>
                    <a:ext uri="{FF2B5EF4-FFF2-40B4-BE49-F238E27FC236}">
                      <a16:creationId xmlns:a16="http://schemas.microsoft.com/office/drawing/2014/main" id="{99A95BE4-3A48-A1E9-40BB-177F4072CD1A}"/>
                    </a:ext>
                  </a:extLst>
                </p:cNvPr>
                <p:cNvSpPr/>
                <p:nvPr/>
              </p:nvSpPr>
              <p:spPr>
                <a:xfrm rot="556682">
                  <a:off x="4627777" y="3883471"/>
                  <a:ext cx="1162050" cy="1773479"/>
                </a:xfrm>
                <a:custGeom>
                  <a:avLst/>
                  <a:gdLst>
                    <a:gd name="connsiteX0" fmla="*/ 0 w 323850"/>
                    <a:gd name="connsiteY0" fmla="*/ 0 h 1428750"/>
                    <a:gd name="connsiteX1" fmla="*/ 323850 w 323850"/>
                    <a:gd name="connsiteY1" fmla="*/ 0 h 1428750"/>
                    <a:gd name="connsiteX2" fmla="*/ 323850 w 323850"/>
                    <a:gd name="connsiteY2" fmla="*/ 1428750 h 1428750"/>
                    <a:gd name="connsiteX3" fmla="*/ 0 w 323850"/>
                    <a:gd name="connsiteY3" fmla="*/ 1428750 h 1428750"/>
                    <a:gd name="connsiteX4" fmla="*/ 0 w 323850"/>
                    <a:gd name="connsiteY4" fmla="*/ 0 h 1428750"/>
                    <a:gd name="connsiteX0" fmla="*/ 0 w 736600"/>
                    <a:gd name="connsiteY0" fmla="*/ 0 h 1428750"/>
                    <a:gd name="connsiteX1" fmla="*/ 736600 w 736600"/>
                    <a:gd name="connsiteY1" fmla="*/ 38100 h 1428750"/>
                    <a:gd name="connsiteX2" fmla="*/ 323850 w 736600"/>
                    <a:gd name="connsiteY2" fmla="*/ 1428750 h 1428750"/>
                    <a:gd name="connsiteX3" fmla="*/ 0 w 736600"/>
                    <a:gd name="connsiteY3" fmla="*/ 1428750 h 1428750"/>
                    <a:gd name="connsiteX4" fmla="*/ 0 w 736600"/>
                    <a:gd name="connsiteY4" fmla="*/ 0 h 14287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203200 w 939800"/>
                    <a:gd name="connsiteY3" fmla="*/ 1492250 h 1492250"/>
                    <a:gd name="connsiteX4" fmla="*/ 0 w 939800"/>
                    <a:gd name="connsiteY4" fmla="*/ 0 h 1492250"/>
                    <a:gd name="connsiteX0" fmla="*/ 0 w 939800"/>
                    <a:gd name="connsiteY0" fmla="*/ 0 h 1492250"/>
                    <a:gd name="connsiteX1" fmla="*/ 939800 w 939800"/>
                    <a:gd name="connsiteY1" fmla="*/ 101600 h 1492250"/>
                    <a:gd name="connsiteX2" fmla="*/ 527050 w 939800"/>
                    <a:gd name="connsiteY2" fmla="*/ 1492250 h 1492250"/>
                    <a:gd name="connsiteX3" fmla="*/ 107950 w 939800"/>
                    <a:gd name="connsiteY3" fmla="*/ 1212850 h 1492250"/>
                    <a:gd name="connsiteX4" fmla="*/ 0 w 939800"/>
                    <a:gd name="connsiteY4" fmla="*/ 0 h 1492250"/>
                    <a:gd name="connsiteX0" fmla="*/ 222250 w 1162050"/>
                    <a:gd name="connsiteY0" fmla="*/ 0 h 1565218"/>
                    <a:gd name="connsiteX1" fmla="*/ 1162050 w 1162050"/>
                    <a:gd name="connsiteY1" fmla="*/ 101600 h 1565218"/>
                    <a:gd name="connsiteX2" fmla="*/ 749300 w 1162050"/>
                    <a:gd name="connsiteY2" fmla="*/ 1492250 h 1565218"/>
                    <a:gd name="connsiteX3" fmla="*/ 0 w 1162050"/>
                    <a:gd name="connsiteY3" fmla="*/ 1549400 h 1565218"/>
                    <a:gd name="connsiteX4" fmla="*/ 330200 w 1162050"/>
                    <a:gd name="connsiteY4" fmla="*/ 1212850 h 1565218"/>
                    <a:gd name="connsiteX5" fmla="*/ 222250 w 1162050"/>
                    <a:gd name="connsiteY5" fmla="*/ 0 h 1565218"/>
                    <a:gd name="connsiteX0" fmla="*/ 222250 w 1162050"/>
                    <a:gd name="connsiteY0" fmla="*/ 0 h 1782069"/>
                    <a:gd name="connsiteX1" fmla="*/ 1162050 w 1162050"/>
                    <a:gd name="connsiteY1" fmla="*/ 101600 h 1782069"/>
                    <a:gd name="connsiteX2" fmla="*/ 749300 w 1162050"/>
                    <a:gd name="connsiteY2" fmla="*/ 1492250 h 1782069"/>
                    <a:gd name="connsiteX3" fmla="*/ 0 w 1162050"/>
                    <a:gd name="connsiteY3" fmla="*/ 1549400 h 1782069"/>
                    <a:gd name="connsiteX4" fmla="*/ 330200 w 1162050"/>
                    <a:gd name="connsiteY4" fmla="*/ 1212850 h 1782069"/>
                    <a:gd name="connsiteX5" fmla="*/ 222250 w 1162050"/>
                    <a:gd name="connsiteY5" fmla="*/ 0 h 1782069"/>
                    <a:gd name="connsiteX0" fmla="*/ 222250 w 1162050"/>
                    <a:gd name="connsiteY0" fmla="*/ 0 h 1832443"/>
                    <a:gd name="connsiteX1" fmla="*/ 1162050 w 1162050"/>
                    <a:gd name="connsiteY1" fmla="*/ 101600 h 1832443"/>
                    <a:gd name="connsiteX2" fmla="*/ 749300 w 1162050"/>
                    <a:gd name="connsiteY2" fmla="*/ 1492250 h 1832443"/>
                    <a:gd name="connsiteX3" fmla="*/ 0 w 1162050"/>
                    <a:gd name="connsiteY3" fmla="*/ 1549400 h 1832443"/>
                    <a:gd name="connsiteX4" fmla="*/ 330200 w 1162050"/>
                    <a:gd name="connsiteY4" fmla="*/ 1212850 h 1832443"/>
                    <a:gd name="connsiteX5" fmla="*/ 222250 w 1162050"/>
                    <a:gd name="connsiteY5" fmla="*/ 0 h 1832443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  <a:gd name="connsiteX0" fmla="*/ 222250 w 1162050"/>
                    <a:gd name="connsiteY0" fmla="*/ 0 h 1773479"/>
                    <a:gd name="connsiteX1" fmla="*/ 1162050 w 1162050"/>
                    <a:gd name="connsiteY1" fmla="*/ 101600 h 1773479"/>
                    <a:gd name="connsiteX2" fmla="*/ 749300 w 1162050"/>
                    <a:gd name="connsiteY2" fmla="*/ 1492250 h 1773479"/>
                    <a:gd name="connsiteX3" fmla="*/ 0 w 1162050"/>
                    <a:gd name="connsiteY3" fmla="*/ 1549400 h 1773479"/>
                    <a:gd name="connsiteX4" fmla="*/ 330200 w 1162050"/>
                    <a:gd name="connsiteY4" fmla="*/ 1212850 h 1773479"/>
                    <a:gd name="connsiteX5" fmla="*/ 222250 w 1162050"/>
                    <a:gd name="connsiteY5" fmla="*/ 0 h 1773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2050" h="1773479">
                      <a:moveTo>
                        <a:pt x="222250" y="0"/>
                      </a:moveTo>
                      <a:lnTo>
                        <a:pt x="1162050" y="101600"/>
                      </a:lnTo>
                      <a:lnTo>
                        <a:pt x="749300" y="1492250"/>
                      </a:lnTo>
                      <a:cubicBezTo>
                        <a:pt x="654050" y="1655233"/>
                        <a:pt x="165100" y="2002367"/>
                        <a:pt x="0" y="1549400"/>
                      </a:cubicBezTo>
                      <a:cubicBezTo>
                        <a:pt x="84667" y="1411817"/>
                        <a:pt x="220133" y="1325033"/>
                        <a:pt x="330200" y="1212850"/>
                      </a:cubicBezTo>
                      <a:cubicBezTo>
                        <a:pt x="440267" y="1100667"/>
                        <a:pt x="83608" y="185208"/>
                        <a:pt x="222250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2" name="Oval 22">
                  <a:extLst>
                    <a:ext uri="{FF2B5EF4-FFF2-40B4-BE49-F238E27FC236}">
                      <a16:creationId xmlns:a16="http://schemas.microsoft.com/office/drawing/2014/main" id="{0761F60C-490A-E224-B0D5-F634C4F2A028}"/>
                    </a:ext>
                  </a:extLst>
                </p:cNvPr>
                <p:cNvSpPr/>
                <p:nvPr/>
              </p:nvSpPr>
              <p:spPr>
                <a:xfrm rot="17614240">
                  <a:off x="2604706" y="3151169"/>
                  <a:ext cx="105738" cy="203954"/>
                </a:xfrm>
                <a:custGeom>
                  <a:avLst/>
                  <a:gdLst>
                    <a:gd name="connsiteX0" fmla="*/ 0 w 187978"/>
                    <a:gd name="connsiteY0" fmla="*/ 99219 h 198437"/>
                    <a:gd name="connsiteX1" fmla="*/ 93989 w 187978"/>
                    <a:gd name="connsiteY1" fmla="*/ 0 h 198437"/>
                    <a:gd name="connsiteX2" fmla="*/ 187978 w 187978"/>
                    <a:gd name="connsiteY2" fmla="*/ 99219 h 198437"/>
                    <a:gd name="connsiteX3" fmla="*/ 93989 w 187978"/>
                    <a:gd name="connsiteY3" fmla="*/ 198438 h 198437"/>
                    <a:gd name="connsiteX4" fmla="*/ 0 w 187978"/>
                    <a:gd name="connsiteY4" fmla="*/ 99219 h 198437"/>
                    <a:gd name="connsiteX0" fmla="*/ 11749 w 105738"/>
                    <a:gd name="connsiteY0" fmla="*/ 201196 h 203954"/>
                    <a:gd name="connsiteX1" fmla="*/ 11749 w 105738"/>
                    <a:gd name="connsiteY1" fmla="*/ 2758 h 203954"/>
                    <a:gd name="connsiteX2" fmla="*/ 105738 w 105738"/>
                    <a:gd name="connsiteY2" fmla="*/ 101977 h 203954"/>
                    <a:gd name="connsiteX3" fmla="*/ 11749 w 105738"/>
                    <a:gd name="connsiteY3" fmla="*/ 201196 h 203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738" h="203954">
                      <a:moveTo>
                        <a:pt x="11749" y="201196"/>
                      </a:moveTo>
                      <a:cubicBezTo>
                        <a:pt x="-3916" y="184660"/>
                        <a:pt x="-3916" y="19295"/>
                        <a:pt x="11749" y="2758"/>
                      </a:cubicBezTo>
                      <a:cubicBezTo>
                        <a:pt x="27414" y="-13779"/>
                        <a:pt x="105738" y="47180"/>
                        <a:pt x="105738" y="101977"/>
                      </a:cubicBezTo>
                      <a:cubicBezTo>
                        <a:pt x="105738" y="156774"/>
                        <a:pt x="27414" y="217733"/>
                        <a:pt x="11749" y="20119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3" name="Rectangle 10">
                  <a:extLst>
                    <a:ext uri="{FF2B5EF4-FFF2-40B4-BE49-F238E27FC236}">
                      <a16:creationId xmlns:a16="http://schemas.microsoft.com/office/drawing/2014/main" id="{EBD3EEFC-102F-701D-F110-60ACA1DE0B51}"/>
                    </a:ext>
                  </a:extLst>
                </p:cNvPr>
                <p:cNvSpPr/>
                <p:nvPr/>
              </p:nvSpPr>
              <p:spPr>
                <a:xfrm rot="531318">
                  <a:off x="1946008" y="1330738"/>
                  <a:ext cx="2397419" cy="2362970"/>
                </a:xfrm>
                <a:custGeom>
                  <a:avLst/>
                  <a:gdLst>
                    <a:gd name="connsiteX0" fmla="*/ 0 w 1473386"/>
                    <a:gd name="connsiteY0" fmla="*/ 736688 h 1473376"/>
                    <a:gd name="connsiteX1" fmla="*/ 736693 w 1473386"/>
                    <a:gd name="connsiteY1" fmla="*/ 0 h 1473376"/>
                    <a:gd name="connsiteX2" fmla="*/ 1473386 w 1473386"/>
                    <a:gd name="connsiteY2" fmla="*/ 736688 h 1473376"/>
                    <a:gd name="connsiteX3" fmla="*/ 736693 w 1473386"/>
                    <a:gd name="connsiteY3" fmla="*/ 1473376 h 1473376"/>
                    <a:gd name="connsiteX4" fmla="*/ 0 w 1473386"/>
                    <a:gd name="connsiteY4" fmla="*/ 736688 h 1473376"/>
                    <a:gd name="connsiteX0" fmla="*/ 23537 w 1496923"/>
                    <a:gd name="connsiteY0" fmla="*/ 736688 h 1501157"/>
                    <a:gd name="connsiteX1" fmla="*/ 760230 w 1496923"/>
                    <a:gd name="connsiteY1" fmla="*/ 0 h 1501157"/>
                    <a:gd name="connsiteX2" fmla="*/ 1496923 w 1496923"/>
                    <a:gd name="connsiteY2" fmla="*/ 736688 h 1501157"/>
                    <a:gd name="connsiteX3" fmla="*/ 760230 w 1496923"/>
                    <a:gd name="connsiteY3" fmla="*/ 1473376 h 1501157"/>
                    <a:gd name="connsiteX4" fmla="*/ 234843 w 1496923"/>
                    <a:gd name="connsiteY4" fmla="*/ 1287506 h 1501157"/>
                    <a:gd name="connsiteX5" fmla="*/ 23537 w 1496923"/>
                    <a:gd name="connsiteY5" fmla="*/ 736688 h 1501157"/>
                    <a:gd name="connsiteX0" fmla="*/ 23537 w 1496923"/>
                    <a:gd name="connsiteY0" fmla="*/ 736688 h 1475414"/>
                    <a:gd name="connsiteX1" fmla="*/ 760230 w 1496923"/>
                    <a:gd name="connsiteY1" fmla="*/ 0 h 1475414"/>
                    <a:gd name="connsiteX2" fmla="*/ 1496923 w 1496923"/>
                    <a:gd name="connsiteY2" fmla="*/ 736688 h 1475414"/>
                    <a:gd name="connsiteX3" fmla="*/ 760230 w 1496923"/>
                    <a:gd name="connsiteY3" fmla="*/ 1473376 h 1475414"/>
                    <a:gd name="connsiteX4" fmla="*/ 234843 w 1496923"/>
                    <a:gd name="connsiteY4" fmla="*/ 1287506 h 1475414"/>
                    <a:gd name="connsiteX5" fmla="*/ 23537 w 1496923"/>
                    <a:gd name="connsiteY5" fmla="*/ 736688 h 1475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96923" h="1475414">
                      <a:moveTo>
                        <a:pt x="23537" y="736688"/>
                      </a:moveTo>
                      <a:cubicBezTo>
                        <a:pt x="111101" y="522104"/>
                        <a:pt x="353366" y="0"/>
                        <a:pt x="760230" y="0"/>
                      </a:cubicBezTo>
                      <a:cubicBezTo>
                        <a:pt x="1167094" y="0"/>
                        <a:pt x="1496923" y="329826"/>
                        <a:pt x="1496923" y="736688"/>
                      </a:cubicBezTo>
                      <a:cubicBezTo>
                        <a:pt x="1496923" y="1143550"/>
                        <a:pt x="937410" y="1457433"/>
                        <a:pt x="760230" y="1473376"/>
                      </a:cubicBezTo>
                      <a:cubicBezTo>
                        <a:pt x="583050" y="1489319"/>
                        <a:pt x="357625" y="1410287"/>
                        <a:pt x="234843" y="1287506"/>
                      </a:cubicBezTo>
                      <a:cubicBezTo>
                        <a:pt x="112061" y="1164725"/>
                        <a:pt x="-64027" y="951272"/>
                        <a:pt x="23537" y="736688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E6BB903-A9A3-3683-FDE3-CD8AFE9909A8}"/>
                    </a:ext>
                  </a:extLst>
                </p:cNvPr>
                <p:cNvSpPr/>
                <p:nvPr/>
              </p:nvSpPr>
              <p:spPr>
                <a:xfrm rot="1255512">
                  <a:off x="2436052" y="1664594"/>
                  <a:ext cx="866332" cy="10149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73C65A9C-E4D2-7E5A-4616-42E9273A834D}"/>
                    </a:ext>
                  </a:extLst>
                </p:cNvPr>
                <p:cNvSpPr/>
                <p:nvPr/>
              </p:nvSpPr>
              <p:spPr>
                <a:xfrm rot="1255512">
                  <a:off x="2449520" y="1936743"/>
                  <a:ext cx="535111" cy="6268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6" name="Oval 57">
                  <a:extLst>
                    <a:ext uri="{FF2B5EF4-FFF2-40B4-BE49-F238E27FC236}">
                      <a16:creationId xmlns:a16="http://schemas.microsoft.com/office/drawing/2014/main" id="{43EF204E-0EFE-A532-A334-EB7F79B92927}"/>
                    </a:ext>
                  </a:extLst>
                </p:cNvPr>
                <p:cNvSpPr/>
                <p:nvPr/>
              </p:nvSpPr>
              <p:spPr>
                <a:xfrm rot="1255512">
                  <a:off x="3563832" y="1892393"/>
                  <a:ext cx="1078846" cy="1982703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7" name="Oval 57">
                  <a:extLst>
                    <a:ext uri="{FF2B5EF4-FFF2-40B4-BE49-F238E27FC236}">
                      <a16:creationId xmlns:a16="http://schemas.microsoft.com/office/drawing/2014/main" id="{A5774CB6-D9B9-C2E8-1DCC-D3DF599FC02D}"/>
                    </a:ext>
                  </a:extLst>
                </p:cNvPr>
                <p:cNvSpPr/>
                <p:nvPr/>
              </p:nvSpPr>
              <p:spPr>
                <a:xfrm rot="5917663">
                  <a:off x="4861118" y="2892439"/>
                  <a:ext cx="1078846" cy="2065016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8" name="Oval 57">
                  <a:extLst>
                    <a:ext uri="{FF2B5EF4-FFF2-40B4-BE49-F238E27FC236}">
                      <a16:creationId xmlns:a16="http://schemas.microsoft.com/office/drawing/2014/main" id="{3B05E7AB-AA43-628E-787A-3F863834989B}"/>
                    </a:ext>
                  </a:extLst>
                </p:cNvPr>
                <p:cNvSpPr/>
                <p:nvPr/>
              </p:nvSpPr>
              <p:spPr>
                <a:xfrm rot="7000438">
                  <a:off x="6804551" y="2866843"/>
                  <a:ext cx="1201783" cy="1280933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9" name="Oval 57">
                  <a:extLst>
                    <a:ext uri="{FF2B5EF4-FFF2-40B4-BE49-F238E27FC236}">
                      <a16:creationId xmlns:a16="http://schemas.microsoft.com/office/drawing/2014/main" id="{DDB2E8A8-BE73-7741-909F-2BE7B86BCE82}"/>
                    </a:ext>
                  </a:extLst>
                </p:cNvPr>
                <p:cNvSpPr/>
                <p:nvPr/>
              </p:nvSpPr>
              <p:spPr>
                <a:xfrm rot="1479759">
                  <a:off x="7116935" y="3416331"/>
                  <a:ext cx="966763" cy="1797308"/>
                </a:xfrm>
                <a:custGeom>
                  <a:avLst/>
                  <a:gdLst>
                    <a:gd name="connsiteX0" fmla="*/ 0 w 575347"/>
                    <a:gd name="connsiteY0" fmla="*/ 337007 h 674014"/>
                    <a:gd name="connsiteX1" fmla="*/ 287674 w 575347"/>
                    <a:gd name="connsiteY1" fmla="*/ 0 h 674014"/>
                    <a:gd name="connsiteX2" fmla="*/ 575348 w 575347"/>
                    <a:gd name="connsiteY2" fmla="*/ 337007 h 674014"/>
                    <a:gd name="connsiteX3" fmla="*/ 287674 w 575347"/>
                    <a:gd name="connsiteY3" fmla="*/ 674014 h 674014"/>
                    <a:gd name="connsiteX4" fmla="*/ 0 w 575347"/>
                    <a:gd name="connsiteY4" fmla="*/ 337007 h 674014"/>
                    <a:gd name="connsiteX0" fmla="*/ 138733 w 714081"/>
                    <a:gd name="connsiteY0" fmla="*/ 960480 h 1297487"/>
                    <a:gd name="connsiteX1" fmla="*/ 65641 w 714081"/>
                    <a:gd name="connsiteY1" fmla="*/ 0 h 1297487"/>
                    <a:gd name="connsiteX2" fmla="*/ 714081 w 714081"/>
                    <a:gd name="connsiteY2" fmla="*/ 960480 h 1297487"/>
                    <a:gd name="connsiteX3" fmla="*/ 426407 w 714081"/>
                    <a:gd name="connsiteY3" fmla="*/ 1297487 h 1297487"/>
                    <a:gd name="connsiteX4" fmla="*/ 138733 w 714081"/>
                    <a:gd name="connsiteY4" fmla="*/ 960480 h 1297487"/>
                    <a:gd name="connsiteX0" fmla="*/ 133967 w 709315"/>
                    <a:gd name="connsiteY0" fmla="*/ 960480 h 1875262"/>
                    <a:gd name="connsiteX1" fmla="*/ 60875 w 709315"/>
                    <a:gd name="connsiteY1" fmla="*/ 0 h 1875262"/>
                    <a:gd name="connsiteX2" fmla="*/ 709315 w 709315"/>
                    <a:gd name="connsiteY2" fmla="*/ 960480 h 1875262"/>
                    <a:gd name="connsiteX3" fmla="*/ 261854 w 709315"/>
                    <a:gd name="connsiteY3" fmla="*/ 1875262 h 1875262"/>
                    <a:gd name="connsiteX4" fmla="*/ 133967 w 709315"/>
                    <a:gd name="connsiteY4" fmla="*/ 960480 h 1875262"/>
                    <a:gd name="connsiteX0" fmla="*/ 154332 w 729680"/>
                    <a:gd name="connsiteY0" fmla="*/ 925024 h 1839806"/>
                    <a:gd name="connsiteX1" fmla="*/ 57206 w 729680"/>
                    <a:gd name="connsiteY1" fmla="*/ 0 h 1839806"/>
                    <a:gd name="connsiteX2" fmla="*/ 729680 w 729680"/>
                    <a:gd name="connsiteY2" fmla="*/ 925024 h 1839806"/>
                    <a:gd name="connsiteX3" fmla="*/ 282219 w 729680"/>
                    <a:gd name="connsiteY3" fmla="*/ 1839806 h 1839806"/>
                    <a:gd name="connsiteX4" fmla="*/ 154332 w 729680"/>
                    <a:gd name="connsiteY4" fmla="*/ 925024 h 1839806"/>
                    <a:gd name="connsiteX0" fmla="*/ 167135 w 742483"/>
                    <a:gd name="connsiteY0" fmla="*/ 917341 h 1832123"/>
                    <a:gd name="connsiteX1" fmla="*/ 55151 w 742483"/>
                    <a:gd name="connsiteY1" fmla="*/ 0 h 1832123"/>
                    <a:gd name="connsiteX2" fmla="*/ 742483 w 742483"/>
                    <a:gd name="connsiteY2" fmla="*/ 917341 h 1832123"/>
                    <a:gd name="connsiteX3" fmla="*/ 295022 w 742483"/>
                    <a:gd name="connsiteY3" fmla="*/ 1832123 h 1832123"/>
                    <a:gd name="connsiteX4" fmla="*/ 167135 w 742483"/>
                    <a:gd name="connsiteY4" fmla="*/ 917341 h 1832123"/>
                    <a:gd name="connsiteX0" fmla="*/ 175369 w 750717"/>
                    <a:gd name="connsiteY0" fmla="*/ 950826 h 1865608"/>
                    <a:gd name="connsiteX1" fmla="*/ 53916 w 750717"/>
                    <a:gd name="connsiteY1" fmla="*/ 0 h 1865608"/>
                    <a:gd name="connsiteX2" fmla="*/ 750717 w 750717"/>
                    <a:gd name="connsiteY2" fmla="*/ 950826 h 1865608"/>
                    <a:gd name="connsiteX3" fmla="*/ 303256 w 750717"/>
                    <a:gd name="connsiteY3" fmla="*/ 1865608 h 1865608"/>
                    <a:gd name="connsiteX4" fmla="*/ 175369 w 750717"/>
                    <a:gd name="connsiteY4" fmla="*/ 950826 h 186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17" h="1865608">
                      <a:moveTo>
                        <a:pt x="175369" y="950826"/>
                      </a:moveTo>
                      <a:cubicBezTo>
                        <a:pt x="133812" y="639891"/>
                        <a:pt x="-104962" y="0"/>
                        <a:pt x="53916" y="0"/>
                      </a:cubicBezTo>
                      <a:cubicBezTo>
                        <a:pt x="212794" y="0"/>
                        <a:pt x="750717" y="764702"/>
                        <a:pt x="750717" y="950826"/>
                      </a:cubicBezTo>
                      <a:cubicBezTo>
                        <a:pt x="750717" y="1136950"/>
                        <a:pt x="462134" y="1865608"/>
                        <a:pt x="303256" y="1865608"/>
                      </a:cubicBezTo>
                      <a:cubicBezTo>
                        <a:pt x="144378" y="1865608"/>
                        <a:pt x="216926" y="1261761"/>
                        <a:pt x="175369" y="950826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9F145D29-FC03-9C0F-2517-13E56641D0B0}"/>
                    </a:ext>
                  </a:extLst>
                </p:cNvPr>
                <p:cNvSpPr/>
                <p:nvPr/>
              </p:nvSpPr>
              <p:spPr>
                <a:xfrm rot="1255512">
                  <a:off x="2495420" y="2135326"/>
                  <a:ext cx="244480" cy="28640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6E600BAF-6FD6-2CB4-AAA3-BA9E4095B8D1}"/>
                    </a:ext>
                  </a:extLst>
                </p:cNvPr>
                <p:cNvSpPr/>
                <p:nvPr/>
              </p:nvSpPr>
              <p:spPr>
                <a:xfrm rot="1255512">
                  <a:off x="2745240" y="1962065"/>
                  <a:ext cx="133784" cy="15672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Oval 29">
                  <a:extLst>
                    <a:ext uri="{FF2B5EF4-FFF2-40B4-BE49-F238E27FC236}">
                      <a16:creationId xmlns:a16="http://schemas.microsoft.com/office/drawing/2014/main" id="{E0989663-B8AD-DB0D-762B-481A151AB257}"/>
                    </a:ext>
                  </a:extLst>
                </p:cNvPr>
                <p:cNvSpPr/>
                <p:nvPr/>
              </p:nvSpPr>
              <p:spPr>
                <a:xfrm rot="5400000">
                  <a:off x="1742415" y="2511444"/>
                  <a:ext cx="271158" cy="176234"/>
                </a:xfrm>
                <a:custGeom>
                  <a:avLst/>
                  <a:gdLst>
                    <a:gd name="connsiteX0" fmla="*/ 0 w 866332"/>
                    <a:gd name="connsiteY0" fmla="*/ 507450 h 1014900"/>
                    <a:gd name="connsiteX1" fmla="*/ 433166 w 866332"/>
                    <a:gd name="connsiteY1" fmla="*/ 0 h 1014900"/>
                    <a:gd name="connsiteX2" fmla="*/ 866332 w 866332"/>
                    <a:gd name="connsiteY2" fmla="*/ 507450 h 1014900"/>
                    <a:gd name="connsiteX3" fmla="*/ 433166 w 866332"/>
                    <a:gd name="connsiteY3" fmla="*/ 1014900 h 1014900"/>
                    <a:gd name="connsiteX4" fmla="*/ 0 w 866332"/>
                    <a:gd name="connsiteY4" fmla="*/ 507450 h 1014900"/>
                    <a:gd name="connsiteX0" fmla="*/ 0 w 878373"/>
                    <a:gd name="connsiteY0" fmla="*/ 63432 h 570882"/>
                    <a:gd name="connsiteX1" fmla="*/ 866332 w 878373"/>
                    <a:gd name="connsiteY1" fmla="*/ 63432 h 570882"/>
                    <a:gd name="connsiteX2" fmla="*/ 433166 w 878373"/>
                    <a:gd name="connsiteY2" fmla="*/ 570882 h 570882"/>
                    <a:gd name="connsiteX3" fmla="*/ 0 w 878373"/>
                    <a:gd name="connsiteY3" fmla="*/ 63432 h 570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8373" h="570882">
                      <a:moveTo>
                        <a:pt x="0" y="63432"/>
                      </a:moveTo>
                      <a:cubicBezTo>
                        <a:pt x="72194" y="-21143"/>
                        <a:pt x="794138" y="-21143"/>
                        <a:pt x="866332" y="63432"/>
                      </a:cubicBezTo>
                      <a:cubicBezTo>
                        <a:pt x="938526" y="148007"/>
                        <a:pt x="672397" y="570882"/>
                        <a:pt x="433166" y="570882"/>
                      </a:cubicBezTo>
                      <a:cubicBezTo>
                        <a:pt x="193935" y="570882"/>
                        <a:pt x="0" y="343689"/>
                        <a:pt x="0" y="63432"/>
                      </a:cubicBezTo>
                      <a:close/>
                    </a:path>
                  </a:pathLst>
                </a:custGeom>
                <a:solidFill>
                  <a:srgbClr val="F8BBC9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Arc 82">
                  <a:extLst>
                    <a:ext uri="{FF2B5EF4-FFF2-40B4-BE49-F238E27FC236}">
                      <a16:creationId xmlns:a16="http://schemas.microsoft.com/office/drawing/2014/main" id="{DAEF17C1-B4C8-F1C0-F1EC-ADB0F7E4A60F}"/>
                    </a:ext>
                  </a:extLst>
                </p:cNvPr>
                <p:cNvSpPr/>
                <p:nvPr/>
              </p:nvSpPr>
              <p:spPr>
                <a:xfrm rot="21092516">
                  <a:off x="2009361" y="2437393"/>
                  <a:ext cx="988431" cy="660389"/>
                </a:xfrm>
                <a:prstGeom prst="arc">
                  <a:avLst>
                    <a:gd name="adj1" fmla="val 16131462"/>
                    <a:gd name="adj2" fmla="val 21466438"/>
                  </a:avLst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4" name="Rectangle 20">
                  <a:extLst>
                    <a:ext uri="{FF2B5EF4-FFF2-40B4-BE49-F238E27FC236}">
                      <a16:creationId xmlns:a16="http://schemas.microsoft.com/office/drawing/2014/main" id="{25F3DA2D-B834-AEE7-DE89-B58B1F6AAE79}"/>
                    </a:ext>
                  </a:extLst>
                </p:cNvPr>
                <p:cNvSpPr/>
                <p:nvPr/>
              </p:nvSpPr>
              <p:spPr>
                <a:xfrm rot="2454301">
                  <a:off x="3789475" y="-325741"/>
                  <a:ext cx="1316170" cy="3450932"/>
                </a:xfrm>
                <a:custGeom>
                  <a:avLst/>
                  <a:gdLst>
                    <a:gd name="connsiteX0" fmla="*/ 0 w 534457"/>
                    <a:gd name="connsiteY0" fmla="*/ 0 h 1497623"/>
                    <a:gd name="connsiteX1" fmla="*/ 534457 w 534457"/>
                    <a:gd name="connsiteY1" fmla="*/ 0 h 1497623"/>
                    <a:gd name="connsiteX2" fmla="*/ 534457 w 534457"/>
                    <a:gd name="connsiteY2" fmla="*/ 1497623 h 1497623"/>
                    <a:gd name="connsiteX3" fmla="*/ 0 w 534457"/>
                    <a:gd name="connsiteY3" fmla="*/ 1497623 h 1497623"/>
                    <a:gd name="connsiteX4" fmla="*/ 0 w 534457"/>
                    <a:gd name="connsiteY4" fmla="*/ 0 h 1497623"/>
                    <a:gd name="connsiteX0" fmla="*/ 114300 w 534457"/>
                    <a:gd name="connsiteY0" fmla="*/ 0 h 1688123"/>
                    <a:gd name="connsiteX1" fmla="*/ 534457 w 534457"/>
                    <a:gd name="connsiteY1" fmla="*/ 190500 h 1688123"/>
                    <a:gd name="connsiteX2" fmla="*/ 534457 w 534457"/>
                    <a:gd name="connsiteY2" fmla="*/ 1688123 h 1688123"/>
                    <a:gd name="connsiteX3" fmla="*/ 0 w 534457"/>
                    <a:gd name="connsiteY3" fmla="*/ 1688123 h 1688123"/>
                    <a:gd name="connsiteX4" fmla="*/ 114300 w 534457"/>
                    <a:gd name="connsiteY4" fmla="*/ 0 h 1688123"/>
                    <a:gd name="connsiteX0" fmla="*/ 114300 w 839257"/>
                    <a:gd name="connsiteY0" fmla="*/ 0 h 1688123"/>
                    <a:gd name="connsiteX1" fmla="*/ 534457 w 839257"/>
                    <a:gd name="connsiteY1" fmla="*/ 190500 h 1688123"/>
                    <a:gd name="connsiteX2" fmla="*/ 839257 w 839257"/>
                    <a:gd name="connsiteY2" fmla="*/ 1357923 h 1688123"/>
                    <a:gd name="connsiteX3" fmla="*/ 0 w 839257"/>
                    <a:gd name="connsiteY3" fmla="*/ 1688123 h 1688123"/>
                    <a:gd name="connsiteX4" fmla="*/ 114300 w 839257"/>
                    <a:gd name="connsiteY4" fmla="*/ 0 h 1688123"/>
                    <a:gd name="connsiteX0" fmla="*/ 0 w 724957"/>
                    <a:gd name="connsiteY0" fmla="*/ 0 h 1523023"/>
                    <a:gd name="connsiteX1" fmla="*/ 420157 w 724957"/>
                    <a:gd name="connsiteY1" fmla="*/ 190500 h 1523023"/>
                    <a:gd name="connsiteX2" fmla="*/ 724957 w 724957"/>
                    <a:gd name="connsiteY2" fmla="*/ 1357923 h 1523023"/>
                    <a:gd name="connsiteX3" fmla="*/ 228600 w 724957"/>
                    <a:gd name="connsiteY3" fmla="*/ 1523023 h 1523023"/>
                    <a:gd name="connsiteX4" fmla="*/ 0 w 724957"/>
                    <a:gd name="connsiteY4" fmla="*/ 0 h 1523023"/>
                    <a:gd name="connsiteX0" fmla="*/ 0 w 724957"/>
                    <a:gd name="connsiteY0" fmla="*/ 0 h 1523023"/>
                    <a:gd name="connsiteX1" fmla="*/ 724957 w 724957"/>
                    <a:gd name="connsiteY1" fmla="*/ 1357923 h 1523023"/>
                    <a:gd name="connsiteX2" fmla="*/ 228600 w 724957"/>
                    <a:gd name="connsiteY2" fmla="*/ 1523023 h 1523023"/>
                    <a:gd name="connsiteX3" fmla="*/ 0 w 724957"/>
                    <a:gd name="connsiteY3" fmla="*/ 0 h 15230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0 w 724957"/>
                    <a:gd name="connsiteY0" fmla="*/ 0 h 1624623"/>
                    <a:gd name="connsiteX1" fmla="*/ 724957 w 724957"/>
                    <a:gd name="connsiteY1" fmla="*/ 1459523 h 1624623"/>
                    <a:gd name="connsiteX2" fmla="*/ 228600 w 724957"/>
                    <a:gd name="connsiteY2" fmla="*/ 1624623 h 1624623"/>
                    <a:gd name="connsiteX3" fmla="*/ 0 w 724957"/>
                    <a:gd name="connsiteY3" fmla="*/ 0 h 1624623"/>
                    <a:gd name="connsiteX0" fmla="*/ 206997 w 931954"/>
                    <a:gd name="connsiteY0" fmla="*/ 0 h 1624623"/>
                    <a:gd name="connsiteX1" fmla="*/ 931954 w 931954"/>
                    <a:gd name="connsiteY1" fmla="*/ 1459523 h 1624623"/>
                    <a:gd name="connsiteX2" fmla="*/ 435597 w 931954"/>
                    <a:gd name="connsiteY2" fmla="*/ 1624623 h 1624623"/>
                    <a:gd name="connsiteX3" fmla="*/ 206997 w 931954"/>
                    <a:gd name="connsiteY3" fmla="*/ 0 h 1624623"/>
                    <a:gd name="connsiteX0" fmla="*/ 230823 w 955780"/>
                    <a:gd name="connsiteY0" fmla="*/ 0 h 1929423"/>
                    <a:gd name="connsiteX1" fmla="*/ 955780 w 955780"/>
                    <a:gd name="connsiteY1" fmla="*/ 1459523 h 1929423"/>
                    <a:gd name="connsiteX2" fmla="*/ 345123 w 955780"/>
                    <a:gd name="connsiteY2" fmla="*/ 1929423 h 1929423"/>
                    <a:gd name="connsiteX3" fmla="*/ 230823 w 955780"/>
                    <a:gd name="connsiteY3" fmla="*/ 0 h 1929423"/>
                    <a:gd name="connsiteX0" fmla="*/ 270228 w 995185"/>
                    <a:gd name="connsiteY0" fmla="*/ 0 h 1929423"/>
                    <a:gd name="connsiteX1" fmla="*/ 995185 w 995185"/>
                    <a:gd name="connsiteY1" fmla="*/ 1459523 h 1929423"/>
                    <a:gd name="connsiteX2" fmla="*/ 384528 w 995185"/>
                    <a:gd name="connsiteY2" fmla="*/ 1929423 h 1929423"/>
                    <a:gd name="connsiteX3" fmla="*/ 270228 w 995185"/>
                    <a:gd name="connsiteY3" fmla="*/ 0 h 1929423"/>
                    <a:gd name="connsiteX0" fmla="*/ 278806 w 968362"/>
                    <a:gd name="connsiteY0" fmla="*/ 0 h 2030230"/>
                    <a:gd name="connsiteX1" fmla="*/ 968362 w 968362"/>
                    <a:gd name="connsiteY1" fmla="*/ 1560330 h 2030230"/>
                    <a:gd name="connsiteX2" fmla="*/ 357705 w 968362"/>
                    <a:gd name="connsiteY2" fmla="*/ 2030230 h 2030230"/>
                    <a:gd name="connsiteX3" fmla="*/ 278806 w 968362"/>
                    <a:gd name="connsiteY3" fmla="*/ 0 h 2030230"/>
                    <a:gd name="connsiteX0" fmla="*/ 331037 w 1020593"/>
                    <a:gd name="connsiteY0" fmla="*/ 0 h 2030230"/>
                    <a:gd name="connsiteX1" fmla="*/ 1020593 w 1020593"/>
                    <a:gd name="connsiteY1" fmla="*/ 1560330 h 2030230"/>
                    <a:gd name="connsiteX2" fmla="*/ 409936 w 1020593"/>
                    <a:gd name="connsiteY2" fmla="*/ 2030230 h 2030230"/>
                    <a:gd name="connsiteX3" fmla="*/ 331037 w 1020593"/>
                    <a:gd name="connsiteY3" fmla="*/ 0 h 2030230"/>
                    <a:gd name="connsiteX0" fmla="*/ 296151 w 985707"/>
                    <a:gd name="connsiteY0" fmla="*/ 0 h 3018355"/>
                    <a:gd name="connsiteX1" fmla="*/ 985707 w 985707"/>
                    <a:gd name="connsiteY1" fmla="*/ 1560330 h 3018355"/>
                    <a:gd name="connsiteX2" fmla="*/ 529780 w 985707"/>
                    <a:gd name="connsiteY2" fmla="*/ 3018355 h 3018355"/>
                    <a:gd name="connsiteX3" fmla="*/ 296151 w 985707"/>
                    <a:gd name="connsiteY3" fmla="*/ 0 h 3018355"/>
                    <a:gd name="connsiteX0" fmla="*/ 296151 w 1151186"/>
                    <a:gd name="connsiteY0" fmla="*/ 0 h 3018355"/>
                    <a:gd name="connsiteX1" fmla="*/ 1151186 w 1151186"/>
                    <a:gd name="connsiteY1" fmla="*/ 2135859 h 3018355"/>
                    <a:gd name="connsiteX2" fmla="*/ 529780 w 1151186"/>
                    <a:gd name="connsiteY2" fmla="*/ 3018355 h 3018355"/>
                    <a:gd name="connsiteX3" fmla="*/ 296151 w 1151186"/>
                    <a:gd name="connsiteY3" fmla="*/ 0 h 3018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1186" h="3018355">
                      <a:moveTo>
                        <a:pt x="296151" y="0"/>
                      </a:moveTo>
                      <a:cubicBezTo>
                        <a:pt x="1007703" y="270608"/>
                        <a:pt x="909534" y="1649351"/>
                        <a:pt x="1151186" y="2135859"/>
                      </a:cubicBezTo>
                      <a:lnTo>
                        <a:pt x="529780" y="3018355"/>
                      </a:lnTo>
                      <a:cubicBezTo>
                        <a:pt x="453580" y="2476814"/>
                        <a:pt x="-456407" y="1709533"/>
                        <a:pt x="296151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BB28E2F8-77A9-9F1F-3D31-19EECEDAB4A3}"/>
                    </a:ext>
                  </a:extLst>
                </p:cNvPr>
                <p:cNvSpPr/>
                <p:nvPr/>
              </p:nvSpPr>
              <p:spPr>
                <a:xfrm rot="2136702">
                  <a:off x="3831348" y="-383910"/>
                  <a:ext cx="1034192" cy="3499702"/>
                </a:xfrm>
                <a:custGeom>
                  <a:avLst/>
                  <a:gdLst>
                    <a:gd name="connsiteX0" fmla="*/ 296150 w 668167"/>
                    <a:gd name="connsiteY0" fmla="*/ 0 h 3018355"/>
                    <a:gd name="connsiteX1" fmla="*/ 360520 w 668167"/>
                    <a:gd name="connsiteY1" fmla="*/ 28554 h 3018355"/>
                    <a:gd name="connsiteX2" fmla="*/ 378138 w 668167"/>
                    <a:gd name="connsiteY2" fmla="*/ 38766 h 3018355"/>
                    <a:gd name="connsiteX3" fmla="*/ 326721 w 668167"/>
                    <a:gd name="connsiteY3" fmla="*/ 177285 h 3018355"/>
                    <a:gd name="connsiteX4" fmla="*/ 659132 w 668167"/>
                    <a:gd name="connsiteY4" fmla="*/ 2781611 h 3018355"/>
                    <a:gd name="connsiteX5" fmla="*/ 668167 w 668167"/>
                    <a:gd name="connsiteY5" fmla="*/ 2821821 h 3018355"/>
                    <a:gd name="connsiteX6" fmla="*/ 529779 w 668167"/>
                    <a:gd name="connsiteY6" fmla="*/ 3018355 h 3018355"/>
                    <a:gd name="connsiteX7" fmla="*/ 296150 w 668167"/>
                    <a:gd name="connsiteY7" fmla="*/ 0 h 3018355"/>
                    <a:gd name="connsiteX0" fmla="*/ 296150 w 668167"/>
                    <a:gd name="connsiteY0" fmla="*/ 0 h 3018355"/>
                    <a:gd name="connsiteX1" fmla="*/ 360520 w 668167"/>
                    <a:gd name="connsiteY1" fmla="*/ 28554 h 3018355"/>
                    <a:gd name="connsiteX2" fmla="*/ 326721 w 668167"/>
                    <a:gd name="connsiteY2" fmla="*/ 177285 h 3018355"/>
                    <a:gd name="connsiteX3" fmla="*/ 659132 w 668167"/>
                    <a:gd name="connsiteY3" fmla="*/ 2781611 h 3018355"/>
                    <a:gd name="connsiteX4" fmla="*/ 668167 w 668167"/>
                    <a:gd name="connsiteY4" fmla="*/ 2821821 h 3018355"/>
                    <a:gd name="connsiteX5" fmla="*/ 529779 w 668167"/>
                    <a:gd name="connsiteY5" fmla="*/ 3018355 h 3018355"/>
                    <a:gd name="connsiteX6" fmla="*/ 296150 w 668167"/>
                    <a:gd name="connsiteY6" fmla="*/ 0 h 3018355"/>
                    <a:gd name="connsiteX0" fmla="*/ 296150 w 668167"/>
                    <a:gd name="connsiteY0" fmla="*/ 275731 h 3294086"/>
                    <a:gd name="connsiteX1" fmla="*/ 326721 w 668167"/>
                    <a:gd name="connsiteY1" fmla="*/ 453016 h 3294086"/>
                    <a:gd name="connsiteX2" fmla="*/ 659132 w 668167"/>
                    <a:gd name="connsiteY2" fmla="*/ 3057342 h 3294086"/>
                    <a:gd name="connsiteX3" fmla="*/ 668167 w 668167"/>
                    <a:gd name="connsiteY3" fmla="*/ 3097552 h 3294086"/>
                    <a:gd name="connsiteX4" fmla="*/ 529779 w 668167"/>
                    <a:gd name="connsiteY4" fmla="*/ 3294086 h 3294086"/>
                    <a:gd name="connsiteX5" fmla="*/ 296150 w 668167"/>
                    <a:gd name="connsiteY5" fmla="*/ 275731 h 3294086"/>
                    <a:gd name="connsiteX0" fmla="*/ 296150 w 668167"/>
                    <a:gd name="connsiteY0" fmla="*/ 201368 h 3219723"/>
                    <a:gd name="connsiteX1" fmla="*/ 326721 w 668167"/>
                    <a:gd name="connsiteY1" fmla="*/ 378653 h 3219723"/>
                    <a:gd name="connsiteX2" fmla="*/ 659132 w 668167"/>
                    <a:gd name="connsiteY2" fmla="*/ 2982979 h 3219723"/>
                    <a:gd name="connsiteX3" fmla="*/ 668167 w 668167"/>
                    <a:gd name="connsiteY3" fmla="*/ 3023189 h 3219723"/>
                    <a:gd name="connsiteX4" fmla="*/ 529779 w 668167"/>
                    <a:gd name="connsiteY4" fmla="*/ 3219723 h 3219723"/>
                    <a:gd name="connsiteX5" fmla="*/ 296150 w 668167"/>
                    <a:gd name="connsiteY5" fmla="*/ 201368 h 3219723"/>
                    <a:gd name="connsiteX0" fmla="*/ 296150 w 668167"/>
                    <a:gd name="connsiteY0" fmla="*/ 63443 h 3081798"/>
                    <a:gd name="connsiteX1" fmla="*/ 326721 w 668167"/>
                    <a:gd name="connsiteY1" fmla="*/ 240728 h 3081798"/>
                    <a:gd name="connsiteX2" fmla="*/ 659132 w 668167"/>
                    <a:gd name="connsiteY2" fmla="*/ 2845054 h 3081798"/>
                    <a:gd name="connsiteX3" fmla="*/ 668167 w 668167"/>
                    <a:gd name="connsiteY3" fmla="*/ 2885264 h 3081798"/>
                    <a:gd name="connsiteX4" fmla="*/ 529779 w 668167"/>
                    <a:gd name="connsiteY4" fmla="*/ 3081798 h 3081798"/>
                    <a:gd name="connsiteX5" fmla="*/ 296150 w 668167"/>
                    <a:gd name="connsiteY5" fmla="*/ 63443 h 3081798"/>
                    <a:gd name="connsiteX0" fmla="*/ 296150 w 668167"/>
                    <a:gd name="connsiteY0" fmla="*/ 54301 h 3072656"/>
                    <a:gd name="connsiteX1" fmla="*/ 326721 w 668167"/>
                    <a:gd name="connsiteY1" fmla="*/ 231586 h 3072656"/>
                    <a:gd name="connsiteX2" fmla="*/ 659132 w 668167"/>
                    <a:gd name="connsiteY2" fmla="*/ 2835912 h 3072656"/>
                    <a:gd name="connsiteX3" fmla="*/ 668167 w 668167"/>
                    <a:gd name="connsiteY3" fmla="*/ 2876122 h 3072656"/>
                    <a:gd name="connsiteX4" fmla="*/ 529779 w 668167"/>
                    <a:gd name="connsiteY4" fmla="*/ 3072656 h 3072656"/>
                    <a:gd name="connsiteX5" fmla="*/ 296150 w 668167"/>
                    <a:gd name="connsiteY5" fmla="*/ 54301 h 3072656"/>
                    <a:gd name="connsiteX0" fmla="*/ 296150 w 668167"/>
                    <a:gd name="connsiteY0" fmla="*/ 0 h 3018355"/>
                    <a:gd name="connsiteX1" fmla="*/ 326721 w 668167"/>
                    <a:gd name="connsiteY1" fmla="*/ 177285 h 3018355"/>
                    <a:gd name="connsiteX2" fmla="*/ 659132 w 668167"/>
                    <a:gd name="connsiteY2" fmla="*/ 2781611 h 3018355"/>
                    <a:gd name="connsiteX3" fmla="*/ 668167 w 668167"/>
                    <a:gd name="connsiteY3" fmla="*/ 2821821 h 3018355"/>
                    <a:gd name="connsiteX4" fmla="*/ 529779 w 668167"/>
                    <a:gd name="connsiteY4" fmla="*/ 3018355 h 3018355"/>
                    <a:gd name="connsiteX5" fmla="*/ 296150 w 668167"/>
                    <a:gd name="connsiteY5" fmla="*/ 0 h 3018355"/>
                    <a:gd name="connsiteX0" fmla="*/ 298180 w 660238"/>
                    <a:gd name="connsiteY0" fmla="*/ 0 h 3099258"/>
                    <a:gd name="connsiteX1" fmla="*/ 318792 w 660238"/>
                    <a:gd name="connsiteY1" fmla="*/ 258188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0 h 3099258"/>
                    <a:gd name="connsiteX1" fmla="*/ 318792 w 660238"/>
                    <a:gd name="connsiteY1" fmla="*/ 258188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0 h 3099258"/>
                    <a:gd name="connsiteX1" fmla="*/ 277279 w 660238"/>
                    <a:gd name="connsiteY1" fmla="*/ 268272 h 3099258"/>
                    <a:gd name="connsiteX2" fmla="*/ 651203 w 660238"/>
                    <a:gd name="connsiteY2" fmla="*/ 2862514 h 3099258"/>
                    <a:gd name="connsiteX3" fmla="*/ 660238 w 660238"/>
                    <a:gd name="connsiteY3" fmla="*/ 2902724 h 3099258"/>
                    <a:gd name="connsiteX4" fmla="*/ 521850 w 660238"/>
                    <a:gd name="connsiteY4" fmla="*/ 3099258 h 3099258"/>
                    <a:gd name="connsiteX5" fmla="*/ 298180 w 660238"/>
                    <a:gd name="connsiteY5" fmla="*/ 0 h 3099258"/>
                    <a:gd name="connsiteX0" fmla="*/ 298180 w 660238"/>
                    <a:gd name="connsiteY0" fmla="*/ 477 h 3099735"/>
                    <a:gd name="connsiteX1" fmla="*/ 651203 w 660238"/>
                    <a:gd name="connsiteY1" fmla="*/ 2862991 h 3099735"/>
                    <a:gd name="connsiteX2" fmla="*/ 660238 w 660238"/>
                    <a:gd name="connsiteY2" fmla="*/ 2903201 h 3099735"/>
                    <a:gd name="connsiteX3" fmla="*/ 521850 w 660238"/>
                    <a:gd name="connsiteY3" fmla="*/ 3099735 h 3099735"/>
                    <a:gd name="connsiteX4" fmla="*/ 298180 w 660238"/>
                    <a:gd name="connsiteY4" fmla="*/ 477 h 3099735"/>
                    <a:gd name="connsiteX0" fmla="*/ 332620 w 694678"/>
                    <a:gd name="connsiteY0" fmla="*/ 477 h 3118680"/>
                    <a:gd name="connsiteX1" fmla="*/ 685643 w 694678"/>
                    <a:gd name="connsiteY1" fmla="*/ 2862991 h 3118680"/>
                    <a:gd name="connsiteX2" fmla="*/ 694678 w 694678"/>
                    <a:gd name="connsiteY2" fmla="*/ 2903201 h 3118680"/>
                    <a:gd name="connsiteX3" fmla="*/ 405246 w 694678"/>
                    <a:gd name="connsiteY3" fmla="*/ 3118680 h 3118680"/>
                    <a:gd name="connsiteX4" fmla="*/ 332620 w 694678"/>
                    <a:gd name="connsiteY4" fmla="*/ 477 h 3118680"/>
                    <a:gd name="connsiteX0" fmla="*/ 299384 w 661442"/>
                    <a:gd name="connsiteY0" fmla="*/ 477 h 3118680"/>
                    <a:gd name="connsiteX1" fmla="*/ 652407 w 661442"/>
                    <a:gd name="connsiteY1" fmla="*/ 2862991 h 3118680"/>
                    <a:gd name="connsiteX2" fmla="*/ 661442 w 661442"/>
                    <a:gd name="connsiteY2" fmla="*/ 2903201 h 3118680"/>
                    <a:gd name="connsiteX3" fmla="*/ 372010 w 661442"/>
                    <a:gd name="connsiteY3" fmla="*/ 3118680 h 3118680"/>
                    <a:gd name="connsiteX4" fmla="*/ 299384 w 661442"/>
                    <a:gd name="connsiteY4" fmla="*/ 477 h 3118680"/>
                    <a:gd name="connsiteX0" fmla="*/ 302028 w 664086"/>
                    <a:gd name="connsiteY0" fmla="*/ 477 h 3118680"/>
                    <a:gd name="connsiteX1" fmla="*/ 655051 w 664086"/>
                    <a:gd name="connsiteY1" fmla="*/ 2862991 h 3118680"/>
                    <a:gd name="connsiteX2" fmla="*/ 664086 w 664086"/>
                    <a:gd name="connsiteY2" fmla="*/ 2903201 h 3118680"/>
                    <a:gd name="connsiteX3" fmla="*/ 374654 w 664086"/>
                    <a:gd name="connsiteY3" fmla="*/ 3118680 h 3118680"/>
                    <a:gd name="connsiteX4" fmla="*/ 302028 w 664086"/>
                    <a:gd name="connsiteY4" fmla="*/ 477 h 3118680"/>
                    <a:gd name="connsiteX0" fmla="*/ 302028 w 664086"/>
                    <a:gd name="connsiteY0" fmla="*/ 445 h 3118648"/>
                    <a:gd name="connsiteX1" fmla="*/ 655051 w 664086"/>
                    <a:gd name="connsiteY1" fmla="*/ 2862959 h 3118648"/>
                    <a:gd name="connsiteX2" fmla="*/ 664086 w 664086"/>
                    <a:gd name="connsiteY2" fmla="*/ 2903169 h 3118648"/>
                    <a:gd name="connsiteX3" fmla="*/ 374654 w 664086"/>
                    <a:gd name="connsiteY3" fmla="*/ 3118648 h 3118648"/>
                    <a:gd name="connsiteX4" fmla="*/ 302028 w 664086"/>
                    <a:gd name="connsiteY4" fmla="*/ 445 h 3118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086" h="3118648">
                      <a:moveTo>
                        <a:pt x="302028" y="445"/>
                      </a:moveTo>
                      <a:cubicBezTo>
                        <a:pt x="323587" y="-39012"/>
                        <a:pt x="-30847" y="2558424"/>
                        <a:pt x="655051" y="2862959"/>
                      </a:cubicBezTo>
                      <a:lnTo>
                        <a:pt x="664086" y="2903169"/>
                      </a:lnTo>
                      <a:lnTo>
                        <a:pt x="374654" y="3118648"/>
                      </a:lnTo>
                      <a:cubicBezTo>
                        <a:pt x="286361" y="2715174"/>
                        <a:pt x="-375736" y="1671335"/>
                        <a:pt x="302028" y="445"/>
                      </a:cubicBezTo>
                      <a:close/>
                    </a:path>
                  </a:pathLst>
                </a:custGeom>
                <a:solidFill>
                  <a:srgbClr val="ED7D31">
                    <a:lumMod val="40000"/>
                    <a:lumOff val="60000"/>
                    <a:alpha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0" name="Rectangle 542">
                <a:extLst>
                  <a:ext uri="{FF2B5EF4-FFF2-40B4-BE49-F238E27FC236}">
                    <a16:creationId xmlns:a16="http://schemas.microsoft.com/office/drawing/2014/main" id="{7D346226-4846-AB20-6C1B-6436D517DB11}"/>
                  </a:ext>
                </a:extLst>
              </p:cNvPr>
              <p:cNvSpPr/>
              <p:nvPr/>
            </p:nvSpPr>
            <p:spPr>
              <a:xfrm>
                <a:off x="9191695" y="4300766"/>
                <a:ext cx="717715" cy="598360"/>
              </a:xfrm>
              <a:custGeom>
                <a:avLst/>
                <a:gdLst>
                  <a:gd name="connsiteX0" fmla="*/ 0 w 533565"/>
                  <a:gd name="connsiteY0" fmla="*/ 0 h 184820"/>
                  <a:gd name="connsiteX1" fmla="*/ 533565 w 533565"/>
                  <a:gd name="connsiteY1" fmla="*/ 0 h 184820"/>
                  <a:gd name="connsiteX2" fmla="*/ 533565 w 533565"/>
                  <a:gd name="connsiteY2" fmla="*/ 184820 h 184820"/>
                  <a:gd name="connsiteX3" fmla="*/ 0 w 533565"/>
                  <a:gd name="connsiteY3" fmla="*/ 184820 h 184820"/>
                  <a:gd name="connsiteX4" fmla="*/ 0 w 533565"/>
                  <a:gd name="connsiteY4" fmla="*/ 0 h 184820"/>
                  <a:gd name="connsiteX0" fmla="*/ 0 w 597065"/>
                  <a:gd name="connsiteY0" fmla="*/ 12700 h 184820"/>
                  <a:gd name="connsiteX1" fmla="*/ 597065 w 597065"/>
                  <a:gd name="connsiteY1" fmla="*/ 0 h 184820"/>
                  <a:gd name="connsiteX2" fmla="*/ 597065 w 597065"/>
                  <a:gd name="connsiteY2" fmla="*/ 184820 h 184820"/>
                  <a:gd name="connsiteX3" fmla="*/ 63500 w 597065"/>
                  <a:gd name="connsiteY3" fmla="*/ 184820 h 184820"/>
                  <a:gd name="connsiteX4" fmla="*/ 0 w 597065"/>
                  <a:gd name="connsiteY4" fmla="*/ 12700 h 184820"/>
                  <a:gd name="connsiteX0" fmla="*/ 0 w 692315"/>
                  <a:gd name="connsiteY0" fmla="*/ 215900 h 388020"/>
                  <a:gd name="connsiteX1" fmla="*/ 692315 w 692315"/>
                  <a:gd name="connsiteY1" fmla="*/ 0 h 388020"/>
                  <a:gd name="connsiteX2" fmla="*/ 597065 w 692315"/>
                  <a:gd name="connsiteY2" fmla="*/ 388020 h 388020"/>
                  <a:gd name="connsiteX3" fmla="*/ 63500 w 692315"/>
                  <a:gd name="connsiteY3" fmla="*/ 388020 h 388020"/>
                  <a:gd name="connsiteX4" fmla="*/ 0 w 692315"/>
                  <a:gd name="connsiteY4" fmla="*/ 215900 h 388020"/>
                  <a:gd name="connsiteX0" fmla="*/ 0 w 692315"/>
                  <a:gd name="connsiteY0" fmla="*/ 215900 h 388020"/>
                  <a:gd name="connsiteX1" fmla="*/ 692315 w 692315"/>
                  <a:gd name="connsiteY1" fmla="*/ 0 h 388020"/>
                  <a:gd name="connsiteX2" fmla="*/ 673265 w 692315"/>
                  <a:gd name="connsiteY2" fmla="*/ 337220 h 388020"/>
                  <a:gd name="connsiteX3" fmla="*/ 63500 w 692315"/>
                  <a:gd name="connsiteY3" fmla="*/ 388020 h 388020"/>
                  <a:gd name="connsiteX4" fmla="*/ 0 w 692315"/>
                  <a:gd name="connsiteY4" fmla="*/ 215900 h 388020"/>
                  <a:gd name="connsiteX0" fmla="*/ 0 w 692315"/>
                  <a:gd name="connsiteY0" fmla="*/ 215900 h 438820"/>
                  <a:gd name="connsiteX1" fmla="*/ 692315 w 692315"/>
                  <a:gd name="connsiteY1" fmla="*/ 0 h 438820"/>
                  <a:gd name="connsiteX2" fmla="*/ 673265 w 692315"/>
                  <a:gd name="connsiteY2" fmla="*/ 337220 h 438820"/>
                  <a:gd name="connsiteX3" fmla="*/ 63500 w 692315"/>
                  <a:gd name="connsiteY3" fmla="*/ 438820 h 438820"/>
                  <a:gd name="connsiteX4" fmla="*/ 0 w 692315"/>
                  <a:gd name="connsiteY4" fmla="*/ 215900 h 438820"/>
                  <a:gd name="connsiteX0" fmla="*/ 63500 w 628815"/>
                  <a:gd name="connsiteY0" fmla="*/ 0 h 572170"/>
                  <a:gd name="connsiteX1" fmla="*/ 628815 w 628815"/>
                  <a:gd name="connsiteY1" fmla="*/ 133350 h 572170"/>
                  <a:gd name="connsiteX2" fmla="*/ 609765 w 628815"/>
                  <a:gd name="connsiteY2" fmla="*/ 470570 h 572170"/>
                  <a:gd name="connsiteX3" fmla="*/ 0 w 628815"/>
                  <a:gd name="connsiteY3" fmla="*/ 572170 h 572170"/>
                  <a:gd name="connsiteX4" fmla="*/ 63500 w 628815"/>
                  <a:gd name="connsiteY4" fmla="*/ 0 h 572170"/>
                  <a:gd name="connsiteX0" fmla="*/ 77885 w 643200"/>
                  <a:gd name="connsiteY0" fmla="*/ 0 h 572170"/>
                  <a:gd name="connsiteX1" fmla="*/ 643200 w 643200"/>
                  <a:gd name="connsiteY1" fmla="*/ 133350 h 572170"/>
                  <a:gd name="connsiteX2" fmla="*/ 624150 w 643200"/>
                  <a:gd name="connsiteY2" fmla="*/ 470570 h 572170"/>
                  <a:gd name="connsiteX3" fmla="*/ 14385 w 643200"/>
                  <a:gd name="connsiteY3" fmla="*/ 572170 h 572170"/>
                  <a:gd name="connsiteX4" fmla="*/ 77885 w 643200"/>
                  <a:gd name="connsiteY4" fmla="*/ 0 h 572170"/>
                  <a:gd name="connsiteX0" fmla="*/ 120650 w 685965"/>
                  <a:gd name="connsiteY0" fmla="*/ 0 h 572170"/>
                  <a:gd name="connsiteX1" fmla="*/ 685965 w 685965"/>
                  <a:gd name="connsiteY1" fmla="*/ 133350 h 572170"/>
                  <a:gd name="connsiteX2" fmla="*/ 666915 w 685965"/>
                  <a:gd name="connsiteY2" fmla="*/ 470570 h 572170"/>
                  <a:gd name="connsiteX3" fmla="*/ 0 w 685965"/>
                  <a:gd name="connsiteY3" fmla="*/ 572170 h 572170"/>
                  <a:gd name="connsiteX4" fmla="*/ 120650 w 685965"/>
                  <a:gd name="connsiteY4" fmla="*/ 0 h 572170"/>
                  <a:gd name="connsiteX0" fmla="*/ 152400 w 717715"/>
                  <a:gd name="connsiteY0" fmla="*/ 0 h 572170"/>
                  <a:gd name="connsiteX1" fmla="*/ 717715 w 717715"/>
                  <a:gd name="connsiteY1" fmla="*/ 133350 h 572170"/>
                  <a:gd name="connsiteX2" fmla="*/ 698665 w 717715"/>
                  <a:gd name="connsiteY2" fmla="*/ 470570 h 572170"/>
                  <a:gd name="connsiteX3" fmla="*/ 0 w 717715"/>
                  <a:gd name="connsiteY3" fmla="*/ 572170 h 572170"/>
                  <a:gd name="connsiteX4" fmla="*/ 152400 w 717715"/>
                  <a:gd name="connsiteY4" fmla="*/ 0 h 572170"/>
                  <a:gd name="connsiteX0" fmla="*/ 152400 w 717715"/>
                  <a:gd name="connsiteY0" fmla="*/ 0 h 572170"/>
                  <a:gd name="connsiteX1" fmla="*/ 717715 w 717715"/>
                  <a:gd name="connsiteY1" fmla="*/ 120650 h 572170"/>
                  <a:gd name="connsiteX2" fmla="*/ 698665 w 717715"/>
                  <a:gd name="connsiteY2" fmla="*/ 470570 h 572170"/>
                  <a:gd name="connsiteX3" fmla="*/ 0 w 717715"/>
                  <a:gd name="connsiteY3" fmla="*/ 572170 h 572170"/>
                  <a:gd name="connsiteX4" fmla="*/ 152400 w 717715"/>
                  <a:gd name="connsiteY4" fmla="*/ 0 h 572170"/>
                  <a:gd name="connsiteX0" fmla="*/ 152400 w 717715"/>
                  <a:gd name="connsiteY0" fmla="*/ 0 h 572170"/>
                  <a:gd name="connsiteX1" fmla="*/ 717715 w 717715"/>
                  <a:gd name="connsiteY1" fmla="*/ 120650 h 572170"/>
                  <a:gd name="connsiteX2" fmla="*/ 698665 w 717715"/>
                  <a:gd name="connsiteY2" fmla="*/ 470570 h 572170"/>
                  <a:gd name="connsiteX3" fmla="*/ 0 w 717715"/>
                  <a:gd name="connsiteY3" fmla="*/ 572170 h 572170"/>
                  <a:gd name="connsiteX4" fmla="*/ 152400 w 717715"/>
                  <a:gd name="connsiteY4" fmla="*/ 0 h 572170"/>
                  <a:gd name="connsiteX0" fmla="*/ 152400 w 717715"/>
                  <a:gd name="connsiteY0" fmla="*/ 17480 h 589650"/>
                  <a:gd name="connsiteX1" fmla="*/ 717715 w 717715"/>
                  <a:gd name="connsiteY1" fmla="*/ 138130 h 589650"/>
                  <a:gd name="connsiteX2" fmla="*/ 698665 w 717715"/>
                  <a:gd name="connsiteY2" fmla="*/ 488050 h 589650"/>
                  <a:gd name="connsiteX3" fmla="*/ 0 w 717715"/>
                  <a:gd name="connsiteY3" fmla="*/ 589650 h 589650"/>
                  <a:gd name="connsiteX4" fmla="*/ 152400 w 717715"/>
                  <a:gd name="connsiteY4" fmla="*/ 17480 h 589650"/>
                  <a:gd name="connsiteX0" fmla="*/ 152400 w 717715"/>
                  <a:gd name="connsiteY0" fmla="*/ 26190 h 598360"/>
                  <a:gd name="connsiteX1" fmla="*/ 717715 w 717715"/>
                  <a:gd name="connsiteY1" fmla="*/ 146840 h 598360"/>
                  <a:gd name="connsiteX2" fmla="*/ 698665 w 717715"/>
                  <a:gd name="connsiteY2" fmla="*/ 496760 h 598360"/>
                  <a:gd name="connsiteX3" fmla="*/ 0 w 717715"/>
                  <a:gd name="connsiteY3" fmla="*/ 598360 h 598360"/>
                  <a:gd name="connsiteX4" fmla="*/ 152400 w 717715"/>
                  <a:gd name="connsiteY4" fmla="*/ 26190 h 598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715" h="598360">
                    <a:moveTo>
                      <a:pt x="152400" y="26190"/>
                    </a:moveTo>
                    <a:cubicBezTo>
                      <a:pt x="499588" y="-41543"/>
                      <a:pt x="567377" y="30423"/>
                      <a:pt x="717715" y="146840"/>
                    </a:cubicBezTo>
                    <a:lnTo>
                      <a:pt x="698665" y="496760"/>
                    </a:lnTo>
                    <a:lnTo>
                      <a:pt x="0" y="598360"/>
                    </a:lnTo>
                    <a:cubicBezTo>
                      <a:pt x="21167" y="407637"/>
                      <a:pt x="10583" y="534413"/>
                      <a:pt x="152400" y="26190"/>
                    </a:cubicBezTo>
                    <a:close/>
                  </a:path>
                </a:pathLst>
              </a:custGeom>
              <a:solidFill>
                <a:srgbClr val="FBE5D6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4D428897-8320-7599-6C42-9F7A652B85E7}"/>
                </a:ext>
              </a:extLst>
            </p:cNvPr>
            <p:cNvSpPr/>
            <p:nvPr/>
          </p:nvSpPr>
          <p:spPr>
            <a:xfrm rot="13305259" flipH="1">
              <a:off x="3714744" y="2954159"/>
              <a:ext cx="571348" cy="571348"/>
            </a:xfrm>
            <a:prstGeom prst="arc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1A97EDB3-2A0A-F910-D8FC-9728E66724F0}"/>
                </a:ext>
              </a:extLst>
            </p:cNvPr>
            <p:cNvSpPr/>
            <p:nvPr/>
          </p:nvSpPr>
          <p:spPr>
            <a:xfrm rot="13119291" flipH="1">
              <a:off x="4172443" y="3241470"/>
              <a:ext cx="235477" cy="235477"/>
            </a:xfrm>
            <a:prstGeom prst="arc">
              <a:avLst>
                <a:gd name="adj1" fmla="val 13283412"/>
                <a:gd name="adj2" fmla="val 17539592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664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0306EAB-DB8A-2044-47C5-3B0D65CB40D7}"/>
              </a:ext>
            </a:extLst>
          </p:cNvPr>
          <p:cNvGrpSpPr/>
          <p:nvPr/>
        </p:nvGrpSpPr>
        <p:grpSpPr>
          <a:xfrm>
            <a:off x="1008978" y="0"/>
            <a:ext cx="5319011" cy="6544268"/>
            <a:chOff x="737842" y="-1808315"/>
            <a:chExt cx="7529451" cy="926389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EBDE100-10DD-DE84-C1EB-94B69A0B648D}"/>
                </a:ext>
              </a:extLst>
            </p:cNvPr>
            <p:cNvGrpSpPr/>
            <p:nvPr/>
          </p:nvGrpSpPr>
          <p:grpSpPr>
            <a:xfrm>
              <a:off x="737842" y="-1808315"/>
              <a:ext cx="7529451" cy="9263891"/>
              <a:chOff x="737842" y="-1808315"/>
              <a:chExt cx="7529451" cy="9263891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4A415B86-5D03-477E-70B9-974739F1C4DE}"/>
                  </a:ext>
                </a:extLst>
              </p:cNvPr>
              <p:cNvGrpSpPr/>
              <p:nvPr/>
            </p:nvGrpSpPr>
            <p:grpSpPr>
              <a:xfrm rot="311220">
                <a:off x="2486003" y="3619810"/>
                <a:ext cx="1499313" cy="3473761"/>
                <a:chOff x="3286125" y="3981815"/>
                <a:chExt cx="1499313" cy="3473761"/>
              </a:xfrm>
            </p:grpSpPr>
            <p:sp>
              <p:nvSpPr>
                <p:cNvPr id="121" name="Rectangle 850">
                  <a:extLst>
                    <a:ext uri="{FF2B5EF4-FFF2-40B4-BE49-F238E27FC236}">
                      <a16:creationId xmlns:a16="http://schemas.microsoft.com/office/drawing/2014/main" id="{6208385C-9F14-00F1-773E-ED6F1D11171F}"/>
                    </a:ext>
                  </a:extLst>
                </p:cNvPr>
                <p:cNvSpPr/>
                <p:nvPr/>
              </p:nvSpPr>
              <p:spPr>
                <a:xfrm>
                  <a:off x="3286125" y="5326422"/>
                  <a:ext cx="1404927" cy="2129154"/>
                </a:xfrm>
                <a:custGeom>
                  <a:avLst/>
                  <a:gdLst>
                    <a:gd name="connsiteX0" fmla="*/ 0 w 200327"/>
                    <a:gd name="connsiteY0" fmla="*/ 0 h 281302"/>
                    <a:gd name="connsiteX1" fmla="*/ 200327 w 200327"/>
                    <a:gd name="connsiteY1" fmla="*/ 0 h 281302"/>
                    <a:gd name="connsiteX2" fmla="*/ 200327 w 200327"/>
                    <a:gd name="connsiteY2" fmla="*/ 281302 h 281302"/>
                    <a:gd name="connsiteX3" fmla="*/ 0 w 200327"/>
                    <a:gd name="connsiteY3" fmla="*/ 281302 h 281302"/>
                    <a:gd name="connsiteX4" fmla="*/ 0 w 200327"/>
                    <a:gd name="connsiteY4" fmla="*/ 0 h 281302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505127 w 505127"/>
                    <a:gd name="connsiteY2" fmla="*/ 281302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305102 w 505127"/>
                    <a:gd name="connsiteY2" fmla="*/ 1433827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686102"/>
                    <a:gd name="connsiteY0" fmla="*/ 95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304800 w 686102"/>
                    <a:gd name="connsiteY4" fmla="*/ 9525 h 1538602"/>
                    <a:gd name="connsiteX0" fmla="*/ 476250 w 686102"/>
                    <a:gd name="connsiteY0" fmla="*/ 476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476250 w 686102"/>
                    <a:gd name="connsiteY4" fmla="*/ 47625 h 1538602"/>
                    <a:gd name="connsiteX0" fmla="*/ 690250 w 900102"/>
                    <a:gd name="connsiteY0" fmla="*/ 47625 h 2026879"/>
                    <a:gd name="connsiteX1" fmla="*/ 900102 w 900102"/>
                    <a:gd name="connsiteY1" fmla="*/ 0 h 2026879"/>
                    <a:gd name="connsiteX2" fmla="*/ 519102 w 900102"/>
                    <a:gd name="connsiteY2" fmla="*/ 1443352 h 2026879"/>
                    <a:gd name="connsiteX3" fmla="*/ 0 w 900102"/>
                    <a:gd name="connsiteY3" fmla="*/ 2026879 h 2026879"/>
                    <a:gd name="connsiteX4" fmla="*/ 214000 w 900102"/>
                    <a:gd name="connsiteY4" fmla="*/ 1538602 h 2026879"/>
                    <a:gd name="connsiteX5" fmla="*/ 690250 w 900102"/>
                    <a:gd name="connsiteY5" fmla="*/ 47625 h 2026879"/>
                    <a:gd name="connsiteX0" fmla="*/ 1198100 w 1407952"/>
                    <a:gd name="connsiteY0" fmla="*/ 47625 h 2026879"/>
                    <a:gd name="connsiteX1" fmla="*/ 1407952 w 1407952"/>
                    <a:gd name="connsiteY1" fmla="*/ 0 h 2026879"/>
                    <a:gd name="connsiteX2" fmla="*/ 1026952 w 1407952"/>
                    <a:gd name="connsiteY2" fmla="*/ 1443352 h 2026879"/>
                    <a:gd name="connsiteX3" fmla="*/ 507850 w 1407952"/>
                    <a:gd name="connsiteY3" fmla="*/ 2026879 h 2026879"/>
                    <a:gd name="connsiteX4" fmla="*/ 3025 w 1407952"/>
                    <a:gd name="connsiteY4" fmla="*/ 1674454 h 2026879"/>
                    <a:gd name="connsiteX5" fmla="*/ 721850 w 1407952"/>
                    <a:gd name="connsiteY5" fmla="*/ 1538602 h 2026879"/>
                    <a:gd name="connsiteX6" fmla="*/ 1198100 w 1407952"/>
                    <a:gd name="connsiteY6" fmla="*/ 47625 h 2026879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510491 w 1410593"/>
                    <a:gd name="connsiteY3" fmla="*/ 2026879 h 2035598"/>
                    <a:gd name="connsiteX4" fmla="*/ 577166 w 1410593"/>
                    <a:gd name="connsiteY4" fmla="*/ 1645879 h 2035598"/>
                    <a:gd name="connsiteX5" fmla="*/ 5666 w 1410593"/>
                    <a:gd name="connsiteY5" fmla="*/ 1674454 h 2035598"/>
                    <a:gd name="connsiteX6" fmla="*/ 724491 w 1410593"/>
                    <a:gd name="connsiteY6" fmla="*/ 1538602 h 2035598"/>
                    <a:gd name="connsiteX7" fmla="*/ 1200741 w 1410593"/>
                    <a:gd name="connsiteY7" fmla="*/ 47625 h 2035598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1355042 w 1410593"/>
                    <a:gd name="connsiteY3" fmla="*/ 1760178 h 2035598"/>
                    <a:gd name="connsiteX4" fmla="*/ 510491 w 1410593"/>
                    <a:gd name="connsiteY4" fmla="*/ 2026879 h 2035598"/>
                    <a:gd name="connsiteX5" fmla="*/ 577166 w 1410593"/>
                    <a:gd name="connsiteY5" fmla="*/ 1645879 h 2035598"/>
                    <a:gd name="connsiteX6" fmla="*/ 5666 w 1410593"/>
                    <a:gd name="connsiteY6" fmla="*/ 1674454 h 2035598"/>
                    <a:gd name="connsiteX7" fmla="*/ 724491 w 1410593"/>
                    <a:gd name="connsiteY7" fmla="*/ 1538602 h 2035598"/>
                    <a:gd name="connsiteX8" fmla="*/ 1200741 w 1410593"/>
                    <a:gd name="connsiteY8" fmla="*/ 47625 h 2035598"/>
                    <a:gd name="connsiteX0" fmla="*/ 1200741 w 1410593"/>
                    <a:gd name="connsiteY0" fmla="*/ 47625 h 2129314"/>
                    <a:gd name="connsiteX1" fmla="*/ 1410593 w 1410593"/>
                    <a:gd name="connsiteY1" fmla="*/ 0 h 2129314"/>
                    <a:gd name="connsiteX2" fmla="*/ 1029593 w 1410593"/>
                    <a:gd name="connsiteY2" fmla="*/ 1443352 h 2129314"/>
                    <a:gd name="connsiteX3" fmla="*/ 1355042 w 1410593"/>
                    <a:gd name="connsiteY3" fmla="*/ 1760178 h 2129314"/>
                    <a:gd name="connsiteX4" fmla="*/ 370791 w 1410593"/>
                    <a:gd name="connsiteY4" fmla="*/ 2122129 h 2129314"/>
                    <a:gd name="connsiteX5" fmla="*/ 577166 w 1410593"/>
                    <a:gd name="connsiteY5" fmla="*/ 1645879 h 2129314"/>
                    <a:gd name="connsiteX6" fmla="*/ 5666 w 1410593"/>
                    <a:gd name="connsiteY6" fmla="*/ 1674454 h 2129314"/>
                    <a:gd name="connsiteX7" fmla="*/ 724491 w 1410593"/>
                    <a:gd name="connsiteY7" fmla="*/ 1538602 h 2129314"/>
                    <a:gd name="connsiteX8" fmla="*/ 1200741 w 1410593"/>
                    <a:gd name="connsiteY8" fmla="*/ 47625 h 2129314"/>
                    <a:gd name="connsiteX0" fmla="*/ 1200014 w 1409866"/>
                    <a:gd name="connsiteY0" fmla="*/ 47625 h 2129399"/>
                    <a:gd name="connsiteX1" fmla="*/ 1409866 w 1409866"/>
                    <a:gd name="connsiteY1" fmla="*/ 0 h 2129399"/>
                    <a:gd name="connsiteX2" fmla="*/ 1028866 w 1409866"/>
                    <a:gd name="connsiteY2" fmla="*/ 1443352 h 2129399"/>
                    <a:gd name="connsiteX3" fmla="*/ 1354315 w 1409866"/>
                    <a:gd name="connsiteY3" fmla="*/ 1760178 h 2129399"/>
                    <a:gd name="connsiteX4" fmla="*/ 370064 w 1409866"/>
                    <a:gd name="connsiteY4" fmla="*/ 2122129 h 2129399"/>
                    <a:gd name="connsiteX5" fmla="*/ 665339 w 1409866"/>
                    <a:gd name="connsiteY5" fmla="*/ 1652229 h 2129399"/>
                    <a:gd name="connsiteX6" fmla="*/ 4939 w 1409866"/>
                    <a:gd name="connsiteY6" fmla="*/ 1674454 h 2129399"/>
                    <a:gd name="connsiteX7" fmla="*/ 723764 w 1409866"/>
                    <a:gd name="connsiteY7" fmla="*/ 1538602 h 2129399"/>
                    <a:gd name="connsiteX8" fmla="*/ 1200014 w 1409866"/>
                    <a:gd name="connsiteY8" fmla="*/ 47625 h 2129399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06852 h 2129154"/>
                    <a:gd name="connsiteX8" fmla="*/ 1200014 w 1409866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04927" h="2129154">
                      <a:moveTo>
                        <a:pt x="1150625" y="34925"/>
                      </a:moveTo>
                      <a:lnTo>
                        <a:pt x="1404927" y="0"/>
                      </a:lnTo>
                      <a:cubicBezTo>
                        <a:pt x="1277927" y="481117"/>
                        <a:pt x="1017577" y="1032085"/>
                        <a:pt x="1023927" y="1443352"/>
                      </a:cubicBezTo>
                      <a:cubicBezTo>
                        <a:pt x="1215752" y="1537748"/>
                        <a:pt x="1366043" y="1701024"/>
                        <a:pt x="1349376" y="1760178"/>
                      </a:cubicBezTo>
                      <a:cubicBezTo>
                        <a:pt x="1288259" y="1800282"/>
                        <a:pt x="956204" y="1262762"/>
                        <a:pt x="365125" y="2122129"/>
                      </a:cubicBezTo>
                      <a:cubicBezTo>
                        <a:pt x="246858" y="2193984"/>
                        <a:pt x="490537" y="1691916"/>
                        <a:pt x="660400" y="1652229"/>
                      </a:cubicBezTo>
                      <a:cubicBezTo>
                        <a:pt x="557213" y="1644292"/>
                        <a:pt x="97683" y="1673283"/>
                        <a:pt x="0" y="1744304"/>
                      </a:cubicBezTo>
                      <a:cubicBezTo>
                        <a:pt x="163408" y="1466187"/>
                        <a:pt x="574467" y="1499219"/>
                        <a:pt x="718825" y="1506852"/>
                      </a:cubicBezTo>
                      <a:cubicBezTo>
                        <a:pt x="877575" y="1210943"/>
                        <a:pt x="1029975" y="553084"/>
                        <a:pt x="1150625" y="34925"/>
                      </a:cubicBezTo>
                      <a:close/>
                    </a:path>
                  </a:pathLst>
                </a:custGeom>
                <a:solidFill>
                  <a:srgbClr val="7E9093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 849">
                  <a:extLst>
                    <a:ext uri="{FF2B5EF4-FFF2-40B4-BE49-F238E27FC236}">
                      <a16:creationId xmlns:a16="http://schemas.microsoft.com/office/drawing/2014/main" id="{8785D3F9-7A78-5F95-5703-E7F9F8B77866}"/>
                    </a:ext>
                  </a:extLst>
                </p:cNvPr>
                <p:cNvSpPr/>
                <p:nvPr/>
              </p:nvSpPr>
              <p:spPr>
                <a:xfrm>
                  <a:off x="3932776" y="3981815"/>
                  <a:ext cx="852662" cy="1684033"/>
                </a:xfrm>
                <a:custGeom>
                  <a:avLst/>
                  <a:gdLst>
                    <a:gd name="connsiteX0" fmla="*/ 0 w 832319"/>
                    <a:gd name="connsiteY0" fmla="*/ 0 h 490233"/>
                    <a:gd name="connsiteX1" fmla="*/ 832319 w 832319"/>
                    <a:gd name="connsiteY1" fmla="*/ 0 h 490233"/>
                    <a:gd name="connsiteX2" fmla="*/ 832319 w 832319"/>
                    <a:gd name="connsiteY2" fmla="*/ 490233 h 490233"/>
                    <a:gd name="connsiteX3" fmla="*/ 0 w 832319"/>
                    <a:gd name="connsiteY3" fmla="*/ 490233 h 490233"/>
                    <a:gd name="connsiteX4" fmla="*/ 0 w 832319"/>
                    <a:gd name="connsiteY4" fmla="*/ 0 h 490233"/>
                    <a:gd name="connsiteX0" fmla="*/ 0 w 832319"/>
                    <a:gd name="connsiteY0" fmla="*/ 0 h 1671333"/>
                    <a:gd name="connsiteX1" fmla="*/ 832319 w 832319"/>
                    <a:gd name="connsiteY1" fmla="*/ 0 h 1671333"/>
                    <a:gd name="connsiteX2" fmla="*/ 527519 w 832319"/>
                    <a:gd name="connsiteY2" fmla="*/ 1671333 h 1671333"/>
                    <a:gd name="connsiteX3" fmla="*/ 0 w 832319"/>
                    <a:gd name="connsiteY3" fmla="*/ 490233 h 1671333"/>
                    <a:gd name="connsiteX4" fmla="*/ 0 w 832319"/>
                    <a:gd name="connsiteY4" fmla="*/ 0 h 1671333"/>
                    <a:gd name="connsiteX0" fmla="*/ 0 w 919404"/>
                    <a:gd name="connsiteY0" fmla="*/ 0 h 1671333"/>
                    <a:gd name="connsiteX1" fmla="*/ 832319 w 919404"/>
                    <a:gd name="connsiteY1" fmla="*/ 0 h 1671333"/>
                    <a:gd name="connsiteX2" fmla="*/ 527519 w 919404"/>
                    <a:gd name="connsiteY2" fmla="*/ 1671333 h 1671333"/>
                    <a:gd name="connsiteX3" fmla="*/ 0 w 919404"/>
                    <a:gd name="connsiteY3" fmla="*/ 490233 h 1671333"/>
                    <a:gd name="connsiteX4" fmla="*/ 0 w 919404"/>
                    <a:gd name="connsiteY4" fmla="*/ 0 h 1671333"/>
                    <a:gd name="connsiteX0" fmla="*/ 330200 w 919404"/>
                    <a:gd name="connsiteY0" fmla="*/ 0 h 1684033"/>
                    <a:gd name="connsiteX1" fmla="*/ 832319 w 919404"/>
                    <a:gd name="connsiteY1" fmla="*/ 12700 h 1684033"/>
                    <a:gd name="connsiteX2" fmla="*/ 527519 w 919404"/>
                    <a:gd name="connsiteY2" fmla="*/ 1684033 h 1684033"/>
                    <a:gd name="connsiteX3" fmla="*/ 0 w 919404"/>
                    <a:gd name="connsiteY3" fmla="*/ 502933 h 1684033"/>
                    <a:gd name="connsiteX4" fmla="*/ 330200 w 919404"/>
                    <a:gd name="connsiteY4" fmla="*/ 0 h 1684033"/>
                    <a:gd name="connsiteX0" fmla="*/ 0 w 589204"/>
                    <a:gd name="connsiteY0" fmla="*/ 0 h 1684033"/>
                    <a:gd name="connsiteX1" fmla="*/ 502119 w 589204"/>
                    <a:gd name="connsiteY1" fmla="*/ 12700 h 1684033"/>
                    <a:gd name="connsiteX2" fmla="*/ 197319 w 589204"/>
                    <a:gd name="connsiteY2" fmla="*/ 1684033 h 1684033"/>
                    <a:gd name="connsiteX3" fmla="*/ 0 w 589204"/>
                    <a:gd name="connsiteY3" fmla="*/ 0 h 1684033"/>
                    <a:gd name="connsiteX0" fmla="*/ 156087 w 745291"/>
                    <a:gd name="connsiteY0" fmla="*/ 0 h 1684033"/>
                    <a:gd name="connsiteX1" fmla="*/ 658206 w 745291"/>
                    <a:gd name="connsiteY1" fmla="*/ 12700 h 1684033"/>
                    <a:gd name="connsiteX2" fmla="*/ 353406 w 745291"/>
                    <a:gd name="connsiteY2" fmla="*/ 1684033 h 1684033"/>
                    <a:gd name="connsiteX3" fmla="*/ 156087 w 745291"/>
                    <a:gd name="connsiteY3" fmla="*/ 0 h 1684033"/>
                    <a:gd name="connsiteX0" fmla="*/ 263458 w 852662"/>
                    <a:gd name="connsiteY0" fmla="*/ 0 h 1684033"/>
                    <a:gd name="connsiteX1" fmla="*/ 765577 w 852662"/>
                    <a:gd name="connsiteY1" fmla="*/ 12700 h 1684033"/>
                    <a:gd name="connsiteX2" fmla="*/ 460777 w 852662"/>
                    <a:gd name="connsiteY2" fmla="*/ 1684033 h 1684033"/>
                    <a:gd name="connsiteX3" fmla="*/ 263458 w 852662"/>
                    <a:gd name="connsiteY3" fmla="*/ 0 h 1684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2662" h="1684033">
                      <a:moveTo>
                        <a:pt x="263458" y="0"/>
                      </a:moveTo>
                      <a:lnTo>
                        <a:pt x="765577" y="12700"/>
                      </a:lnTo>
                      <a:cubicBezTo>
                        <a:pt x="663977" y="569811"/>
                        <a:pt x="1184677" y="1647622"/>
                        <a:pt x="460777" y="1684033"/>
                      </a:cubicBezTo>
                      <a:cubicBezTo>
                        <a:pt x="-239996" y="754389"/>
                        <a:pt x="-969" y="53344"/>
                        <a:pt x="263458" y="0"/>
                      </a:cubicBezTo>
                      <a:close/>
                    </a:path>
                  </a:pathLst>
                </a:custGeom>
                <a:solidFill>
                  <a:srgbClr val="453327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548983D-DBD8-D45D-CD2D-2B7747E17A06}"/>
                  </a:ext>
                </a:extLst>
              </p:cNvPr>
              <p:cNvGrpSpPr/>
              <p:nvPr/>
            </p:nvGrpSpPr>
            <p:grpSpPr>
              <a:xfrm>
                <a:off x="1378789" y="-1808315"/>
                <a:ext cx="1236390" cy="1148069"/>
                <a:chOff x="1378789" y="-1808315"/>
                <a:chExt cx="1236390" cy="1148069"/>
              </a:xfrm>
              <a:solidFill>
                <a:srgbClr val="FA5516"/>
              </a:solidFill>
            </p:grpSpPr>
            <p:sp>
              <p:nvSpPr>
                <p:cNvPr id="117" name="Rectangle 858">
                  <a:extLst>
                    <a:ext uri="{FF2B5EF4-FFF2-40B4-BE49-F238E27FC236}">
                      <a16:creationId xmlns:a16="http://schemas.microsoft.com/office/drawing/2014/main" id="{26A6189A-31A4-F9EB-E44D-4AEC1B450116}"/>
                    </a:ext>
                  </a:extLst>
                </p:cNvPr>
                <p:cNvSpPr/>
                <p:nvPr/>
              </p:nvSpPr>
              <p:spPr>
                <a:xfrm rot="1326375">
                  <a:off x="1866502" y="-1746137"/>
                  <a:ext cx="442710" cy="1008214"/>
                </a:xfrm>
                <a:custGeom>
                  <a:avLst/>
                  <a:gdLst>
                    <a:gd name="connsiteX0" fmla="*/ 0 w 201068"/>
                    <a:gd name="connsiteY0" fmla="*/ 0 h 287706"/>
                    <a:gd name="connsiteX1" fmla="*/ 201068 w 201068"/>
                    <a:gd name="connsiteY1" fmla="*/ 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0 w 201068"/>
                    <a:gd name="connsiteY0" fmla="*/ 0 h 287706"/>
                    <a:gd name="connsiteX1" fmla="*/ 131218 w 201068"/>
                    <a:gd name="connsiteY1" fmla="*/ 2540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31750 w 201068"/>
                    <a:gd name="connsiteY0" fmla="*/ 0 h 262306"/>
                    <a:gd name="connsiteX1" fmla="*/ 131218 w 201068"/>
                    <a:gd name="connsiteY1" fmla="*/ 0 h 262306"/>
                    <a:gd name="connsiteX2" fmla="*/ 201068 w 201068"/>
                    <a:gd name="connsiteY2" fmla="*/ 262306 h 262306"/>
                    <a:gd name="connsiteX3" fmla="*/ 0 w 201068"/>
                    <a:gd name="connsiteY3" fmla="*/ 262306 h 262306"/>
                    <a:gd name="connsiteX4" fmla="*/ 31750 w 201068"/>
                    <a:gd name="connsiteY4" fmla="*/ 0 h 262306"/>
                    <a:gd name="connsiteX0" fmla="*/ 31750 w 328216"/>
                    <a:gd name="connsiteY0" fmla="*/ 488244 h 750550"/>
                    <a:gd name="connsiteX1" fmla="*/ 131218 w 328216"/>
                    <a:gd name="connsiteY1" fmla="*/ 488244 h 750550"/>
                    <a:gd name="connsiteX2" fmla="*/ 201068 w 328216"/>
                    <a:gd name="connsiteY2" fmla="*/ 750550 h 750550"/>
                    <a:gd name="connsiteX3" fmla="*/ 0 w 328216"/>
                    <a:gd name="connsiteY3" fmla="*/ 750550 h 750550"/>
                    <a:gd name="connsiteX4" fmla="*/ 31750 w 328216"/>
                    <a:gd name="connsiteY4" fmla="*/ 488244 h 750550"/>
                    <a:gd name="connsiteX0" fmla="*/ 142869 w 367343"/>
                    <a:gd name="connsiteY0" fmla="*/ 703323 h 965629"/>
                    <a:gd name="connsiteX1" fmla="*/ 242337 w 367343"/>
                    <a:gd name="connsiteY1" fmla="*/ 703323 h 965629"/>
                    <a:gd name="connsiteX2" fmla="*/ 312187 w 367343"/>
                    <a:gd name="connsiteY2" fmla="*/ 965629 h 965629"/>
                    <a:gd name="connsiteX3" fmla="*/ 111119 w 367343"/>
                    <a:gd name="connsiteY3" fmla="*/ 965629 h 965629"/>
                    <a:gd name="connsiteX4" fmla="*/ 142869 w 367343"/>
                    <a:gd name="connsiteY4" fmla="*/ 703323 h 965629"/>
                    <a:gd name="connsiteX0" fmla="*/ 125997 w 427134"/>
                    <a:gd name="connsiteY0" fmla="*/ 706410 h 968716"/>
                    <a:gd name="connsiteX1" fmla="*/ 225465 w 427134"/>
                    <a:gd name="connsiteY1" fmla="*/ 706410 h 968716"/>
                    <a:gd name="connsiteX2" fmla="*/ 295315 w 427134"/>
                    <a:gd name="connsiteY2" fmla="*/ 968716 h 968716"/>
                    <a:gd name="connsiteX3" fmla="*/ 94247 w 427134"/>
                    <a:gd name="connsiteY3" fmla="*/ 968716 h 968716"/>
                    <a:gd name="connsiteX4" fmla="*/ 125997 w 427134"/>
                    <a:gd name="connsiteY4" fmla="*/ 706410 h 968716"/>
                    <a:gd name="connsiteX0" fmla="*/ 148110 w 442710"/>
                    <a:gd name="connsiteY0" fmla="*/ 745908 h 1008214"/>
                    <a:gd name="connsiteX1" fmla="*/ 247578 w 442710"/>
                    <a:gd name="connsiteY1" fmla="*/ 745908 h 1008214"/>
                    <a:gd name="connsiteX2" fmla="*/ 317428 w 442710"/>
                    <a:gd name="connsiteY2" fmla="*/ 1008214 h 1008214"/>
                    <a:gd name="connsiteX3" fmla="*/ 116360 w 442710"/>
                    <a:gd name="connsiteY3" fmla="*/ 1008214 h 1008214"/>
                    <a:gd name="connsiteX4" fmla="*/ 148110 w 442710"/>
                    <a:gd name="connsiteY4" fmla="*/ 745908 h 1008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710" h="1008214">
                      <a:moveTo>
                        <a:pt x="148110" y="745908"/>
                      </a:moveTo>
                      <a:cubicBezTo>
                        <a:pt x="-432144" y="-130392"/>
                        <a:pt x="926892" y="-360262"/>
                        <a:pt x="247578" y="745908"/>
                      </a:cubicBezTo>
                      <a:lnTo>
                        <a:pt x="317428" y="1008214"/>
                      </a:lnTo>
                      <a:lnTo>
                        <a:pt x="116360" y="1008214"/>
                      </a:lnTo>
                      <a:lnTo>
                        <a:pt x="148110" y="745908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Rectangle 856">
                  <a:extLst>
                    <a:ext uri="{FF2B5EF4-FFF2-40B4-BE49-F238E27FC236}">
                      <a16:creationId xmlns:a16="http://schemas.microsoft.com/office/drawing/2014/main" id="{5057D3C5-EEE6-017E-23CE-98A6ED668599}"/>
                    </a:ext>
                  </a:extLst>
                </p:cNvPr>
                <p:cNvSpPr/>
                <p:nvPr/>
              </p:nvSpPr>
              <p:spPr>
                <a:xfrm rot="2340538" flipH="1">
                  <a:off x="2107179" y="-1540458"/>
                  <a:ext cx="508000" cy="880212"/>
                </a:xfrm>
                <a:custGeom>
                  <a:avLst/>
                  <a:gdLst>
                    <a:gd name="connsiteX0" fmla="*/ 0 w 254000"/>
                    <a:gd name="connsiteY0" fmla="*/ 0 h 255903"/>
                    <a:gd name="connsiteX1" fmla="*/ 254000 w 254000"/>
                    <a:gd name="connsiteY1" fmla="*/ 0 h 255903"/>
                    <a:gd name="connsiteX2" fmla="*/ 254000 w 254000"/>
                    <a:gd name="connsiteY2" fmla="*/ 255903 h 255903"/>
                    <a:gd name="connsiteX3" fmla="*/ 0 w 254000"/>
                    <a:gd name="connsiteY3" fmla="*/ 255903 h 255903"/>
                    <a:gd name="connsiteX4" fmla="*/ 0 w 254000"/>
                    <a:gd name="connsiteY4" fmla="*/ 0 h 255903"/>
                    <a:gd name="connsiteX0" fmla="*/ 0 w 508000"/>
                    <a:gd name="connsiteY0" fmla="*/ 0 h 763903"/>
                    <a:gd name="connsiteX1" fmla="*/ 508000 w 508000"/>
                    <a:gd name="connsiteY1" fmla="*/ 5080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53302 h 917205"/>
                    <a:gd name="connsiteX1" fmla="*/ 444500 w 508000"/>
                    <a:gd name="connsiteY1" fmla="*/ 724802 h 917205"/>
                    <a:gd name="connsiteX2" fmla="*/ 508000 w 508000"/>
                    <a:gd name="connsiteY2" fmla="*/ 917205 h 917205"/>
                    <a:gd name="connsiteX3" fmla="*/ 254000 w 508000"/>
                    <a:gd name="connsiteY3" fmla="*/ 917205 h 917205"/>
                    <a:gd name="connsiteX4" fmla="*/ 0 w 508000"/>
                    <a:gd name="connsiteY4" fmla="*/ 153302 h 917205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425450 w 508000"/>
                    <a:gd name="connsiteY3" fmla="*/ 880212 h 880212"/>
                    <a:gd name="connsiteX4" fmla="*/ 0 w 508000"/>
                    <a:gd name="connsiteY4" fmla="*/ 116309 h 88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" h="880212">
                      <a:moveTo>
                        <a:pt x="0" y="116309"/>
                      </a:moveTo>
                      <a:cubicBezTo>
                        <a:pt x="391055" y="-207541"/>
                        <a:pt x="561446" y="197271"/>
                        <a:pt x="444500" y="687809"/>
                      </a:cubicBezTo>
                      <a:lnTo>
                        <a:pt x="508000" y="880212"/>
                      </a:lnTo>
                      <a:lnTo>
                        <a:pt x="425450" y="880212"/>
                      </a:lnTo>
                      <a:cubicBezTo>
                        <a:pt x="340783" y="625578"/>
                        <a:pt x="484717" y="342368"/>
                        <a:pt x="0" y="11630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 858">
                  <a:extLst>
                    <a:ext uri="{FF2B5EF4-FFF2-40B4-BE49-F238E27FC236}">
                      <a16:creationId xmlns:a16="http://schemas.microsoft.com/office/drawing/2014/main" id="{62DCB7D8-A5F5-594E-A9DD-F7DDA420AA96}"/>
                    </a:ext>
                  </a:extLst>
                </p:cNvPr>
                <p:cNvSpPr/>
                <p:nvPr/>
              </p:nvSpPr>
              <p:spPr>
                <a:xfrm>
                  <a:off x="1665848" y="-1808315"/>
                  <a:ext cx="442710" cy="1008214"/>
                </a:xfrm>
                <a:custGeom>
                  <a:avLst/>
                  <a:gdLst>
                    <a:gd name="connsiteX0" fmla="*/ 0 w 201068"/>
                    <a:gd name="connsiteY0" fmla="*/ 0 h 287706"/>
                    <a:gd name="connsiteX1" fmla="*/ 201068 w 201068"/>
                    <a:gd name="connsiteY1" fmla="*/ 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0 w 201068"/>
                    <a:gd name="connsiteY0" fmla="*/ 0 h 287706"/>
                    <a:gd name="connsiteX1" fmla="*/ 131218 w 201068"/>
                    <a:gd name="connsiteY1" fmla="*/ 2540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31750 w 201068"/>
                    <a:gd name="connsiteY0" fmla="*/ 0 h 262306"/>
                    <a:gd name="connsiteX1" fmla="*/ 131218 w 201068"/>
                    <a:gd name="connsiteY1" fmla="*/ 0 h 262306"/>
                    <a:gd name="connsiteX2" fmla="*/ 201068 w 201068"/>
                    <a:gd name="connsiteY2" fmla="*/ 262306 h 262306"/>
                    <a:gd name="connsiteX3" fmla="*/ 0 w 201068"/>
                    <a:gd name="connsiteY3" fmla="*/ 262306 h 262306"/>
                    <a:gd name="connsiteX4" fmla="*/ 31750 w 201068"/>
                    <a:gd name="connsiteY4" fmla="*/ 0 h 262306"/>
                    <a:gd name="connsiteX0" fmla="*/ 31750 w 328216"/>
                    <a:gd name="connsiteY0" fmla="*/ 488244 h 750550"/>
                    <a:gd name="connsiteX1" fmla="*/ 131218 w 328216"/>
                    <a:gd name="connsiteY1" fmla="*/ 488244 h 750550"/>
                    <a:gd name="connsiteX2" fmla="*/ 201068 w 328216"/>
                    <a:gd name="connsiteY2" fmla="*/ 750550 h 750550"/>
                    <a:gd name="connsiteX3" fmla="*/ 0 w 328216"/>
                    <a:gd name="connsiteY3" fmla="*/ 750550 h 750550"/>
                    <a:gd name="connsiteX4" fmla="*/ 31750 w 328216"/>
                    <a:gd name="connsiteY4" fmla="*/ 488244 h 750550"/>
                    <a:gd name="connsiteX0" fmla="*/ 142869 w 367343"/>
                    <a:gd name="connsiteY0" fmla="*/ 703323 h 965629"/>
                    <a:gd name="connsiteX1" fmla="*/ 242337 w 367343"/>
                    <a:gd name="connsiteY1" fmla="*/ 703323 h 965629"/>
                    <a:gd name="connsiteX2" fmla="*/ 312187 w 367343"/>
                    <a:gd name="connsiteY2" fmla="*/ 965629 h 965629"/>
                    <a:gd name="connsiteX3" fmla="*/ 111119 w 367343"/>
                    <a:gd name="connsiteY3" fmla="*/ 965629 h 965629"/>
                    <a:gd name="connsiteX4" fmla="*/ 142869 w 367343"/>
                    <a:gd name="connsiteY4" fmla="*/ 703323 h 965629"/>
                    <a:gd name="connsiteX0" fmla="*/ 125997 w 427134"/>
                    <a:gd name="connsiteY0" fmla="*/ 706410 h 968716"/>
                    <a:gd name="connsiteX1" fmla="*/ 225465 w 427134"/>
                    <a:gd name="connsiteY1" fmla="*/ 706410 h 968716"/>
                    <a:gd name="connsiteX2" fmla="*/ 295315 w 427134"/>
                    <a:gd name="connsiteY2" fmla="*/ 968716 h 968716"/>
                    <a:gd name="connsiteX3" fmla="*/ 94247 w 427134"/>
                    <a:gd name="connsiteY3" fmla="*/ 968716 h 968716"/>
                    <a:gd name="connsiteX4" fmla="*/ 125997 w 427134"/>
                    <a:gd name="connsiteY4" fmla="*/ 706410 h 968716"/>
                    <a:gd name="connsiteX0" fmla="*/ 148110 w 442710"/>
                    <a:gd name="connsiteY0" fmla="*/ 745908 h 1008214"/>
                    <a:gd name="connsiteX1" fmla="*/ 247578 w 442710"/>
                    <a:gd name="connsiteY1" fmla="*/ 745908 h 1008214"/>
                    <a:gd name="connsiteX2" fmla="*/ 317428 w 442710"/>
                    <a:gd name="connsiteY2" fmla="*/ 1008214 h 1008214"/>
                    <a:gd name="connsiteX3" fmla="*/ 116360 w 442710"/>
                    <a:gd name="connsiteY3" fmla="*/ 1008214 h 1008214"/>
                    <a:gd name="connsiteX4" fmla="*/ 148110 w 442710"/>
                    <a:gd name="connsiteY4" fmla="*/ 745908 h 1008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710" h="1008214">
                      <a:moveTo>
                        <a:pt x="148110" y="745908"/>
                      </a:moveTo>
                      <a:cubicBezTo>
                        <a:pt x="-432144" y="-130392"/>
                        <a:pt x="926892" y="-360262"/>
                        <a:pt x="247578" y="745908"/>
                      </a:cubicBezTo>
                      <a:lnTo>
                        <a:pt x="317428" y="1008214"/>
                      </a:lnTo>
                      <a:lnTo>
                        <a:pt x="116360" y="1008214"/>
                      </a:lnTo>
                      <a:lnTo>
                        <a:pt x="148110" y="745908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Rectangle 856">
                  <a:extLst>
                    <a:ext uri="{FF2B5EF4-FFF2-40B4-BE49-F238E27FC236}">
                      <a16:creationId xmlns:a16="http://schemas.microsoft.com/office/drawing/2014/main" id="{5845E662-402B-B3D4-64B8-C364084FA51C}"/>
                    </a:ext>
                  </a:extLst>
                </p:cNvPr>
                <p:cNvSpPr/>
                <p:nvPr/>
              </p:nvSpPr>
              <p:spPr>
                <a:xfrm>
                  <a:off x="1378789" y="-1680312"/>
                  <a:ext cx="508000" cy="880212"/>
                </a:xfrm>
                <a:custGeom>
                  <a:avLst/>
                  <a:gdLst>
                    <a:gd name="connsiteX0" fmla="*/ 0 w 254000"/>
                    <a:gd name="connsiteY0" fmla="*/ 0 h 255903"/>
                    <a:gd name="connsiteX1" fmla="*/ 254000 w 254000"/>
                    <a:gd name="connsiteY1" fmla="*/ 0 h 255903"/>
                    <a:gd name="connsiteX2" fmla="*/ 254000 w 254000"/>
                    <a:gd name="connsiteY2" fmla="*/ 255903 h 255903"/>
                    <a:gd name="connsiteX3" fmla="*/ 0 w 254000"/>
                    <a:gd name="connsiteY3" fmla="*/ 255903 h 255903"/>
                    <a:gd name="connsiteX4" fmla="*/ 0 w 254000"/>
                    <a:gd name="connsiteY4" fmla="*/ 0 h 255903"/>
                    <a:gd name="connsiteX0" fmla="*/ 0 w 508000"/>
                    <a:gd name="connsiteY0" fmla="*/ 0 h 763903"/>
                    <a:gd name="connsiteX1" fmla="*/ 508000 w 508000"/>
                    <a:gd name="connsiteY1" fmla="*/ 5080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53302 h 917205"/>
                    <a:gd name="connsiteX1" fmla="*/ 444500 w 508000"/>
                    <a:gd name="connsiteY1" fmla="*/ 724802 h 917205"/>
                    <a:gd name="connsiteX2" fmla="*/ 508000 w 508000"/>
                    <a:gd name="connsiteY2" fmla="*/ 917205 h 917205"/>
                    <a:gd name="connsiteX3" fmla="*/ 254000 w 508000"/>
                    <a:gd name="connsiteY3" fmla="*/ 917205 h 917205"/>
                    <a:gd name="connsiteX4" fmla="*/ 0 w 508000"/>
                    <a:gd name="connsiteY4" fmla="*/ 153302 h 917205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425450 w 508000"/>
                    <a:gd name="connsiteY3" fmla="*/ 880212 h 880212"/>
                    <a:gd name="connsiteX4" fmla="*/ 0 w 508000"/>
                    <a:gd name="connsiteY4" fmla="*/ 116309 h 88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" h="880212">
                      <a:moveTo>
                        <a:pt x="0" y="116309"/>
                      </a:moveTo>
                      <a:cubicBezTo>
                        <a:pt x="391055" y="-207541"/>
                        <a:pt x="561446" y="197271"/>
                        <a:pt x="444500" y="687809"/>
                      </a:cubicBezTo>
                      <a:lnTo>
                        <a:pt x="508000" y="880212"/>
                      </a:lnTo>
                      <a:lnTo>
                        <a:pt x="425450" y="880212"/>
                      </a:lnTo>
                      <a:cubicBezTo>
                        <a:pt x="340783" y="625578"/>
                        <a:pt x="484717" y="342368"/>
                        <a:pt x="0" y="11630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4" name="Rectangle 846">
                <a:extLst>
                  <a:ext uri="{FF2B5EF4-FFF2-40B4-BE49-F238E27FC236}">
                    <a16:creationId xmlns:a16="http://schemas.microsoft.com/office/drawing/2014/main" id="{3EF0F47C-81E8-91EC-C6F8-4FB45CBE2B4F}"/>
                  </a:ext>
                </a:extLst>
              </p:cNvPr>
              <p:cNvSpPr/>
              <p:nvPr/>
            </p:nvSpPr>
            <p:spPr>
              <a:xfrm>
                <a:off x="1177721" y="-1056003"/>
                <a:ext cx="5939639" cy="5972308"/>
              </a:xfrm>
              <a:custGeom>
                <a:avLst/>
                <a:gdLst>
                  <a:gd name="connsiteX0" fmla="*/ 0 w 927269"/>
                  <a:gd name="connsiteY0" fmla="*/ 0 h 494958"/>
                  <a:gd name="connsiteX1" fmla="*/ 927269 w 927269"/>
                  <a:gd name="connsiteY1" fmla="*/ 0 h 494958"/>
                  <a:gd name="connsiteX2" fmla="*/ 927269 w 927269"/>
                  <a:gd name="connsiteY2" fmla="*/ 494958 h 494958"/>
                  <a:gd name="connsiteX3" fmla="*/ 0 w 927269"/>
                  <a:gd name="connsiteY3" fmla="*/ 494958 h 494958"/>
                  <a:gd name="connsiteX4" fmla="*/ 0 w 927269"/>
                  <a:gd name="connsiteY4" fmla="*/ 0 h 494958"/>
                  <a:gd name="connsiteX0" fmla="*/ 85725 w 927269"/>
                  <a:gd name="connsiteY0" fmla="*/ 0 h 1866558"/>
                  <a:gd name="connsiteX1" fmla="*/ 927269 w 927269"/>
                  <a:gd name="connsiteY1" fmla="*/ 1371600 h 1866558"/>
                  <a:gd name="connsiteX2" fmla="*/ 927269 w 927269"/>
                  <a:gd name="connsiteY2" fmla="*/ 1866558 h 1866558"/>
                  <a:gd name="connsiteX3" fmla="*/ 0 w 927269"/>
                  <a:gd name="connsiteY3" fmla="*/ 1866558 h 1866558"/>
                  <a:gd name="connsiteX4" fmla="*/ 85725 w 927269"/>
                  <a:gd name="connsiteY4" fmla="*/ 0 h 1866558"/>
                  <a:gd name="connsiteX0" fmla="*/ 0 w 2314575"/>
                  <a:gd name="connsiteY0" fmla="*/ 0 h 4552608"/>
                  <a:gd name="connsiteX1" fmla="*/ 841544 w 2314575"/>
                  <a:gd name="connsiteY1" fmla="*/ 1371600 h 4552608"/>
                  <a:gd name="connsiteX2" fmla="*/ 841544 w 2314575"/>
                  <a:gd name="connsiteY2" fmla="*/ 1866558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841544 w 2314575"/>
                  <a:gd name="connsiteY1" fmla="*/ 1371600 h 4552608"/>
                  <a:gd name="connsiteX2" fmla="*/ 1755944 w 2314575"/>
                  <a:gd name="connsiteY2" fmla="*/ 1737970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1241594 w 2314575"/>
                  <a:gd name="connsiteY1" fmla="*/ 1414463 h 4552608"/>
                  <a:gd name="connsiteX2" fmla="*/ 1755944 w 2314575"/>
                  <a:gd name="connsiteY2" fmla="*/ 1737970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1241594 w 2314575"/>
                  <a:gd name="connsiteY1" fmla="*/ 1414463 h 4552608"/>
                  <a:gd name="connsiteX2" fmla="*/ 2314575 w 2314575"/>
                  <a:gd name="connsiteY2" fmla="*/ 4552608 h 4552608"/>
                  <a:gd name="connsiteX3" fmla="*/ 0 w 2314575"/>
                  <a:gd name="connsiteY3" fmla="*/ 0 h 4552608"/>
                  <a:gd name="connsiteX0" fmla="*/ 0 w 3283722"/>
                  <a:gd name="connsiteY0" fmla="*/ 0 h 4552608"/>
                  <a:gd name="connsiteX1" fmla="*/ 1241594 w 3283722"/>
                  <a:gd name="connsiteY1" fmla="*/ 1414463 h 4552608"/>
                  <a:gd name="connsiteX2" fmla="*/ 2314575 w 3283722"/>
                  <a:gd name="connsiteY2" fmla="*/ 4552608 h 4552608"/>
                  <a:gd name="connsiteX3" fmla="*/ 0 w 3283722"/>
                  <a:gd name="connsiteY3" fmla="*/ 0 h 4552608"/>
                  <a:gd name="connsiteX0" fmla="*/ 0 w 3293225"/>
                  <a:gd name="connsiteY0" fmla="*/ 0 h 4695483"/>
                  <a:gd name="connsiteX1" fmla="*/ 1241594 w 3293225"/>
                  <a:gd name="connsiteY1" fmla="*/ 1414463 h 4695483"/>
                  <a:gd name="connsiteX2" fmla="*/ 2343150 w 3293225"/>
                  <a:gd name="connsiteY2" fmla="*/ 4695483 h 4695483"/>
                  <a:gd name="connsiteX3" fmla="*/ 0 w 3293225"/>
                  <a:gd name="connsiteY3" fmla="*/ 0 h 4695483"/>
                  <a:gd name="connsiteX0" fmla="*/ 0 w 5279032"/>
                  <a:gd name="connsiteY0" fmla="*/ 0 h 4804277"/>
                  <a:gd name="connsiteX1" fmla="*/ 1241594 w 5279032"/>
                  <a:gd name="connsiteY1" fmla="*/ 1414463 h 4804277"/>
                  <a:gd name="connsiteX2" fmla="*/ 2343150 w 5279032"/>
                  <a:gd name="connsiteY2" fmla="*/ 4695483 h 4804277"/>
                  <a:gd name="connsiteX3" fmla="*/ 0 w 5279032"/>
                  <a:gd name="connsiteY3" fmla="*/ 0 h 4804277"/>
                  <a:gd name="connsiteX0" fmla="*/ 0 w 5279032"/>
                  <a:gd name="connsiteY0" fmla="*/ 0 h 4801691"/>
                  <a:gd name="connsiteX1" fmla="*/ 1241594 w 5279032"/>
                  <a:gd name="connsiteY1" fmla="*/ 1414463 h 4801691"/>
                  <a:gd name="connsiteX2" fmla="*/ 2343150 w 5279032"/>
                  <a:gd name="connsiteY2" fmla="*/ 4695483 h 4801691"/>
                  <a:gd name="connsiteX3" fmla="*/ 0 w 5279032"/>
                  <a:gd name="connsiteY3" fmla="*/ 0 h 4801691"/>
                  <a:gd name="connsiteX0" fmla="*/ 0 w 5279032"/>
                  <a:gd name="connsiteY0" fmla="*/ 0 h 4801691"/>
                  <a:gd name="connsiteX1" fmla="*/ 1241594 w 5279032"/>
                  <a:gd name="connsiteY1" fmla="*/ 1414463 h 4801691"/>
                  <a:gd name="connsiteX2" fmla="*/ 2343150 w 5279032"/>
                  <a:gd name="connsiteY2" fmla="*/ 4695483 h 4801691"/>
                  <a:gd name="connsiteX3" fmla="*/ 0 w 5279032"/>
                  <a:gd name="connsiteY3" fmla="*/ 0 h 4801691"/>
                  <a:gd name="connsiteX0" fmla="*/ 275546 w 5554578"/>
                  <a:gd name="connsiteY0" fmla="*/ 0 h 4801691"/>
                  <a:gd name="connsiteX1" fmla="*/ 1517140 w 5554578"/>
                  <a:gd name="connsiteY1" fmla="*/ 1414463 h 4801691"/>
                  <a:gd name="connsiteX2" fmla="*/ 2618696 w 5554578"/>
                  <a:gd name="connsiteY2" fmla="*/ 4695483 h 4801691"/>
                  <a:gd name="connsiteX3" fmla="*/ 275546 w 5554578"/>
                  <a:gd name="connsiteY3" fmla="*/ 0 h 4801691"/>
                  <a:gd name="connsiteX0" fmla="*/ 360093 w 5639125"/>
                  <a:gd name="connsiteY0" fmla="*/ 0 h 4801691"/>
                  <a:gd name="connsiteX1" fmla="*/ 1601687 w 5639125"/>
                  <a:gd name="connsiteY1" fmla="*/ 1414463 h 4801691"/>
                  <a:gd name="connsiteX2" fmla="*/ 2703243 w 5639125"/>
                  <a:gd name="connsiteY2" fmla="*/ 4695483 h 4801691"/>
                  <a:gd name="connsiteX3" fmla="*/ 360093 w 5639125"/>
                  <a:gd name="connsiteY3" fmla="*/ 0 h 4801691"/>
                  <a:gd name="connsiteX0" fmla="*/ 360093 w 5639125"/>
                  <a:gd name="connsiteY0" fmla="*/ 683149 h 5484840"/>
                  <a:gd name="connsiteX1" fmla="*/ 1601687 w 5639125"/>
                  <a:gd name="connsiteY1" fmla="*/ 2097612 h 5484840"/>
                  <a:gd name="connsiteX2" fmla="*/ 2703243 w 5639125"/>
                  <a:gd name="connsiteY2" fmla="*/ 5378632 h 5484840"/>
                  <a:gd name="connsiteX3" fmla="*/ 360093 w 5639125"/>
                  <a:gd name="connsiteY3" fmla="*/ 683149 h 5484840"/>
                  <a:gd name="connsiteX0" fmla="*/ 360093 w 5639125"/>
                  <a:gd name="connsiteY0" fmla="*/ 1246029 h 6047720"/>
                  <a:gd name="connsiteX1" fmla="*/ 1601687 w 5639125"/>
                  <a:gd name="connsiteY1" fmla="*/ 2660492 h 6047720"/>
                  <a:gd name="connsiteX2" fmla="*/ 2703243 w 5639125"/>
                  <a:gd name="connsiteY2" fmla="*/ 5941512 h 6047720"/>
                  <a:gd name="connsiteX3" fmla="*/ 360093 w 5639125"/>
                  <a:gd name="connsiteY3" fmla="*/ 1246029 h 6047720"/>
                  <a:gd name="connsiteX0" fmla="*/ 360093 w 5639125"/>
                  <a:gd name="connsiteY0" fmla="*/ 322922 h 5124613"/>
                  <a:gd name="connsiteX1" fmla="*/ 1050654 w 5639125"/>
                  <a:gd name="connsiteY1" fmla="*/ 636932 h 5124613"/>
                  <a:gd name="connsiteX2" fmla="*/ 1601687 w 5639125"/>
                  <a:gd name="connsiteY2" fmla="*/ 1737385 h 5124613"/>
                  <a:gd name="connsiteX3" fmla="*/ 2703243 w 5639125"/>
                  <a:gd name="connsiteY3" fmla="*/ 5018405 h 5124613"/>
                  <a:gd name="connsiteX4" fmla="*/ 360093 w 5639125"/>
                  <a:gd name="connsiteY4" fmla="*/ 322922 h 5124613"/>
                  <a:gd name="connsiteX0" fmla="*/ 360093 w 5639125"/>
                  <a:gd name="connsiteY0" fmla="*/ 936741 h 5738432"/>
                  <a:gd name="connsiteX1" fmla="*/ 1050654 w 5639125"/>
                  <a:gd name="connsiteY1" fmla="*/ 1250751 h 5738432"/>
                  <a:gd name="connsiteX2" fmla="*/ 1601687 w 5639125"/>
                  <a:gd name="connsiteY2" fmla="*/ 2351204 h 5738432"/>
                  <a:gd name="connsiteX3" fmla="*/ 2703243 w 5639125"/>
                  <a:gd name="connsiteY3" fmla="*/ 5632224 h 5738432"/>
                  <a:gd name="connsiteX4" fmla="*/ 360093 w 5639125"/>
                  <a:gd name="connsiteY4" fmla="*/ 936741 h 5738432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704457 w 5983489"/>
                  <a:gd name="connsiteY0" fmla="*/ 1028982 h 5830673"/>
                  <a:gd name="connsiteX1" fmla="*/ 1395018 w 5983489"/>
                  <a:gd name="connsiteY1" fmla="*/ 1342992 h 5830673"/>
                  <a:gd name="connsiteX2" fmla="*/ 1946051 w 5983489"/>
                  <a:gd name="connsiteY2" fmla="*/ 2443445 h 5830673"/>
                  <a:gd name="connsiteX3" fmla="*/ 3047607 w 5983489"/>
                  <a:gd name="connsiteY3" fmla="*/ 5724465 h 5830673"/>
                  <a:gd name="connsiteX4" fmla="*/ 704457 w 5983489"/>
                  <a:gd name="connsiteY4" fmla="*/ 1028982 h 5830673"/>
                  <a:gd name="connsiteX0" fmla="*/ 686900 w 5965932"/>
                  <a:gd name="connsiteY0" fmla="*/ 1144005 h 5945696"/>
                  <a:gd name="connsiteX1" fmla="*/ 1377461 w 5965932"/>
                  <a:gd name="connsiteY1" fmla="*/ 1458015 h 5945696"/>
                  <a:gd name="connsiteX2" fmla="*/ 1928494 w 5965932"/>
                  <a:gd name="connsiteY2" fmla="*/ 2558468 h 5945696"/>
                  <a:gd name="connsiteX3" fmla="*/ 3030050 w 5965932"/>
                  <a:gd name="connsiteY3" fmla="*/ 5839488 h 5945696"/>
                  <a:gd name="connsiteX4" fmla="*/ 686900 w 5965932"/>
                  <a:gd name="connsiteY4" fmla="*/ 1144005 h 5945696"/>
                  <a:gd name="connsiteX0" fmla="*/ 746732 w 6025764"/>
                  <a:gd name="connsiteY0" fmla="*/ 1134443 h 5936134"/>
                  <a:gd name="connsiteX1" fmla="*/ 1437293 w 6025764"/>
                  <a:gd name="connsiteY1" fmla="*/ 1448453 h 5936134"/>
                  <a:gd name="connsiteX2" fmla="*/ 1988326 w 6025764"/>
                  <a:gd name="connsiteY2" fmla="*/ 2548906 h 5936134"/>
                  <a:gd name="connsiteX3" fmla="*/ 3089882 w 6025764"/>
                  <a:gd name="connsiteY3" fmla="*/ 5829926 h 5936134"/>
                  <a:gd name="connsiteX4" fmla="*/ 746732 w 6025764"/>
                  <a:gd name="connsiteY4" fmla="*/ 1134443 h 5936134"/>
                  <a:gd name="connsiteX0" fmla="*/ 732966 w 6011998"/>
                  <a:gd name="connsiteY0" fmla="*/ 1146317 h 5948008"/>
                  <a:gd name="connsiteX1" fmla="*/ 1423527 w 6011998"/>
                  <a:gd name="connsiteY1" fmla="*/ 1460327 h 5948008"/>
                  <a:gd name="connsiteX2" fmla="*/ 1974560 w 6011998"/>
                  <a:gd name="connsiteY2" fmla="*/ 2560780 h 5948008"/>
                  <a:gd name="connsiteX3" fmla="*/ 3076116 w 6011998"/>
                  <a:gd name="connsiteY3" fmla="*/ 5841800 h 5948008"/>
                  <a:gd name="connsiteX4" fmla="*/ 732966 w 6011998"/>
                  <a:gd name="connsiteY4" fmla="*/ 1146317 h 5948008"/>
                  <a:gd name="connsiteX0" fmla="*/ 660607 w 5939639"/>
                  <a:gd name="connsiteY0" fmla="*/ 1170617 h 5972308"/>
                  <a:gd name="connsiteX1" fmla="*/ 1351168 w 5939639"/>
                  <a:gd name="connsiteY1" fmla="*/ 1484627 h 5972308"/>
                  <a:gd name="connsiteX2" fmla="*/ 1902201 w 5939639"/>
                  <a:gd name="connsiteY2" fmla="*/ 2585080 h 5972308"/>
                  <a:gd name="connsiteX3" fmla="*/ 3003757 w 5939639"/>
                  <a:gd name="connsiteY3" fmla="*/ 5866100 h 5972308"/>
                  <a:gd name="connsiteX4" fmla="*/ 660607 w 5939639"/>
                  <a:gd name="connsiteY4" fmla="*/ 1170617 h 597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9639" h="5972308">
                    <a:moveTo>
                      <a:pt x="660607" y="1170617"/>
                    </a:moveTo>
                    <a:cubicBezTo>
                      <a:pt x="-1378992" y="70145"/>
                      <a:pt x="2017361" y="-923271"/>
                      <a:pt x="1351168" y="1484627"/>
                    </a:cubicBezTo>
                    <a:cubicBezTo>
                      <a:pt x="1515237" y="2391883"/>
                      <a:pt x="1531520" y="2171541"/>
                      <a:pt x="1902201" y="2585080"/>
                    </a:cubicBezTo>
                    <a:cubicBezTo>
                      <a:pt x="5988899" y="2573853"/>
                      <a:pt x="7961047" y="6677427"/>
                      <a:pt x="3003757" y="5866100"/>
                    </a:cubicBezTo>
                    <a:cubicBezTo>
                      <a:pt x="-1606343" y="4443814"/>
                      <a:pt x="1198769" y="2235716"/>
                      <a:pt x="660607" y="1170617"/>
                    </a:cubicBezTo>
                    <a:close/>
                  </a:path>
                </a:pathLst>
              </a:custGeom>
              <a:solidFill>
                <a:srgbClr val="453327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DBD0B4D9-E2EC-73A2-B1D4-5D971579916D}"/>
                  </a:ext>
                </a:extLst>
              </p:cNvPr>
              <p:cNvGrpSpPr/>
              <p:nvPr/>
            </p:nvGrpSpPr>
            <p:grpSpPr>
              <a:xfrm>
                <a:off x="6225953" y="3537583"/>
                <a:ext cx="2041340" cy="2039728"/>
                <a:chOff x="6315499" y="3559318"/>
                <a:chExt cx="2041340" cy="2039728"/>
              </a:xfrm>
              <a:solidFill>
                <a:srgbClr val="4D4239"/>
              </a:solidFill>
            </p:grpSpPr>
            <p:sp>
              <p:nvSpPr>
                <p:cNvPr id="113" name="Rectangle 848">
                  <a:extLst>
                    <a:ext uri="{FF2B5EF4-FFF2-40B4-BE49-F238E27FC236}">
                      <a16:creationId xmlns:a16="http://schemas.microsoft.com/office/drawing/2014/main" id="{A4E2834B-7C31-512C-CC64-C0FD80973869}"/>
                    </a:ext>
                  </a:extLst>
                </p:cNvPr>
                <p:cNvSpPr/>
                <p:nvPr/>
              </p:nvSpPr>
              <p:spPr>
                <a:xfrm>
                  <a:off x="6315499" y="3559318"/>
                  <a:ext cx="2041340" cy="2039728"/>
                </a:xfrm>
                <a:custGeom>
                  <a:avLst/>
                  <a:gdLst>
                    <a:gd name="connsiteX0" fmla="*/ 0 w 531854"/>
                    <a:gd name="connsiteY0" fmla="*/ 0 h 277105"/>
                    <a:gd name="connsiteX1" fmla="*/ 531854 w 531854"/>
                    <a:gd name="connsiteY1" fmla="*/ 0 h 277105"/>
                    <a:gd name="connsiteX2" fmla="*/ 531854 w 531854"/>
                    <a:gd name="connsiteY2" fmla="*/ 277105 h 277105"/>
                    <a:gd name="connsiteX3" fmla="*/ 0 w 531854"/>
                    <a:gd name="connsiteY3" fmla="*/ 277105 h 277105"/>
                    <a:gd name="connsiteX4" fmla="*/ 0 w 531854"/>
                    <a:gd name="connsiteY4" fmla="*/ 0 h 277105"/>
                    <a:gd name="connsiteX0" fmla="*/ 0 w 2157454"/>
                    <a:gd name="connsiteY0" fmla="*/ 0 h 1641448"/>
                    <a:gd name="connsiteX1" fmla="*/ 531854 w 2157454"/>
                    <a:gd name="connsiteY1" fmla="*/ 0 h 1641448"/>
                    <a:gd name="connsiteX2" fmla="*/ 2157454 w 2157454"/>
                    <a:gd name="connsiteY2" fmla="*/ 1641448 h 1641448"/>
                    <a:gd name="connsiteX3" fmla="*/ 0 w 2157454"/>
                    <a:gd name="connsiteY3" fmla="*/ 277105 h 1641448"/>
                    <a:gd name="connsiteX4" fmla="*/ 0 w 2157454"/>
                    <a:gd name="connsiteY4" fmla="*/ 0 h 1641448"/>
                    <a:gd name="connsiteX0" fmla="*/ 0 w 2157454"/>
                    <a:gd name="connsiteY0" fmla="*/ 277105 h 1641448"/>
                    <a:gd name="connsiteX1" fmla="*/ 531854 w 2157454"/>
                    <a:gd name="connsiteY1" fmla="*/ 0 h 1641448"/>
                    <a:gd name="connsiteX2" fmla="*/ 2157454 w 2157454"/>
                    <a:gd name="connsiteY2" fmla="*/ 1641448 h 1641448"/>
                    <a:gd name="connsiteX3" fmla="*/ 0 w 2157454"/>
                    <a:gd name="connsiteY3" fmla="*/ 277105 h 1641448"/>
                    <a:gd name="connsiteX0" fmla="*/ 0 w 2157454"/>
                    <a:gd name="connsiteY0" fmla="*/ 509333 h 1873676"/>
                    <a:gd name="connsiteX1" fmla="*/ 168997 w 2157454"/>
                    <a:gd name="connsiteY1" fmla="*/ 0 h 1873676"/>
                    <a:gd name="connsiteX2" fmla="*/ 2157454 w 2157454"/>
                    <a:gd name="connsiteY2" fmla="*/ 1873676 h 1873676"/>
                    <a:gd name="connsiteX3" fmla="*/ 0 w 2157454"/>
                    <a:gd name="connsiteY3" fmla="*/ 509333 h 1873676"/>
                    <a:gd name="connsiteX0" fmla="*/ 0 w 2157454"/>
                    <a:gd name="connsiteY0" fmla="*/ 539304 h 1903647"/>
                    <a:gd name="connsiteX1" fmla="*/ 168997 w 2157454"/>
                    <a:gd name="connsiteY1" fmla="*/ 29971 h 1903647"/>
                    <a:gd name="connsiteX2" fmla="*/ 2157454 w 2157454"/>
                    <a:gd name="connsiteY2" fmla="*/ 1903647 h 1903647"/>
                    <a:gd name="connsiteX3" fmla="*/ 0 w 2157454"/>
                    <a:gd name="connsiteY3" fmla="*/ 539304 h 1903647"/>
                    <a:gd name="connsiteX0" fmla="*/ 0 w 2041340"/>
                    <a:gd name="connsiteY0" fmla="*/ 423190 h 1903647"/>
                    <a:gd name="connsiteX1" fmla="*/ 52883 w 2041340"/>
                    <a:gd name="connsiteY1" fmla="*/ 29971 h 1903647"/>
                    <a:gd name="connsiteX2" fmla="*/ 2041340 w 2041340"/>
                    <a:gd name="connsiteY2" fmla="*/ 1903647 h 1903647"/>
                    <a:gd name="connsiteX3" fmla="*/ 0 w 2041340"/>
                    <a:gd name="connsiteY3" fmla="*/ 423190 h 1903647"/>
                    <a:gd name="connsiteX0" fmla="*/ 0 w 2041340"/>
                    <a:gd name="connsiteY0" fmla="*/ 423190 h 1903647"/>
                    <a:gd name="connsiteX1" fmla="*/ 52883 w 2041340"/>
                    <a:gd name="connsiteY1" fmla="*/ 29971 h 1903647"/>
                    <a:gd name="connsiteX2" fmla="*/ 2041340 w 2041340"/>
                    <a:gd name="connsiteY2" fmla="*/ 1903647 h 1903647"/>
                    <a:gd name="connsiteX3" fmla="*/ 0 w 2041340"/>
                    <a:gd name="connsiteY3" fmla="*/ 423190 h 1903647"/>
                    <a:gd name="connsiteX0" fmla="*/ 0 w 2041340"/>
                    <a:gd name="connsiteY0" fmla="*/ 423190 h 2005364"/>
                    <a:gd name="connsiteX1" fmla="*/ 52883 w 2041340"/>
                    <a:gd name="connsiteY1" fmla="*/ 29971 h 2005364"/>
                    <a:gd name="connsiteX2" fmla="*/ 2041340 w 2041340"/>
                    <a:gd name="connsiteY2" fmla="*/ 1903647 h 2005364"/>
                    <a:gd name="connsiteX3" fmla="*/ 0 w 2041340"/>
                    <a:gd name="connsiteY3" fmla="*/ 423190 h 2005364"/>
                    <a:gd name="connsiteX0" fmla="*/ 0 w 2041340"/>
                    <a:gd name="connsiteY0" fmla="*/ 415048 h 1997222"/>
                    <a:gd name="connsiteX1" fmla="*/ 52883 w 2041340"/>
                    <a:gd name="connsiteY1" fmla="*/ 21829 h 1997222"/>
                    <a:gd name="connsiteX2" fmla="*/ 2041340 w 2041340"/>
                    <a:gd name="connsiteY2" fmla="*/ 1895505 h 1997222"/>
                    <a:gd name="connsiteX3" fmla="*/ 0 w 2041340"/>
                    <a:gd name="connsiteY3" fmla="*/ 415048 h 1997222"/>
                    <a:gd name="connsiteX0" fmla="*/ 0 w 2041340"/>
                    <a:gd name="connsiteY0" fmla="*/ 453538 h 2035712"/>
                    <a:gd name="connsiteX1" fmla="*/ 52883 w 2041340"/>
                    <a:gd name="connsiteY1" fmla="*/ 60319 h 2035712"/>
                    <a:gd name="connsiteX2" fmla="*/ 2041340 w 2041340"/>
                    <a:gd name="connsiteY2" fmla="*/ 1933995 h 2035712"/>
                    <a:gd name="connsiteX3" fmla="*/ 0 w 2041340"/>
                    <a:gd name="connsiteY3" fmla="*/ 453538 h 2035712"/>
                    <a:gd name="connsiteX0" fmla="*/ 0 w 2041340"/>
                    <a:gd name="connsiteY0" fmla="*/ 454666 h 2036840"/>
                    <a:gd name="connsiteX1" fmla="*/ 52883 w 2041340"/>
                    <a:gd name="connsiteY1" fmla="*/ 61447 h 2036840"/>
                    <a:gd name="connsiteX2" fmla="*/ 2041340 w 2041340"/>
                    <a:gd name="connsiteY2" fmla="*/ 1935123 h 2036840"/>
                    <a:gd name="connsiteX3" fmla="*/ 0 w 2041340"/>
                    <a:gd name="connsiteY3" fmla="*/ 454666 h 2036840"/>
                    <a:gd name="connsiteX0" fmla="*/ 0 w 2041340"/>
                    <a:gd name="connsiteY0" fmla="*/ 457554 h 2039728"/>
                    <a:gd name="connsiteX1" fmla="*/ 52883 w 2041340"/>
                    <a:gd name="connsiteY1" fmla="*/ 64335 h 2039728"/>
                    <a:gd name="connsiteX2" fmla="*/ 2041340 w 2041340"/>
                    <a:gd name="connsiteY2" fmla="*/ 1938011 h 2039728"/>
                    <a:gd name="connsiteX3" fmla="*/ 0 w 2041340"/>
                    <a:gd name="connsiteY3" fmla="*/ 457554 h 203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41340" h="2039728">
                      <a:moveTo>
                        <a:pt x="0" y="457554"/>
                      </a:moveTo>
                      <a:lnTo>
                        <a:pt x="52883" y="64335"/>
                      </a:lnTo>
                      <a:cubicBezTo>
                        <a:pt x="1541202" y="-412377"/>
                        <a:pt x="1175321" y="1915794"/>
                        <a:pt x="2041340" y="1938011"/>
                      </a:cubicBezTo>
                      <a:cubicBezTo>
                        <a:pt x="1941465" y="1908982"/>
                        <a:pt x="796561" y="2663726"/>
                        <a:pt x="0" y="457554"/>
                      </a:cubicBezTo>
                      <a:close/>
                    </a:path>
                  </a:pathLst>
                </a:custGeom>
                <a:solidFill>
                  <a:srgbClr val="453327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CC4F67C5-639D-9823-76EB-6E2F502AF826}"/>
                    </a:ext>
                  </a:extLst>
                </p:cNvPr>
                <p:cNvSpPr/>
                <p:nvPr/>
              </p:nvSpPr>
              <p:spPr>
                <a:xfrm>
                  <a:off x="6732700" y="4251177"/>
                  <a:ext cx="1295400" cy="13144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19200"/>
                    <a:gd name="connsiteY0" fmla="*/ 0 h 1403350"/>
                    <a:gd name="connsiteX1" fmla="*/ 1219200 w 1219200"/>
                    <a:gd name="connsiteY1" fmla="*/ 1403350 h 1403350"/>
                    <a:gd name="connsiteX0" fmla="*/ 0 w 1365250"/>
                    <a:gd name="connsiteY0" fmla="*/ 0 h 1276350"/>
                    <a:gd name="connsiteX1" fmla="*/ 1365250 w 1365250"/>
                    <a:gd name="connsiteY1" fmla="*/ 1276350 h 1276350"/>
                    <a:gd name="connsiteX0" fmla="*/ 0 w 1365250"/>
                    <a:gd name="connsiteY0" fmla="*/ 0 h 1276350"/>
                    <a:gd name="connsiteX1" fmla="*/ 1365250 w 1365250"/>
                    <a:gd name="connsiteY1" fmla="*/ 1276350 h 1276350"/>
                    <a:gd name="connsiteX0" fmla="*/ 0 w 1295400"/>
                    <a:gd name="connsiteY0" fmla="*/ 0 h 1314450"/>
                    <a:gd name="connsiteX1" fmla="*/ 1295400 w 1295400"/>
                    <a:gd name="connsiteY1" fmla="*/ 1314450 h 1314450"/>
                    <a:gd name="connsiteX0" fmla="*/ 0 w 1295400"/>
                    <a:gd name="connsiteY0" fmla="*/ 0 h 1314450"/>
                    <a:gd name="connsiteX1" fmla="*/ 1295400 w 1295400"/>
                    <a:gd name="connsiteY1" fmla="*/ 1314450 h 1314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95400" h="1314450">
                      <a:moveTo>
                        <a:pt x="0" y="0"/>
                      </a:moveTo>
                      <a:cubicBezTo>
                        <a:pt x="275167" y="664633"/>
                        <a:pt x="467783" y="1107017"/>
                        <a:pt x="1295400" y="131445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4D4239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B486A1BE-6CF9-3377-D852-5DFF73AF04E2}"/>
                    </a:ext>
                  </a:extLst>
                </p:cNvPr>
                <p:cNvSpPr/>
                <p:nvPr/>
              </p:nvSpPr>
              <p:spPr>
                <a:xfrm>
                  <a:off x="6866347" y="4145007"/>
                  <a:ext cx="1219200" cy="14033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19200"/>
                    <a:gd name="connsiteY0" fmla="*/ 0 h 1403350"/>
                    <a:gd name="connsiteX1" fmla="*/ 1219200 w 1219200"/>
                    <a:gd name="connsiteY1" fmla="*/ 1403350 h 140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19200" h="1403350">
                      <a:moveTo>
                        <a:pt x="0" y="0"/>
                      </a:moveTo>
                      <a:cubicBezTo>
                        <a:pt x="433917" y="239183"/>
                        <a:pt x="391583" y="1195917"/>
                        <a:pt x="1219200" y="140335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4D4239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2181FC2A-682D-B96C-2770-A647360F7381}"/>
                    </a:ext>
                  </a:extLst>
                </p:cNvPr>
                <p:cNvSpPr/>
                <p:nvPr/>
              </p:nvSpPr>
              <p:spPr>
                <a:xfrm>
                  <a:off x="7099300" y="4025900"/>
                  <a:ext cx="1098550" cy="15176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8550" h="1517650">
                      <a:moveTo>
                        <a:pt x="0" y="0"/>
                      </a:moveTo>
                      <a:cubicBezTo>
                        <a:pt x="433917" y="239183"/>
                        <a:pt x="321733" y="1297517"/>
                        <a:pt x="1098550" y="151765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4D4239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EC9DFDA4-B1A4-7DB8-19C2-A0F0039CF5AC}"/>
                  </a:ext>
                </a:extLst>
              </p:cNvPr>
              <p:cNvGrpSpPr/>
              <p:nvPr/>
            </p:nvGrpSpPr>
            <p:grpSpPr>
              <a:xfrm>
                <a:off x="1363072" y="-1166711"/>
                <a:ext cx="1260815" cy="1746803"/>
                <a:chOff x="-789971" y="-151486"/>
                <a:chExt cx="1260815" cy="1746803"/>
              </a:xfrm>
            </p:grpSpPr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2FBAF5B1-C18C-3A3E-F920-B5936ECA47D6}"/>
                    </a:ext>
                  </a:extLst>
                </p:cNvPr>
                <p:cNvSpPr/>
                <p:nvPr/>
              </p:nvSpPr>
              <p:spPr>
                <a:xfrm rot="19851584">
                  <a:off x="-765592" y="-151486"/>
                  <a:ext cx="1236436" cy="1746803"/>
                </a:xfrm>
                <a:custGeom>
                  <a:avLst/>
                  <a:gdLst>
                    <a:gd name="connsiteX0" fmla="*/ 784098 w 1236436"/>
                    <a:gd name="connsiteY0" fmla="*/ 85797 h 1746803"/>
                    <a:gd name="connsiteX1" fmla="*/ 877572 w 1236436"/>
                    <a:gd name="connsiteY1" fmla="*/ 1589031 h 1746803"/>
                    <a:gd name="connsiteX2" fmla="*/ 803816 w 1236436"/>
                    <a:gd name="connsiteY2" fmla="*/ 1669823 h 1746803"/>
                    <a:gd name="connsiteX3" fmla="*/ 719515 w 1236436"/>
                    <a:gd name="connsiteY3" fmla="*/ 1696684 h 1746803"/>
                    <a:gd name="connsiteX4" fmla="*/ 338721 w 1236436"/>
                    <a:gd name="connsiteY4" fmla="*/ 1746803 h 1746803"/>
                    <a:gd name="connsiteX5" fmla="*/ 80647 w 1236436"/>
                    <a:gd name="connsiteY5" fmla="*/ 1724155 h 1746803"/>
                    <a:gd name="connsiteX6" fmla="*/ 6127 w 1236436"/>
                    <a:gd name="connsiteY6" fmla="*/ 1707474 h 1746803"/>
                    <a:gd name="connsiteX7" fmla="*/ 39799 w 1236436"/>
                    <a:gd name="connsiteY7" fmla="*/ 1668643 h 1746803"/>
                    <a:gd name="connsiteX8" fmla="*/ 277794 w 1236436"/>
                    <a:gd name="connsiteY8" fmla="*/ 1142291 h 1746803"/>
                    <a:gd name="connsiteX9" fmla="*/ 784098 w 1236436"/>
                    <a:gd name="connsiteY9" fmla="*/ 85797 h 1746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36436" h="1746803">
                      <a:moveTo>
                        <a:pt x="784098" y="85797"/>
                      </a:moveTo>
                      <a:cubicBezTo>
                        <a:pt x="1199525" y="288854"/>
                        <a:pt x="1507038" y="838724"/>
                        <a:pt x="877572" y="1589031"/>
                      </a:cubicBezTo>
                      <a:lnTo>
                        <a:pt x="803816" y="1669823"/>
                      </a:lnTo>
                      <a:lnTo>
                        <a:pt x="719515" y="1696684"/>
                      </a:lnTo>
                      <a:cubicBezTo>
                        <a:pt x="599222" y="1729257"/>
                        <a:pt x="471325" y="1746803"/>
                        <a:pt x="338721" y="1746803"/>
                      </a:cubicBezTo>
                      <a:cubicBezTo>
                        <a:pt x="250318" y="1746803"/>
                        <a:pt x="164007" y="1739005"/>
                        <a:pt x="80647" y="1724155"/>
                      </a:cubicBezTo>
                      <a:lnTo>
                        <a:pt x="6127" y="1707474"/>
                      </a:lnTo>
                      <a:lnTo>
                        <a:pt x="39799" y="1668643"/>
                      </a:lnTo>
                      <a:cubicBezTo>
                        <a:pt x="177725" y="1499527"/>
                        <a:pt x="270200" y="1328595"/>
                        <a:pt x="277794" y="1142291"/>
                      </a:cubicBezTo>
                      <a:cubicBezTo>
                        <a:pt x="-383917" y="104034"/>
                        <a:pt x="279650" y="-160771"/>
                        <a:pt x="784098" y="85797"/>
                      </a:cubicBezTo>
                      <a:close/>
                    </a:path>
                  </a:pathLst>
                </a:custGeom>
                <a:solidFill>
                  <a:srgbClr val="25728F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5EA2ED17-9605-CB8D-BC76-81A9D32090FC}"/>
                    </a:ext>
                  </a:extLst>
                </p:cNvPr>
                <p:cNvSpPr/>
                <p:nvPr/>
              </p:nvSpPr>
              <p:spPr>
                <a:xfrm>
                  <a:off x="-789971" y="721915"/>
                  <a:ext cx="1001486" cy="290582"/>
                </a:xfrm>
                <a:custGeom>
                  <a:avLst/>
                  <a:gdLst>
                    <a:gd name="connsiteX0" fmla="*/ 0 w 1001486"/>
                    <a:gd name="connsiteY0" fmla="*/ 43543 h 290582"/>
                    <a:gd name="connsiteX1" fmla="*/ 406400 w 1001486"/>
                    <a:gd name="connsiteY1" fmla="*/ 290286 h 290582"/>
                    <a:gd name="connsiteX2" fmla="*/ 1001486 w 1001486"/>
                    <a:gd name="connsiteY2" fmla="*/ 0 h 290582"/>
                    <a:gd name="connsiteX3" fmla="*/ 1001486 w 1001486"/>
                    <a:gd name="connsiteY3" fmla="*/ 0 h 290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486" h="290582">
                      <a:moveTo>
                        <a:pt x="0" y="43543"/>
                      </a:moveTo>
                      <a:cubicBezTo>
                        <a:pt x="119743" y="170543"/>
                        <a:pt x="239486" y="297543"/>
                        <a:pt x="406400" y="290286"/>
                      </a:cubicBezTo>
                      <a:cubicBezTo>
                        <a:pt x="573314" y="283029"/>
                        <a:pt x="1001486" y="0"/>
                        <a:pt x="1001486" y="0"/>
                      </a:cubicBezTo>
                      <a:lnTo>
                        <a:pt x="1001486" y="0"/>
                      </a:lnTo>
                    </a:path>
                  </a:pathLst>
                </a:cu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C5348B4F-22CB-35DF-D508-CE71603F4E73}"/>
                  </a:ext>
                </a:extLst>
              </p:cNvPr>
              <p:cNvGrpSpPr/>
              <p:nvPr/>
            </p:nvGrpSpPr>
            <p:grpSpPr>
              <a:xfrm>
                <a:off x="737842" y="-598490"/>
                <a:ext cx="753774" cy="856403"/>
                <a:chOff x="699127" y="-644416"/>
                <a:chExt cx="753774" cy="856403"/>
              </a:xfrm>
            </p:grpSpPr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9153D9CD-5ACD-9992-1011-344C79E55864}"/>
                    </a:ext>
                  </a:extLst>
                </p:cNvPr>
                <p:cNvSpPr/>
                <p:nvPr/>
              </p:nvSpPr>
              <p:spPr>
                <a:xfrm rot="15096860" flipV="1">
                  <a:off x="881585" y="-359329"/>
                  <a:ext cx="527893" cy="614739"/>
                </a:xfrm>
                <a:custGeom>
                  <a:avLst/>
                  <a:gdLst>
                    <a:gd name="connsiteX0" fmla="*/ 390879 w 1134829"/>
                    <a:gd name="connsiteY0" fmla="*/ 1302 h 869793"/>
                    <a:gd name="connsiteX1" fmla="*/ 778827 w 1134829"/>
                    <a:gd name="connsiteY1" fmla="*/ 251547 h 869793"/>
                    <a:gd name="connsiteX2" fmla="*/ 773547 w 1134829"/>
                    <a:gd name="connsiteY2" fmla="*/ 263835 h 869793"/>
                    <a:gd name="connsiteX3" fmla="*/ 754820 w 1134829"/>
                    <a:gd name="connsiteY3" fmla="*/ 271299 h 869793"/>
                    <a:gd name="connsiteX4" fmla="*/ 727044 w 1134829"/>
                    <a:gd name="connsiteY4" fmla="*/ 299479 h 869793"/>
                    <a:gd name="connsiteX5" fmla="*/ 770277 w 1134829"/>
                    <a:gd name="connsiteY5" fmla="*/ 271445 h 869793"/>
                    <a:gd name="connsiteX6" fmla="*/ 773547 w 1134829"/>
                    <a:gd name="connsiteY6" fmla="*/ 263835 h 869793"/>
                    <a:gd name="connsiteX7" fmla="*/ 794230 w 1134829"/>
                    <a:gd name="connsiteY7" fmla="*/ 255591 h 869793"/>
                    <a:gd name="connsiteX8" fmla="*/ 727044 w 1134829"/>
                    <a:gd name="connsiteY8" fmla="*/ 488165 h 869793"/>
                    <a:gd name="connsiteX9" fmla="*/ 629090 w 1134829"/>
                    <a:gd name="connsiteY9" fmla="*/ 641040 h 869793"/>
                    <a:gd name="connsiteX10" fmla="*/ 623757 w 1134829"/>
                    <a:gd name="connsiteY10" fmla="*/ 623028 h 869793"/>
                    <a:gd name="connsiteX11" fmla="*/ 625444 w 1134829"/>
                    <a:gd name="connsiteY11" fmla="*/ 589764 h 869793"/>
                    <a:gd name="connsiteX12" fmla="*/ 622991 w 1134829"/>
                    <a:gd name="connsiteY12" fmla="*/ 620440 h 869793"/>
                    <a:gd name="connsiteX13" fmla="*/ 623757 w 1134829"/>
                    <a:gd name="connsiteY13" fmla="*/ 623028 h 869793"/>
                    <a:gd name="connsiteX14" fmla="*/ 622957 w 1134829"/>
                    <a:gd name="connsiteY14" fmla="*/ 638812 h 869793"/>
                    <a:gd name="connsiteX15" fmla="*/ 422244 w 1134829"/>
                    <a:gd name="connsiteY15" fmla="*/ 865535 h 869793"/>
                    <a:gd name="connsiteX16" fmla="*/ 422224 w 1134829"/>
                    <a:gd name="connsiteY16" fmla="*/ 869793 h 869793"/>
                    <a:gd name="connsiteX17" fmla="*/ 272253 w 1134829"/>
                    <a:gd name="connsiteY17" fmla="*/ 836949 h 869793"/>
                    <a:gd name="connsiteX18" fmla="*/ 5948 w 1134829"/>
                    <a:gd name="connsiteY18" fmla="*/ 710275 h 869793"/>
                    <a:gd name="connsiteX19" fmla="*/ 0 w 1134829"/>
                    <a:gd name="connsiteY19" fmla="*/ 705189 h 869793"/>
                    <a:gd name="connsiteX20" fmla="*/ 4291 w 1134829"/>
                    <a:gd name="connsiteY20" fmla="*/ 629545 h 869793"/>
                    <a:gd name="connsiteX21" fmla="*/ 390879 w 1134829"/>
                    <a:gd name="connsiteY21" fmla="*/ 1302 h 869793"/>
                    <a:gd name="connsiteX0" fmla="*/ 390879 w 1134829"/>
                    <a:gd name="connsiteY0" fmla="*/ 1302 h 878836"/>
                    <a:gd name="connsiteX1" fmla="*/ 778827 w 1134829"/>
                    <a:gd name="connsiteY1" fmla="*/ 251547 h 878836"/>
                    <a:gd name="connsiteX2" fmla="*/ 773547 w 1134829"/>
                    <a:gd name="connsiteY2" fmla="*/ 263835 h 878836"/>
                    <a:gd name="connsiteX3" fmla="*/ 754820 w 1134829"/>
                    <a:gd name="connsiteY3" fmla="*/ 271299 h 878836"/>
                    <a:gd name="connsiteX4" fmla="*/ 727044 w 1134829"/>
                    <a:gd name="connsiteY4" fmla="*/ 299479 h 878836"/>
                    <a:gd name="connsiteX5" fmla="*/ 770277 w 1134829"/>
                    <a:gd name="connsiteY5" fmla="*/ 271445 h 878836"/>
                    <a:gd name="connsiteX6" fmla="*/ 773547 w 1134829"/>
                    <a:gd name="connsiteY6" fmla="*/ 263835 h 878836"/>
                    <a:gd name="connsiteX7" fmla="*/ 794230 w 1134829"/>
                    <a:gd name="connsiteY7" fmla="*/ 255591 h 878836"/>
                    <a:gd name="connsiteX8" fmla="*/ 727044 w 1134829"/>
                    <a:gd name="connsiteY8" fmla="*/ 488165 h 878836"/>
                    <a:gd name="connsiteX9" fmla="*/ 629090 w 1134829"/>
                    <a:gd name="connsiteY9" fmla="*/ 641040 h 878836"/>
                    <a:gd name="connsiteX10" fmla="*/ 623757 w 1134829"/>
                    <a:gd name="connsiteY10" fmla="*/ 623028 h 878836"/>
                    <a:gd name="connsiteX11" fmla="*/ 625444 w 1134829"/>
                    <a:gd name="connsiteY11" fmla="*/ 589764 h 878836"/>
                    <a:gd name="connsiteX12" fmla="*/ 622991 w 1134829"/>
                    <a:gd name="connsiteY12" fmla="*/ 620440 h 878836"/>
                    <a:gd name="connsiteX13" fmla="*/ 623757 w 1134829"/>
                    <a:gd name="connsiteY13" fmla="*/ 623028 h 878836"/>
                    <a:gd name="connsiteX14" fmla="*/ 622957 w 1134829"/>
                    <a:gd name="connsiteY14" fmla="*/ 638812 h 878836"/>
                    <a:gd name="connsiteX15" fmla="*/ 422244 w 1134829"/>
                    <a:gd name="connsiteY15" fmla="*/ 865535 h 878836"/>
                    <a:gd name="connsiteX16" fmla="*/ 272253 w 1134829"/>
                    <a:gd name="connsiteY16" fmla="*/ 836949 h 878836"/>
                    <a:gd name="connsiteX17" fmla="*/ 5948 w 1134829"/>
                    <a:gd name="connsiteY17" fmla="*/ 710275 h 878836"/>
                    <a:gd name="connsiteX18" fmla="*/ 0 w 1134829"/>
                    <a:gd name="connsiteY18" fmla="*/ 705189 h 878836"/>
                    <a:gd name="connsiteX19" fmla="*/ 4291 w 1134829"/>
                    <a:gd name="connsiteY19" fmla="*/ 629545 h 878836"/>
                    <a:gd name="connsiteX20" fmla="*/ 390879 w 1134829"/>
                    <a:gd name="connsiteY20" fmla="*/ 1302 h 878836"/>
                    <a:gd name="connsiteX0" fmla="*/ 390879 w 1134829"/>
                    <a:gd name="connsiteY0" fmla="*/ 1302 h 866250"/>
                    <a:gd name="connsiteX1" fmla="*/ 778827 w 1134829"/>
                    <a:gd name="connsiteY1" fmla="*/ 251547 h 866250"/>
                    <a:gd name="connsiteX2" fmla="*/ 773547 w 1134829"/>
                    <a:gd name="connsiteY2" fmla="*/ 263835 h 866250"/>
                    <a:gd name="connsiteX3" fmla="*/ 754820 w 1134829"/>
                    <a:gd name="connsiteY3" fmla="*/ 271299 h 866250"/>
                    <a:gd name="connsiteX4" fmla="*/ 727044 w 1134829"/>
                    <a:gd name="connsiteY4" fmla="*/ 299479 h 866250"/>
                    <a:gd name="connsiteX5" fmla="*/ 770277 w 1134829"/>
                    <a:gd name="connsiteY5" fmla="*/ 271445 h 866250"/>
                    <a:gd name="connsiteX6" fmla="*/ 773547 w 1134829"/>
                    <a:gd name="connsiteY6" fmla="*/ 263835 h 866250"/>
                    <a:gd name="connsiteX7" fmla="*/ 794230 w 1134829"/>
                    <a:gd name="connsiteY7" fmla="*/ 255591 h 866250"/>
                    <a:gd name="connsiteX8" fmla="*/ 727044 w 1134829"/>
                    <a:gd name="connsiteY8" fmla="*/ 488165 h 866250"/>
                    <a:gd name="connsiteX9" fmla="*/ 629090 w 1134829"/>
                    <a:gd name="connsiteY9" fmla="*/ 641040 h 866250"/>
                    <a:gd name="connsiteX10" fmla="*/ 623757 w 1134829"/>
                    <a:gd name="connsiteY10" fmla="*/ 623028 h 866250"/>
                    <a:gd name="connsiteX11" fmla="*/ 625444 w 1134829"/>
                    <a:gd name="connsiteY11" fmla="*/ 589764 h 866250"/>
                    <a:gd name="connsiteX12" fmla="*/ 622991 w 1134829"/>
                    <a:gd name="connsiteY12" fmla="*/ 620440 h 866250"/>
                    <a:gd name="connsiteX13" fmla="*/ 623757 w 1134829"/>
                    <a:gd name="connsiteY13" fmla="*/ 623028 h 866250"/>
                    <a:gd name="connsiteX14" fmla="*/ 622957 w 1134829"/>
                    <a:gd name="connsiteY14" fmla="*/ 638812 h 866250"/>
                    <a:gd name="connsiteX15" fmla="*/ 422244 w 1134829"/>
                    <a:gd name="connsiteY15" fmla="*/ 865535 h 866250"/>
                    <a:gd name="connsiteX16" fmla="*/ 5948 w 1134829"/>
                    <a:gd name="connsiteY16" fmla="*/ 710275 h 866250"/>
                    <a:gd name="connsiteX17" fmla="*/ 0 w 1134829"/>
                    <a:gd name="connsiteY17" fmla="*/ 705189 h 866250"/>
                    <a:gd name="connsiteX18" fmla="*/ 4291 w 1134829"/>
                    <a:gd name="connsiteY18" fmla="*/ 629545 h 866250"/>
                    <a:gd name="connsiteX19" fmla="*/ 390879 w 1134829"/>
                    <a:gd name="connsiteY19" fmla="*/ 1302 h 866250"/>
                    <a:gd name="connsiteX0" fmla="*/ 390879 w 1134829"/>
                    <a:gd name="connsiteY0" fmla="*/ 1302 h 866250"/>
                    <a:gd name="connsiteX1" fmla="*/ 778827 w 1134829"/>
                    <a:gd name="connsiteY1" fmla="*/ 251547 h 866250"/>
                    <a:gd name="connsiteX2" fmla="*/ 773547 w 1134829"/>
                    <a:gd name="connsiteY2" fmla="*/ 263835 h 866250"/>
                    <a:gd name="connsiteX3" fmla="*/ 754820 w 1134829"/>
                    <a:gd name="connsiteY3" fmla="*/ 271299 h 866250"/>
                    <a:gd name="connsiteX4" fmla="*/ 727044 w 1134829"/>
                    <a:gd name="connsiteY4" fmla="*/ 299479 h 866250"/>
                    <a:gd name="connsiteX5" fmla="*/ 770277 w 1134829"/>
                    <a:gd name="connsiteY5" fmla="*/ 271445 h 866250"/>
                    <a:gd name="connsiteX6" fmla="*/ 773547 w 1134829"/>
                    <a:gd name="connsiteY6" fmla="*/ 263835 h 866250"/>
                    <a:gd name="connsiteX7" fmla="*/ 794230 w 1134829"/>
                    <a:gd name="connsiteY7" fmla="*/ 255591 h 866250"/>
                    <a:gd name="connsiteX8" fmla="*/ 727044 w 1134829"/>
                    <a:gd name="connsiteY8" fmla="*/ 488165 h 866250"/>
                    <a:gd name="connsiteX9" fmla="*/ 629090 w 1134829"/>
                    <a:gd name="connsiteY9" fmla="*/ 641040 h 866250"/>
                    <a:gd name="connsiteX10" fmla="*/ 623757 w 1134829"/>
                    <a:gd name="connsiteY10" fmla="*/ 623028 h 866250"/>
                    <a:gd name="connsiteX11" fmla="*/ 625444 w 1134829"/>
                    <a:gd name="connsiteY11" fmla="*/ 589764 h 866250"/>
                    <a:gd name="connsiteX12" fmla="*/ 622991 w 1134829"/>
                    <a:gd name="connsiteY12" fmla="*/ 620440 h 866250"/>
                    <a:gd name="connsiteX13" fmla="*/ 623757 w 1134829"/>
                    <a:gd name="connsiteY13" fmla="*/ 623028 h 866250"/>
                    <a:gd name="connsiteX14" fmla="*/ 622957 w 1134829"/>
                    <a:gd name="connsiteY14" fmla="*/ 638812 h 866250"/>
                    <a:gd name="connsiteX15" fmla="*/ 422244 w 1134829"/>
                    <a:gd name="connsiteY15" fmla="*/ 865535 h 866250"/>
                    <a:gd name="connsiteX16" fmla="*/ 5948 w 1134829"/>
                    <a:gd name="connsiteY16" fmla="*/ 710275 h 866250"/>
                    <a:gd name="connsiteX17" fmla="*/ 0 w 1134829"/>
                    <a:gd name="connsiteY17" fmla="*/ 705189 h 866250"/>
                    <a:gd name="connsiteX18" fmla="*/ 390879 w 1134829"/>
                    <a:gd name="connsiteY18" fmla="*/ 1302 h 866250"/>
                    <a:gd name="connsiteX0" fmla="*/ 0 w 1134829"/>
                    <a:gd name="connsiteY0" fmla="*/ 454368 h 615429"/>
                    <a:gd name="connsiteX1" fmla="*/ 778827 w 1134829"/>
                    <a:gd name="connsiteY1" fmla="*/ 726 h 615429"/>
                    <a:gd name="connsiteX2" fmla="*/ 773547 w 1134829"/>
                    <a:gd name="connsiteY2" fmla="*/ 13014 h 615429"/>
                    <a:gd name="connsiteX3" fmla="*/ 754820 w 1134829"/>
                    <a:gd name="connsiteY3" fmla="*/ 20478 h 615429"/>
                    <a:gd name="connsiteX4" fmla="*/ 727044 w 1134829"/>
                    <a:gd name="connsiteY4" fmla="*/ 48658 h 615429"/>
                    <a:gd name="connsiteX5" fmla="*/ 770277 w 1134829"/>
                    <a:gd name="connsiteY5" fmla="*/ 20624 h 615429"/>
                    <a:gd name="connsiteX6" fmla="*/ 773547 w 1134829"/>
                    <a:gd name="connsiteY6" fmla="*/ 13014 h 615429"/>
                    <a:gd name="connsiteX7" fmla="*/ 794230 w 1134829"/>
                    <a:gd name="connsiteY7" fmla="*/ 4770 h 615429"/>
                    <a:gd name="connsiteX8" fmla="*/ 727044 w 1134829"/>
                    <a:gd name="connsiteY8" fmla="*/ 237344 h 615429"/>
                    <a:gd name="connsiteX9" fmla="*/ 629090 w 1134829"/>
                    <a:gd name="connsiteY9" fmla="*/ 390219 h 615429"/>
                    <a:gd name="connsiteX10" fmla="*/ 623757 w 1134829"/>
                    <a:gd name="connsiteY10" fmla="*/ 372207 h 615429"/>
                    <a:gd name="connsiteX11" fmla="*/ 625444 w 1134829"/>
                    <a:gd name="connsiteY11" fmla="*/ 338943 h 615429"/>
                    <a:gd name="connsiteX12" fmla="*/ 622991 w 1134829"/>
                    <a:gd name="connsiteY12" fmla="*/ 369619 h 615429"/>
                    <a:gd name="connsiteX13" fmla="*/ 623757 w 1134829"/>
                    <a:gd name="connsiteY13" fmla="*/ 372207 h 615429"/>
                    <a:gd name="connsiteX14" fmla="*/ 622957 w 1134829"/>
                    <a:gd name="connsiteY14" fmla="*/ 387991 h 615429"/>
                    <a:gd name="connsiteX15" fmla="*/ 422244 w 1134829"/>
                    <a:gd name="connsiteY15" fmla="*/ 614714 h 615429"/>
                    <a:gd name="connsiteX16" fmla="*/ 5948 w 1134829"/>
                    <a:gd name="connsiteY16" fmla="*/ 459454 h 615429"/>
                    <a:gd name="connsiteX17" fmla="*/ 0 w 1134829"/>
                    <a:gd name="connsiteY17" fmla="*/ 454368 h 615429"/>
                    <a:gd name="connsiteX0" fmla="*/ 0 w 812641"/>
                    <a:gd name="connsiteY0" fmla="*/ 453642 h 614703"/>
                    <a:gd name="connsiteX1" fmla="*/ 778827 w 812641"/>
                    <a:gd name="connsiteY1" fmla="*/ 0 h 614703"/>
                    <a:gd name="connsiteX2" fmla="*/ 773547 w 812641"/>
                    <a:gd name="connsiteY2" fmla="*/ 12288 h 614703"/>
                    <a:gd name="connsiteX3" fmla="*/ 754820 w 812641"/>
                    <a:gd name="connsiteY3" fmla="*/ 19752 h 614703"/>
                    <a:gd name="connsiteX4" fmla="*/ 727044 w 812641"/>
                    <a:gd name="connsiteY4" fmla="*/ 47932 h 614703"/>
                    <a:gd name="connsiteX5" fmla="*/ 770277 w 812641"/>
                    <a:gd name="connsiteY5" fmla="*/ 19898 h 614703"/>
                    <a:gd name="connsiteX6" fmla="*/ 773547 w 812641"/>
                    <a:gd name="connsiteY6" fmla="*/ 12288 h 614703"/>
                    <a:gd name="connsiteX7" fmla="*/ 727044 w 812641"/>
                    <a:gd name="connsiteY7" fmla="*/ 236618 h 614703"/>
                    <a:gd name="connsiteX8" fmla="*/ 629090 w 812641"/>
                    <a:gd name="connsiteY8" fmla="*/ 389493 h 614703"/>
                    <a:gd name="connsiteX9" fmla="*/ 623757 w 812641"/>
                    <a:gd name="connsiteY9" fmla="*/ 371481 h 614703"/>
                    <a:gd name="connsiteX10" fmla="*/ 625444 w 812641"/>
                    <a:gd name="connsiteY10" fmla="*/ 338217 h 614703"/>
                    <a:gd name="connsiteX11" fmla="*/ 622991 w 812641"/>
                    <a:gd name="connsiteY11" fmla="*/ 368893 h 614703"/>
                    <a:gd name="connsiteX12" fmla="*/ 623757 w 812641"/>
                    <a:gd name="connsiteY12" fmla="*/ 371481 h 614703"/>
                    <a:gd name="connsiteX13" fmla="*/ 622957 w 812641"/>
                    <a:gd name="connsiteY13" fmla="*/ 387265 h 614703"/>
                    <a:gd name="connsiteX14" fmla="*/ 422244 w 812641"/>
                    <a:gd name="connsiteY14" fmla="*/ 613988 h 614703"/>
                    <a:gd name="connsiteX15" fmla="*/ 5948 w 812641"/>
                    <a:gd name="connsiteY15" fmla="*/ 458728 h 614703"/>
                    <a:gd name="connsiteX16" fmla="*/ 0 w 812641"/>
                    <a:gd name="connsiteY16" fmla="*/ 453642 h 614703"/>
                    <a:gd name="connsiteX0" fmla="*/ 0 w 812641"/>
                    <a:gd name="connsiteY0" fmla="*/ 453642 h 614703"/>
                    <a:gd name="connsiteX1" fmla="*/ 778827 w 812641"/>
                    <a:gd name="connsiteY1" fmla="*/ 0 h 614703"/>
                    <a:gd name="connsiteX2" fmla="*/ 773547 w 812641"/>
                    <a:gd name="connsiteY2" fmla="*/ 12288 h 614703"/>
                    <a:gd name="connsiteX3" fmla="*/ 754820 w 812641"/>
                    <a:gd name="connsiteY3" fmla="*/ 19752 h 614703"/>
                    <a:gd name="connsiteX4" fmla="*/ 727044 w 812641"/>
                    <a:gd name="connsiteY4" fmla="*/ 47932 h 614703"/>
                    <a:gd name="connsiteX5" fmla="*/ 770277 w 812641"/>
                    <a:gd name="connsiteY5" fmla="*/ 19898 h 614703"/>
                    <a:gd name="connsiteX6" fmla="*/ 727044 w 812641"/>
                    <a:gd name="connsiteY6" fmla="*/ 236618 h 614703"/>
                    <a:gd name="connsiteX7" fmla="*/ 629090 w 812641"/>
                    <a:gd name="connsiteY7" fmla="*/ 389493 h 614703"/>
                    <a:gd name="connsiteX8" fmla="*/ 623757 w 812641"/>
                    <a:gd name="connsiteY8" fmla="*/ 371481 h 614703"/>
                    <a:gd name="connsiteX9" fmla="*/ 625444 w 812641"/>
                    <a:gd name="connsiteY9" fmla="*/ 338217 h 614703"/>
                    <a:gd name="connsiteX10" fmla="*/ 622991 w 812641"/>
                    <a:gd name="connsiteY10" fmla="*/ 368893 h 614703"/>
                    <a:gd name="connsiteX11" fmla="*/ 623757 w 812641"/>
                    <a:gd name="connsiteY11" fmla="*/ 371481 h 614703"/>
                    <a:gd name="connsiteX12" fmla="*/ 622957 w 812641"/>
                    <a:gd name="connsiteY12" fmla="*/ 387265 h 614703"/>
                    <a:gd name="connsiteX13" fmla="*/ 422244 w 812641"/>
                    <a:gd name="connsiteY13" fmla="*/ 613988 h 614703"/>
                    <a:gd name="connsiteX14" fmla="*/ 5948 w 812641"/>
                    <a:gd name="connsiteY14" fmla="*/ 458728 h 614703"/>
                    <a:gd name="connsiteX15" fmla="*/ 0 w 812641"/>
                    <a:gd name="connsiteY15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54820 w 778827"/>
                    <a:gd name="connsiteY3" fmla="*/ 19752 h 614703"/>
                    <a:gd name="connsiteX4" fmla="*/ 727044 w 778827"/>
                    <a:gd name="connsiteY4" fmla="*/ 47932 h 614703"/>
                    <a:gd name="connsiteX5" fmla="*/ 727044 w 778827"/>
                    <a:gd name="connsiteY5" fmla="*/ 236618 h 614703"/>
                    <a:gd name="connsiteX6" fmla="*/ 629090 w 778827"/>
                    <a:gd name="connsiteY6" fmla="*/ 389493 h 614703"/>
                    <a:gd name="connsiteX7" fmla="*/ 623757 w 778827"/>
                    <a:gd name="connsiteY7" fmla="*/ 371481 h 614703"/>
                    <a:gd name="connsiteX8" fmla="*/ 625444 w 778827"/>
                    <a:gd name="connsiteY8" fmla="*/ 338217 h 614703"/>
                    <a:gd name="connsiteX9" fmla="*/ 622991 w 778827"/>
                    <a:gd name="connsiteY9" fmla="*/ 368893 h 614703"/>
                    <a:gd name="connsiteX10" fmla="*/ 623757 w 778827"/>
                    <a:gd name="connsiteY10" fmla="*/ 371481 h 614703"/>
                    <a:gd name="connsiteX11" fmla="*/ 622957 w 778827"/>
                    <a:gd name="connsiteY11" fmla="*/ 387265 h 614703"/>
                    <a:gd name="connsiteX12" fmla="*/ 422244 w 778827"/>
                    <a:gd name="connsiteY12" fmla="*/ 613988 h 614703"/>
                    <a:gd name="connsiteX13" fmla="*/ 5948 w 778827"/>
                    <a:gd name="connsiteY13" fmla="*/ 458728 h 614703"/>
                    <a:gd name="connsiteX14" fmla="*/ 0 w 778827"/>
                    <a:gd name="connsiteY14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54820 w 778827"/>
                    <a:gd name="connsiteY3" fmla="*/ 19752 h 614703"/>
                    <a:gd name="connsiteX4" fmla="*/ 727044 w 778827"/>
                    <a:gd name="connsiteY4" fmla="*/ 236618 h 614703"/>
                    <a:gd name="connsiteX5" fmla="*/ 629090 w 778827"/>
                    <a:gd name="connsiteY5" fmla="*/ 389493 h 614703"/>
                    <a:gd name="connsiteX6" fmla="*/ 623757 w 778827"/>
                    <a:gd name="connsiteY6" fmla="*/ 371481 h 614703"/>
                    <a:gd name="connsiteX7" fmla="*/ 625444 w 778827"/>
                    <a:gd name="connsiteY7" fmla="*/ 338217 h 614703"/>
                    <a:gd name="connsiteX8" fmla="*/ 622991 w 778827"/>
                    <a:gd name="connsiteY8" fmla="*/ 368893 h 614703"/>
                    <a:gd name="connsiteX9" fmla="*/ 623757 w 778827"/>
                    <a:gd name="connsiteY9" fmla="*/ 371481 h 614703"/>
                    <a:gd name="connsiteX10" fmla="*/ 622957 w 778827"/>
                    <a:gd name="connsiteY10" fmla="*/ 387265 h 614703"/>
                    <a:gd name="connsiteX11" fmla="*/ 422244 w 778827"/>
                    <a:gd name="connsiteY11" fmla="*/ 613988 h 614703"/>
                    <a:gd name="connsiteX12" fmla="*/ 5948 w 778827"/>
                    <a:gd name="connsiteY12" fmla="*/ 458728 h 614703"/>
                    <a:gd name="connsiteX13" fmla="*/ 0 w 778827"/>
                    <a:gd name="connsiteY13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27044 w 778827"/>
                    <a:gd name="connsiteY3" fmla="*/ 236618 h 614703"/>
                    <a:gd name="connsiteX4" fmla="*/ 629090 w 778827"/>
                    <a:gd name="connsiteY4" fmla="*/ 389493 h 614703"/>
                    <a:gd name="connsiteX5" fmla="*/ 623757 w 778827"/>
                    <a:gd name="connsiteY5" fmla="*/ 371481 h 614703"/>
                    <a:gd name="connsiteX6" fmla="*/ 625444 w 778827"/>
                    <a:gd name="connsiteY6" fmla="*/ 338217 h 614703"/>
                    <a:gd name="connsiteX7" fmla="*/ 622991 w 778827"/>
                    <a:gd name="connsiteY7" fmla="*/ 368893 h 614703"/>
                    <a:gd name="connsiteX8" fmla="*/ 623757 w 778827"/>
                    <a:gd name="connsiteY8" fmla="*/ 371481 h 614703"/>
                    <a:gd name="connsiteX9" fmla="*/ 622957 w 778827"/>
                    <a:gd name="connsiteY9" fmla="*/ 387265 h 614703"/>
                    <a:gd name="connsiteX10" fmla="*/ 422244 w 778827"/>
                    <a:gd name="connsiteY10" fmla="*/ 613988 h 614703"/>
                    <a:gd name="connsiteX11" fmla="*/ 5948 w 778827"/>
                    <a:gd name="connsiteY11" fmla="*/ 458728 h 614703"/>
                    <a:gd name="connsiteX12" fmla="*/ 0 w 778827"/>
                    <a:gd name="connsiteY12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27044 w 778827"/>
                    <a:gd name="connsiteY2" fmla="*/ 236618 h 614703"/>
                    <a:gd name="connsiteX3" fmla="*/ 629090 w 778827"/>
                    <a:gd name="connsiteY3" fmla="*/ 389493 h 614703"/>
                    <a:gd name="connsiteX4" fmla="*/ 623757 w 778827"/>
                    <a:gd name="connsiteY4" fmla="*/ 371481 h 614703"/>
                    <a:gd name="connsiteX5" fmla="*/ 625444 w 778827"/>
                    <a:gd name="connsiteY5" fmla="*/ 338217 h 614703"/>
                    <a:gd name="connsiteX6" fmla="*/ 622991 w 778827"/>
                    <a:gd name="connsiteY6" fmla="*/ 368893 h 614703"/>
                    <a:gd name="connsiteX7" fmla="*/ 623757 w 778827"/>
                    <a:gd name="connsiteY7" fmla="*/ 371481 h 614703"/>
                    <a:gd name="connsiteX8" fmla="*/ 622957 w 778827"/>
                    <a:gd name="connsiteY8" fmla="*/ 387265 h 614703"/>
                    <a:gd name="connsiteX9" fmla="*/ 422244 w 778827"/>
                    <a:gd name="connsiteY9" fmla="*/ 613988 h 614703"/>
                    <a:gd name="connsiteX10" fmla="*/ 5948 w 778827"/>
                    <a:gd name="connsiteY10" fmla="*/ 458728 h 614703"/>
                    <a:gd name="connsiteX11" fmla="*/ 0 w 778827"/>
                    <a:gd name="connsiteY11" fmla="*/ 453642 h 614703"/>
                    <a:gd name="connsiteX0" fmla="*/ 0 w 727044"/>
                    <a:gd name="connsiteY0" fmla="*/ 217024 h 378085"/>
                    <a:gd name="connsiteX1" fmla="*/ 727044 w 727044"/>
                    <a:gd name="connsiteY1" fmla="*/ 0 h 378085"/>
                    <a:gd name="connsiteX2" fmla="*/ 629090 w 727044"/>
                    <a:gd name="connsiteY2" fmla="*/ 152875 h 378085"/>
                    <a:gd name="connsiteX3" fmla="*/ 623757 w 727044"/>
                    <a:gd name="connsiteY3" fmla="*/ 134863 h 378085"/>
                    <a:gd name="connsiteX4" fmla="*/ 625444 w 727044"/>
                    <a:gd name="connsiteY4" fmla="*/ 101599 h 378085"/>
                    <a:gd name="connsiteX5" fmla="*/ 622991 w 727044"/>
                    <a:gd name="connsiteY5" fmla="*/ 132275 h 378085"/>
                    <a:gd name="connsiteX6" fmla="*/ 623757 w 727044"/>
                    <a:gd name="connsiteY6" fmla="*/ 134863 h 378085"/>
                    <a:gd name="connsiteX7" fmla="*/ 622957 w 727044"/>
                    <a:gd name="connsiteY7" fmla="*/ 150647 h 378085"/>
                    <a:gd name="connsiteX8" fmla="*/ 422244 w 727044"/>
                    <a:gd name="connsiteY8" fmla="*/ 377370 h 378085"/>
                    <a:gd name="connsiteX9" fmla="*/ 5948 w 727044"/>
                    <a:gd name="connsiteY9" fmla="*/ 222110 h 378085"/>
                    <a:gd name="connsiteX10" fmla="*/ 0 w 727044"/>
                    <a:gd name="connsiteY10" fmla="*/ 217024 h 378085"/>
                    <a:gd name="connsiteX0" fmla="*/ 0 w 721096"/>
                    <a:gd name="connsiteY0" fmla="*/ 222110 h 378085"/>
                    <a:gd name="connsiteX1" fmla="*/ 721096 w 721096"/>
                    <a:gd name="connsiteY1" fmla="*/ 0 h 378085"/>
                    <a:gd name="connsiteX2" fmla="*/ 623142 w 721096"/>
                    <a:gd name="connsiteY2" fmla="*/ 152875 h 378085"/>
                    <a:gd name="connsiteX3" fmla="*/ 617809 w 721096"/>
                    <a:gd name="connsiteY3" fmla="*/ 134863 h 378085"/>
                    <a:gd name="connsiteX4" fmla="*/ 619496 w 721096"/>
                    <a:gd name="connsiteY4" fmla="*/ 101599 h 378085"/>
                    <a:gd name="connsiteX5" fmla="*/ 617043 w 721096"/>
                    <a:gd name="connsiteY5" fmla="*/ 132275 h 378085"/>
                    <a:gd name="connsiteX6" fmla="*/ 617809 w 721096"/>
                    <a:gd name="connsiteY6" fmla="*/ 134863 h 378085"/>
                    <a:gd name="connsiteX7" fmla="*/ 617009 w 721096"/>
                    <a:gd name="connsiteY7" fmla="*/ 150647 h 378085"/>
                    <a:gd name="connsiteX8" fmla="*/ 416296 w 721096"/>
                    <a:gd name="connsiteY8" fmla="*/ 377370 h 378085"/>
                    <a:gd name="connsiteX9" fmla="*/ 0 w 721096"/>
                    <a:gd name="connsiteY9" fmla="*/ 222110 h 378085"/>
                    <a:gd name="connsiteX0" fmla="*/ 415 w 721511"/>
                    <a:gd name="connsiteY0" fmla="*/ 222110 h 226854"/>
                    <a:gd name="connsiteX1" fmla="*/ 721511 w 721511"/>
                    <a:gd name="connsiteY1" fmla="*/ 0 h 226854"/>
                    <a:gd name="connsiteX2" fmla="*/ 623557 w 721511"/>
                    <a:gd name="connsiteY2" fmla="*/ 152875 h 226854"/>
                    <a:gd name="connsiteX3" fmla="*/ 618224 w 721511"/>
                    <a:gd name="connsiteY3" fmla="*/ 134863 h 226854"/>
                    <a:gd name="connsiteX4" fmla="*/ 619911 w 721511"/>
                    <a:gd name="connsiteY4" fmla="*/ 101599 h 226854"/>
                    <a:gd name="connsiteX5" fmla="*/ 617458 w 721511"/>
                    <a:gd name="connsiteY5" fmla="*/ 132275 h 226854"/>
                    <a:gd name="connsiteX6" fmla="*/ 618224 w 721511"/>
                    <a:gd name="connsiteY6" fmla="*/ 134863 h 226854"/>
                    <a:gd name="connsiteX7" fmla="*/ 617424 w 721511"/>
                    <a:gd name="connsiteY7" fmla="*/ 150647 h 226854"/>
                    <a:gd name="connsiteX8" fmla="*/ 415 w 721511"/>
                    <a:gd name="connsiteY8" fmla="*/ 222110 h 226854"/>
                    <a:gd name="connsiteX0" fmla="*/ 218 w 104319"/>
                    <a:gd name="connsiteY0" fmla="*/ 150647 h 167834"/>
                    <a:gd name="connsiteX1" fmla="*/ 104305 w 104319"/>
                    <a:gd name="connsiteY1" fmla="*/ 0 h 167834"/>
                    <a:gd name="connsiteX2" fmla="*/ 6351 w 104319"/>
                    <a:gd name="connsiteY2" fmla="*/ 152875 h 167834"/>
                    <a:gd name="connsiteX3" fmla="*/ 1018 w 104319"/>
                    <a:gd name="connsiteY3" fmla="*/ 134863 h 167834"/>
                    <a:gd name="connsiteX4" fmla="*/ 2705 w 104319"/>
                    <a:gd name="connsiteY4" fmla="*/ 101599 h 167834"/>
                    <a:gd name="connsiteX5" fmla="*/ 252 w 104319"/>
                    <a:gd name="connsiteY5" fmla="*/ 132275 h 167834"/>
                    <a:gd name="connsiteX6" fmla="*/ 1018 w 104319"/>
                    <a:gd name="connsiteY6" fmla="*/ 134863 h 167834"/>
                    <a:gd name="connsiteX7" fmla="*/ 218 w 104319"/>
                    <a:gd name="connsiteY7" fmla="*/ 150647 h 167834"/>
                    <a:gd name="connsiteX0" fmla="*/ 0 w 104101"/>
                    <a:gd name="connsiteY0" fmla="*/ 150647 h 167834"/>
                    <a:gd name="connsiteX1" fmla="*/ 104087 w 104101"/>
                    <a:gd name="connsiteY1" fmla="*/ 0 h 167834"/>
                    <a:gd name="connsiteX2" fmla="*/ 6133 w 104101"/>
                    <a:gd name="connsiteY2" fmla="*/ 152875 h 167834"/>
                    <a:gd name="connsiteX3" fmla="*/ 800 w 104101"/>
                    <a:gd name="connsiteY3" fmla="*/ 134863 h 167834"/>
                    <a:gd name="connsiteX4" fmla="*/ 34 w 104101"/>
                    <a:gd name="connsiteY4" fmla="*/ 132275 h 167834"/>
                    <a:gd name="connsiteX5" fmla="*/ 800 w 104101"/>
                    <a:gd name="connsiteY5" fmla="*/ 134863 h 167834"/>
                    <a:gd name="connsiteX6" fmla="*/ 0 w 104101"/>
                    <a:gd name="connsiteY6" fmla="*/ 150647 h 167834"/>
                    <a:gd name="connsiteX0" fmla="*/ 0 w 104101"/>
                    <a:gd name="connsiteY0" fmla="*/ 150647 h 167834"/>
                    <a:gd name="connsiteX1" fmla="*/ 104087 w 104101"/>
                    <a:gd name="connsiteY1" fmla="*/ 0 h 167834"/>
                    <a:gd name="connsiteX2" fmla="*/ 6133 w 104101"/>
                    <a:gd name="connsiteY2" fmla="*/ 152875 h 167834"/>
                    <a:gd name="connsiteX3" fmla="*/ 800 w 104101"/>
                    <a:gd name="connsiteY3" fmla="*/ 134863 h 167834"/>
                    <a:gd name="connsiteX4" fmla="*/ 34 w 104101"/>
                    <a:gd name="connsiteY4" fmla="*/ 132275 h 167834"/>
                    <a:gd name="connsiteX5" fmla="*/ 0 w 104101"/>
                    <a:gd name="connsiteY5" fmla="*/ 150647 h 167834"/>
                    <a:gd name="connsiteX0" fmla="*/ 0 w 104067"/>
                    <a:gd name="connsiteY0" fmla="*/ 132351 h 168068"/>
                    <a:gd name="connsiteX1" fmla="*/ 104053 w 104067"/>
                    <a:gd name="connsiteY1" fmla="*/ 76 h 168068"/>
                    <a:gd name="connsiteX2" fmla="*/ 6099 w 104067"/>
                    <a:gd name="connsiteY2" fmla="*/ 152951 h 168068"/>
                    <a:gd name="connsiteX3" fmla="*/ 766 w 104067"/>
                    <a:gd name="connsiteY3" fmla="*/ 134939 h 168068"/>
                    <a:gd name="connsiteX4" fmla="*/ 0 w 104067"/>
                    <a:gd name="connsiteY4" fmla="*/ 132351 h 168068"/>
                    <a:gd name="connsiteX0" fmla="*/ 18665 w 122732"/>
                    <a:gd name="connsiteY0" fmla="*/ 132341 h 168058"/>
                    <a:gd name="connsiteX1" fmla="*/ 122718 w 122732"/>
                    <a:gd name="connsiteY1" fmla="*/ 66 h 168058"/>
                    <a:gd name="connsiteX2" fmla="*/ 24764 w 122732"/>
                    <a:gd name="connsiteY2" fmla="*/ 152941 h 168058"/>
                    <a:gd name="connsiteX3" fmla="*/ 19431 w 122732"/>
                    <a:gd name="connsiteY3" fmla="*/ 134929 h 168058"/>
                    <a:gd name="connsiteX4" fmla="*/ 18665 w 122732"/>
                    <a:gd name="connsiteY4" fmla="*/ 132341 h 168058"/>
                    <a:gd name="connsiteX0" fmla="*/ 20006 w 124083"/>
                    <a:gd name="connsiteY0" fmla="*/ 139418 h 175130"/>
                    <a:gd name="connsiteX1" fmla="*/ 124059 w 124083"/>
                    <a:gd name="connsiteY1" fmla="*/ 7143 h 175130"/>
                    <a:gd name="connsiteX2" fmla="*/ 26105 w 124083"/>
                    <a:gd name="connsiteY2" fmla="*/ 160018 h 175130"/>
                    <a:gd name="connsiteX3" fmla="*/ 20772 w 124083"/>
                    <a:gd name="connsiteY3" fmla="*/ 142006 h 175130"/>
                    <a:gd name="connsiteX4" fmla="*/ 20006 w 124083"/>
                    <a:gd name="connsiteY4" fmla="*/ 139418 h 175130"/>
                    <a:gd name="connsiteX0" fmla="*/ 29753 w 133944"/>
                    <a:gd name="connsiteY0" fmla="*/ 139418 h 175033"/>
                    <a:gd name="connsiteX1" fmla="*/ 133806 w 133944"/>
                    <a:gd name="connsiteY1" fmla="*/ 7143 h 175033"/>
                    <a:gd name="connsiteX2" fmla="*/ 35852 w 133944"/>
                    <a:gd name="connsiteY2" fmla="*/ 160018 h 175033"/>
                    <a:gd name="connsiteX3" fmla="*/ 30519 w 133944"/>
                    <a:gd name="connsiteY3" fmla="*/ 142006 h 175033"/>
                    <a:gd name="connsiteX4" fmla="*/ 29753 w 133944"/>
                    <a:gd name="connsiteY4" fmla="*/ 139418 h 175033"/>
                    <a:gd name="connsiteX0" fmla="*/ 25562 w 129672"/>
                    <a:gd name="connsiteY0" fmla="*/ 157067 h 192758"/>
                    <a:gd name="connsiteX1" fmla="*/ 129615 w 129672"/>
                    <a:gd name="connsiteY1" fmla="*/ 24792 h 192758"/>
                    <a:gd name="connsiteX2" fmla="*/ 31661 w 129672"/>
                    <a:gd name="connsiteY2" fmla="*/ 177667 h 192758"/>
                    <a:gd name="connsiteX3" fmla="*/ 26328 w 129672"/>
                    <a:gd name="connsiteY3" fmla="*/ 159655 h 192758"/>
                    <a:gd name="connsiteX4" fmla="*/ 25562 w 129672"/>
                    <a:gd name="connsiteY4" fmla="*/ 157067 h 192758"/>
                    <a:gd name="connsiteX0" fmla="*/ 20635 w 124691"/>
                    <a:gd name="connsiteY0" fmla="*/ 187469 h 223192"/>
                    <a:gd name="connsiteX1" fmla="*/ 124688 w 124691"/>
                    <a:gd name="connsiteY1" fmla="*/ 55194 h 223192"/>
                    <a:gd name="connsiteX2" fmla="*/ 26734 w 124691"/>
                    <a:gd name="connsiteY2" fmla="*/ 208069 h 223192"/>
                    <a:gd name="connsiteX3" fmla="*/ 21401 w 124691"/>
                    <a:gd name="connsiteY3" fmla="*/ 190057 h 223192"/>
                    <a:gd name="connsiteX4" fmla="*/ 20635 w 124691"/>
                    <a:gd name="connsiteY4" fmla="*/ 187469 h 223192"/>
                    <a:gd name="connsiteX0" fmla="*/ 17805 w 122309"/>
                    <a:gd name="connsiteY0" fmla="*/ 216016 h 251741"/>
                    <a:gd name="connsiteX1" fmla="*/ 121858 w 122309"/>
                    <a:gd name="connsiteY1" fmla="*/ 83741 h 251741"/>
                    <a:gd name="connsiteX2" fmla="*/ 23904 w 122309"/>
                    <a:gd name="connsiteY2" fmla="*/ 236616 h 251741"/>
                    <a:gd name="connsiteX3" fmla="*/ 18571 w 122309"/>
                    <a:gd name="connsiteY3" fmla="*/ 218604 h 251741"/>
                    <a:gd name="connsiteX4" fmla="*/ 17805 w 122309"/>
                    <a:gd name="connsiteY4" fmla="*/ 216016 h 251741"/>
                    <a:gd name="connsiteX0" fmla="*/ 16352 w 142243"/>
                    <a:gd name="connsiteY0" fmla="*/ 190068 h 227711"/>
                    <a:gd name="connsiteX1" fmla="*/ 141837 w 142243"/>
                    <a:gd name="connsiteY1" fmla="*/ 88749 h 227711"/>
                    <a:gd name="connsiteX2" fmla="*/ 22451 w 142243"/>
                    <a:gd name="connsiteY2" fmla="*/ 210668 h 227711"/>
                    <a:gd name="connsiteX3" fmla="*/ 17118 w 142243"/>
                    <a:gd name="connsiteY3" fmla="*/ 192656 h 227711"/>
                    <a:gd name="connsiteX4" fmla="*/ 16352 w 142243"/>
                    <a:gd name="connsiteY4" fmla="*/ 190068 h 227711"/>
                    <a:gd name="connsiteX0" fmla="*/ 16501 w 140016"/>
                    <a:gd name="connsiteY0" fmla="*/ 149530 h 191555"/>
                    <a:gd name="connsiteX1" fmla="*/ 139605 w 140016"/>
                    <a:gd name="connsiteY1" fmla="*/ 98218 h 191555"/>
                    <a:gd name="connsiteX2" fmla="*/ 22600 w 140016"/>
                    <a:gd name="connsiteY2" fmla="*/ 170130 h 191555"/>
                    <a:gd name="connsiteX3" fmla="*/ 17267 w 140016"/>
                    <a:gd name="connsiteY3" fmla="*/ 152118 h 191555"/>
                    <a:gd name="connsiteX4" fmla="*/ 16501 w 140016"/>
                    <a:gd name="connsiteY4" fmla="*/ 149530 h 191555"/>
                    <a:gd name="connsiteX0" fmla="*/ 14992 w 164656"/>
                    <a:gd name="connsiteY0" fmla="*/ 194021 h 231338"/>
                    <a:gd name="connsiteX1" fmla="*/ 164290 w 164656"/>
                    <a:gd name="connsiteY1" fmla="*/ 87940 h 231338"/>
                    <a:gd name="connsiteX2" fmla="*/ 21091 w 164656"/>
                    <a:gd name="connsiteY2" fmla="*/ 214621 h 231338"/>
                    <a:gd name="connsiteX3" fmla="*/ 15758 w 164656"/>
                    <a:gd name="connsiteY3" fmla="*/ 196609 h 231338"/>
                    <a:gd name="connsiteX4" fmla="*/ 14992 w 164656"/>
                    <a:gd name="connsiteY4" fmla="*/ 194021 h 231338"/>
                    <a:gd name="connsiteX0" fmla="*/ 15558 w 164856"/>
                    <a:gd name="connsiteY0" fmla="*/ 106083 h 108671"/>
                    <a:gd name="connsiteX1" fmla="*/ 164856 w 164856"/>
                    <a:gd name="connsiteY1" fmla="*/ 2 h 108671"/>
                    <a:gd name="connsiteX2" fmla="*/ 16324 w 164856"/>
                    <a:gd name="connsiteY2" fmla="*/ 108671 h 108671"/>
                    <a:gd name="connsiteX3" fmla="*/ 15558 w 164856"/>
                    <a:gd name="connsiteY3" fmla="*/ 106083 h 108671"/>
                    <a:gd name="connsiteX0" fmla="*/ 16317 w 165615"/>
                    <a:gd name="connsiteY0" fmla="*/ 110223 h 112811"/>
                    <a:gd name="connsiteX1" fmla="*/ 165615 w 165615"/>
                    <a:gd name="connsiteY1" fmla="*/ 4142 h 112811"/>
                    <a:gd name="connsiteX2" fmla="*/ 17083 w 165615"/>
                    <a:gd name="connsiteY2" fmla="*/ 112811 h 112811"/>
                    <a:gd name="connsiteX3" fmla="*/ 16317 w 165615"/>
                    <a:gd name="connsiteY3" fmla="*/ 110223 h 112811"/>
                    <a:gd name="connsiteX0" fmla="*/ 16317 w 165615"/>
                    <a:gd name="connsiteY0" fmla="*/ 110223 h 152548"/>
                    <a:gd name="connsiteX1" fmla="*/ 165615 w 165615"/>
                    <a:gd name="connsiteY1" fmla="*/ 4142 h 152548"/>
                    <a:gd name="connsiteX2" fmla="*/ 17083 w 165615"/>
                    <a:gd name="connsiteY2" fmla="*/ 112811 h 152548"/>
                    <a:gd name="connsiteX3" fmla="*/ 16317 w 165615"/>
                    <a:gd name="connsiteY3" fmla="*/ 110223 h 152548"/>
                    <a:gd name="connsiteX0" fmla="*/ 16045 w 170106"/>
                    <a:gd name="connsiteY0" fmla="*/ 130263 h 169932"/>
                    <a:gd name="connsiteX1" fmla="*/ 170106 w 170106"/>
                    <a:gd name="connsiteY1" fmla="*/ 369 h 169932"/>
                    <a:gd name="connsiteX2" fmla="*/ 16811 w 170106"/>
                    <a:gd name="connsiteY2" fmla="*/ 132851 h 169932"/>
                    <a:gd name="connsiteX3" fmla="*/ 16045 w 170106"/>
                    <a:gd name="connsiteY3" fmla="*/ 130263 h 169932"/>
                    <a:gd name="connsiteX0" fmla="*/ 14853 w 191827"/>
                    <a:gd name="connsiteY0" fmla="*/ 113934 h 155685"/>
                    <a:gd name="connsiteX1" fmla="*/ 191827 w 191827"/>
                    <a:gd name="connsiteY1" fmla="*/ 2975 h 155685"/>
                    <a:gd name="connsiteX2" fmla="*/ 15619 w 191827"/>
                    <a:gd name="connsiteY2" fmla="*/ 116522 h 155685"/>
                    <a:gd name="connsiteX3" fmla="*/ 14853 w 191827"/>
                    <a:gd name="connsiteY3" fmla="*/ 113934 h 155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827" h="155685">
                      <a:moveTo>
                        <a:pt x="14853" y="113934"/>
                      </a:moveTo>
                      <a:cubicBezTo>
                        <a:pt x="-63183" y="-27606"/>
                        <a:pt x="191699" y="2544"/>
                        <a:pt x="191827" y="2975"/>
                      </a:cubicBezTo>
                      <a:cubicBezTo>
                        <a:pt x="191955" y="3406"/>
                        <a:pt x="11927" y="248861"/>
                        <a:pt x="15619" y="116522"/>
                      </a:cubicBezTo>
                      <a:lnTo>
                        <a:pt x="14853" y="113934"/>
                      </a:lnTo>
                      <a:close/>
                    </a:path>
                  </a:pathLst>
                </a:custGeom>
                <a:solidFill>
                  <a:srgbClr val="FA5516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871">
                  <a:extLst>
                    <a:ext uri="{FF2B5EF4-FFF2-40B4-BE49-F238E27FC236}">
                      <a16:creationId xmlns:a16="http://schemas.microsoft.com/office/drawing/2014/main" id="{3D0592A4-7B50-D3BF-AA30-E0F0B51DA545}"/>
                    </a:ext>
                  </a:extLst>
                </p:cNvPr>
                <p:cNvSpPr/>
                <p:nvPr/>
              </p:nvSpPr>
              <p:spPr>
                <a:xfrm>
                  <a:off x="699127" y="-644416"/>
                  <a:ext cx="751950" cy="653641"/>
                </a:xfrm>
                <a:custGeom>
                  <a:avLst/>
                  <a:gdLst>
                    <a:gd name="connsiteX0" fmla="*/ 0 w 382033"/>
                    <a:gd name="connsiteY0" fmla="*/ 0 h 139291"/>
                    <a:gd name="connsiteX1" fmla="*/ 382033 w 382033"/>
                    <a:gd name="connsiteY1" fmla="*/ 0 h 139291"/>
                    <a:gd name="connsiteX2" fmla="*/ 382033 w 382033"/>
                    <a:gd name="connsiteY2" fmla="*/ 139291 h 139291"/>
                    <a:gd name="connsiteX3" fmla="*/ 0 w 382033"/>
                    <a:gd name="connsiteY3" fmla="*/ 139291 h 139291"/>
                    <a:gd name="connsiteX4" fmla="*/ 0 w 382033"/>
                    <a:gd name="connsiteY4" fmla="*/ 0 h 139291"/>
                    <a:gd name="connsiteX0" fmla="*/ 295275 w 677308"/>
                    <a:gd name="connsiteY0" fmla="*/ 0 h 263116"/>
                    <a:gd name="connsiteX1" fmla="*/ 677308 w 677308"/>
                    <a:gd name="connsiteY1" fmla="*/ 0 h 263116"/>
                    <a:gd name="connsiteX2" fmla="*/ 677308 w 677308"/>
                    <a:gd name="connsiteY2" fmla="*/ 139291 h 263116"/>
                    <a:gd name="connsiteX3" fmla="*/ 0 w 677308"/>
                    <a:gd name="connsiteY3" fmla="*/ 263116 h 263116"/>
                    <a:gd name="connsiteX4" fmla="*/ 295275 w 677308"/>
                    <a:gd name="connsiteY4" fmla="*/ 0 h 263116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529816 h 653641"/>
                    <a:gd name="connsiteX2" fmla="*/ 0 w 677308"/>
                    <a:gd name="connsiteY2" fmla="*/ 653641 h 653641"/>
                    <a:gd name="connsiteX3" fmla="*/ 457200 w 677308"/>
                    <a:gd name="connsiteY3" fmla="*/ 0 h 653641"/>
                    <a:gd name="connsiteX0" fmla="*/ 457200 w 743983"/>
                    <a:gd name="connsiteY0" fmla="*/ 0 h 653641"/>
                    <a:gd name="connsiteX1" fmla="*/ 743983 w 743983"/>
                    <a:gd name="connsiteY1" fmla="*/ 444091 h 653641"/>
                    <a:gd name="connsiteX2" fmla="*/ 0 w 743983"/>
                    <a:gd name="connsiteY2" fmla="*/ 653641 h 653641"/>
                    <a:gd name="connsiteX3" fmla="*/ 457200 w 743983"/>
                    <a:gd name="connsiteY3" fmla="*/ 0 h 653641"/>
                    <a:gd name="connsiteX0" fmla="*/ 457200 w 745155"/>
                    <a:gd name="connsiteY0" fmla="*/ 0 h 653641"/>
                    <a:gd name="connsiteX1" fmla="*/ 743983 w 745155"/>
                    <a:gd name="connsiteY1" fmla="*/ 444091 h 653641"/>
                    <a:gd name="connsiteX2" fmla="*/ 0 w 745155"/>
                    <a:gd name="connsiteY2" fmla="*/ 653641 h 653641"/>
                    <a:gd name="connsiteX3" fmla="*/ 457200 w 745155"/>
                    <a:gd name="connsiteY3" fmla="*/ 0 h 653641"/>
                    <a:gd name="connsiteX0" fmla="*/ 457200 w 745155"/>
                    <a:gd name="connsiteY0" fmla="*/ 0 h 653641"/>
                    <a:gd name="connsiteX1" fmla="*/ 743983 w 745155"/>
                    <a:gd name="connsiteY1" fmla="*/ 444091 h 653641"/>
                    <a:gd name="connsiteX2" fmla="*/ 0 w 745155"/>
                    <a:gd name="connsiteY2" fmla="*/ 653641 h 653641"/>
                    <a:gd name="connsiteX3" fmla="*/ 457200 w 745155"/>
                    <a:gd name="connsiteY3" fmla="*/ 0 h 653641"/>
                    <a:gd name="connsiteX0" fmla="*/ 457200 w 750119"/>
                    <a:gd name="connsiteY0" fmla="*/ 0 h 653641"/>
                    <a:gd name="connsiteX1" fmla="*/ 743983 w 750119"/>
                    <a:gd name="connsiteY1" fmla="*/ 444091 h 653641"/>
                    <a:gd name="connsiteX2" fmla="*/ 0 w 750119"/>
                    <a:gd name="connsiteY2" fmla="*/ 653641 h 653641"/>
                    <a:gd name="connsiteX3" fmla="*/ 457200 w 750119"/>
                    <a:gd name="connsiteY3" fmla="*/ 0 h 653641"/>
                    <a:gd name="connsiteX0" fmla="*/ 457200 w 752672"/>
                    <a:gd name="connsiteY0" fmla="*/ 0 h 653641"/>
                    <a:gd name="connsiteX1" fmla="*/ 743983 w 752672"/>
                    <a:gd name="connsiteY1" fmla="*/ 444091 h 653641"/>
                    <a:gd name="connsiteX2" fmla="*/ 0 w 752672"/>
                    <a:gd name="connsiteY2" fmla="*/ 653641 h 653641"/>
                    <a:gd name="connsiteX3" fmla="*/ 457200 w 752672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1950" h="653641">
                      <a:moveTo>
                        <a:pt x="457200" y="0"/>
                      </a:moveTo>
                      <a:cubicBezTo>
                        <a:pt x="619469" y="176605"/>
                        <a:pt x="791264" y="134136"/>
                        <a:pt x="743983" y="444091"/>
                      </a:cubicBezTo>
                      <a:cubicBezTo>
                        <a:pt x="534089" y="637766"/>
                        <a:pt x="67019" y="459966"/>
                        <a:pt x="0" y="653641"/>
                      </a:cubicBezTo>
                      <a:cubicBezTo>
                        <a:pt x="47625" y="426236"/>
                        <a:pt x="-9525" y="275030"/>
                        <a:pt x="457200" y="0"/>
                      </a:cubicBezTo>
                      <a:close/>
                    </a:path>
                  </a:pathLst>
                </a:custGeom>
                <a:solidFill>
                  <a:srgbClr val="FDE249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443E9398-2978-05FB-5ADE-51495FFA2C0A}"/>
                    </a:ext>
                  </a:extLst>
                </p:cNvPr>
                <p:cNvSpPr/>
                <p:nvPr/>
              </p:nvSpPr>
              <p:spPr>
                <a:xfrm>
                  <a:off x="723899" y="-285750"/>
                  <a:ext cx="695325" cy="219075"/>
                </a:xfrm>
                <a:custGeom>
                  <a:avLst/>
                  <a:gdLst>
                    <a:gd name="connsiteX0" fmla="*/ 0 w 647700"/>
                    <a:gd name="connsiteY0" fmla="*/ 238125 h 238125"/>
                    <a:gd name="connsiteX1" fmla="*/ 647700 w 647700"/>
                    <a:gd name="connsiteY1" fmla="*/ 0 h 238125"/>
                    <a:gd name="connsiteX2" fmla="*/ 647700 w 647700"/>
                    <a:gd name="connsiteY2" fmla="*/ 0 h 238125"/>
                    <a:gd name="connsiteX0" fmla="*/ 0 w 695325"/>
                    <a:gd name="connsiteY0" fmla="*/ 219075 h 219075"/>
                    <a:gd name="connsiteX1" fmla="*/ 695325 w 695325"/>
                    <a:gd name="connsiteY1" fmla="*/ 0 h 219075"/>
                    <a:gd name="connsiteX2" fmla="*/ 695325 w 695325"/>
                    <a:gd name="connsiteY2" fmla="*/ 0 h 219075"/>
                    <a:gd name="connsiteX0" fmla="*/ 0 w 695325"/>
                    <a:gd name="connsiteY0" fmla="*/ 219075 h 219075"/>
                    <a:gd name="connsiteX1" fmla="*/ 695325 w 695325"/>
                    <a:gd name="connsiteY1" fmla="*/ 0 h 219075"/>
                    <a:gd name="connsiteX2" fmla="*/ 695325 w 695325"/>
                    <a:gd name="connsiteY2" fmla="*/ 0 h 2190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95325" h="219075">
                      <a:moveTo>
                        <a:pt x="0" y="219075"/>
                      </a:moveTo>
                      <a:cubicBezTo>
                        <a:pt x="250825" y="-15875"/>
                        <a:pt x="463550" y="73025"/>
                        <a:pt x="695325" y="0"/>
                      </a:cubicBezTo>
                      <a:lnTo>
                        <a:pt x="695325" y="0"/>
                      </a:lnTo>
                    </a:path>
                  </a:pathLst>
                </a:cu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B66C2F58-181D-D4DA-34DB-25745D40608B}"/>
                  </a:ext>
                </a:extLst>
              </p:cNvPr>
              <p:cNvGrpSpPr/>
              <p:nvPr/>
            </p:nvGrpSpPr>
            <p:grpSpPr>
              <a:xfrm>
                <a:off x="3286125" y="3981815"/>
                <a:ext cx="1499313" cy="3473761"/>
                <a:chOff x="3286125" y="3981815"/>
                <a:chExt cx="1499313" cy="3473761"/>
              </a:xfrm>
            </p:grpSpPr>
            <p:sp>
              <p:nvSpPr>
                <p:cNvPr id="106" name="Rectangle 850">
                  <a:extLst>
                    <a:ext uri="{FF2B5EF4-FFF2-40B4-BE49-F238E27FC236}">
                      <a16:creationId xmlns:a16="http://schemas.microsoft.com/office/drawing/2014/main" id="{52599C8C-5241-0E8F-1A82-130A150F75B0}"/>
                    </a:ext>
                  </a:extLst>
                </p:cNvPr>
                <p:cNvSpPr/>
                <p:nvPr/>
              </p:nvSpPr>
              <p:spPr>
                <a:xfrm>
                  <a:off x="3286125" y="5326422"/>
                  <a:ext cx="1404927" cy="2129154"/>
                </a:xfrm>
                <a:custGeom>
                  <a:avLst/>
                  <a:gdLst>
                    <a:gd name="connsiteX0" fmla="*/ 0 w 200327"/>
                    <a:gd name="connsiteY0" fmla="*/ 0 h 281302"/>
                    <a:gd name="connsiteX1" fmla="*/ 200327 w 200327"/>
                    <a:gd name="connsiteY1" fmla="*/ 0 h 281302"/>
                    <a:gd name="connsiteX2" fmla="*/ 200327 w 200327"/>
                    <a:gd name="connsiteY2" fmla="*/ 281302 h 281302"/>
                    <a:gd name="connsiteX3" fmla="*/ 0 w 200327"/>
                    <a:gd name="connsiteY3" fmla="*/ 281302 h 281302"/>
                    <a:gd name="connsiteX4" fmla="*/ 0 w 200327"/>
                    <a:gd name="connsiteY4" fmla="*/ 0 h 281302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505127 w 505127"/>
                    <a:gd name="connsiteY2" fmla="*/ 281302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305102 w 505127"/>
                    <a:gd name="connsiteY2" fmla="*/ 1433827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686102"/>
                    <a:gd name="connsiteY0" fmla="*/ 95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304800 w 686102"/>
                    <a:gd name="connsiteY4" fmla="*/ 9525 h 1538602"/>
                    <a:gd name="connsiteX0" fmla="*/ 476250 w 686102"/>
                    <a:gd name="connsiteY0" fmla="*/ 476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476250 w 686102"/>
                    <a:gd name="connsiteY4" fmla="*/ 47625 h 1538602"/>
                    <a:gd name="connsiteX0" fmla="*/ 690250 w 900102"/>
                    <a:gd name="connsiteY0" fmla="*/ 47625 h 2026879"/>
                    <a:gd name="connsiteX1" fmla="*/ 900102 w 900102"/>
                    <a:gd name="connsiteY1" fmla="*/ 0 h 2026879"/>
                    <a:gd name="connsiteX2" fmla="*/ 519102 w 900102"/>
                    <a:gd name="connsiteY2" fmla="*/ 1443352 h 2026879"/>
                    <a:gd name="connsiteX3" fmla="*/ 0 w 900102"/>
                    <a:gd name="connsiteY3" fmla="*/ 2026879 h 2026879"/>
                    <a:gd name="connsiteX4" fmla="*/ 214000 w 900102"/>
                    <a:gd name="connsiteY4" fmla="*/ 1538602 h 2026879"/>
                    <a:gd name="connsiteX5" fmla="*/ 690250 w 900102"/>
                    <a:gd name="connsiteY5" fmla="*/ 47625 h 2026879"/>
                    <a:gd name="connsiteX0" fmla="*/ 1198100 w 1407952"/>
                    <a:gd name="connsiteY0" fmla="*/ 47625 h 2026879"/>
                    <a:gd name="connsiteX1" fmla="*/ 1407952 w 1407952"/>
                    <a:gd name="connsiteY1" fmla="*/ 0 h 2026879"/>
                    <a:gd name="connsiteX2" fmla="*/ 1026952 w 1407952"/>
                    <a:gd name="connsiteY2" fmla="*/ 1443352 h 2026879"/>
                    <a:gd name="connsiteX3" fmla="*/ 507850 w 1407952"/>
                    <a:gd name="connsiteY3" fmla="*/ 2026879 h 2026879"/>
                    <a:gd name="connsiteX4" fmla="*/ 3025 w 1407952"/>
                    <a:gd name="connsiteY4" fmla="*/ 1674454 h 2026879"/>
                    <a:gd name="connsiteX5" fmla="*/ 721850 w 1407952"/>
                    <a:gd name="connsiteY5" fmla="*/ 1538602 h 2026879"/>
                    <a:gd name="connsiteX6" fmla="*/ 1198100 w 1407952"/>
                    <a:gd name="connsiteY6" fmla="*/ 47625 h 2026879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510491 w 1410593"/>
                    <a:gd name="connsiteY3" fmla="*/ 2026879 h 2035598"/>
                    <a:gd name="connsiteX4" fmla="*/ 577166 w 1410593"/>
                    <a:gd name="connsiteY4" fmla="*/ 1645879 h 2035598"/>
                    <a:gd name="connsiteX5" fmla="*/ 5666 w 1410593"/>
                    <a:gd name="connsiteY5" fmla="*/ 1674454 h 2035598"/>
                    <a:gd name="connsiteX6" fmla="*/ 724491 w 1410593"/>
                    <a:gd name="connsiteY6" fmla="*/ 1538602 h 2035598"/>
                    <a:gd name="connsiteX7" fmla="*/ 1200741 w 1410593"/>
                    <a:gd name="connsiteY7" fmla="*/ 47625 h 2035598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1355042 w 1410593"/>
                    <a:gd name="connsiteY3" fmla="*/ 1760178 h 2035598"/>
                    <a:gd name="connsiteX4" fmla="*/ 510491 w 1410593"/>
                    <a:gd name="connsiteY4" fmla="*/ 2026879 h 2035598"/>
                    <a:gd name="connsiteX5" fmla="*/ 577166 w 1410593"/>
                    <a:gd name="connsiteY5" fmla="*/ 1645879 h 2035598"/>
                    <a:gd name="connsiteX6" fmla="*/ 5666 w 1410593"/>
                    <a:gd name="connsiteY6" fmla="*/ 1674454 h 2035598"/>
                    <a:gd name="connsiteX7" fmla="*/ 724491 w 1410593"/>
                    <a:gd name="connsiteY7" fmla="*/ 1538602 h 2035598"/>
                    <a:gd name="connsiteX8" fmla="*/ 1200741 w 1410593"/>
                    <a:gd name="connsiteY8" fmla="*/ 47625 h 2035598"/>
                    <a:gd name="connsiteX0" fmla="*/ 1200741 w 1410593"/>
                    <a:gd name="connsiteY0" fmla="*/ 47625 h 2129314"/>
                    <a:gd name="connsiteX1" fmla="*/ 1410593 w 1410593"/>
                    <a:gd name="connsiteY1" fmla="*/ 0 h 2129314"/>
                    <a:gd name="connsiteX2" fmla="*/ 1029593 w 1410593"/>
                    <a:gd name="connsiteY2" fmla="*/ 1443352 h 2129314"/>
                    <a:gd name="connsiteX3" fmla="*/ 1355042 w 1410593"/>
                    <a:gd name="connsiteY3" fmla="*/ 1760178 h 2129314"/>
                    <a:gd name="connsiteX4" fmla="*/ 370791 w 1410593"/>
                    <a:gd name="connsiteY4" fmla="*/ 2122129 h 2129314"/>
                    <a:gd name="connsiteX5" fmla="*/ 577166 w 1410593"/>
                    <a:gd name="connsiteY5" fmla="*/ 1645879 h 2129314"/>
                    <a:gd name="connsiteX6" fmla="*/ 5666 w 1410593"/>
                    <a:gd name="connsiteY6" fmla="*/ 1674454 h 2129314"/>
                    <a:gd name="connsiteX7" fmla="*/ 724491 w 1410593"/>
                    <a:gd name="connsiteY7" fmla="*/ 1538602 h 2129314"/>
                    <a:gd name="connsiteX8" fmla="*/ 1200741 w 1410593"/>
                    <a:gd name="connsiteY8" fmla="*/ 47625 h 2129314"/>
                    <a:gd name="connsiteX0" fmla="*/ 1200014 w 1409866"/>
                    <a:gd name="connsiteY0" fmla="*/ 47625 h 2129399"/>
                    <a:gd name="connsiteX1" fmla="*/ 1409866 w 1409866"/>
                    <a:gd name="connsiteY1" fmla="*/ 0 h 2129399"/>
                    <a:gd name="connsiteX2" fmla="*/ 1028866 w 1409866"/>
                    <a:gd name="connsiteY2" fmla="*/ 1443352 h 2129399"/>
                    <a:gd name="connsiteX3" fmla="*/ 1354315 w 1409866"/>
                    <a:gd name="connsiteY3" fmla="*/ 1760178 h 2129399"/>
                    <a:gd name="connsiteX4" fmla="*/ 370064 w 1409866"/>
                    <a:gd name="connsiteY4" fmla="*/ 2122129 h 2129399"/>
                    <a:gd name="connsiteX5" fmla="*/ 665339 w 1409866"/>
                    <a:gd name="connsiteY5" fmla="*/ 1652229 h 2129399"/>
                    <a:gd name="connsiteX6" fmla="*/ 4939 w 1409866"/>
                    <a:gd name="connsiteY6" fmla="*/ 1674454 h 2129399"/>
                    <a:gd name="connsiteX7" fmla="*/ 723764 w 1409866"/>
                    <a:gd name="connsiteY7" fmla="*/ 1538602 h 2129399"/>
                    <a:gd name="connsiteX8" fmla="*/ 1200014 w 1409866"/>
                    <a:gd name="connsiteY8" fmla="*/ 47625 h 2129399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06852 h 2129154"/>
                    <a:gd name="connsiteX8" fmla="*/ 1200014 w 1409866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04927" h="2129154">
                      <a:moveTo>
                        <a:pt x="1150625" y="34925"/>
                      </a:moveTo>
                      <a:lnTo>
                        <a:pt x="1404927" y="0"/>
                      </a:lnTo>
                      <a:cubicBezTo>
                        <a:pt x="1277927" y="481117"/>
                        <a:pt x="1017577" y="1032085"/>
                        <a:pt x="1023927" y="1443352"/>
                      </a:cubicBezTo>
                      <a:cubicBezTo>
                        <a:pt x="1215752" y="1537748"/>
                        <a:pt x="1366043" y="1701024"/>
                        <a:pt x="1349376" y="1760178"/>
                      </a:cubicBezTo>
                      <a:cubicBezTo>
                        <a:pt x="1288259" y="1800282"/>
                        <a:pt x="956204" y="1262762"/>
                        <a:pt x="365125" y="2122129"/>
                      </a:cubicBezTo>
                      <a:cubicBezTo>
                        <a:pt x="246858" y="2193984"/>
                        <a:pt x="490537" y="1691916"/>
                        <a:pt x="660400" y="1652229"/>
                      </a:cubicBezTo>
                      <a:cubicBezTo>
                        <a:pt x="557213" y="1644292"/>
                        <a:pt x="97683" y="1673283"/>
                        <a:pt x="0" y="1744304"/>
                      </a:cubicBezTo>
                      <a:cubicBezTo>
                        <a:pt x="163408" y="1466187"/>
                        <a:pt x="574467" y="1499219"/>
                        <a:pt x="718825" y="1506852"/>
                      </a:cubicBezTo>
                      <a:cubicBezTo>
                        <a:pt x="877575" y="1210943"/>
                        <a:pt x="1029975" y="553084"/>
                        <a:pt x="1150625" y="34925"/>
                      </a:cubicBezTo>
                      <a:close/>
                    </a:path>
                  </a:pathLst>
                </a:custGeom>
                <a:solidFill>
                  <a:srgbClr val="7E9093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Rectangle 849">
                  <a:extLst>
                    <a:ext uri="{FF2B5EF4-FFF2-40B4-BE49-F238E27FC236}">
                      <a16:creationId xmlns:a16="http://schemas.microsoft.com/office/drawing/2014/main" id="{AFE608E0-9B9E-6983-241D-F33B55AF16C1}"/>
                    </a:ext>
                  </a:extLst>
                </p:cNvPr>
                <p:cNvSpPr/>
                <p:nvPr/>
              </p:nvSpPr>
              <p:spPr>
                <a:xfrm>
                  <a:off x="3932776" y="3981815"/>
                  <a:ext cx="852662" cy="1684033"/>
                </a:xfrm>
                <a:custGeom>
                  <a:avLst/>
                  <a:gdLst>
                    <a:gd name="connsiteX0" fmla="*/ 0 w 832319"/>
                    <a:gd name="connsiteY0" fmla="*/ 0 h 490233"/>
                    <a:gd name="connsiteX1" fmla="*/ 832319 w 832319"/>
                    <a:gd name="connsiteY1" fmla="*/ 0 h 490233"/>
                    <a:gd name="connsiteX2" fmla="*/ 832319 w 832319"/>
                    <a:gd name="connsiteY2" fmla="*/ 490233 h 490233"/>
                    <a:gd name="connsiteX3" fmla="*/ 0 w 832319"/>
                    <a:gd name="connsiteY3" fmla="*/ 490233 h 490233"/>
                    <a:gd name="connsiteX4" fmla="*/ 0 w 832319"/>
                    <a:gd name="connsiteY4" fmla="*/ 0 h 490233"/>
                    <a:gd name="connsiteX0" fmla="*/ 0 w 832319"/>
                    <a:gd name="connsiteY0" fmla="*/ 0 h 1671333"/>
                    <a:gd name="connsiteX1" fmla="*/ 832319 w 832319"/>
                    <a:gd name="connsiteY1" fmla="*/ 0 h 1671333"/>
                    <a:gd name="connsiteX2" fmla="*/ 527519 w 832319"/>
                    <a:gd name="connsiteY2" fmla="*/ 1671333 h 1671333"/>
                    <a:gd name="connsiteX3" fmla="*/ 0 w 832319"/>
                    <a:gd name="connsiteY3" fmla="*/ 490233 h 1671333"/>
                    <a:gd name="connsiteX4" fmla="*/ 0 w 832319"/>
                    <a:gd name="connsiteY4" fmla="*/ 0 h 1671333"/>
                    <a:gd name="connsiteX0" fmla="*/ 0 w 919404"/>
                    <a:gd name="connsiteY0" fmla="*/ 0 h 1671333"/>
                    <a:gd name="connsiteX1" fmla="*/ 832319 w 919404"/>
                    <a:gd name="connsiteY1" fmla="*/ 0 h 1671333"/>
                    <a:gd name="connsiteX2" fmla="*/ 527519 w 919404"/>
                    <a:gd name="connsiteY2" fmla="*/ 1671333 h 1671333"/>
                    <a:gd name="connsiteX3" fmla="*/ 0 w 919404"/>
                    <a:gd name="connsiteY3" fmla="*/ 490233 h 1671333"/>
                    <a:gd name="connsiteX4" fmla="*/ 0 w 919404"/>
                    <a:gd name="connsiteY4" fmla="*/ 0 h 1671333"/>
                    <a:gd name="connsiteX0" fmla="*/ 330200 w 919404"/>
                    <a:gd name="connsiteY0" fmla="*/ 0 h 1684033"/>
                    <a:gd name="connsiteX1" fmla="*/ 832319 w 919404"/>
                    <a:gd name="connsiteY1" fmla="*/ 12700 h 1684033"/>
                    <a:gd name="connsiteX2" fmla="*/ 527519 w 919404"/>
                    <a:gd name="connsiteY2" fmla="*/ 1684033 h 1684033"/>
                    <a:gd name="connsiteX3" fmla="*/ 0 w 919404"/>
                    <a:gd name="connsiteY3" fmla="*/ 502933 h 1684033"/>
                    <a:gd name="connsiteX4" fmla="*/ 330200 w 919404"/>
                    <a:gd name="connsiteY4" fmla="*/ 0 h 1684033"/>
                    <a:gd name="connsiteX0" fmla="*/ 0 w 589204"/>
                    <a:gd name="connsiteY0" fmla="*/ 0 h 1684033"/>
                    <a:gd name="connsiteX1" fmla="*/ 502119 w 589204"/>
                    <a:gd name="connsiteY1" fmla="*/ 12700 h 1684033"/>
                    <a:gd name="connsiteX2" fmla="*/ 197319 w 589204"/>
                    <a:gd name="connsiteY2" fmla="*/ 1684033 h 1684033"/>
                    <a:gd name="connsiteX3" fmla="*/ 0 w 589204"/>
                    <a:gd name="connsiteY3" fmla="*/ 0 h 1684033"/>
                    <a:gd name="connsiteX0" fmla="*/ 156087 w 745291"/>
                    <a:gd name="connsiteY0" fmla="*/ 0 h 1684033"/>
                    <a:gd name="connsiteX1" fmla="*/ 658206 w 745291"/>
                    <a:gd name="connsiteY1" fmla="*/ 12700 h 1684033"/>
                    <a:gd name="connsiteX2" fmla="*/ 353406 w 745291"/>
                    <a:gd name="connsiteY2" fmla="*/ 1684033 h 1684033"/>
                    <a:gd name="connsiteX3" fmla="*/ 156087 w 745291"/>
                    <a:gd name="connsiteY3" fmla="*/ 0 h 1684033"/>
                    <a:gd name="connsiteX0" fmla="*/ 263458 w 852662"/>
                    <a:gd name="connsiteY0" fmla="*/ 0 h 1684033"/>
                    <a:gd name="connsiteX1" fmla="*/ 765577 w 852662"/>
                    <a:gd name="connsiteY1" fmla="*/ 12700 h 1684033"/>
                    <a:gd name="connsiteX2" fmla="*/ 460777 w 852662"/>
                    <a:gd name="connsiteY2" fmla="*/ 1684033 h 1684033"/>
                    <a:gd name="connsiteX3" fmla="*/ 263458 w 852662"/>
                    <a:gd name="connsiteY3" fmla="*/ 0 h 1684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2662" h="1684033">
                      <a:moveTo>
                        <a:pt x="263458" y="0"/>
                      </a:moveTo>
                      <a:lnTo>
                        <a:pt x="765577" y="12700"/>
                      </a:lnTo>
                      <a:cubicBezTo>
                        <a:pt x="663977" y="569811"/>
                        <a:pt x="1184677" y="1647622"/>
                        <a:pt x="460777" y="1684033"/>
                      </a:cubicBezTo>
                      <a:cubicBezTo>
                        <a:pt x="-239996" y="754389"/>
                        <a:pt x="-969" y="53344"/>
                        <a:pt x="263458" y="0"/>
                      </a:cubicBezTo>
                      <a:close/>
                    </a:path>
                  </a:pathLst>
                </a:custGeom>
                <a:solidFill>
                  <a:srgbClr val="453327"/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57512391-E74A-A2F8-CAA6-DE6D34540D36}"/>
                  </a:ext>
                </a:extLst>
              </p:cNvPr>
              <p:cNvGrpSpPr/>
              <p:nvPr/>
            </p:nvGrpSpPr>
            <p:grpSpPr>
              <a:xfrm>
                <a:off x="3030639" y="1539422"/>
                <a:ext cx="4054665" cy="3351939"/>
                <a:chOff x="3030639" y="1539422"/>
                <a:chExt cx="4054665" cy="3351939"/>
              </a:xfrm>
              <a:solidFill>
                <a:srgbClr val="4F433A"/>
              </a:solidFill>
            </p:grpSpPr>
            <p:sp>
              <p:nvSpPr>
                <p:cNvPr id="102" name="Oval 847">
                  <a:extLst>
                    <a:ext uri="{FF2B5EF4-FFF2-40B4-BE49-F238E27FC236}">
                      <a16:creationId xmlns:a16="http://schemas.microsoft.com/office/drawing/2014/main" id="{B6678D8F-136D-00C2-82AA-6852ECF295EE}"/>
                    </a:ext>
                  </a:extLst>
                </p:cNvPr>
                <p:cNvSpPr/>
                <p:nvPr/>
              </p:nvSpPr>
              <p:spPr>
                <a:xfrm>
                  <a:off x="3030639" y="1539422"/>
                  <a:ext cx="4054665" cy="3351939"/>
                </a:xfrm>
                <a:custGeom>
                  <a:avLst/>
                  <a:gdLst>
                    <a:gd name="connsiteX0" fmla="*/ 0 w 2890595"/>
                    <a:gd name="connsiteY0" fmla="*/ 1175700 h 2351399"/>
                    <a:gd name="connsiteX1" fmla="*/ 1445298 w 2890595"/>
                    <a:gd name="connsiteY1" fmla="*/ 0 h 2351399"/>
                    <a:gd name="connsiteX2" fmla="*/ 2890596 w 2890595"/>
                    <a:gd name="connsiteY2" fmla="*/ 1175700 h 2351399"/>
                    <a:gd name="connsiteX3" fmla="*/ 1445298 w 2890595"/>
                    <a:gd name="connsiteY3" fmla="*/ 2351400 h 2351399"/>
                    <a:gd name="connsiteX4" fmla="*/ 0 w 2890595"/>
                    <a:gd name="connsiteY4" fmla="*/ 1175700 h 2351399"/>
                    <a:gd name="connsiteX0" fmla="*/ 234569 w 3125165"/>
                    <a:gd name="connsiteY0" fmla="*/ 1185105 h 2360805"/>
                    <a:gd name="connsiteX1" fmla="*/ 147225 w 3125165"/>
                    <a:gd name="connsiteY1" fmla="*/ 661583 h 2360805"/>
                    <a:gd name="connsiteX2" fmla="*/ 1679867 w 3125165"/>
                    <a:gd name="connsiteY2" fmla="*/ 9405 h 2360805"/>
                    <a:gd name="connsiteX3" fmla="*/ 3125165 w 3125165"/>
                    <a:gd name="connsiteY3" fmla="*/ 1185105 h 2360805"/>
                    <a:gd name="connsiteX4" fmla="*/ 1679867 w 3125165"/>
                    <a:gd name="connsiteY4" fmla="*/ 2360805 h 2360805"/>
                    <a:gd name="connsiteX5" fmla="*/ 234569 w 3125165"/>
                    <a:gd name="connsiteY5" fmla="*/ 1185105 h 2360805"/>
                    <a:gd name="connsiteX0" fmla="*/ 1532642 w 2977940"/>
                    <a:gd name="connsiteY0" fmla="*/ 2360805 h 2369119"/>
                    <a:gd name="connsiteX1" fmla="*/ 0 w 2977940"/>
                    <a:gd name="connsiteY1" fmla="*/ 661583 h 2369119"/>
                    <a:gd name="connsiteX2" fmla="*/ 1532642 w 2977940"/>
                    <a:gd name="connsiteY2" fmla="*/ 9405 h 2369119"/>
                    <a:gd name="connsiteX3" fmla="*/ 2977940 w 2977940"/>
                    <a:gd name="connsiteY3" fmla="*/ 1185105 h 2369119"/>
                    <a:gd name="connsiteX4" fmla="*/ 1532642 w 2977940"/>
                    <a:gd name="connsiteY4" fmla="*/ 2360805 h 2369119"/>
                    <a:gd name="connsiteX0" fmla="*/ 1532642 w 3499728"/>
                    <a:gd name="connsiteY0" fmla="*/ 2360805 h 2760483"/>
                    <a:gd name="connsiteX1" fmla="*/ 0 w 3499728"/>
                    <a:gd name="connsiteY1" fmla="*/ 661583 h 2760483"/>
                    <a:gd name="connsiteX2" fmla="*/ 1532642 w 3499728"/>
                    <a:gd name="connsiteY2" fmla="*/ 9405 h 2760483"/>
                    <a:gd name="connsiteX3" fmla="*/ 2977940 w 3499728"/>
                    <a:gd name="connsiteY3" fmla="*/ 1185105 h 2760483"/>
                    <a:gd name="connsiteX4" fmla="*/ 3439885 w 3499728"/>
                    <a:gd name="connsiteY4" fmla="*/ 2679068 h 2760483"/>
                    <a:gd name="connsiteX5" fmla="*/ 1532642 w 3499728"/>
                    <a:gd name="connsiteY5" fmla="*/ 2360805 h 2760483"/>
                    <a:gd name="connsiteX0" fmla="*/ 3439885 w 3599013"/>
                    <a:gd name="connsiteY0" fmla="*/ 2679068 h 2683443"/>
                    <a:gd name="connsiteX1" fmla="*/ 0 w 3599013"/>
                    <a:gd name="connsiteY1" fmla="*/ 661583 h 2683443"/>
                    <a:gd name="connsiteX2" fmla="*/ 1532642 w 3599013"/>
                    <a:gd name="connsiteY2" fmla="*/ 9405 h 2683443"/>
                    <a:gd name="connsiteX3" fmla="*/ 2977940 w 3599013"/>
                    <a:gd name="connsiteY3" fmla="*/ 1185105 h 2683443"/>
                    <a:gd name="connsiteX4" fmla="*/ 3439885 w 3599013"/>
                    <a:gd name="connsiteY4" fmla="*/ 2679068 h 2683443"/>
                    <a:gd name="connsiteX0" fmla="*/ 3465834 w 3624962"/>
                    <a:gd name="connsiteY0" fmla="*/ 2679068 h 2834116"/>
                    <a:gd name="connsiteX1" fmla="*/ 25949 w 3624962"/>
                    <a:gd name="connsiteY1" fmla="*/ 661583 h 2834116"/>
                    <a:gd name="connsiteX2" fmla="*/ 1558591 w 3624962"/>
                    <a:gd name="connsiteY2" fmla="*/ 9405 h 2834116"/>
                    <a:gd name="connsiteX3" fmla="*/ 3003889 w 3624962"/>
                    <a:gd name="connsiteY3" fmla="*/ 1185105 h 2834116"/>
                    <a:gd name="connsiteX4" fmla="*/ 3465834 w 3624962"/>
                    <a:gd name="connsiteY4" fmla="*/ 2679068 h 2834116"/>
                    <a:gd name="connsiteX0" fmla="*/ 3465124 w 3583311"/>
                    <a:gd name="connsiteY0" fmla="*/ 2679068 h 3027120"/>
                    <a:gd name="connsiteX1" fmla="*/ 25239 w 3583311"/>
                    <a:gd name="connsiteY1" fmla="*/ 661583 h 3027120"/>
                    <a:gd name="connsiteX2" fmla="*/ 1557881 w 3583311"/>
                    <a:gd name="connsiteY2" fmla="*/ 9405 h 3027120"/>
                    <a:gd name="connsiteX3" fmla="*/ 3003179 w 3583311"/>
                    <a:gd name="connsiteY3" fmla="*/ 1185105 h 3027120"/>
                    <a:gd name="connsiteX4" fmla="*/ 3465124 w 3583311"/>
                    <a:gd name="connsiteY4" fmla="*/ 2679068 h 3027120"/>
                    <a:gd name="connsiteX0" fmla="*/ 3465124 w 3492686"/>
                    <a:gd name="connsiteY0" fmla="*/ 2679068 h 3027120"/>
                    <a:gd name="connsiteX1" fmla="*/ 25239 w 3492686"/>
                    <a:gd name="connsiteY1" fmla="*/ 661583 h 3027120"/>
                    <a:gd name="connsiteX2" fmla="*/ 1557881 w 3492686"/>
                    <a:gd name="connsiteY2" fmla="*/ 9405 h 3027120"/>
                    <a:gd name="connsiteX3" fmla="*/ 3465124 w 3492686"/>
                    <a:gd name="connsiteY3" fmla="*/ 2679068 h 3027120"/>
                    <a:gd name="connsiteX0" fmla="*/ 3439885 w 3647686"/>
                    <a:gd name="connsiteY0" fmla="*/ 2679068 h 3045025"/>
                    <a:gd name="connsiteX1" fmla="*/ 3207657 w 3647686"/>
                    <a:gd name="connsiteY1" fmla="*/ 2809696 h 3045025"/>
                    <a:gd name="connsiteX2" fmla="*/ 0 w 3647686"/>
                    <a:gd name="connsiteY2" fmla="*/ 661583 h 3045025"/>
                    <a:gd name="connsiteX3" fmla="*/ 1532642 w 3647686"/>
                    <a:gd name="connsiteY3" fmla="*/ 9405 h 3045025"/>
                    <a:gd name="connsiteX4" fmla="*/ 3439885 w 3647686"/>
                    <a:gd name="connsiteY4" fmla="*/ 2679068 h 3045025"/>
                    <a:gd name="connsiteX0" fmla="*/ 1532642 w 3238572"/>
                    <a:gd name="connsiteY0" fmla="*/ 9405 h 2809696"/>
                    <a:gd name="connsiteX1" fmla="*/ 3207657 w 3238572"/>
                    <a:gd name="connsiteY1" fmla="*/ 2809696 h 2809696"/>
                    <a:gd name="connsiteX2" fmla="*/ 0 w 3238572"/>
                    <a:gd name="connsiteY2" fmla="*/ 661583 h 2809696"/>
                    <a:gd name="connsiteX3" fmla="*/ 1532642 w 3238572"/>
                    <a:gd name="connsiteY3" fmla="*/ 9405 h 2809696"/>
                    <a:gd name="connsiteX0" fmla="*/ 1532642 w 3481775"/>
                    <a:gd name="connsiteY0" fmla="*/ 83818 h 2782509"/>
                    <a:gd name="connsiteX1" fmla="*/ 3454399 w 3481775"/>
                    <a:gd name="connsiteY1" fmla="*/ 2782509 h 2782509"/>
                    <a:gd name="connsiteX2" fmla="*/ 0 w 3481775"/>
                    <a:gd name="connsiteY2" fmla="*/ 735996 h 2782509"/>
                    <a:gd name="connsiteX3" fmla="*/ 1532642 w 3481775"/>
                    <a:gd name="connsiteY3" fmla="*/ 83818 h 2782509"/>
                    <a:gd name="connsiteX0" fmla="*/ 1532642 w 3481775"/>
                    <a:gd name="connsiteY0" fmla="*/ 83818 h 3160317"/>
                    <a:gd name="connsiteX1" fmla="*/ 3454399 w 3481775"/>
                    <a:gd name="connsiteY1" fmla="*/ 2782509 h 3160317"/>
                    <a:gd name="connsiteX2" fmla="*/ 0 w 3481775"/>
                    <a:gd name="connsiteY2" fmla="*/ 735996 h 3160317"/>
                    <a:gd name="connsiteX3" fmla="*/ 1532642 w 3481775"/>
                    <a:gd name="connsiteY3" fmla="*/ 83818 h 3160317"/>
                    <a:gd name="connsiteX0" fmla="*/ 1779385 w 3729139"/>
                    <a:gd name="connsiteY0" fmla="*/ 172649 h 3212509"/>
                    <a:gd name="connsiteX1" fmla="*/ 3701142 w 3729139"/>
                    <a:gd name="connsiteY1" fmla="*/ 2871340 h 3212509"/>
                    <a:gd name="connsiteX2" fmla="*/ 0 w 3729139"/>
                    <a:gd name="connsiteY2" fmla="*/ 389398 h 3212509"/>
                    <a:gd name="connsiteX3" fmla="*/ 1779385 w 3729139"/>
                    <a:gd name="connsiteY3" fmla="*/ 172649 h 3212509"/>
                    <a:gd name="connsiteX0" fmla="*/ 1912860 w 3862614"/>
                    <a:gd name="connsiteY0" fmla="*/ 172649 h 3248761"/>
                    <a:gd name="connsiteX1" fmla="*/ 3834617 w 3862614"/>
                    <a:gd name="connsiteY1" fmla="*/ 2871340 h 3248761"/>
                    <a:gd name="connsiteX2" fmla="*/ 133475 w 3862614"/>
                    <a:gd name="connsiteY2" fmla="*/ 389398 h 3248761"/>
                    <a:gd name="connsiteX3" fmla="*/ 1912860 w 3862614"/>
                    <a:gd name="connsiteY3" fmla="*/ 172649 h 3248761"/>
                    <a:gd name="connsiteX0" fmla="*/ 133475 w 3834617"/>
                    <a:gd name="connsiteY0" fmla="*/ 0 h 2859363"/>
                    <a:gd name="connsiteX1" fmla="*/ 3834617 w 3834617"/>
                    <a:gd name="connsiteY1" fmla="*/ 2481942 h 2859363"/>
                    <a:gd name="connsiteX2" fmla="*/ 133475 w 3834617"/>
                    <a:gd name="connsiteY2" fmla="*/ 0 h 2859363"/>
                    <a:gd name="connsiteX0" fmla="*/ 133475 w 3834617"/>
                    <a:gd name="connsiteY0" fmla="*/ 434970 h 3294333"/>
                    <a:gd name="connsiteX1" fmla="*/ 3834617 w 3834617"/>
                    <a:gd name="connsiteY1" fmla="*/ 2916912 h 3294333"/>
                    <a:gd name="connsiteX2" fmla="*/ 133475 w 3834617"/>
                    <a:gd name="connsiteY2" fmla="*/ 434970 h 3294333"/>
                    <a:gd name="connsiteX0" fmla="*/ 133475 w 4046939"/>
                    <a:gd name="connsiteY0" fmla="*/ 461007 h 3320370"/>
                    <a:gd name="connsiteX1" fmla="*/ 3834617 w 4046939"/>
                    <a:gd name="connsiteY1" fmla="*/ 2942949 h 3320370"/>
                    <a:gd name="connsiteX2" fmla="*/ 133475 w 4046939"/>
                    <a:gd name="connsiteY2" fmla="*/ 461007 h 3320370"/>
                    <a:gd name="connsiteX0" fmla="*/ 133475 w 4043083"/>
                    <a:gd name="connsiteY0" fmla="*/ 416303 h 3275666"/>
                    <a:gd name="connsiteX1" fmla="*/ 3834617 w 4043083"/>
                    <a:gd name="connsiteY1" fmla="*/ 2898245 h 3275666"/>
                    <a:gd name="connsiteX2" fmla="*/ 133475 w 4043083"/>
                    <a:gd name="connsiteY2" fmla="*/ 416303 h 3275666"/>
                    <a:gd name="connsiteX0" fmla="*/ 133475 w 4041827"/>
                    <a:gd name="connsiteY0" fmla="*/ 483587 h 3342950"/>
                    <a:gd name="connsiteX1" fmla="*/ 3834617 w 4041827"/>
                    <a:gd name="connsiteY1" fmla="*/ 2965529 h 3342950"/>
                    <a:gd name="connsiteX2" fmla="*/ 133475 w 4041827"/>
                    <a:gd name="connsiteY2" fmla="*/ 483587 h 3342950"/>
                    <a:gd name="connsiteX0" fmla="*/ 133475 w 4054665"/>
                    <a:gd name="connsiteY0" fmla="*/ 492576 h 3351939"/>
                    <a:gd name="connsiteX1" fmla="*/ 3834617 w 4054665"/>
                    <a:gd name="connsiteY1" fmla="*/ 2974518 h 3351939"/>
                    <a:gd name="connsiteX2" fmla="*/ 133475 w 4054665"/>
                    <a:gd name="connsiteY2" fmla="*/ 492576 h 3351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54665" h="3351939">
                      <a:moveTo>
                        <a:pt x="133475" y="492576"/>
                      </a:moveTo>
                      <a:cubicBezTo>
                        <a:pt x="1236562" y="-1162053"/>
                        <a:pt x="4995760" y="1784347"/>
                        <a:pt x="3834617" y="2974518"/>
                      </a:cubicBezTo>
                      <a:cubicBezTo>
                        <a:pt x="1359932" y="4394499"/>
                        <a:pt x="-528365" y="1416491"/>
                        <a:pt x="133475" y="49257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481362FA-1F67-64CB-2BCB-AE18F456748D}"/>
                    </a:ext>
                  </a:extLst>
                </p:cNvPr>
                <p:cNvSpPr/>
                <p:nvPr/>
              </p:nvSpPr>
              <p:spPr>
                <a:xfrm>
                  <a:off x="5372100" y="2743200"/>
                  <a:ext cx="1557338" cy="1714500"/>
                </a:xfrm>
                <a:custGeom>
                  <a:avLst/>
                  <a:gdLst>
                    <a:gd name="connsiteX0" fmla="*/ 0 w 1557338"/>
                    <a:gd name="connsiteY0" fmla="*/ 0 h 1714500"/>
                    <a:gd name="connsiteX1" fmla="*/ 228600 w 1557338"/>
                    <a:gd name="connsiteY1" fmla="*/ 428625 h 1714500"/>
                    <a:gd name="connsiteX2" fmla="*/ 971550 w 1557338"/>
                    <a:gd name="connsiteY2" fmla="*/ 857250 h 1714500"/>
                    <a:gd name="connsiteX3" fmla="*/ 1314450 w 1557338"/>
                    <a:gd name="connsiteY3" fmla="*/ 1271588 h 1714500"/>
                    <a:gd name="connsiteX4" fmla="*/ 1557338 w 1557338"/>
                    <a:gd name="connsiteY4" fmla="*/ 1714500 h 1714500"/>
                    <a:gd name="connsiteX5" fmla="*/ 1557338 w 1557338"/>
                    <a:gd name="connsiteY5" fmla="*/ 1714500 h 1714500"/>
                    <a:gd name="connsiteX0" fmla="*/ 0 w 1557338"/>
                    <a:gd name="connsiteY0" fmla="*/ 0 h 1714500"/>
                    <a:gd name="connsiteX1" fmla="*/ 971550 w 1557338"/>
                    <a:gd name="connsiteY1" fmla="*/ 857250 h 1714500"/>
                    <a:gd name="connsiteX2" fmla="*/ 1314450 w 1557338"/>
                    <a:gd name="connsiteY2" fmla="*/ 1271588 h 1714500"/>
                    <a:gd name="connsiteX3" fmla="*/ 1557338 w 1557338"/>
                    <a:gd name="connsiteY3" fmla="*/ 1714500 h 1714500"/>
                    <a:gd name="connsiteX4" fmla="*/ 1557338 w 1557338"/>
                    <a:gd name="connsiteY4" fmla="*/ 1714500 h 1714500"/>
                    <a:gd name="connsiteX0" fmla="*/ 0 w 1557338"/>
                    <a:gd name="connsiteY0" fmla="*/ 0 h 1714500"/>
                    <a:gd name="connsiteX1" fmla="*/ 1314450 w 1557338"/>
                    <a:gd name="connsiteY1" fmla="*/ 1271588 h 1714500"/>
                    <a:gd name="connsiteX2" fmla="*/ 1557338 w 1557338"/>
                    <a:gd name="connsiteY2" fmla="*/ 1714500 h 1714500"/>
                    <a:gd name="connsiteX3" fmla="*/ 1557338 w 1557338"/>
                    <a:gd name="connsiteY3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57338" h="1714500">
                      <a:moveTo>
                        <a:pt x="0" y="0"/>
                      </a:moveTo>
                      <a:cubicBezTo>
                        <a:pt x="219075" y="500062"/>
                        <a:pt x="1323975" y="871537"/>
                        <a:pt x="1557338" y="1714500"/>
                      </a:cubicBezTo>
                      <a:lnTo>
                        <a:pt x="1557338" y="1714500"/>
                      </a:lnTo>
                    </a:path>
                  </a:pathLst>
                </a:custGeom>
                <a:grp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5FD9339F-CAA3-DF6E-9564-5D7E2B42B1AB}"/>
                    </a:ext>
                  </a:extLst>
                </p:cNvPr>
                <p:cNvSpPr/>
                <p:nvPr/>
              </p:nvSpPr>
              <p:spPr>
                <a:xfrm>
                  <a:off x="4514850" y="2928938"/>
                  <a:ext cx="2300288" cy="1628775"/>
                </a:xfrm>
                <a:custGeom>
                  <a:avLst/>
                  <a:gdLst>
                    <a:gd name="connsiteX0" fmla="*/ 0 w 2303881"/>
                    <a:gd name="connsiteY0" fmla="*/ 0 h 1629461"/>
                    <a:gd name="connsiteX1" fmla="*/ 528638 w 2303881"/>
                    <a:gd name="connsiteY1" fmla="*/ 842962 h 1629461"/>
                    <a:gd name="connsiteX2" fmla="*/ 2057400 w 2303881"/>
                    <a:gd name="connsiteY2" fmla="*/ 1514475 h 1629461"/>
                    <a:gd name="connsiteX3" fmla="*/ 2300288 w 2303881"/>
                    <a:gd name="connsiteY3" fmla="*/ 1628775 h 1629461"/>
                    <a:gd name="connsiteX4" fmla="*/ 2300288 w 2303881"/>
                    <a:gd name="connsiteY4" fmla="*/ 1628775 h 1629461"/>
                    <a:gd name="connsiteX0" fmla="*/ 0 w 2303881"/>
                    <a:gd name="connsiteY0" fmla="*/ 0 h 1629461"/>
                    <a:gd name="connsiteX1" fmla="*/ 2057400 w 2303881"/>
                    <a:gd name="connsiteY1" fmla="*/ 1514475 h 1629461"/>
                    <a:gd name="connsiteX2" fmla="*/ 2300288 w 2303881"/>
                    <a:gd name="connsiteY2" fmla="*/ 1628775 h 1629461"/>
                    <a:gd name="connsiteX3" fmla="*/ 2300288 w 2303881"/>
                    <a:gd name="connsiteY3" fmla="*/ 1628775 h 1629461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00288" h="1628775">
                      <a:moveTo>
                        <a:pt x="0" y="0"/>
                      </a:moveTo>
                      <a:cubicBezTo>
                        <a:pt x="538163" y="1214438"/>
                        <a:pt x="1533525" y="1500187"/>
                        <a:pt x="2300288" y="1628775"/>
                      </a:cubicBezTo>
                      <a:lnTo>
                        <a:pt x="2300288" y="1628775"/>
                      </a:lnTo>
                    </a:path>
                  </a:pathLst>
                </a:custGeom>
                <a:grp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1FA59928-D79E-6816-D7C6-15E0A70CA71D}"/>
                    </a:ext>
                  </a:extLst>
                </p:cNvPr>
                <p:cNvSpPr/>
                <p:nvPr/>
              </p:nvSpPr>
              <p:spPr>
                <a:xfrm>
                  <a:off x="3743325" y="3071813"/>
                  <a:ext cx="2143125" cy="1800225"/>
                </a:xfrm>
                <a:custGeom>
                  <a:avLst/>
                  <a:gdLst>
                    <a:gd name="connsiteX0" fmla="*/ 0 w 2143125"/>
                    <a:gd name="connsiteY0" fmla="*/ 0 h 1800225"/>
                    <a:gd name="connsiteX1" fmla="*/ 657225 w 2143125"/>
                    <a:gd name="connsiteY1" fmla="*/ 1071562 h 1800225"/>
                    <a:gd name="connsiteX2" fmla="*/ 1585913 w 2143125"/>
                    <a:gd name="connsiteY2" fmla="*/ 1528762 h 1800225"/>
                    <a:gd name="connsiteX3" fmla="*/ 2143125 w 2143125"/>
                    <a:gd name="connsiteY3" fmla="*/ 1800225 h 1800225"/>
                    <a:gd name="connsiteX4" fmla="*/ 2143125 w 2143125"/>
                    <a:gd name="connsiteY4" fmla="*/ 1800225 h 1800225"/>
                    <a:gd name="connsiteX0" fmla="*/ 0 w 2143125"/>
                    <a:gd name="connsiteY0" fmla="*/ 0 h 1800225"/>
                    <a:gd name="connsiteX1" fmla="*/ 1585913 w 2143125"/>
                    <a:gd name="connsiteY1" fmla="*/ 1528762 h 1800225"/>
                    <a:gd name="connsiteX2" fmla="*/ 2143125 w 2143125"/>
                    <a:gd name="connsiteY2" fmla="*/ 1800225 h 1800225"/>
                    <a:gd name="connsiteX3" fmla="*/ 2143125 w 2143125"/>
                    <a:gd name="connsiteY3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43125" h="1800225">
                      <a:moveTo>
                        <a:pt x="0" y="0"/>
                      </a:moveTo>
                      <a:cubicBezTo>
                        <a:pt x="428625" y="1185863"/>
                        <a:pt x="1343025" y="1457325"/>
                        <a:pt x="2143125" y="1800225"/>
                      </a:cubicBezTo>
                      <a:lnTo>
                        <a:pt x="2143125" y="1800225"/>
                      </a:lnTo>
                    </a:path>
                  </a:pathLst>
                </a:custGeom>
                <a:grp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DA95EC4-4A24-8AFE-68EB-BCF99DE3D099}"/>
                  </a:ext>
                </a:extLst>
              </p:cNvPr>
              <p:cNvSpPr/>
              <p:nvPr/>
            </p:nvSpPr>
            <p:spPr>
              <a:xfrm>
                <a:off x="1586011" y="-738802"/>
                <a:ext cx="378288" cy="396821"/>
              </a:xfrm>
              <a:prstGeom prst="ellipse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81DE96D2-A354-5FF9-2A41-72AD9719390A}"/>
                  </a:ext>
                </a:extLst>
              </p:cNvPr>
              <p:cNvSpPr/>
              <p:nvPr/>
            </p:nvSpPr>
            <p:spPr>
              <a:xfrm>
                <a:off x="1648407" y="-643008"/>
                <a:ext cx="173653" cy="18216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42042B-E590-D742-77BB-9EC38B3D2176}"/>
                </a:ext>
              </a:extLst>
            </p:cNvPr>
            <p:cNvGrpSpPr/>
            <p:nvPr/>
          </p:nvGrpSpPr>
          <p:grpSpPr>
            <a:xfrm>
              <a:off x="1552282" y="540454"/>
              <a:ext cx="5749291" cy="4834906"/>
              <a:chOff x="1552282" y="540454"/>
              <a:chExt cx="5749291" cy="4834906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FDD9F4A-AEAD-0A0E-1B7B-E29DC9577872}"/>
                  </a:ext>
                </a:extLst>
              </p:cNvPr>
              <p:cNvSpPr/>
              <p:nvPr/>
            </p:nvSpPr>
            <p:spPr>
              <a:xfrm>
                <a:off x="1994993" y="74274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90C2948-9A56-91BA-8F93-3888B8D3E110}"/>
                  </a:ext>
                </a:extLst>
              </p:cNvPr>
              <p:cNvSpPr/>
              <p:nvPr/>
            </p:nvSpPr>
            <p:spPr>
              <a:xfrm>
                <a:off x="2181983" y="64310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A68A518-1653-CD25-1B05-C6B80FBB01CD}"/>
                  </a:ext>
                </a:extLst>
              </p:cNvPr>
              <p:cNvSpPr/>
              <p:nvPr/>
            </p:nvSpPr>
            <p:spPr>
              <a:xfrm>
                <a:off x="2376090" y="54045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011E765-5A0C-820F-0F96-C7BA236386A4}"/>
                  </a:ext>
                </a:extLst>
              </p:cNvPr>
              <p:cNvSpPr/>
              <p:nvPr/>
            </p:nvSpPr>
            <p:spPr>
              <a:xfrm>
                <a:off x="2451179" y="82580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9727D90-E1DE-54E8-8592-938E3DA9A774}"/>
                  </a:ext>
                </a:extLst>
              </p:cNvPr>
              <p:cNvSpPr/>
              <p:nvPr/>
            </p:nvSpPr>
            <p:spPr>
              <a:xfrm>
                <a:off x="2564744" y="112856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7AA2FC6-21E4-21AD-00BC-0912A5F14455}"/>
                  </a:ext>
                </a:extLst>
              </p:cNvPr>
              <p:cNvSpPr/>
              <p:nvPr/>
            </p:nvSpPr>
            <p:spPr>
              <a:xfrm>
                <a:off x="2756340" y="130402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F1E0B49-3F2C-4B28-7AD6-3F05074EC9F0}"/>
                  </a:ext>
                </a:extLst>
              </p:cNvPr>
              <p:cNvSpPr/>
              <p:nvPr/>
            </p:nvSpPr>
            <p:spPr>
              <a:xfrm>
                <a:off x="2885018" y="151574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47441CA-1810-D028-B18E-DFE6E1F9CE1B}"/>
                  </a:ext>
                </a:extLst>
              </p:cNvPr>
              <p:cNvSpPr/>
              <p:nvPr/>
            </p:nvSpPr>
            <p:spPr>
              <a:xfrm>
                <a:off x="3172560" y="161247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8F0DBC2-177A-F8ED-8ECF-BBAACC42AA7F}"/>
                  </a:ext>
                </a:extLst>
              </p:cNvPr>
              <p:cNvSpPr/>
              <p:nvPr/>
            </p:nvSpPr>
            <p:spPr>
              <a:xfrm>
                <a:off x="2961163" y="172604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CE7A900-15BC-55F0-85F6-C4C7F472348F}"/>
                  </a:ext>
                </a:extLst>
              </p:cNvPr>
              <p:cNvSpPr/>
              <p:nvPr/>
            </p:nvSpPr>
            <p:spPr>
              <a:xfrm>
                <a:off x="2698643" y="151574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FA803E9-166E-6D00-18BC-F2C323586E20}"/>
                  </a:ext>
                </a:extLst>
              </p:cNvPr>
              <p:cNvSpPr/>
              <p:nvPr/>
            </p:nvSpPr>
            <p:spPr>
              <a:xfrm>
                <a:off x="2507961" y="134397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7BC36F-65DC-37A0-E808-E123AEED57A4}"/>
                  </a:ext>
                </a:extLst>
              </p:cNvPr>
              <p:cNvSpPr/>
              <p:nvPr/>
            </p:nvSpPr>
            <p:spPr>
              <a:xfrm>
                <a:off x="2394396" y="105862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6C7FFF-3EE1-F42C-ED41-3CA7DCB119D2}"/>
                  </a:ext>
                </a:extLst>
              </p:cNvPr>
              <p:cNvSpPr/>
              <p:nvPr/>
            </p:nvSpPr>
            <p:spPr>
              <a:xfrm>
                <a:off x="2295548" y="81196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19434A8-FA75-B35B-7CDC-7275D13C7314}"/>
                  </a:ext>
                </a:extLst>
              </p:cNvPr>
              <p:cNvSpPr/>
              <p:nvPr/>
            </p:nvSpPr>
            <p:spPr>
              <a:xfrm>
                <a:off x="2104168" y="90774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C1AD716-F7B2-05F8-5B2F-9F25AC0CD72E}"/>
                  </a:ext>
                </a:extLst>
              </p:cNvPr>
              <p:cNvSpPr/>
              <p:nvPr/>
            </p:nvSpPr>
            <p:spPr>
              <a:xfrm>
                <a:off x="1914422" y="92552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6E0ABCD-2FF5-323F-96C6-A96B701001B0}"/>
                  </a:ext>
                </a:extLst>
              </p:cNvPr>
              <p:cNvSpPr/>
              <p:nvPr/>
            </p:nvSpPr>
            <p:spPr>
              <a:xfrm>
                <a:off x="1802893" y="117405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32B5C4F-9349-A915-4456-300AC9744C05}"/>
                  </a:ext>
                </a:extLst>
              </p:cNvPr>
              <p:cNvSpPr/>
              <p:nvPr/>
            </p:nvSpPr>
            <p:spPr>
              <a:xfrm>
                <a:off x="1765277" y="132439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EBF17B1-94BC-FA61-BD61-71119B3CF9E6}"/>
                  </a:ext>
                </a:extLst>
              </p:cNvPr>
              <p:cNvSpPr/>
              <p:nvPr/>
            </p:nvSpPr>
            <p:spPr>
              <a:xfrm>
                <a:off x="1974292" y="11501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BD2A0CC-5ECD-EB8F-9355-0906FED55474}"/>
                  </a:ext>
                </a:extLst>
              </p:cNvPr>
              <p:cNvSpPr/>
              <p:nvPr/>
            </p:nvSpPr>
            <p:spPr>
              <a:xfrm>
                <a:off x="2225182" y="107600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A91ED03-F241-03CA-388F-DEC1D8E1D8A6}"/>
                  </a:ext>
                </a:extLst>
              </p:cNvPr>
              <p:cNvSpPr/>
              <p:nvPr/>
            </p:nvSpPr>
            <p:spPr>
              <a:xfrm>
                <a:off x="2150713" y="128719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6D402F3-8F6D-F577-D8CE-47FF6CFF6FD9}"/>
                  </a:ext>
                </a:extLst>
              </p:cNvPr>
              <p:cNvSpPr/>
              <p:nvPr/>
            </p:nvSpPr>
            <p:spPr>
              <a:xfrm>
                <a:off x="2322112" y="123041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B4B9017-823D-BA4A-D409-D02C50956D90}"/>
                  </a:ext>
                </a:extLst>
              </p:cNvPr>
              <p:cNvSpPr/>
              <p:nvPr/>
            </p:nvSpPr>
            <p:spPr>
              <a:xfrm>
                <a:off x="1983964" y="138117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F3B6A79-C1FF-35DA-7EF8-8420687C4259}"/>
                  </a:ext>
                </a:extLst>
              </p:cNvPr>
              <p:cNvSpPr/>
              <p:nvPr/>
            </p:nvSpPr>
            <p:spPr>
              <a:xfrm>
                <a:off x="1678302" y="155216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E2740B5-1BC8-CEC6-F950-81424D677876}"/>
                  </a:ext>
                </a:extLst>
              </p:cNvPr>
              <p:cNvSpPr/>
              <p:nvPr/>
            </p:nvSpPr>
            <p:spPr>
              <a:xfrm>
                <a:off x="1926130" y="162930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1F19822-E5E6-765D-AD15-4C02DEBA7C5E}"/>
                  </a:ext>
                </a:extLst>
              </p:cNvPr>
              <p:cNvSpPr/>
              <p:nvPr/>
            </p:nvSpPr>
            <p:spPr>
              <a:xfrm>
                <a:off x="2209892" y="151495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1A9F57-4209-0D3C-BA8A-B12076BAF6B3}"/>
                  </a:ext>
                </a:extLst>
              </p:cNvPr>
              <p:cNvSpPr/>
              <p:nvPr/>
            </p:nvSpPr>
            <p:spPr>
              <a:xfrm>
                <a:off x="2497061" y="158994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79CCAE6-826C-9707-7037-F87E32A9DFDD}"/>
                  </a:ext>
                </a:extLst>
              </p:cNvPr>
              <p:cNvSpPr/>
              <p:nvPr/>
            </p:nvSpPr>
            <p:spPr>
              <a:xfrm>
                <a:off x="2136902" y="17609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790DC7D-F2C9-44FA-DE4F-48D32249DEFB}"/>
                  </a:ext>
                </a:extLst>
              </p:cNvPr>
              <p:cNvSpPr/>
              <p:nvPr/>
            </p:nvSpPr>
            <p:spPr>
              <a:xfrm>
                <a:off x="1813330" y="178139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F111846-1EA7-A14A-73EE-C24B01D86A70}"/>
                  </a:ext>
                </a:extLst>
              </p:cNvPr>
              <p:cNvSpPr/>
              <p:nvPr/>
            </p:nvSpPr>
            <p:spPr>
              <a:xfrm>
                <a:off x="1621519" y="17609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2C61320-CE1C-9DA1-FA99-D09728019302}"/>
                  </a:ext>
                </a:extLst>
              </p:cNvPr>
              <p:cNvSpPr/>
              <p:nvPr/>
            </p:nvSpPr>
            <p:spPr>
              <a:xfrm>
                <a:off x="2003280" y="187527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61A1D89-FBB0-31EF-563B-CBDFBF27E75B}"/>
                  </a:ext>
                </a:extLst>
              </p:cNvPr>
              <p:cNvSpPr/>
              <p:nvPr/>
            </p:nvSpPr>
            <p:spPr>
              <a:xfrm>
                <a:off x="2421984" y="180044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F579B62-3CFD-1728-C76B-481C4F0B57D3}"/>
                  </a:ext>
                </a:extLst>
              </p:cNvPr>
              <p:cNvSpPr/>
              <p:nvPr/>
            </p:nvSpPr>
            <p:spPr>
              <a:xfrm>
                <a:off x="2688773" y="17609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A6B1E71-C472-F797-A1F9-7D95AB872CA2}"/>
                  </a:ext>
                </a:extLst>
              </p:cNvPr>
              <p:cNvSpPr/>
              <p:nvPr/>
            </p:nvSpPr>
            <p:spPr>
              <a:xfrm>
                <a:off x="1609065" y="193253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DC10DDF-2B19-7BF8-D23B-A48A332472CD}"/>
                  </a:ext>
                </a:extLst>
              </p:cNvPr>
              <p:cNvSpPr/>
              <p:nvPr/>
            </p:nvSpPr>
            <p:spPr>
              <a:xfrm>
                <a:off x="1591624" y="221708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3A387D5-26DA-4283-710B-28BB9B1F38B3}"/>
                  </a:ext>
                </a:extLst>
              </p:cNvPr>
              <p:cNvSpPr/>
              <p:nvPr/>
            </p:nvSpPr>
            <p:spPr>
              <a:xfrm>
                <a:off x="1552282" y="276580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5833D85-A385-2735-98E0-D8B3DCEEFDD1}"/>
                  </a:ext>
                </a:extLst>
              </p:cNvPr>
              <p:cNvSpPr/>
              <p:nvPr/>
            </p:nvSpPr>
            <p:spPr>
              <a:xfrm>
                <a:off x="1705189" y="303455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0E90258-B051-E326-140B-D27D2B99688A}"/>
                  </a:ext>
                </a:extLst>
              </p:cNvPr>
              <p:cNvSpPr/>
              <p:nvPr/>
            </p:nvSpPr>
            <p:spPr>
              <a:xfrm>
                <a:off x="1552282" y="246305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2CFD109-2ECE-22B8-902E-2FB245CFA8E7}"/>
                  </a:ext>
                </a:extLst>
              </p:cNvPr>
              <p:cNvSpPr/>
              <p:nvPr/>
            </p:nvSpPr>
            <p:spPr>
              <a:xfrm>
                <a:off x="1876458" y="332172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404FBAC-72FD-A18B-C72D-BC260DC61823}"/>
                  </a:ext>
                </a:extLst>
              </p:cNvPr>
              <p:cNvSpPr/>
              <p:nvPr/>
            </p:nvSpPr>
            <p:spPr>
              <a:xfrm>
                <a:off x="2068418" y="354751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EE71BD2-D98B-D129-33BB-3005E45E8933}"/>
                  </a:ext>
                </a:extLst>
              </p:cNvPr>
              <p:cNvSpPr/>
              <p:nvPr/>
            </p:nvSpPr>
            <p:spPr>
              <a:xfrm>
                <a:off x="2354992" y="383571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0D03031-2C13-B5D4-7DA8-9143F64ED3EB}"/>
                  </a:ext>
                </a:extLst>
              </p:cNvPr>
              <p:cNvSpPr/>
              <p:nvPr/>
            </p:nvSpPr>
            <p:spPr>
              <a:xfrm>
                <a:off x="2641379" y="40251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0EBF91D-3666-3F1B-591A-9BA2AB803DB8}"/>
                  </a:ext>
                </a:extLst>
              </p:cNvPr>
              <p:cNvSpPr/>
              <p:nvPr/>
            </p:nvSpPr>
            <p:spPr>
              <a:xfrm>
                <a:off x="2984130" y="415764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08CCB66-B132-E59D-2449-BDABC0FAB058}"/>
                  </a:ext>
                </a:extLst>
              </p:cNvPr>
              <p:cNvSpPr/>
              <p:nvPr/>
            </p:nvSpPr>
            <p:spPr>
              <a:xfrm>
                <a:off x="3251352" y="431019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D18DB7D-61AD-C8C8-F676-D7931A45D492}"/>
                  </a:ext>
                </a:extLst>
              </p:cNvPr>
              <p:cNvSpPr/>
              <p:nvPr/>
            </p:nvSpPr>
            <p:spPr>
              <a:xfrm>
                <a:off x="3577327" y="444388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551FF7B-7202-FBAF-BE52-06F2D7C044C6}"/>
                  </a:ext>
                </a:extLst>
              </p:cNvPr>
              <p:cNvSpPr/>
              <p:nvPr/>
            </p:nvSpPr>
            <p:spPr>
              <a:xfrm>
                <a:off x="3422033" y="46908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60285A2-C838-3081-8780-9772B7117C66}"/>
                  </a:ext>
                </a:extLst>
              </p:cNvPr>
              <p:cNvSpPr/>
              <p:nvPr/>
            </p:nvSpPr>
            <p:spPr>
              <a:xfrm>
                <a:off x="3746401" y="482383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F93F477-C4F2-DAAA-7057-3E649AD1AC3B}"/>
                  </a:ext>
                </a:extLst>
              </p:cNvPr>
              <p:cNvSpPr/>
              <p:nvPr/>
            </p:nvSpPr>
            <p:spPr>
              <a:xfrm>
                <a:off x="3594564" y="497465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BD98B46-CD79-1321-6E72-B2880F5D5C3C}"/>
                  </a:ext>
                </a:extLst>
              </p:cNvPr>
              <p:cNvSpPr/>
              <p:nvPr/>
            </p:nvSpPr>
            <p:spPr>
              <a:xfrm>
                <a:off x="1914422" y="261389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D8CFCAD-5FA7-8EFB-7B62-AFD86B93525A}"/>
                  </a:ext>
                </a:extLst>
              </p:cNvPr>
              <p:cNvSpPr/>
              <p:nvPr/>
            </p:nvSpPr>
            <p:spPr>
              <a:xfrm>
                <a:off x="1914422" y="225220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131860E-73AA-D579-5609-2997873C0919}"/>
                  </a:ext>
                </a:extLst>
              </p:cNvPr>
              <p:cNvSpPr/>
              <p:nvPr/>
            </p:nvSpPr>
            <p:spPr>
              <a:xfrm>
                <a:off x="2218482" y="242864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61B82ED-0680-2710-B2E3-DDEA8BC09D74}"/>
                  </a:ext>
                </a:extLst>
              </p:cNvPr>
              <p:cNvSpPr/>
              <p:nvPr/>
            </p:nvSpPr>
            <p:spPr>
              <a:xfrm>
                <a:off x="2256288" y="214349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D1EE67D-9585-8850-5D5E-EA145AE71754}"/>
                  </a:ext>
                </a:extLst>
              </p:cNvPr>
              <p:cNvSpPr/>
              <p:nvPr/>
            </p:nvSpPr>
            <p:spPr>
              <a:xfrm>
                <a:off x="2717970" y="231659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494E6E0-22D3-82DA-AB86-1BBA232C06B9}"/>
                  </a:ext>
                </a:extLst>
              </p:cNvPr>
              <p:cNvSpPr/>
              <p:nvPr/>
            </p:nvSpPr>
            <p:spPr>
              <a:xfrm>
                <a:off x="2602364" y="199174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C508830A-36E0-43C6-24BE-D09AEF523A60}"/>
                  </a:ext>
                </a:extLst>
              </p:cNvPr>
              <p:cNvSpPr/>
              <p:nvPr/>
            </p:nvSpPr>
            <p:spPr>
              <a:xfrm>
                <a:off x="2104168" y="296262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03BCBD5-417F-B8E4-B50F-A8DE61FE8862}"/>
                  </a:ext>
                </a:extLst>
              </p:cNvPr>
              <p:cNvSpPr/>
              <p:nvPr/>
            </p:nvSpPr>
            <p:spPr>
              <a:xfrm>
                <a:off x="2485113" y="331927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7337130-7C7E-A3D1-C71F-A8945CBCBCBE}"/>
                  </a:ext>
                </a:extLst>
              </p:cNvPr>
              <p:cNvSpPr/>
              <p:nvPr/>
            </p:nvSpPr>
            <p:spPr>
              <a:xfrm>
                <a:off x="2541895" y="283893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072E82F-EA7F-657C-F2D5-B8CED615B609}"/>
                  </a:ext>
                </a:extLst>
              </p:cNvPr>
              <p:cNvSpPr/>
              <p:nvPr/>
            </p:nvSpPr>
            <p:spPr>
              <a:xfrm>
                <a:off x="2961162" y="314811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C0B44F1-8424-E98A-4A00-A519805C9574}"/>
                  </a:ext>
                </a:extLst>
              </p:cNvPr>
              <p:cNvSpPr/>
              <p:nvPr/>
            </p:nvSpPr>
            <p:spPr>
              <a:xfrm>
                <a:off x="2998071" y="36453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A492F29-776B-2FA8-7540-CC3814D2EF43}"/>
                  </a:ext>
                </a:extLst>
              </p:cNvPr>
              <p:cNvSpPr/>
              <p:nvPr/>
            </p:nvSpPr>
            <p:spPr>
              <a:xfrm>
                <a:off x="3433725" y="39136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8EAEC6A-7C23-22D2-C221-47EAB5334490}"/>
                  </a:ext>
                </a:extLst>
              </p:cNvPr>
              <p:cNvSpPr/>
              <p:nvPr/>
            </p:nvSpPr>
            <p:spPr>
              <a:xfrm>
                <a:off x="4025077" y="45006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3F1FB45-1851-ADEA-CC33-9BBB62A8F106}"/>
                  </a:ext>
                </a:extLst>
              </p:cNvPr>
              <p:cNvSpPr/>
              <p:nvPr/>
            </p:nvSpPr>
            <p:spPr>
              <a:xfrm>
                <a:off x="4385113" y="480581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C2984BD5-BBA3-FDA0-5D9E-79A9361D63F4}"/>
                  </a:ext>
                </a:extLst>
              </p:cNvPr>
              <p:cNvSpPr/>
              <p:nvPr/>
            </p:nvSpPr>
            <p:spPr>
              <a:xfrm>
                <a:off x="4179431" y="495813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6E04B4-30D0-F086-476D-B764479AC3BA}"/>
                  </a:ext>
                </a:extLst>
              </p:cNvPr>
              <p:cNvSpPr/>
              <p:nvPr/>
            </p:nvSpPr>
            <p:spPr>
              <a:xfrm>
                <a:off x="4442909" y="526179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30497F9-3926-6A71-4CC9-8E9EAF64101D}"/>
                  </a:ext>
                </a:extLst>
              </p:cNvPr>
              <p:cNvSpPr/>
              <p:nvPr/>
            </p:nvSpPr>
            <p:spPr>
              <a:xfrm>
                <a:off x="3824122" y="261389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7AF3555-0B9B-A2CF-2BE1-3BB219B89747}"/>
                  </a:ext>
                </a:extLst>
              </p:cNvPr>
              <p:cNvSpPr/>
              <p:nvPr/>
            </p:nvSpPr>
            <p:spPr>
              <a:xfrm>
                <a:off x="3359621" y="246147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0D708E2E-4D05-D775-6E17-4BB332B0AC12}"/>
                  </a:ext>
                </a:extLst>
              </p:cNvPr>
              <p:cNvSpPr/>
              <p:nvPr/>
            </p:nvSpPr>
            <p:spPr>
              <a:xfrm>
                <a:off x="4273448" y="175766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1DC08BC-1816-B572-C67D-08E18C510E29}"/>
                  </a:ext>
                </a:extLst>
              </p:cNvPr>
              <p:cNvSpPr/>
              <p:nvPr/>
            </p:nvSpPr>
            <p:spPr>
              <a:xfrm>
                <a:off x="4807026" y="187123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429D00D-BC91-7CB2-DB61-0C6052601CD4}"/>
                  </a:ext>
                </a:extLst>
              </p:cNvPr>
              <p:cNvSpPr/>
              <p:nvPr/>
            </p:nvSpPr>
            <p:spPr>
              <a:xfrm>
                <a:off x="5551429" y="21575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A6EFD8A-0F89-FABC-CFCE-406374400377}"/>
                  </a:ext>
                </a:extLst>
              </p:cNvPr>
              <p:cNvSpPr/>
              <p:nvPr/>
            </p:nvSpPr>
            <p:spPr>
              <a:xfrm>
                <a:off x="6093986" y="259711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583C858-BB7A-4EBB-9EF7-4EE03D5B3EFF}"/>
                  </a:ext>
                </a:extLst>
              </p:cNvPr>
              <p:cNvSpPr/>
              <p:nvPr/>
            </p:nvSpPr>
            <p:spPr>
              <a:xfrm>
                <a:off x="6473112" y="307228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5C9E588-AFC8-F175-7371-26669225ADA1}"/>
                  </a:ext>
                </a:extLst>
              </p:cNvPr>
              <p:cNvSpPr/>
              <p:nvPr/>
            </p:nvSpPr>
            <p:spPr>
              <a:xfrm>
                <a:off x="6722723" y="358702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96B8B31-1B70-AA7A-A08B-B81E2AD9C09E}"/>
                  </a:ext>
                </a:extLst>
              </p:cNvPr>
              <p:cNvSpPr/>
              <p:nvPr/>
            </p:nvSpPr>
            <p:spPr>
              <a:xfrm>
                <a:off x="4637028" y="253850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C1B450E-47BD-3754-C75B-62600A0D91FD}"/>
                  </a:ext>
                </a:extLst>
              </p:cNvPr>
              <p:cNvSpPr/>
              <p:nvPr/>
            </p:nvSpPr>
            <p:spPr>
              <a:xfrm>
                <a:off x="3911791" y="206357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78FF0CA-6C40-0612-D882-09DE514E2DF9}"/>
                  </a:ext>
                </a:extLst>
              </p:cNvPr>
              <p:cNvSpPr/>
              <p:nvPr/>
            </p:nvSpPr>
            <p:spPr>
              <a:xfrm>
                <a:off x="4122060" y="30929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678E1670-1EF7-9DFB-144F-C02B4ABF0FCC}"/>
                  </a:ext>
                </a:extLst>
              </p:cNvPr>
              <p:cNvSpPr/>
              <p:nvPr/>
            </p:nvSpPr>
            <p:spPr>
              <a:xfrm>
                <a:off x="5226952" y="309133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8284476-81FE-C1D8-B357-8B20C1EA1576}"/>
                  </a:ext>
                </a:extLst>
              </p:cNvPr>
              <p:cNvSpPr/>
              <p:nvPr/>
            </p:nvSpPr>
            <p:spPr>
              <a:xfrm>
                <a:off x="4484657" y="36293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0AA9164-C32B-76FB-F7D3-DF1FA5165946}"/>
                  </a:ext>
                </a:extLst>
              </p:cNvPr>
              <p:cNvSpPr/>
              <p:nvPr/>
            </p:nvSpPr>
            <p:spPr>
              <a:xfrm>
                <a:off x="3474826" y="330671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0A6FE9AC-3539-6B0A-C00D-BE506A628439}"/>
                  </a:ext>
                </a:extLst>
              </p:cNvPr>
              <p:cNvSpPr/>
              <p:nvPr/>
            </p:nvSpPr>
            <p:spPr>
              <a:xfrm>
                <a:off x="4234308" y="42310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D5FEA954-5344-FFF7-D241-591193DAF52B}"/>
                  </a:ext>
                </a:extLst>
              </p:cNvPr>
              <p:cNvSpPr/>
              <p:nvPr/>
            </p:nvSpPr>
            <p:spPr>
              <a:xfrm>
                <a:off x="5091976" y="419663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FB6D658-4EC9-8C1B-CC92-CDFE250E8E30}"/>
                  </a:ext>
                </a:extLst>
              </p:cNvPr>
              <p:cNvSpPr/>
              <p:nvPr/>
            </p:nvSpPr>
            <p:spPr>
              <a:xfrm>
                <a:off x="5892356" y="374293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031C602-FBB1-4D23-0489-557229F354DF}"/>
                  </a:ext>
                </a:extLst>
              </p:cNvPr>
              <p:cNvSpPr/>
              <p:nvPr/>
            </p:nvSpPr>
            <p:spPr>
              <a:xfrm>
                <a:off x="5719599" y="452184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CBAEDD64-E23A-FF6A-4D40-0E7CC41D812D}"/>
                  </a:ext>
                </a:extLst>
              </p:cNvPr>
              <p:cNvSpPr/>
              <p:nvPr/>
            </p:nvSpPr>
            <p:spPr>
              <a:xfrm>
                <a:off x="6462670" y="415764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EB9022D-E5C5-3510-25A4-F06E17198528}"/>
                  </a:ext>
                </a:extLst>
              </p:cNvPr>
              <p:cNvSpPr/>
              <p:nvPr/>
            </p:nvSpPr>
            <p:spPr>
              <a:xfrm>
                <a:off x="7188008" y="44237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ED4C1D76-F683-794A-94AB-5AF2B1D68F3E}"/>
                  </a:ext>
                </a:extLst>
              </p:cNvPr>
              <p:cNvSpPr/>
              <p:nvPr/>
            </p:nvSpPr>
            <p:spPr>
              <a:xfrm>
                <a:off x="7035668" y="474764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119E5AF-5448-7D9D-4469-1312A7949C6C}"/>
                  </a:ext>
                </a:extLst>
              </p:cNvPr>
              <p:cNvSpPr/>
              <p:nvPr/>
            </p:nvSpPr>
            <p:spPr>
              <a:xfrm>
                <a:off x="6674053" y="472869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9C4B868-28B4-AAE6-6B6C-8C52FC92DC05}"/>
                  </a:ext>
                </a:extLst>
              </p:cNvPr>
              <p:cNvSpPr/>
              <p:nvPr/>
            </p:nvSpPr>
            <p:spPr>
              <a:xfrm>
                <a:off x="7092450" y="522542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5A42B6C-10D5-743A-39F3-F82E559ED61D}"/>
                  </a:ext>
                </a:extLst>
              </p:cNvPr>
              <p:cNvSpPr/>
              <p:nvPr/>
            </p:nvSpPr>
            <p:spPr>
              <a:xfrm>
                <a:off x="7188008" y="40251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03FCB15-8BDA-FBB1-896F-8963BAE584A6}"/>
              </a:ext>
            </a:extLst>
          </p:cNvPr>
          <p:cNvGrpSpPr/>
          <p:nvPr/>
        </p:nvGrpSpPr>
        <p:grpSpPr>
          <a:xfrm>
            <a:off x="4690380" y="98186"/>
            <a:ext cx="5319011" cy="6544268"/>
            <a:chOff x="737842" y="-1808315"/>
            <a:chExt cx="7529451" cy="9263891"/>
          </a:xfrm>
          <a:solidFill>
            <a:schemeClr val="bg1"/>
          </a:solidFill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468B371-BA15-B211-1E75-771C0207D7A8}"/>
                </a:ext>
              </a:extLst>
            </p:cNvPr>
            <p:cNvGrpSpPr/>
            <p:nvPr/>
          </p:nvGrpSpPr>
          <p:grpSpPr>
            <a:xfrm>
              <a:off x="737842" y="-1808315"/>
              <a:ext cx="7529451" cy="9263891"/>
              <a:chOff x="737842" y="-1808315"/>
              <a:chExt cx="7529451" cy="9263891"/>
            </a:xfrm>
            <a:grpFill/>
          </p:grpSpPr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1DC14E09-465D-1EAF-F8B7-7DA607729EA6}"/>
                  </a:ext>
                </a:extLst>
              </p:cNvPr>
              <p:cNvGrpSpPr/>
              <p:nvPr/>
            </p:nvGrpSpPr>
            <p:grpSpPr>
              <a:xfrm rot="311220">
                <a:off x="2486003" y="3619810"/>
                <a:ext cx="1499313" cy="3473761"/>
                <a:chOff x="3286125" y="3981815"/>
                <a:chExt cx="1499313" cy="3473761"/>
              </a:xfrm>
              <a:grpFill/>
            </p:grpSpPr>
            <p:sp>
              <p:nvSpPr>
                <p:cNvPr id="245" name="Rectangle 850">
                  <a:extLst>
                    <a:ext uri="{FF2B5EF4-FFF2-40B4-BE49-F238E27FC236}">
                      <a16:creationId xmlns:a16="http://schemas.microsoft.com/office/drawing/2014/main" id="{A248BB47-0ECC-BFE9-1A97-BA7C030DC616}"/>
                    </a:ext>
                  </a:extLst>
                </p:cNvPr>
                <p:cNvSpPr/>
                <p:nvPr/>
              </p:nvSpPr>
              <p:spPr>
                <a:xfrm>
                  <a:off x="3286125" y="5326422"/>
                  <a:ext cx="1404927" cy="2129154"/>
                </a:xfrm>
                <a:custGeom>
                  <a:avLst/>
                  <a:gdLst>
                    <a:gd name="connsiteX0" fmla="*/ 0 w 200327"/>
                    <a:gd name="connsiteY0" fmla="*/ 0 h 281302"/>
                    <a:gd name="connsiteX1" fmla="*/ 200327 w 200327"/>
                    <a:gd name="connsiteY1" fmla="*/ 0 h 281302"/>
                    <a:gd name="connsiteX2" fmla="*/ 200327 w 200327"/>
                    <a:gd name="connsiteY2" fmla="*/ 281302 h 281302"/>
                    <a:gd name="connsiteX3" fmla="*/ 0 w 200327"/>
                    <a:gd name="connsiteY3" fmla="*/ 281302 h 281302"/>
                    <a:gd name="connsiteX4" fmla="*/ 0 w 200327"/>
                    <a:gd name="connsiteY4" fmla="*/ 0 h 281302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505127 w 505127"/>
                    <a:gd name="connsiteY2" fmla="*/ 281302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305102 w 505127"/>
                    <a:gd name="connsiteY2" fmla="*/ 1433827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686102"/>
                    <a:gd name="connsiteY0" fmla="*/ 95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304800 w 686102"/>
                    <a:gd name="connsiteY4" fmla="*/ 9525 h 1538602"/>
                    <a:gd name="connsiteX0" fmla="*/ 476250 w 686102"/>
                    <a:gd name="connsiteY0" fmla="*/ 476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476250 w 686102"/>
                    <a:gd name="connsiteY4" fmla="*/ 47625 h 1538602"/>
                    <a:gd name="connsiteX0" fmla="*/ 690250 w 900102"/>
                    <a:gd name="connsiteY0" fmla="*/ 47625 h 2026879"/>
                    <a:gd name="connsiteX1" fmla="*/ 900102 w 900102"/>
                    <a:gd name="connsiteY1" fmla="*/ 0 h 2026879"/>
                    <a:gd name="connsiteX2" fmla="*/ 519102 w 900102"/>
                    <a:gd name="connsiteY2" fmla="*/ 1443352 h 2026879"/>
                    <a:gd name="connsiteX3" fmla="*/ 0 w 900102"/>
                    <a:gd name="connsiteY3" fmla="*/ 2026879 h 2026879"/>
                    <a:gd name="connsiteX4" fmla="*/ 214000 w 900102"/>
                    <a:gd name="connsiteY4" fmla="*/ 1538602 h 2026879"/>
                    <a:gd name="connsiteX5" fmla="*/ 690250 w 900102"/>
                    <a:gd name="connsiteY5" fmla="*/ 47625 h 2026879"/>
                    <a:gd name="connsiteX0" fmla="*/ 1198100 w 1407952"/>
                    <a:gd name="connsiteY0" fmla="*/ 47625 h 2026879"/>
                    <a:gd name="connsiteX1" fmla="*/ 1407952 w 1407952"/>
                    <a:gd name="connsiteY1" fmla="*/ 0 h 2026879"/>
                    <a:gd name="connsiteX2" fmla="*/ 1026952 w 1407952"/>
                    <a:gd name="connsiteY2" fmla="*/ 1443352 h 2026879"/>
                    <a:gd name="connsiteX3" fmla="*/ 507850 w 1407952"/>
                    <a:gd name="connsiteY3" fmla="*/ 2026879 h 2026879"/>
                    <a:gd name="connsiteX4" fmla="*/ 3025 w 1407952"/>
                    <a:gd name="connsiteY4" fmla="*/ 1674454 h 2026879"/>
                    <a:gd name="connsiteX5" fmla="*/ 721850 w 1407952"/>
                    <a:gd name="connsiteY5" fmla="*/ 1538602 h 2026879"/>
                    <a:gd name="connsiteX6" fmla="*/ 1198100 w 1407952"/>
                    <a:gd name="connsiteY6" fmla="*/ 47625 h 2026879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510491 w 1410593"/>
                    <a:gd name="connsiteY3" fmla="*/ 2026879 h 2035598"/>
                    <a:gd name="connsiteX4" fmla="*/ 577166 w 1410593"/>
                    <a:gd name="connsiteY4" fmla="*/ 1645879 h 2035598"/>
                    <a:gd name="connsiteX5" fmla="*/ 5666 w 1410593"/>
                    <a:gd name="connsiteY5" fmla="*/ 1674454 h 2035598"/>
                    <a:gd name="connsiteX6" fmla="*/ 724491 w 1410593"/>
                    <a:gd name="connsiteY6" fmla="*/ 1538602 h 2035598"/>
                    <a:gd name="connsiteX7" fmla="*/ 1200741 w 1410593"/>
                    <a:gd name="connsiteY7" fmla="*/ 47625 h 2035598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1355042 w 1410593"/>
                    <a:gd name="connsiteY3" fmla="*/ 1760178 h 2035598"/>
                    <a:gd name="connsiteX4" fmla="*/ 510491 w 1410593"/>
                    <a:gd name="connsiteY4" fmla="*/ 2026879 h 2035598"/>
                    <a:gd name="connsiteX5" fmla="*/ 577166 w 1410593"/>
                    <a:gd name="connsiteY5" fmla="*/ 1645879 h 2035598"/>
                    <a:gd name="connsiteX6" fmla="*/ 5666 w 1410593"/>
                    <a:gd name="connsiteY6" fmla="*/ 1674454 h 2035598"/>
                    <a:gd name="connsiteX7" fmla="*/ 724491 w 1410593"/>
                    <a:gd name="connsiteY7" fmla="*/ 1538602 h 2035598"/>
                    <a:gd name="connsiteX8" fmla="*/ 1200741 w 1410593"/>
                    <a:gd name="connsiteY8" fmla="*/ 47625 h 2035598"/>
                    <a:gd name="connsiteX0" fmla="*/ 1200741 w 1410593"/>
                    <a:gd name="connsiteY0" fmla="*/ 47625 h 2129314"/>
                    <a:gd name="connsiteX1" fmla="*/ 1410593 w 1410593"/>
                    <a:gd name="connsiteY1" fmla="*/ 0 h 2129314"/>
                    <a:gd name="connsiteX2" fmla="*/ 1029593 w 1410593"/>
                    <a:gd name="connsiteY2" fmla="*/ 1443352 h 2129314"/>
                    <a:gd name="connsiteX3" fmla="*/ 1355042 w 1410593"/>
                    <a:gd name="connsiteY3" fmla="*/ 1760178 h 2129314"/>
                    <a:gd name="connsiteX4" fmla="*/ 370791 w 1410593"/>
                    <a:gd name="connsiteY4" fmla="*/ 2122129 h 2129314"/>
                    <a:gd name="connsiteX5" fmla="*/ 577166 w 1410593"/>
                    <a:gd name="connsiteY5" fmla="*/ 1645879 h 2129314"/>
                    <a:gd name="connsiteX6" fmla="*/ 5666 w 1410593"/>
                    <a:gd name="connsiteY6" fmla="*/ 1674454 h 2129314"/>
                    <a:gd name="connsiteX7" fmla="*/ 724491 w 1410593"/>
                    <a:gd name="connsiteY7" fmla="*/ 1538602 h 2129314"/>
                    <a:gd name="connsiteX8" fmla="*/ 1200741 w 1410593"/>
                    <a:gd name="connsiteY8" fmla="*/ 47625 h 2129314"/>
                    <a:gd name="connsiteX0" fmla="*/ 1200014 w 1409866"/>
                    <a:gd name="connsiteY0" fmla="*/ 47625 h 2129399"/>
                    <a:gd name="connsiteX1" fmla="*/ 1409866 w 1409866"/>
                    <a:gd name="connsiteY1" fmla="*/ 0 h 2129399"/>
                    <a:gd name="connsiteX2" fmla="*/ 1028866 w 1409866"/>
                    <a:gd name="connsiteY2" fmla="*/ 1443352 h 2129399"/>
                    <a:gd name="connsiteX3" fmla="*/ 1354315 w 1409866"/>
                    <a:gd name="connsiteY3" fmla="*/ 1760178 h 2129399"/>
                    <a:gd name="connsiteX4" fmla="*/ 370064 w 1409866"/>
                    <a:gd name="connsiteY4" fmla="*/ 2122129 h 2129399"/>
                    <a:gd name="connsiteX5" fmla="*/ 665339 w 1409866"/>
                    <a:gd name="connsiteY5" fmla="*/ 1652229 h 2129399"/>
                    <a:gd name="connsiteX6" fmla="*/ 4939 w 1409866"/>
                    <a:gd name="connsiteY6" fmla="*/ 1674454 h 2129399"/>
                    <a:gd name="connsiteX7" fmla="*/ 723764 w 1409866"/>
                    <a:gd name="connsiteY7" fmla="*/ 1538602 h 2129399"/>
                    <a:gd name="connsiteX8" fmla="*/ 1200014 w 1409866"/>
                    <a:gd name="connsiteY8" fmla="*/ 47625 h 2129399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06852 h 2129154"/>
                    <a:gd name="connsiteX8" fmla="*/ 1200014 w 1409866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04927" h="2129154">
                      <a:moveTo>
                        <a:pt x="1150625" y="34925"/>
                      </a:moveTo>
                      <a:lnTo>
                        <a:pt x="1404927" y="0"/>
                      </a:lnTo>
                      <a:cubicBezTo>
                        <a:pt x="1277927" y="481117"/>
                        <a:pt x="1017577" y="1032085"/>
                        <a:pt x="1023927" y="1443352"/>
                      </a:cubicBezTo>
                      <a:cubicBezTo>
                        <a:pt x="1215752" y="1537748"/>
                        <a:pt x="1366043" y="1701024"/>
                        <a:pt x="1349376" y="1760178"/>
                      </a:cubicBezTo>
                      <a:cubicBezTo>
                        <a:pt x="1288259" y="1800282"/>
                        <a:pt x="956204" y="1262762"/>
                        <a:pt x="365125" y="2122129"/>
                      </a:cubicBezTo>
                      <a:cubicBezTo>
                        <a:pt x="246858" y="2193984"/>
                        <a:pt x="490537" y="1691916"/>
                        <a:pt x="660400" y="1652229"/>
                      </a:cubicBezTo>
                      <a:cubicBezTo>
                        <a:pt x="557213" y="1644292"/>
                        <a:pt x="97683" y="1673283"/>
                        <a:pt x="0" y="1744304"/>
                      </a:cubicBezTo>
                      <a:cubicBezTo>
                        <a:pt x="163408" y="1466187"/>
                        <a:pt x="574467" y="1499219"/>
                        <a:pt x="718825" y="1506852"/>
                      </a:cubicBezTo>
                      <a:cubicBezTo>
                        <a:pt x="877575" y="1210943"/>
                        <a:pt x="1029975" y="553084"/>
                        <a:pt x="1150625" y="34925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Rectangle 849">
                  <a:extLst>
                    <a:ext uri="{FF2B5EF4-FFF2-40B4-BE49-F238E27FC236}">
                      <a16:creationId xmlns:a16="http://schemas.microsoft.com/office/drawing/2014/main" id="{54169509-7678-9FBE-4C63-F13A98B219AA}"/>
                    </a:ext>
                  </a:extLst>
                </p:cNvPr>
                <p:cNvSpPr/>
                <p:nvPr/>
              </p:nvSpPr>
              <p:spPr>
                <a:xfrm>
                  <a:off x="3932776" y="3981815"/>
                  <a:ext cx="852662" cy="1684033"/>
                </a:xfrm>
                <a:custGeom>
                  <a:avLst/>
                  <a:gdLst>
                    <a:gd name="connsiteX0" fmla="*/ 0 w 832319"/>
                    <a:gd name="connsiteY0" fmla="*/ 0 h 490233"/>
                    <a:gd name="connsiteX1" fmla="*/ 832319 w 832319"/>
                    <a:gd name="connsiteY1" fmla="*/ 0 h 490233"/>
                    <a:gd name="connsiteX2" fmla="*/ 832319 w 832319"/>
                    <a:gd name="connsiteY2" fmla="*/ 490233 h 490233"/>
                    <a:gd name="connsiteX3" fmla="*/ 0 w 832319"/>
                    <a:gd name="connsiteY3" fmla="*/ 490233 h 490233"/>
                    <a:gd name="connsiteX4" fmla="*/ 0 w 832319"/>
                    <a:gd name="connsiteY4" fmla="*/ 0 h 490233"/>
                    <a:gd name="connsiteX0" fmla="*/ 0 w 832319"/>
                    <a:gd name="connsiteY0" fmla="*/ 0 h 1671333"/>
                    <a:gd name="connsiteX1" fmla="*/ 832319 w 832319"/>
                    <a:gd name="connsiteY1" fmla="*/ 0 h 1671333"/>
                    <a:gd name="connsiteX2" fmla="*/ 527519 w 832319"/>
                    <a:gd name="connsiteY2" fmla="*/ 1671333 h 1671333"/>
                    <a:gd name="connsiteX3" fmla="*/ 0 w 832319"/>
                    <a:gd name="connsiteY3" fmla="*/ 490233 h 1671333"/>
                    <a:gd name="connsiteX4" fmla="*/ 0 w 832319"/>
                    <a:gd name="connsiteY4" fmla="*/ 0 h 1671333"/>
                    <a:gd name="connsiteX0" fmla="*/ 0 w 919404"/>
                    <a:gd name="connsiteY0" fmla="*/ 0 h 1671333"/>
                    <a:gd name="connsiteX1" fmla="*/ 832319 w 919404"/>
                    <a:gd name="connsiteY1" fmla="*/ 0 h 1671333"/>
                    <a:gd name="connsiteX2" fmla="*/ 527519 w 919404"/>
                    <a:gd name="connsiteY2" fmla="*/ 1671333 h 1671333"/>
                    <a:gd name="connsiteX3" fmla="*/ 0 w 919404"/>
                    <a:gd name="connsiteY3" fmla="*/ 490233 h 1671333"/>
                    <a:gd name="connsiteX4" fmla="*/ 0 w 919404"/>
                    <a:gd name="connsiteY4" fmla="*/ 0 h 1671333"/>
                    <a:gd name="connsiteX0" fmla="*/ 330200 w 919404"/>
                    <a:gd name="connsiteY0" fmla="*/ 0 h 1684033"/>
                    <a:gd name="connsiteX1" fmla="*/ 832319 w 919404"/>
                    <a:gd name="connsiteY1" fmla="*/ 12700 h 1684033"/>
                    <a:gd name="connsiteX2" fmla="*/ 527519 w 919404"/>
                    <a:gd name="connsiteY2" fmla="*/ 1684033 h 1684033"/>
                    <a:gd name="connsiteX3" fmla="*/ 0 w 919404"/>
                    <a:gd name="connsiteY3" fmla="*/ 502933 h 1684033"/>
                    <a:gd name="connsiteX4" fmla="*/ 330200 w 919404"/>
                    <a:gd name="connsiteY4" fmla="*/ 0 h 1684033"/>
                    <a:gd name="connsiteX0" fmla="*/ 0 w 589204"/>
                    <a:gd name="connsiteY0" fmla="*/ 0 h 1684033"/>
                    <a:gd name="connsiteX1" fmla="*/ 502119 w 589204"/>
                    <a:gd name="connsiteY1" fmla="*/ 12700 h 1684033"/>
                    <a:gd name="connsiteX2" fmla="*/ 197319 w 589204"/>
                    <a:gd name="connsiteY2" fmla="*/ 1684033 h 1684033"/>
                    <a:gd name="connsiteX3" fmla="*/ 0 w 589204"/>
                    <a:gd name="connsiteY3" fmla="*/ 0 h 1684033"/>
                    <a:gd name="connsiteX0" fmla="*/ 156087 w 745291"/>
                    <a:gd name="connsiteY0" fmla="*/ 0 h 1684033"/>
                    <a:gd name="connsiteX1" fmla="*/ 658206 w 745291"/>
                    <a:gd name="connsiteY1" fmla="*/ 12700 h 1684033"/>
                    <a:gd name="connsiteX2" fmla="*/ 353406 w 745291"/>
                    <a:gd name="connsiteY2" fmla="*/ 1684033 h 1684033"/>
                    <a:gd name="connsiteX3" fmla="*/ 156087 w 745291"/>
                    <a:gd name="connsiteY3" fmla="*/ 0 h 1684033"/>
                    <a:gd name="connsiteX0" fmla="*/ 263458 w 852662"/>
                    <a:gd name="connsiteY0" fmla="*/ 0 h 1684033"/>
                    <a:gd name="connsiteX1" fmla="*/ 765577 w 852662"/>
                    <a:gd name="connsiteY1" fmla="*/ 12700 h 1684033"/>
                    <a:gd name="connsiteX2" fmla="*/ 460777 w 852662"/>
                    <a:gd name="connsiteY2" fmla="*/ 1684033 h 1684033"/>
                    <a:gd name="connsiteX3" fmla="*/ 263458 w 852662"/>
                    <a:gd name="connsiteY3" fmla="*/ 0 h 1684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2662" h="1684033">
                      <a:moveTo>
                        <a:pt x="263458" y="0"/>
                      </a:moveTo>
                      <a:lnTo>
                        <a:pt x="765577" y="12700"/>
                      </a:lnTo>
                      <a:cubicBezTo>
                        <a:pt x="663977" y="569811"/>
                        <a:pt x="1184677" y="1647622"/>
                        <a:pt x="460777" y="1684033"/>
                      </a:cubicBezTo>
                      <a:cubicBezTo>
                        <a:pt x="-239996" y="754389"/>
                        <a:pt x="-969" y="53344"/>
                        <a:pt x="263458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89D67127-2BC3-FF60-3817-1415ED5C21F4}"/>
                  </a:ext>
                </a:extLst>
              </p:cNvPr>
              <p:cNvGrpSpPr/>
              <p:nvPr/>
            </p:nvGrpSpPr>
            <p:grpSpPr>
              <a:xfrm>
                <a:off x="1378789" y="-1808315"/>
                <a:ext cx="1236390" cy="1148069"/>
                <a:chOff x="1378789" y="-1808315"/>
                <a:chExt cx="1236390" cy="1148069"/>
              </a:xfrm>
              <a:grpFill/>
            </p:grpSpPr>
            <p:sp>
              <p:nvSpPr>
                <p:cNvPr id="241" name="Rectangle 858">
                  <a:extLst>
                    <a:ext uri="{FF2B5EF4-FFF2-40B4-BE49-F238E27FC236}">
                      <a16:creationId xmlns:a16="http://schemas.microsoft.com/office/drawing/2014/main" id="{F4FD4C85-6154-7805-83C5-1DC6B4B991CF}"/>
                    </a:ext>
                  </a:extLst>
                </p:cNvPr>
                <p:cNvSpPr/>
                <p:nvPr/>
              </p:nvSpPr>
              <p:spPr>
                <a:xfrm rot="1326375">
                  <a:off x="1866502" y="-1746137"/>
                  <a:ext cx="442710" cy="1008214"/>
                </a:xfrm>
                <a:custGeom>
                  <a:avLst/>
                  <a:gdLst>
                    <a:gd name="connsiteX0" fmla="*/ 0 w 201068"/>
                    <a:gd name="connsiteY0" fmla="*/ 0 h 287706"/>
                    <a:gd name="connsiteX1" fmla="*/ 201068 w 201068"/>
                    <a:gd name="connsiteY1" fmla="*/ 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0 w 201068"/>
                    <a:gd name="connsiteY0" fmla="*/ 0 h 287706"/>
                    <a:gd name="connsiteX1" fmla="*/ 131218 w 201068"/>
                    <a:gd name="connsiteY1" fmla="*/ 2540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31750 w 201068"/>
                    <a:gd name="connsiteY0" fmla="*/ 0 h 262306"/>
                    <a:gd name="connsiteX1" fmla="*/ 131218 w 201068"/>
                    <a:gd name="connsiteY1" fmla="*/ 0 h 262306"/>
                    <a:gd name="connsiteX2" fmla="*/ 201068 w 201068"/>
                    <a:gd name="connsiteY2" fmla="*/ 262306 h 262306"/>
                    <a:gd name="connsiteX3" fmla="*/ 0 w 201068"/>
                    <a:gd name="connsiteY3" fmla="*/ 262306 h 262306"/>
                    <a:gd name="connsiteX4" fmla="*/ 31750 w 201068"/>
                    <a:gd name="connsiteY4" fmla="*/ 0 h 262306"/>
                    <a:gd name="connsiteX0" fmla="*/ 31750 w 328216"/>
                    <a:gd name="connsiteY0" fmla="*/ 488244 h 750550"/>
                    <a:gd name="connsiteX1" fmla="*/ 131218 w 328216"/>
                    <a:gd name="connsiteY1" fmla="*/ 488244 h 750550"/>
                    <a:gd name="connsiteX2" fmla="*/ 201068 w 328216"/>
                    <a:gd name="connsiteY2" fmla="*/ 750550 h 750550"/>
                    <a:gd name="connsiteX3" fmla="*/ 0 w 328216"/>
                    <a:gd name="connsiteY3" fmla="*/ 750550 h 750550"/>
                    <a:gd name="connsiteX4" fmla="*/ 31750 w 328216"/>
                    <a:gd name="connsiteY4" fmla="*/ 488244 h 750550"/>
                    <a:gd name="connsiteX0" fmla="*/ 142869 w 367343"/>
                    <a:gd name="connsiteY0" fmla="*/ 703323 h 965629"/>
                    <a:gd name="connsiteX1" fmla="*/ 242337 w 367343"/>
                    <a:gd name="connsiteY1" fmla="*/ 703323 h 965629"/>
                    <a:gd name="connsiteX2" fmla="*/ 312187 w 367343"/>
                    <a:gd name="connsiteY2" fmla="*/ 965629 h 965629"/>
                    <a:gd name="connsiteX3" fmla="*/ 111119 w 367343"/>
                    <a:gd name="connsiteY3" fmla="*/ 965629 h 965629"/>
                    <a:gd name="connsiteX4" fmla="*/ 142869 w 367343"/>
                    <a:gd name="connsiteY4" fmla="*/ 703323 h 965629"/>
                    <a:gd name="connsiteX0" fmla="*/ 125997 w 427134"/>
                    <a:gd name="connsiteY0" fmla="*/ 706410 h 968716"/>
                    <a:gd name="connsiteX1" fmla="*/ 225465 w 427134"/>
                    <a:gd name="connsiteY1" fmla="*/ 706410 h 968716"/>
                    <a:gd name="connsiteX2" fmla="*/ 295315 w 427134"/>
                    <a:gd name="connsiteY2" fmla="*/ 968716 h 968716"/>
                    <a:gd name="connsiteX3" fmla="*/ 94247 w 427134"/>
                    <a:gd name="connsiteY3" fmla="*/ 968716 h 968716"/>
                    <a:gd name="connsiteX4" fmla="*/ 125997 w 427134"/>
                    <a:gd name="connsiteY4" fmla="*/ 706410 h 968716"/>
                    <a:gd name="connsiteX0" fmla="*/ 148110 w 442710"/>
                    <a:gd name="connsiteY0" fmla="*/ 745908 h 1008214"/>
                    <a:gd name="connsiteX1" fmla="*/ 247578 w 442710"/>
                    <a:gd name="connsiteY1" fmla="*/ 745908 h 1008214"/>
                    <a:gd name="connsiteX2" fmla="*/ 317428 w 442710"/>
                    <a:gd name="connsiteY2" fmla="*/ 1008214 h 1008214"/>
                    <a:gd name="connsiteX3" fmla="*/ 116360 w 442710"/>
                    <a:gd name="connsiteY3" fmla="*/ 1008214 h 1008214"/>
                    <a:gd name="connsiteX4" fmla="*/ 148110 w 442710"/>
                    <a:gd name="connsiteY4" fmla="*/ 745908 h 1008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710" h="1008214">
                      <a:moveTo>
                        <a:pt x="148110" y="745908"/>
                      </a:moveTo>
                      <a:cubicBezTo>
                        <a:pt x="-432144" y="-130392"/>
                        <a:pt x="926892" y="-360262"/>
                        <a:pt x="247578" y="745908"/>
                      </a:cubicBezTo>
                      <a:lnTo>
                        <a:pt x="317428" y="1008214"/>
                      </a:lnTo>
                      <a:lnTo>
                        <a:pt x="116360" y="1008214"/>
                      </a:lnTo>
                      <a:lnTo>
                        <a:pt x="148110" y="745908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Rectangle 856">
                  <a:extLst>
                    <a:ext uri="{FF2B5EF4-FFF2-40B4-BE49-F238E27FC236}">
                      <a16:creationId xmlns:a16="http://schemas.microsoft.com/office/drawing/2014/main" id="{E445D28B-F15B-AE79-0821-AFEEDC35A64A}"/>
                    </a:ext>
                  </a:extLst>
                </p:cNvPr>
                <p:cNvSpPr/>
                <p:nvPr/>
              </p:nvSpPr>
              <p:spPr>
                <a:xfrm rot="2340538" flipH="1">
                  <a:off x="2107179" y="-1540458"/>
                  <a:ext cx="508000" cy="880212"/>
                </a:xfrm>
                <a:custGeom>
                  <a:avLst/>
                  <a:gdLst>
                    <a:gd name="connsiteX0" fmla="*/ 0 w 254000"/>
                    <a:gd name="connsiteY0" fmla="*/ 0 h 255903"/>
                    <a:gd name="connsiteX1" fmla="*/ 254000 w 254000"/>
                    <a:gd name="connsiteY1" fmla="*/ 0 h 255903"/>
                    <a:gd name="connsiteX2" fmla="*/ 254000 w 254000"/>
                    <a:gd name="connsiteY2" fmla="*/ 255903 h 255903"/>
                    <a:gd name="connsiteX3" fmla="*/ 0 w 254000"/>
                    <a:gd name="connsiteY3" fmla="*/ 255903 h 255903"/>
                    <a:gd name="connsiteX4" fmla="*/ 0 w 254000"/>
                    <a:gd name="connsiteY4" fmla="*/ 0 h 255903"/>
                    <a:gd name="connsiteX0" fmla="*/ 0 w 508000"/>
                    <a:gd name="connsiteY0" fmla="*/ 0 h 763903"/>
                    <a:gd name="connsiteX1" fmla="*/ 508000 w 508000"/>
                    <a:gd name="connsiteY1" fmla="*/ 5080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53302 h 917205"/>
                    <a:gd name="connsiteX1" fmla="*/ 444500 w 508000"/>
                    <a:gd name="connsiteY1" fmla="*/ 724802 h 917205"/>
                    <a:gd name="connsiteX2" fmla="*/ 508000 w 508000"/>
                    <a:gd name="connsiteY2" fmla="*/ 917205 h 917205"/>
                    <a:gd name="connsiteX3" fmla="*/ 254000 w 508000"/>
                    <a:gd name="connsiteY3" fmla="*/ 917205 h 917205"/>
                    <a:gd name="connsiteX4" fmla="*/ 0 w 508000"/>
                    <a:gd name="connsiteY4" fmla="*/ 153302 h 917205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425450 w 508000"/>
                    <a:gd name="connsiteY3" fmla="*/ 880212 h 880212"/>
                    <a:gd name="connsiteX4" fmla="*/ 0 w 508000"/>
                    <a:gd name="connsiteY4" fmla="*/ 116309 h 88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" h="880212">
                      <a:moveTo>
                        <a:pt x="0" y="116309"/>
                      </a:moveTo>
                      <a:cubicBezTo>
                        <a:pt x="391055" y="-207541"/>
                        <a:pt x="561446" y="197271"/>
                        <a:pt x="444500" y="687809"/>
                      </a:cubicBezTo>
                      <a:lnTo>
                        <a:pt x="508000" y="880212"/>
                      </a:lnTo>
                      <a:lnTo>
                        <a:pt x="425450" y="880212"/>
                      </a:lnTo>
                      <a:cubicBezTo>
                        <a:pt x="340783" y="625578"/>
                        <a:pt x="484717" y="342368"/>
                        <a:pt x="0" y="11630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Rectangle 858">
                  <a:extLst>
                    <a:ext uri="{FF2B5EF4-FFF2-40B4-BE49-F238E27FC236}">
                      <a16:creationId xmlns:a16="http://schemas.microsoft.com/office/drawing/2014/main" id="{2B44D306-581F-265F-196C-10693DD68C10}"/>
                    </a:ext>
                  </a:extLst>
                </p:cNvPr>
                <p:cNvSpPr/>
                <p:nvPr/>
              </p:nvSpPr>
              <p:spPr>
                <a:xfrm>
                  <a:off x="1665848" y="-1808315"/>
                  <a:ext cx="442710" cy="1008214"/>
                </a:xfrm>
                <a:custGeom>
                  <a:avLst/>
                  <a:gdLst>
                    <a:gd name="connsiteX0" fmla="*/ 0 w 201068"/>
                    <a:gd name="connsiteY0" fmla="*/ 0 h 287706"/>
                    <a:gd name="connsiteX1" fmla="*/ 201068 w 201068"/>
                    <a:gd name="connsiteY1" fmla="*/ 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0 w 201068"/>
                    <a:gd name="connsiteY0" fmla="*/ 0 h 287706"/>
                    <a:gd name="connsiteX1" fmla="*/ 131218 w 201068"/>
                    <a:gd name="connsiteY1" fmla="*/ 2540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31750 w 201068"/>
                    <a:gd name="connsiteY0" fmla="*/ 0 h 262306"/>
                    <a:gd name="connsiteX1" fmla="*/ 131218 w 201068"/>
                    <a:gd name="connsiteY1" fmla="*/ 0 h 262306"/>
                    <a:gd name="connsiteX2" fmla="*/ 201068 w 201068"/>
                    <a:gd name="connsiteY2" fmla="*/ 262306 h 262306"/>
                    <a:gd name="connsiteX3" fmla="*/ 0 w 201068"/>
                    <a:gd name="connsiteY3" fmla="*/ 262306 h 262306"/>
                    <a:gd name="connsiteX4" fmla="*/ 31750 w 201068"/>
                    <a:gd name="connsiteY4" fmla="*/ 0 h 262306"/>
                    <a:gd name="connsiteX0" fmla="*/ 31750 w 328216"/>
                    <a:gd name="connsiteY0" fmla="*/ 488244 h 750550"/>
                    <a:gd name="connsiteX1" fmla="*/ 131218 w 328216"/>
                    <a:gd name="connsiteY1" fmla="*/ 488244 h 750550"/>
                    <a:gd name="connsiteX2" fmla="*/ 201068 w 328216"/>
                    <a:gd name="connsiteY2" fmla="*/ 750550 h 750550"/>
                    <a:gd name="connsiteX3" fmla="*/ 0 w 328216"/>
                    <a:gd name="connsiteY3" fmla="*/ 750550 h 750550"/>
                    <a:gd name="connsiteX4" fmla="*/ 31750 w 328216"/>
                    <a:gd name="connsiteY4" fmla="*/ 488244 h 750550"/>
                    <a:gd name="connsiteX0" fmla="*/ 142869 w 367343"/>
                    <a:gd name="connsiteY0" fmla="*/ 703323 h 965629"/>
                    <a:gd name="connsiteX1" fmla="*/ 242337 w 367343"/>
                    <a:gd name="connsiteY1" fmla="*/ 703323 h 965629"/>
                    <a:gd name="connsiteX2" fmla="*/ 312187 w 367343"/>
                    <a:gd name="connsiteY2" fmla="*/ 965629 h 965629"/>
                    <a:gd name="connsiteX3" fmla="*/ 111119 w 367343"/>
                    <a:gd name="connsiteY3" fmla="*/ 965629 h 965629"/>
                    <a:gd name="connsiteX4" fmla="*/ 142869 w 367343"/>
                    <a:gd name="connsiteY4" fmla="*/ 703323 h 965629"/>
                    <a:gd name="connsiteX0" fmla="*/ 125997 w 427134"/>
                    <a:gd name="connsiteY0" fmla="*/ 706410 h 968716"/>
                    <a:gd name="connsiteX1" fmla="*/ 225465 w 427134"/>
                    <a:gd name="connsiteY1" fmla="*/ 706410 h 968716"/>
                    <a:gd name="connsiteX2" fmla="*/ 295315 w 427134"/>
                    <a:gd name="connsiteY2" fmla="*/ 968716 h 968716"/>
                    <a:gd name="connsiteX3" fmla="*/ 94247 w 427134"/>
                    <a:gd name="connsiteY3" fmla="*/ 968716 h 968716"/>
                    <a:gd name="connsiteX4" fmla="*/ 125997 w 427134"/>
                    <a:gd name="connsiteY4" fmla="*/ 706410 h 968716"/>
                    <a:gd name="connsiteX0" fmla="*/ 148110 w 442710"/>
                    <a:gd name="connsiteY0" fmla="*/ 745908 h 1008214"/>
                    <a:gd name="connsiteX1" fmla="*/ 247578 w 442710"/>
                    <a:gd name="connsiteY1" fmla="*/ 745908 h 1008214"/>
                    <a:gd name="connsiteX2" fmla="*/ 317428 w 442710"/>
                    <a:gd name="connsiteY2" fmla="*/ 1008214 h 1008214"/>
                    <a:gd name="connsiteX3" fmla="*/ 116360 w 442710"/>
                    <a:gd name="connsiteY3" fmla="*/ 1008214 h 1008214"/>
                    <a:gd name="connsiteX4" fmla="*/ 148110 w 442710"/>
                    <a:gd name="connsiteY4" fmla="*/ 745908 h 1008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710" h="1008214">
                      <a:moveTo>
                        <a:pt x="148110" y="745908"/>
                      </a:moveTo>
                      <a:cubicBezTo>
                        <a:pt x="-432144" y="-130392"/>
                        <a:pt x="926892" y="-360262"/>
                        <a:pt x="247578" y="745908"/>
                      </a:cubicBezTo>
                      <a:lnTo>
                        <a:pt x="317428" y="1008214"/>
                      </a:lnTo>
                      <a:lnTo>
                        <a:pt x="116360" y="1008214"/>
                      </a:lnTo>
                      <a:lnTo>
                        <a:pt x="148110" y="745908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Rectangle 856">
                  <a:extLst>
                    <a:ext uri="{FF2B5EF4-FFF2-40B4-BE49-F238E27FC236}">
                      <a16:creationId xmlns:a16="http://schemas.microsoft.com/office/drawing/2014/main" id="{D8393E10-9A6D-6502-A39F-5FBCD9D3768D}"/>
                    </a:ext>
                  </a:extLst>
                </p:cNvPr>
                <p:cNvSpPr/>
                <p:nvPr/>
              </p:nvSpPr>
              <p:spPr>
                <a:xfrm>
                  <a:off x="1378789" y="-1680312"/>
                  <a:ext cx="508000" cy="880212"/>
                </a:xfrm>
                <a:custGeom>
                  <a:avLst/>
                  <a:gdLst>
                    <a:gd name="connsiteX0" fmla="*/ 0 w 254000"/>
                    <a:gd name="connsiteY0" fmla="*/ 0 h 255903"/>
                    <a:gd name="connsiteX1" fmla="*/ 254000 w 254000"/>
                    <a:gd name="connsiteY1" fmla="*/ 0 h 255903"/>
                    <a:gd name="connsiteX2" fmla="*/ 254000 w 254000"/>
                    <a:gd name="connsiteY2" fmla="*/ 255903 h 255903"/>
                    <a:gd name="connsiteX3" fmla="*/ 0 w 254000"/>
                    <a:gd name="connsiteY3" fmla="*/ 255903 h 255903"/>
                    <a:gd name="connsiteX4" fmla="*/ 0 w 254000"/>
                    <a:gd name="connsiteY4" fmla="*/ 0 h 255903"/>
                    <a:gd name="connsiteX0" fmla="*/ 0 w 508000"/>
                    <a:gd name="connsiteY0" fmla="*/ 0 h 763903"/>
                    <a:gd name="connsiteX1" fmla="*/ 508000 w 508000"/>
                    <a:gd name="connsiteY1" fmla="*/ 5080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53302 h 917205"/>
                    <a:gd name="connsiteX1" fmla="*/ 444500 w 508000"/>
                    <a:gd name="connsiteY1" fmla="*/ 724802 h 917205"/>
                    <a:gd name="connsiteX2" fmla="*/ 508000 w 508000"/>
                    <a:gd name="connsiteY2" fmla="*/ 917205 h 917205"/>
                    <a:gd name="connsiteX3" fmla="*/ 254000 w 508000"/>
                    <a:gd name="connsiteY3" fmla="*/ 917205 h 917205"/>
                    <a:gd name="connsiteX4" fmla="*/ 0 w 508000"/>
                    <a:gd name="connsiteY4" fmla="*/ 153302 h 917205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425450 w 508000"/>
                    <a:gd name="connsiteY3" fmla="*/ 880212 h 880212"/>
                    <a:gd name="connsiteX4" fmla="*/ 0 w 508000"/>
                    <a:gd name="connsiteY4" fmla="*/ 116309 h 88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" h="880212">
                      <a:moveTo>
                        <a:pt x="0" y="116309"/>
                      </a:moveTo>
                      <a:cubicBezTo>
                        <a:pt x="391055" y="-207541"/>
                        <a:pt x="561446" y="197271"/>
                        <a:pt x="444500" y="687809"/>
                      </a:cubicBezTo>
                      <a:lnTo>
                        <a:pt x="508000" y="880212"/>
                      </a:lnTo>
                      <a:lnTo>
                        <a:pt x="425450" y="880212"/>
                      </a:lnTo>
                      <a:cubicBezTo>
                        <a:pt x="340783" y="625578"/>
                        <a:pt x="484717" y="342368"/>
                        <a:pt x="0" y="11630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8" name="Rectangle 846">
                <a:extLst>
                  <a:ext uri="{FF2B5EF4-FFF2-40B4-BE49-F238E27FC236}">
                    <a16:creationId xmlns:a16="http://schemas.microsoft.com/office/drawing/2014/main" id="{DE2F68AC-A1E1-8D44-F391-AE42A962EA94}"/>
                  </a:ext>
                </a:extLst>
              </p:cNvPr>
              <p:cNvSpPr/>
              <p:nvPr/>
            </p:nvSpPr>
            <p:spPr>
              <a:xfrm>
                <a:off x="1177721" y="-1056003"/>
                <a:ext cx="5939639" cy="5972308"/>
              </a:xfrm>
              <a:custGeom>
                <a:avLst/>
                <a:gdLst>
                  <a:gd name="connsiteX0" fmla="*/ 0 w 927269"/>
                  <a:gd name="connsiteY0" fmla="*/ 0 h 494958"/>
                  <a:gd name="connsiteX1" fmla="*/ 927269 w 927269"/>
                  <a:gd name="connsiteY1" fmla="*/ 0 h 494958"/>
                  <a:gd name="connsiteX2" fmla="*/ 927269 w 927269"/>
                  <a:gd name="connsiteY2" fmla="*/ 494958 h 494958"/>
                  <a:gd name="connsiteX3" fmla="*/ 0 w 927269"/>
                  <a:gd name="connsiteY3" fmla="*/ 494958 h 494958"/>
                  <a:gd name="connsiteX4" fmla="*/ 0 w 927269"/>
                  <a:gd name="connsiteY4" fmla="*/ 0 h 494958"/>
                  <a:gd name="connsiteX0" fmla="*/ 85725 w 927269"/>
                  <a:gd name="connsiteY0" fmla="*/ 0 h 1866558"/>
                  <a:gd name="connsiteX1" fmla="*/ 927269 w 927269"/>
                  <a:gd name="connsiteY1" fmla="*/ 1371600 h 1866558"/>
                  <a:gd name="connsiteX2" fmla="*/ 927269 w 927269"/>
                  <a:gd name="connsiteY2" fmla="*/ 1866558 h 1866558"/>
                  <a:gd name="connsiteX3" fmla="*/ 0 w 927269"/>
                  <a:gd name="connsiteY3" fmla="*/ 1866558 h 1866558"/>
                  <a:gd name="connsiteX4" fmla="*/ 85725 w 927269"/>
                  <a:gd name="connsiteY4" fmla="*/ 0 h 1866558"/>
                  <a:gd name="connsiteX0" fmla="*/ 0 w 2314575"/>
                  <a:gd name="connsiteY0" fmla="*/ 0 h 4552608"/>
                  <a:gd name="connsiteX1" fmla="*/ 841544 w 2314575"/>
                  <a:gd name="connsiteY1" fmla="*/ 1371600 h 4552608"/>
                  <a:gd name="connsiteX2" fmla="*/ 841544 w 2314575"/>
                  <a:gd name="connsiteY2" fmla="*/ 1866558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841544 w 2314575"/>
                  <a:gd name="connsiteY1" fmla="*/ 1371600 h 4552608"/>
                  <a:gd name="connsiteX2" fmla="*/ 1755944 w 2314575"/>
                  <a:gd name="connsiteY2" fmla="*/ 1737970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1241594 w 2314575"/>
                  <a:gd name="connsiteY1" fmla="*/ 1414463 h 4552608"/>
                  <a:gd name="connsiteX2" fmla="*/ 1755944 w 2314575"/>
                  <a:gd name="connsiteY2" fmla="*/ 1737970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1241594 w 2314575"/>
                  <a:gd name="connsiteY1" fmla="*/ 1414463 h 4552608"/>
                  <a:gd name="connsiteX2" fmla="*/ 2314575 w 2314575"/>
                  <a:gd name="connsiteY2" fmla="*/ 4552608 h 4552608"/>
                  <a:gd name="connsiteX3" fmla="*/ 0 w 2314575"/>
                  <a:gd name="connsiteY3" fmla="*/ 0 h 4552608"/>
                  <a:gd name="connsiteX0" fmla="*/ 0 w 3283722"/>
                  <a:gd name="connsiteY0" fmla="*/ 0 h 4552608"/>
                  <a:gd name="connsiteX1" fmla="*/ 1241594 w 3283722"/>
                  <a:gd name="connsiteY1" fmla="*/ 1414463 h 4552608"/>
                  <a:gd name="connsiteX2" fmla="*/ 2314575 w 3283722"/>
                  <a:gd name="connsiteY2" fmla="*/ 4552608 h 4552608"/>
                  <a:gd name="connsiteX3" fmla="*/ 0 w 3283722"/>
                  <a:gd name="connsiteY3" fmla="*/ 0 h 4552608"/>
                  <a:gd name="connsiteX0" fmla="*/ 0 w 3293225"/>
                  <a:gd name="connsiteY0" fmla="*/ 0 h 4695483"/>
                  <a:gd name="connsiteX1" fmla="*/ 1241594 w 3293225"/>
                  <a:gd name="connsiteY1" fmla="*/ 1414463 h 4695483"/>
                  <a:gd name="connsiteX2" fmla="*/ 2343150 w 3293225"/>
                  <a:gd name="connsiteY2" fmla="*/ 4695483 h 4695483"/>
                  <a:gd name="connsiteX3" fmla="*/ 0 w 3293225"/>
                  <a:gd name="connsiteY3" fmla="*/ 0 h 4695483"/>
                  <a:gd name="connsiteX0" fmla="*/ 0 w 5279032"/>
                  <a:gd name="connsiteY0" fmla="*/ 0 h 4804277"/>
                  <a:gd name="connsiteX1" fmla="*/ 1241594 w 5279032"/>
                  <a:gd name="connsiteY1" fmla="*/ 1414463 h 4804277"/>
                  <a:gd name="connsiteX2" fmla="*/ 2343150 w 5279032"/>
                  <a:gd name="connsiteY2" fmla="*/ 4695483 h 4804277"/>
                  <a:gd name="connsiteX3" fmla="*/ 0 w 5279032"/>
                  <a:gd name="connsiteY3" fmla="*/ 0 h 4804277"/>
                  <a:gd name="connsiteX0" fmla="*/ 0 w 5279032"/>
                  <a:gd name="connsiteY0" fmla="*/ 0 h 4801691"/>
                  <a:gd name="connsiteX1" fmla="*/ 1241594 w 5279032"/>
                  <a:gd name="connsiteY1" fmla="*/ 1414463 h 4801691"/>
                  <a:gd name="connsiteX2" fmla="*/ 2343150 w 5279032"/>
                  <a:gd name="connsiteY2" fmla="*/ 4695483 h 4801691"/>
                  <a:gd name="connsiteX3" fmla="*/ 0 w 5279032"/>
                  <a:gd name="connsiteY3" fmla="*/ 0 h 4801691"/>
                  <a:gd name="connsiteX0" fmla="*/ 0 w 5279032"/>
                  <a:gd name="connsiteY0" fmla="*/ 0 h 4801691"/>
                  <a:gd name="connsiteX1" fmla="*/ 1241594 w 5279032"/>
                  <a:gd name="connsiteY1" fmla="*/ 1414463 h 4801691"/>
                  <a:gd name="connsiteX2" fmla="*/ 2343150 w 5279032"/>
                  <a:gd name="connsiteY2" fmla="*/ 4695483 h 4801691"/>
                  <a:gd name="connsiteX3" fmla="*/ 0 w 5279032"/>
                  <a:gd name="connsiteY3" fmla="*/ 0 h 4801691"/>
                  <a:gd name="connsiteX0" fmla="*/ 275546 w 5554578"/>
                  <a:gd name="connsiteY0" fmla="*/ 0 h 4801691"/>
                  <a:gd name="connsiteX1" fmla="*/ 1517140 w 5554578"/>
                  <a:gd name="connsiteY1" fmla="*/ 1414463 h 4801691"/>
                  <a:gd name="connsiteX2" fmla="*/ 2618696 w 5554578"/>
                  <a:gd name="connsiteY2" fmla="*/ 4695483 h 4801691"/>
                  <a:gd name="connsiteX3" fmla="*/ 275546 w 5554578"/>
                  <a:gd name="connsiteY3" fmla="*/ 0 h 4801691"/>
                  <a:gd name="connsiteX0" fmla="*/ 360093 w 5639125"/>
                  <a:gd name="connsiteY0" fmla="*/ 0 h 4801691"/>
                  <a:gd name="connsiteX1" fmla="*/ 1601687 w 5639125"/>
                  <a:gd name="connsiteY1" fmla="*/ 1414463 h 4801691"/>
                  <a:gd name="connsiteX2" fmla="*/ 2703243 w 5639125"/>
                  <a:gd name="connsiteY2" fmla="*/ 4695483 h 4801691"/>
                  <a:gd name="connsiteX3" fmla="*/ 360093 w 5639125"/>
                  <a:gd name="connsiteY3" fmla="*/ 0 h 4801691"/>
                  <a:gd name="connsiteX0" fmla="*/ 360093 w 5639125"/>
                  <a:gd name="connsiteY0" fmla="*/ 683149 h 5484840"/>
                  <a:gd name="connsiteX1" fmla="*/ 1601687 w 5639125"/>
                  <a:gd name="connsiteY1" fmla="*/ 2097612 h 5484840"/>
                  <a:gd name="connsiteX2" fmla="*/ 2703243 w 5639125"/>
                  <a:gd name="connsiteY2" fmla="*/ 5378632 h 5484840"/>
                  <a:gd name="connsiteX3" fmla="*/ 360093 w 5639125"/>
                  <a:gd name="connsiteY3" fmla="*/ 683149 h 5484840"/>
                  <a:gd name="connsiteX0" fmla="*/ 360093 w 5639125"/>
                  <a:gd name="connsiteY0" fmla="*/ 1246029 h 6047720"/>
                  <a:gd name="connsiteX1" fmla="*/ 1601687 w 5639125"/>
                  <a:gd name="connsiteY1" fmla="*/ 2660492 h 6047720"/>
                  <a:gd name="connsiteX2" fmla="*/ 2703243 w 5639125"/>
                  <a:gd name="connsiteY2" fmla="*/ 5941512 h 6047720"/>
                  <a:gd name="connsiteX3" fmla="*/ 360093 w 5639125"/>
                  <a:gd name="connsiteY3" fmla="*/ 1246029 h 6047720"/>
                  <a:gd name="connsiteX0" fmla="*/ 360093 w 5639125"/>
                  <a:gd name="connsiteY0" fmla="*/ 322922 h 5124613"/>
                  <a:gd name="connsiteX1" fmla="*/ 1050654 w 5639125"/>
                  <a:gd name="connsiteY1" fmla="*/ 636932 h 5124613"/>
                  <a:gd name="connsiteX2" fmla="*/ 1601687 w 5639125"/>
                  <a:gd name="connsiteY2" fmla="*/ 1737385 h 5124613"/>
                  <a:gd name="connsiteX3" fmla="*/ 2703243 w 5639125"/>
                  <a:gd name="connsiteY3" fmla="*/ 5018405 h 5124613"/>
                  <a:gd name="connsiteX4" fmla="*/ 360093 w 5639125"/>
                  <a:gd name="connsiteY4" fmla="*/ 322922 h 5124613"/>
                  <a:gd name="connsiteX0" fmla="*/ 360093 w 5639125"/>
                  <a:gd name="connsiteY0" fmla="*/ 936741 h 5738432"/>
                  <a:gd name="connsiteX1" fmla="*/ 1050654 w 5639125"/>
                  <a:gd name="connsiteY1" fmla="*/ 1250751 h 5738432"/>
                  <a:gd name="connsiteX2" fmla="*/ 1601687 w 5639125"/>
                  <a:gd name="connsiteY2" fmla="*/ 2351204 h 5738432"/>
                  <a:gd name="connsiteX3" fmla="*/ 2703243 w 5639125"/>
                  <a:gd name="connsiteY3" fmla="*/ 5632224 h 5738432"/>
                  <a:gd name="connsiteX4" fmla="*/ 360093 w 5639125"/>
                  <a:gd name="connsiteY4" fmla="*/ 936741 h 5738432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704457 w 5983489"/>
                  <a:gd name="connsiteY0" fmla="*/ 1028982 h 5830673"/>
                  <a:gd name="connsiteX1" fmla="*/ 1395018 w 5983489"/>
                  <a:gd name="connsiteY1" fmla="*/ 1342992 h 5830673"/>
                  <a:gd name="connsiteX2" fmla="*/ 1946051 w 5983489"/>
                  <a:gd name="connsiteY2" fmla="*/ 2443445 h 5830673"/>
                  <a:gd name="connsiteX3" fmla="*/ 3047607 w 5983489"/>
                  <a:gd name="connsiteY3" fmla="*/ 5724465 h 5830673"/>
                  <a:gd name="connsiteX4" fmla="*/ 704457 w 5983489"/>
                  <a:gd name="connsiteY4" fmla="*/ 1028982 h 5830673"/>
                  <a:gd name="connsiteX0" fmla="*/ 686900 w 5965932"/>
                  <a:gd name="connsiteY0" fmla="*/ 1144005 h 5945696"/>
                  <a:gd name="connsiteX1" fmla="*/ 1377461 w 5965932"/>
                  <a:gd name="connsiteY1" fmla="*/ 1458015 h 5945696"/>
                  <a:gd name="connsiteX2" fmla="*/ 1928494 w 5965932"/>
                  <a:gd name="connsiteY2" fmla="*/ 2558468 h 5945696"/>
                  <a:gd name="connsiteX3" fmla="*/ 3030050 w 5965932"/>
                  <a:gd name="connsiteY3" fmla="*/ 5839488 h 5945696"/>
                  <a:gd name="connsiteX4" fmla="*/ 686900 w 5965932"/>
                  <a:gd name="connsiteY4" fmla="*/ 1144005 h 5945696"/>
                  <a:gd name="connsiteX0" fmla="*/ 746732 w 6025764"/>
                  <a:gd name="connsiteY0" fmla="*/ 1134443 h 5936134"/>
                  <a:gd name="connsiteX1" fmla="*/ 1437293 w 6025764"/>
                  <a:gd name="connsiteY1" fmla="*/ 1448453 h 5936134"/>
                  <a:gd name="connsiteX2" fmla="*/ 1988326 w 6025764"/>
                  <a:gd name="connsiteY2" fmla="*/ 2548906 h 5936134"/>
                  <a:gd name="connsiteX3" fmla="*/ 3089882 w 6025764"/>
                  <a:gd name="connsiteY3" fmla="*/ 5829926 h 5936134"/>
                  <a:gd name="connsiteX4" fmla="*/ 746732 w 6025764"/>
                  <a:gd name="connsiteY4" fmla="*/ 1134443 h 5936134"/>
                  <a:gd name="connsiteX0" fmla="*/ 732966 w 6011998"/>
                  <a:gd name="connsiteY0" fmla="*/ 1146317 h 5948008"/>
                  <a:gd name="connsiteX1" fmla="*/ 1423527 w 6011998"/>
                  <a:gd name="connsiteY1" fmla="*/ 1460327 h 5948008"/>
                  <a:gd name="connsiteX2" fmla="*/ 1974560 w 6011998"/>
                  <a:gd name="connsiteY2" fmla="*/ 2560780 h 5948008"/>
                  <a:gd name="connsiteX3" fmla="*/ 3076116 w 6011998"/>
                  <a:gd name="connsiteY3" fmla="*/ 5841800 h 5948008"/>
                  <a:gd name="connsiteX4" fmla="*/ 732966 w 6011998"/>
                  <a:gd name="connsiteY4" fmla="*/ 1146317 h 5948008"/>
                  <a:gd name="connsiteX0" fmla="*/ 660607 w 5939639"/>
                  <a:gd name="connsiteY0" fmla="*/ 1170617 h 5972308"/>
                  <a:gd name="connsiteX1" fmla="*/ 1351168 w 5939639"/>
                  <a:gd name="connsiteY1" fmla="*/ 1484627 h 5972308"/>
                  <a:gd name="connsiteX2" fmla="*/ 1902201 w 5939639"/>
                  <a:gd name="connsiteY2" fmla="*/ 2585080 h 5972308"/>
                  <a:gd name="connsiteX3" fmla="*/ 3003757 w 5939639"/>
                  <a:gd name="connsiteY3" fmla="*/ 5866100 h 5972308"/>
                  <a:gd name="connsiteX4" fmla="*/ 660607 w 5939639"/>
                  <a:gd name="connsiteY4" fmla="*/ 1170617 h 597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9639" h="5972308">
                    <a:moveTo>
                      <a:pt x="660607" y="1170617"/>
                    </a:moveTo>
                    <a:cubicBezTo>
                      <a:pt x="-1378992" y="70145"/>
                      <a:pt x="2017361" y="-923271"/>
                      <a:pt x="1351168" y="1484627"/>
                    </a:cubicBezTo>
                    <a:cubicBezTo>
                      <a:pt x="1515237" y="2391883"/>
                      <a:pt x="1531520" y="2171541"/>
                      <a:pt x="1902201" y="2585080"/>
                    </a:cubicBezTo>
                    <a:cubicBezTo>
                      <a:pt x="5988899" y="2573853"/>
                      <a:pt x="7961047" y="6677427"/>
                      <a:pt x="3003757" y="5866100"/>
                    </a:cubicBezTo>
                    <a:cubicBezTo>
                      <a:pt x="-1606343" y="4443814"/>
                      <a:pt x="1198769" y="2235716"/>
                      <a:pt x="660607" y="117061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4007C3A2-EAB9-0AAB-F9AA-11E6466EE4D5}"/>
                  </a:ext>
                </a:extLst>
              </p:cNvPr>
              <p:cNvGrpSpPr/>
              <p:nvPr/>
            </p:nvGrpSpPr>
            <p:grpSpPr>
              <a:xfrm>
                <a:off x="6225953" y="3537583"/>
                <a:ext cx="2041340" cy="2039728"/>
                <a:chOff x="6315499" y="3559318"/>
                <a:chExt cx="2041340" cy="2039728"/>
              </a:xfrm>
              <a:grpFill/>
            </p:grpSpPr>
            <p:sp>
              <p:nvSpPr>
                <p:cNvPr id="237" name="Rectangle 848">
                  <a:extLst>
                    <a:ext uri="{FF2B5EF4-FFF2-40B4-BE49-F238E27FC236}">
                      <a16:creationId xmlns:a16="http://schemas.microsoft.com/office/drawing/2014/main" id="{87228EFD-5C3D-3675-3261-B8861B827EB2}"/>
                    </a:ext>
                  </a:extLst>
                </p:cNvPr>
                <p:cNvSpPr/>
                <p:nvPr/>
              </p:nvSpPr>
              <p:spPr>
                <a:xfrm>
                  <a:off x="6315499" y="3559318"/>
                  <a:ext cx="2041340" cy="2039728"/>
                </a:xfrm>
                <a:custGeom>
                  <a:avLst/>
                  <a:gdLst>
                    <a:gd name="connsiteX0" fmla="*/ 0 w 531854"/>
                    <a:gd name="connsiteY0" fmla="*/ 0 h 277105"/>
                    <a:gd name="connsiteX1" fmla="*/ 531854 w 531854"/>
                    <a:gd name="connsiteY1" fmla="*/ 0 h 277105"/>
                    <a:gd name="connsiteX2" fmla="*/ 531854 w 531854"/>
                    <a:gd name="connsiteY2" fmla="*/ 277105 h 277105"/>
                    <a:gd name="connsiteX3" fmla="*/ 0 w 531854"/>
                    <a:gd name="connsiteY3" fmla="*/ 277105 h 277105"/>
                    <a:gd name="connsiteX4" fmla="*/ 0 w 531854"/>
                    <a:gd name="connsiteY4" fmla="*/ 0 h 277105"/>
                    <a:gd name="connsiteX0" fmla="*/ 0 w 2157454"/>
                    <a:gd name="connsiteY0" fmla="*/ 0 h 1641448"/>
                    <a:gd name="connsiteX1" fmla="*/ 531854 w 2157454"/>
                    <a:gd name="connsiteY1" fmla="*/ 0 h 1641448"/>
                    <a:gd name="connsiteX2" fmla="*/ 2157454 w 2157454"/>
                    <a:gd name="connsiteY2" fmla="*/ 1641448 h 1641448"/>
                    <a:gd name="connsiteX3" fmla="*/ 0 w 2157454"/>
                    <a:gd name="connsiteY3" fmla="*/ 277105 h 1641448"/>
                    <a:gd name="connsiteX4" fmla="*/ 0 w 2157454"/>
                    <a:gd name="connsiteY4" fmla="*/ 0 h 1641448"/>
                    <a:gd name="connsiteX0" fmla="*/ 0 w 2157454"/>
                    <a:gd name="connsiteY0" fmla="*/ 277105 h 1641448"/>
                    <a:gd name="connsiteX1" fmla="*/ 531854 w 2157454"/>
                    <a:gd name="connsiteY1" fmla="*/ 0 h 1641448"/>
                    <a:gd name="connsiteX2" fmla="*/ 2157454 w 2157454"/>
                    <a:gd name="connsiteY2" fmla="*/ 1641448 h 1641448"/>
                    <a:gd name="connsiteX3" fmla="*/ 0 w 2157454"/>
                    <a:gd name="connsiteY3" fmla="*/ 277105 h 1641448"/>
                    <a:gd name="connsiteX0" fmla="*/ 0 w 2157454"/>
                    <a:gd name="connsiteY0" fmla="*/ 509333 h 1873676"/>
                    <a:gd name="connsiteX1" fmla="*/ 168997 w 2157454"/>
                    <a:gd name="connsiteY1" fmla="*/ 0 h 1873676"/>
                    <a:gd name="connsiteX2" fmla="*/ 2157454 w 2157454"/>
                    <a:gd name="connsiteY2" fmla="*/ 1873676 h 1873676"/>
                    <a:gd name="connsiteX3" fmla="*/ 0 w 2157454"/>
                    <a:gd name="connsiteY3" fmla="*/ 509333 h 1873676"/>
                    <a:gd name="connsiteX0" fmla="*/ 0 w 2157454"/>
                    <a:gd name="connsiteY0" fmla="*/ 539304 h 1903647"/>
                    <a:gd name="connsiteX1" fmla="*/ 168997 w 2157454"/>
                    <a:gd name="connsiteY1" fmla="*/ 29971 h 1903647"/>
                    <a:gd name="connsiteX2" fmla="*/ 2157454 w 2157454"/>
                    <a:gd name="connsiteY2" fmla="*/ 1903647 h 1903647"/>
                    <a:gd name="connsiteX3" fmla="*/ 0 w 2157454"/>
                    <a:gd name="connsiteY3" fmla="*/ 539304 h 1903647"/>
                    <a:gd name="connsiteX0" fmla="*/ 0 w 2041340"/>
                    <a:gd name="connsiteY0" fmla="*/ 423190 h 1903647"/>
                    <a:gd name="connsiteX1" fmla="*/ 52883 w 2041340"/>
                    <a:gd name="connsiteY1" fmla="*/ 29971 h 1903647"/>
                    <a:gd name="connsiteX2" fmla="*/ 2041340 w 2041340"/>
                    <a:gd name="connsiteY2" fmla="*/ 1903647 h 1903647"/>
                    <a:gd name="connsiteX3" fmla="*/ 0 w 2041340"/>
                    <a:gd name="connsiteY3" fmla="*/ 423190 h 1903647"/>
                    <a:gd name="connsiteX0" fmla="*/ 0 w 2041340"/>
                    <a:gd name="connsiteY0" fmla="*/ 423190 h 1903647"/>
                    <a:gd name="connsiteX1" fmla="*/ 52883 w 2041340"/>
                    <a:gd name="connsiteY1" fmla="*/ 29971 h 1903647"/>
                    <a:gd name="connsiteX2" fmla="*/ 2041340 w 2041340"/>
                    <a:gd name="connsiteY2" fmla="*/ 1903647 h 1903647"/>
                    <a:gd name="connsiteX3" fmla="*/ 0 w 2041340"/>
                    <a:gd name="connsiteY3" fmla="*/ 423190 h 1903647"/>
                    <a:gd name="connsiteX0" fmla="*/ 0 w 2041340"/>
                    <a:gd name="connsiteY0" fmla="*/ 423190 h 2005364"/>
                    <a:gd name="connsiteX1" fmla="*/ 52883 w 2041340"/>
                    <a:gd name="connsiteY1" fmla="*/ 29971 h 2005364"/>
                    <a:gd name="connsiteX2" fmla="*/ 2041340 w 2041340"/>
                    <a:gd name="connsiteY2" fmla="*/ 1903647 h 2005364"/>
                    <a:gd name="connsiteX3" fmla="*/ 0 w 2041340"/>
                    <a:gd name="connsiteY3" fmla="*/ 423190 h 2005364"/>
                    <a:gd name="connsiteX0" fmla="*/ 0 w 2041340"/>
                    <a:gd name="connsiteY0" fmla="*/ 415048 h 1997222"/>
                    <a:gd name="connsiteX1" fmla="*/ 52883 w 2041340"/>
                    <a:gd name="connsiteY1" fmla="*/ 21829 h 1997222"/>
                    <a:gd name="connsiteX2" fmla="*/ 2041340 w 2041340"/>
                    <a:gd name="connsiteY2" fmla="*/ 1895505 h 1997222"/>
                    <a:gd name="connsiteX3" fmla="*/ 0 w 2041340"/>
                    <a:gd name="connsiteY3" fmla="*/ 415048 h 1997222"/>
                    <a:gd name="connsiteX0" fmla="*/ 0 w 2041340"/>
                    <a:gd name="connsiteY0" fmla="*/ 453538 h 2035712"/>
                    <a:gd name="connsiteX1" fmla="*/ 52883 w 2041340"/>
                    <a:gd name="connsiteY1" fmla="*/ 60319 h 2035712"/>
                    <a:gd name="connsiteX2" fmla="*/ 2041340 w 2041340"/>
                    <a:gd name="connsiteY2" fmla="*/ 1933995 h 2035712"/>
                    <a:gd name="connsiteX3" fmla="*/ 0 w 2041340"/>
                    <a:gd name="connsiteY3" fmla="*/ 453538 h 2035712"/>
                    <a:gd name="connsiteX0" fmla="*/ 0 w 2041340"/>
                    <a:gd name="connsiteY0" fmla="*/ 454666 h 2036840"/>
                    <a:gd name="connsiteX1" fmla="*/ 52883 w 2041340"/>
                    <a:gd name="connsiteY1" fmla="*/ 61447 h 2036840"/>
                    <a:gd name="connsiteX2" fmla="*/ 2041340 w 2041340"/>
                    <a:gd name="connsiteY2" fmla="*/ 1935123 h 2036840"/>
                    <a:gd name="connsiteX3" fmla="*/ 0 w 2041340"/>
                    <a:gd name="connsiteY3" fmla="*/ 454666 h 2036840"/>
                    <a:gd name="connsiteX0" fmla="*/ 0 w 2041340"/>
                    <a:gd name="connsiteY0" fmla="*/ 457554 h 2039728"/>
                    <a:gd name="connsiteX1" fmla="*/ 52883 w 2041340"/>
                    <a:gd name="connsiteY1" fmla="*/ 64335 h 2039728"/>
                    <a:gd name="connsiteX2" fmla="*/ 2041340 w 2041340"/>
                    <a:gd name="connsiteY2" fmla="*/ 1938011 h 2039728"/>
                    <a:gd name="connsiteX3" fmla="*/ 0 w 2041340"/>
                    <a:gd name="connsiteY3" fmla="*/ 457554 h 203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41340" h="2039728">
                      <a:moveTo>
                        <a:pt x="0" y="457554"/>
                      </a:moveTo>
                      <a:lnTo>
                        <a:pt x="52883" y="64335"/>
                      </a:lnTo>
                      <a:cubicBezTo>
                        <a:pt x="1541202" y="-412377"/>
                        <a:pt x="1175321" y="1915794"/>
                        <a:pt x="2041340" y="1938011"/>
                      </a:cubicBezTo>
                      <a:cubicBezTo>
                        <a:pt x="1941465" y="1908982"/>
                        <a:pt x="796561" y="2663726"/>
                        <a:pt x="0" y="457554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98E8C6CD-EB04-CB2E-644C-4235CD022478}"/>
                    </a:ext>
                  </a:extLst>
                </p:cNvPr>
                <p:cNvSpPr/>
                <p:nvPr/>
              </p:nvSpPr>
              <p:spPr>
                <a:xfrm>
                  <a:off x="6732700" y="4251177"/>
                  <a:ext cx="1295400" cy="13144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19200"/>
                    <a:gd name="connsiteY0" fmla="*/ 0 h 1403350"/>
                    <a:gd name="connsiteX1" fmla="*/ 1219200 w 1219200"/>
                    <a:gd name="connsiteY1" fmla="*/ 1403350 h 1403350"/>
                    <a:gd name="connsiteX0" fmla="*/ 0 w 1365250"/>
                    <a:gd name="connsiteY0" fmla="*/ 0 h 1276350"/>
                    <a:gd name="connsiteX1" fmla="*/ 1365250 w 1365250"/>
                    <a:gd name="connsiteY1" fmla="*/ 1276350 h 1276350"/>
                    <a:gd name="connsiteX0" fmla="*/ 0 w 1365250"/>
                    <a:gd name="connsiteY0" fmla="*/ 0 h 1276350"/>
                    <a:gd name="connsiteX1" fmla="*/ 1365250 w 1365250"/>
                    <a:gd name="connsiteY1" fmla="*/ 1276350 h 1276350"/>
                    <a:gd name="connsiteX0" fmla="*/ 0 w 1295400"/>
                    <a:gd name="connsiteY0" fmla="*/ 0 h 1314450"/>
                    <a:gd name="connsiteX1" fmla="*/ 1295400 w 1295400"/>
                    <a:gd name="connsiteY1" fmla="*/ 1314450 h 1314450"/>
                    <a:gd name="connsiteX0" fmla="*/ 0 w 1295400"/>
                    <a:gd name="connsiteY0" fmla="*/ 0 h 1314450"/>
                    <a:gd name="connsiteX1" fmla="*/ 1295400 w 1295400"/>
                    <a:gd name="connsiteY1" fmla="*/ 1314450 h 1314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95400" h="1314450">
                      <a:moveTo>
                        <a:pt x="0" y="0"/>
                      </a:moveTo>
                      <a:cubicBezTo>
                        <a:pt x="275167" y="664633"/>
                        <a:pt x="467783" y="1107017"/>
                        <a:pt x="1295400" y="131445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rgbClr val="4D4239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EEB129B4-3580-C3EB-51F3-E73636292F36}"/>
                    </a:ext>
                  </a:extLst>
                </p:cNvPr>
                <p:cNvSpPr/>
                <p:nvPr/>
              </p:nvSpPr>
              <p:spPr>
                <a:xfrm>
                  <a:off x="6866347" y="4145007"/>
                  <a:ext cx="1219200" cy="14033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19200"/>
                    <a:gd name="connsiteY0" fmla="*/ 0 h 1403350"/>
                    <a:gd name="connsiteX1" fmla="*/ 1219200 w 1219200"/>
                    <a:gd name="connsiteY1" fmla="*/ 1403350 h 140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19200" h="1403350">
                      <a:moveTo>
                        <a:pt x="0" y="0"/>
                      </a:moveTo>
                      <a:cubicBezTo>
                        <a:pt x="433917" y="239183"/>
                        <a:pt x="391583" y="1195917"/>
                        <a:pt x="1219200" y="140335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rgbClr val="4D4239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84240D7D-B9E7-85A4-D1FD-FE99F8E28D3E}"/>
                    </a:ext>
                  </a:extLst>
                </p:cNvPr>
                <p:cNvSpPr/>
                <p:nvPr/>
              </p:nvSpPr>
              <p:spPr>
                <a:xfrm>
                  <a:off x="7099300" y="4025900"/>
                  <a:ext cx="1098550" cy="15176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8550" h="1517650">
                      <a:moveTo>
                        <a:pt x="0" y="0"/>
                      </a:moveTo>
                      <a:cubicBezTo>
                        <a:pt x="433917" y="239183"/>
                        <a:pt x="321733" y="1297517"/>
                        <a:pt x="1098550" y="151765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rgbClr val="4D4239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665ADC89-EE40-64AD-D41A-4AC1E46ABF2D}"/>
                  </a:ext>
                </a:extLst>
              </p:cNvPr>
              <p:cNvGrpSpPr/>
              <p:nvPr/>
            </p:nvGrpSpPr>
            <p:grpSpPr>
              <a:xfrm>
                <a:off x="1363072" y="-1166711"/>
                <a:ext cx="1260815" cy="1746803"/>
                <a:chOff x="-789971" y="-151486"/>
                <a:chExt cx="1260815" cy="1746803"/>
              </a:xfrm>
              <a:grpFill/>
            </p:grpSpPr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B5174BF4-D584-F31F-E14E-23F938CE5C01}"/>
                    </a:ext>
                  </a:extLst>
                </p:cNvPr>
                <p:cNvSpPr/>
                <p:nvPr/>
              </p:nvSpPr>
              <p:spPr>
                <a:xfrm rot="19851584">
                  <a:off x="-765592" y="-151486"/>
                  <a:ext cx="1236436" cy="1746803"/>
                </a:xfrm>
                <a:custGeom>
                  <a:avLst/>
                  <a:gdLst>
                    <a:gd name="connsiteX0" fmla="*/ 784098 w 1236436"/>
                    <a:gd name="connsiteY0" fmla="*/ 85797 h 1746803"/>
                    <a:gd name="connsiteX1" fmla="*/ 877572 w 1236436"/>
                    <a:gd name="connsiteY1" fmla="*/ 1589031 h 1746803"/>
                    <a:gd name="connsiteX2" fmla="*/ 803816 w 1236436"/>
                    <a:gd name="connsiteY2" fmla="*/ 1669823 h 1746803"/>
                    <a:gd name="connsiteX3" fmla="*/ 719515 w 1236436"/>
                    <a:gd name="connsiteY3" fmla="*/ 1696684 h 1746803"/>
                    <a:gd name="connsiteX4" fmla="*/ 338721 w 1236436"/>
                    <a:gd name="connsiteY4" fmla="*/ 1746803 h 1746803"/>
                    <a:gd name="connsiteX5" fmla="*/ 80647 w 1236436"/>
                    <a:gd name="connsiteY5" fmla="*/ 1724155 h 1746803"/>
                    <a:gd name="connsiteX6" fmla="*/ 6127 w 1236436"/>
                    <a:gd name="connsiteY6" fmla="*/ 1707474 h 1746803"/>
                    <a:gd name="connsiteX7" fmla="*/ 39799 w 1236436"/>
                    <a:gd name="connsiteY7" fmla="*/ 1668643 h 1746803"/>
                    <a:gd name="connsiteX8" fmla="*/ 277794 w 1236436"/>
                    <a:gd name="connsiteY8" fmla="*/ 1142291 h 1746803"/>
                    <a:gd name="connsiteX9" fmla="*/ 784098 w 1236436"/>
                    <a:gd name="connsiteY9" fmla="*/ 85797 h 1746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36436" h="1746803">
                      <a:moveTo>
                        <a:pt x="784098" y="85797"/>
                      </a:moveTo>
                      <a:cubicBezTo>
                        <a:pt x="1199525" y="288854"/>
                        <a:pt x="1507038" y="838724"/>
                        <a:pt x="877572" y="1589031"/>
                      </a:cubicBezTo>
                      <a:lnTo>
                        <a:pt x="803816" y="1669823"/>
                      </a:lnTo>
                      <a:lnTo>
                        <a:pt x="719515" y="1696684"/>
                      </a:lnTo>
                      <a:cubicBezTo>
                        <a:pt x="599222" y="1729257"/>
                        <a:pt x="471325" y="1746803"/>
                        <a:pt x="338721" y="1746803"/>
                      </a:cubicBezTo>
                      <a:cubicBezTo>
                        <a:pt x="250318" y="1746803"/>
                        <a:pt x="164007" y="1739005"/>
                        <a:pt x="80647" y="1724155"/>
                      </a:cubicBezTo>
                      <a:lnTo>
                        <a:pt x="6127" y="1707474"/>
                      </a:lnTo>
                      <a:lnTo>
                        <a:pt x="39799" y="1668643"/>
                      </a:lnTo>
                      <a:cubicBezTo>
                        <a:pt x="177725" y="1499527"/>
                        <a:pt x="270200" y="1328595"/>
                        <a:pt x="277794" y="1142291"/>
                      </a:cubicBezTo>
                      <a:cubicBezTo>
                        <a:pt x="-383917" y="104034"/>
                        <a:pt x="279650" y="-160771"/>
                        <a:pt x="784098" y="85797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EC96FC32-1665-B63D-399E-5FC543853A88}"/>
                    </a:ext>
                  </a:extLst>
                </p:cNvPr>
                <p:cNvSpPr/>
                <p:nvPr/>
              </p:nvSpPr>
              <p:spPr>
                <a:xfrm>
                  <a:off x="-789971" y="721915"/>
                  <a:ext cx="1001486" cy="290582"/>
                </a:xfrm>
                <a:custGeom>
                  <a:avLst/>
                  <a:gdLst>
                    <a:gd name="connsiteX0" fmla="*/ 0 w 1001486"/>
                    <a:gd name="connsiteY0" fmla="*/ 43543 h 290582"/>
                    <a:gd name="connsiteX1" fmla="*/ 406400 w 1001486"/>
                    <a:gd name="connsiteY1" fmla="*/ 290286 h 290582"/>
                    <a:gd name="connsiteX2" fmla="*/ 1001486 w 1001486"/>
                    <a:gd name="connsiteY2" fmla="*/ 0 h 290582"/>
                    <a:gd name="connsiteX3" fmla="*/ 1001486 w 1001486"/>
                    <a:gd name="connsiteY3" fmla="*/ 0 h 290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486" h="290582">
                      <a:moveTo>
                        <a:pt x="0" y="43543"/>
                      </a:moveTo>
                      <a:cubicBezTo>
                        <a:pt x="119743" y="170543"/>
                        <a:pt x="239486" y="297543"/>
                        <a:pt x="406400" y="290286"/>
                      </a:cubicBezTo>
                      <a:cubicBezTo>
                        <a:pt x="573314" y="283029"/>
                        <a:pt x="1001486" y="0"/>
                        <a:pt x="1001486" y="0"/>
                      </a:cubicBezTo>
                      <a:lnTo>
                        <a:pt x="1001486" y="0"/>
                      </a:ln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1D5E8683-D268-D399-C0CA-3791CB04C978}"/>
                  </a:ext>
                </a:extLst>
              </p:cNvPr>
              <p:cNvGrpSpPr/>
              <p:nvPr/>
            </p:nvGrpSpPr>
            <p:grpSpPr>
              <a:xfrm>
                <a:off x="737842" y="-598490"/>
                <a:ext cx="753774" cy="856403"/>
                <a:chOff x="699127" y="-644416"/>
                <a:chExt cx="753774" cy="856403"/>
              </a:xfrm>
              <a:grpFill/>
            </p:grpSpPr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6C922B0F-C163-80A7-8822-6CE28054687E}"/>
                    </a:ext>
                  </a:extLst>
                </p:cNvPr>
                <p:cNvSpPr/>
                <p:nvPr/>
              </p:nvSpPr>
              <p:spPr>
                <a:xfrm rot="15096860" flipV="1">
                  <a:off x="881585" y="-359329"/>
                  <a:ext cx="527893" cy="614739"/>
                </a:xfrm>
                <a:custGeom>
                  <a:avLst/>
                  <a:gdLst>
                    <a:gd name="connsiteX0" fmla="*/ 390879 w 1134829"/>
                    <a:gd name="connsiteY0" fmla="*/ 1302 h 869793"/>
                    <a:gd name="connsiteX1" fmla="*/ 778827 w 1134829"/>
                    <a:gd name="connsiteY1" fmla="*/ 251547 h 869793"/>
                    <a:gd name="connsiteX2" fmla="*/ 773547 w 1134829"/>
                    <a:gd name="connsiteY2" fmla="*/ 263835 h 869793"/>
                    <a:gd name="connsiteX3" fmla="*/ 754820 w 1134829"/>
                    <a:gd name="connsiteY3" fmla="*/ 271299 h 869793"/>
                    <a:gd name="connsiteX4" fmla="*/ 727044 w 1134829"/>
                    <a:gd name="connsiteY4" fmla="*/ 299479 h 869793"/>
                    <a:gd name="connsiteX5" fmla="*/ 770277 w 1134829"/>
                    <a:gd name="connsiteY5" fmla="*/ 271445 h 869793"/>
                    <a:gd name="connsiteX6" fmla="*/ 773547 w 1134829"/>
                    <a:gd name="connsiteY6" fmla="*/ 263835 h 869793"/>
                    <a:gd name="connsiteX7" fmla="*/ 794230 w 1134829"/>
                    <a:gd name="connsiteY7" fmla="*/ 255591 h 869793"/>
                    <a:gd name="connsiteX8" fmla="*/ 727044 w 1134829"/>
                    <a:gd name="connsiteY8" fmla="*/ 488165 h 869793"/>
                    <a:gd name="connsiteX9" fmla="*/ 629090 w 1134829"/>
                    <a:gd name="connsiteY9" fmla="*/ 641040 h 869793"/>
                    <a:gd name="connsiteX10" fmla="*/ 623757 w 1134829"/>
                    <a:gd name="connsiteY10" fmla="*/ 623028 h 869793"/>
                    <a:gd name="connsiteX11" fmla="*/ 625444 w 1134829"/>
                    <a:gd name="connsiteY11" fmla="*/ 589764 h 869793"/>
                    <a:gd name="connsiteX12" fmla="*/ 622991 w 1134829"/>
                    <a:gd name="connsiteY12" fmla="*/ 620440 h 869793"/>
                    <a:gd name="connsiteX13" fmla="*/ 623757 w 1134829"/>
                    <a:gd name="connsiteY13" fmla="*/ 623028 h 869793"/>
                    <a:gd name="connsiteX14" fmla="*/ 622957 w 1134829"/>
                    <a:gd name="connsiteY14" fmla="*/ 638812 h 869793"/>
                    <a:gd name="connsiteX15" fmla="*/ 422244 w 1134829"/>
                    <a:gd name="connsiteY15" fmla="*/ 865535 h 869793"/>
                    <a:gd name="connsiteX16" fmla="*/ 422224 w 1134829"/>
                    <a:gd name="connsiteY16" fmla="*/ 869793 h 869793"/>
                    <a:gd name="connsiteX17" fmla="*/ 272253 w 1134829"/>
                    <a:gd name="connsiteY17" fmla="*/ 836949 h 869793"/>
                    <a:gd name="connsiteX18" fmla="*/ 5948 w 1134829"/>
                    <a:gd name="connsiteY18" fmla="*/ 710275 h 869793"/>
                    <a:gd name="connsiteX19" fmla="*/ 0 w 1134829"/>
                    <a:gd name="connsiteY19" fmla="*/ 705189 h 869793"/>
                    <a:gd name="connsiteX20" fmla="*/ 4291 w 1134829"/>
                    <a:gd name="connsiteY20" fmla="*/ 629545 h 869793"/>
                    <a:gd name="connsiteX21" fmla="*/ 390879 w 1134829"/>
                    <a:gd name="connsiteY21" fmla="*/ 1302 h 869793"/>
                    <a:gd name="connsiteX0" fmla="*/ 390879 w 1134829"/>
                    <a:gd name="connsiteY0" fmla="*/ 1302 h 878836"/>
                    <a:gd name="connsiteX1" fmla="*/ 778827 w 1134829"/>
                    <a:gd name="connsiteY1" fmla="*/ 251547 h 878836"/>
                    <a:gd name="connsiteX2" fmla="*/ 773547 w 1134829"/>
                    <a:gd name="connsiteY2" fmla="*/ 263835 h 878836"/>
                    <a:gd name="connsiteX3" fmla="*/ 754820 w 1134829"/>
                    <a:gd name="connsiteY3" fmla="*/ 271299 h 878836"/>
                    <a:gd name="connsiteX4" fmla="*/ 727044 w 1134829"/>
                    <a:gd name="connsiteY4" fmla="*/ 299479 h 878836"/>
                    <a:gd name="connsiteX5" fmla="*/ 770277 w 1134829"/>
                    <a:gd name="connsiteY5" fmla="*/ 271445 h 878836"/>
                    <a:gd name="connsiteX6" fmla="*/ 773547 w 1134829"/>
                    <a:gd name="connsiteY6" fmla="*/ 263835 h 878836"/>
                    <a:gd name="connsiteX7" fmla="*/ 794230 w 1134829"/>
                    <a:gd name="connsiteY7" fmla="*/ 255591 h 878836"/>
                    <a:gd name="connsiteX8" fmla="*/ 727044 w 1134829"/>
                    <a:gd name="connsiteY8" fmla="*/ 488165 h 878836"/>
                    <a:gd name="connsiteX9" fmla="*/ 629090 w 1134829"/>
                    <a:gd name="connsiteY9" fmla="*/ 641040 h 878836"/>
                    <a:gd name="connsiteX10" fmla="*/ 623757 w 1134829"/>
                    <a:gd name="connsiteY10" fmla="*/ 623028 h 878836"/>
                    <a:gd name="connsiteX11" fmla="*/ 625444 w 1134829"/>
                    <a:gd name="connsiteY11" fmla="*/ 589764 h 878836"/>
                    <a:gd name="connsiteX12" fmla="*/ 622991 w 1134829"/>
                    <a:gd name="connsiteY12" fmla="*/ 620440 h 878836"/>
                    <a:gd name="connsiteX13" fmla="*/ 623757 w 1134829"/>
                    <a:gd name="connsiteY13" fmla="*/ 623028 h 878836"/>
                    <a:gd name="connsiteX14" fmla="*/ 622957 w 1134829"/>
                    <a:gd name="connsiteY14" fmla="*/ 638812 h 878836"/>
                    <a:gd name="connsiteX15" fmla="*/ 422244 w 1134829"/>
                    <a:gd name="connsiteY15" fmla="*/ 865535 h 878836"/>
                    <a:gd name="connsiteX16" fmla="*/ 272253 w 1134829"/>
                    <a:gd name="connsiteY16" fmla="*/ 836949 h 878836"/>
                    <a:gd name="connsiteX17" fmla="*/ 5948 w 1134829"/>
                    <a:gd name="connsiteY17" fmla="*/ 710275 h 878836"/>
                    <a:gd name="connsiteX18" fmla="*/ 0 w 1134829"/>
                    <a:gd name="connsiteY18" fmla="*/ 705189 h 878836"/>
                    <a:gd name="connsiteX19" fmla="*/ 4291 w 1134829"/>
                    <a:gd name="connsiteY19" fmla="*/ 629545 h 878836"/>
                    <a:gd name="connsiteX20" fmla="*/ 390879 w 1134829"/>
                    <a:gd name="connsiteY20" fmla="*/ 1302 h 878836"/>
                    <a:gd name="connsiteX0" fmla="*/ 390879 w 1134829"/>
                    <a:gd name="connsiteY0" fmla="*/ 1302 h 866250"/>
                    <a:gd name="connsiteX1" fmla="*/ 778827 w 1134829"/>
                    <a:gd name="connsiteY1" fmla="*/ 251547 h 866250"/>
                    <a:gd name="connsiteX2" fmla="*/ 773547 w 1134829"/>
                    <a:gd name="connsiteY2" fmla="*/ 263835 h 866250"/>
                    <a:gd name="connsiteX3" fmla="*/ 754820 w 1134829"/>
                    <a:gd name="connsiteY3" fmla="*/ 271299 h 866250"/>
                    <a:gd name="connsiteX4" fmla="*/ 727044 w 1134829"/>
                    <a:gd name="connsiteY4" fmla="*/ 299479 h 866250"/>
                    <a:gd name="connsiteX5" fmla="*/ 770277 w 1134829"/>
                    <a:gd name="connsiteY5" fmla="*/ 271445 h 866250"/>
                    <a:gd name="connsiteX6" fmla="*/ 773547 w 1134829"/>
                    <a:gd name="connsiteY6" fmla="*/ 263835 h 866250"/>
                    <a:gd name="connsiteX7" fmla="*/ 794230 w 1134829"/>
                    <a:gd name="connsiteY7" fmla="*/ 255591 h 866250"/>
                    <a:gd name="connsiteX8" fmla="*/ 727044 w 1134829"/>
                    <a:gd name="connsiteY8" fmla="*/ 488165 h 866250"/>
                    <a:gd name="connsiteX9" fmla="*/ 629090 w 1134829"/>
                    <a:gd name="connsiteY9" fmla="*/ 641040 h 866250"/>
                    <a:gd name="connsiteX10" fmla="*/ 623757 w 1134829"/>
                    <a:gd name="connsiteY10" fmla="*/ 623028 h 866250"/>
                    <a:gd name="connsiteX11" fmla="*/ 625444 w 1134829"/>
                    <a:gd name="connsiteY11" fmla="*/ 589764 h 866250"/>
                    <a:gd name="connsiteX12" fmla="*/ 622991 w 1134829"/>
                    <a:gd name="connsiteY12" fmla="*/ 620440 h 866250"/>
                    <a:gd name="connsiteX13" fmla="*/ 623757 w 1134829"/>
                    <a:gd name="connsiteY13" fmla="*/ 623028 h 866250"/>
                    <a:gd name="connsiteX14" fmla="*/ 622957 w 1134829"/>
                    <a:gd name="connsiteY14" fmla="*/ 638812 h 866250"/>
                    <a:gd name="connsiteX15" fmla="*/ 422244 w 1134829"/>
                    <a:gd name="connsiteY15" fmla="*/ 865535 h 866250"/>
                    <a:gd name="connsiteX16" fmla="*/ 5948 w 1134829"/>
                    <a:gd name="connsiteY16" fmla="*/ 710275 h 866250"/>
                    <a:gd name="connsiteX17" fmla="*/ 0 w 1134829"/>
                    <a:gd name="connsiteY17" fmla="*/ 705189 h 866250"/>
                    <a:gd name="connsiteX18" fmla="*/ 4291 w 1134829"/>
                    <a:gd name="connsiteY18" fmla="*/ 629545 h 866250"/>
                    <a:gd name="connsiteX19" fmla="*/ 390879 w 1134829"/>
                    <a:gd name="connsiteY19" fmla="*/ 1302 h 866250"/>
                    <a:gd name="connsiteX0" fmla="*/ 390879 w 1134829"/>
                    <a:gd name="connsiteY0" fmla="*/ 1302 h 866250"/>
                    <a:gd name="connsiteX1" fmla="*/ 778827 w 1134829"/>
                    <a:gd name="connsiteY1" fmla="*/ 251547 h 866250"/>
                    <a:gd name="connsiteX2" fmla="*/ 773547 w 1134829"/>
                    <a:gd name="connsiteY2" fmla="*/ 263835 h 866250"/>
                    <a:gd name="connsiteX3" fmla="*/ 754820 w 1134829"/>
                    <a:gd name="connsiteY3" fmla="*/ 271299 h 866250"/>
                    <a:gd name="connsiteX4" fmla="*/ 727044 w 1134829"/>
                    <a:gd name="connsiteY4" fmla="*/ 299479 h 866250"/>
                    <a:gd name="connsiteX5" fmla="*/ 770277 w 1134829"/>
                    <a:gd name="connsiteY5" fmla="*/ 271445 h 866250"/>
                    <a:gd name="connsiteX6" fmla="*/ 773547 w 1134829"/>
                    <a:gd name="connsiteY6" fmla="*/ 263835 h 866250"/>
                    <a:gd name="connsiteX7" fmla="*/ 794230 w 1134829"/>
                    <a:gd name="connsiteY7" fmla="*/ 255591 h 866250"/>
                    <a:gd name="connsiteX8" fmla="*/ 727044 w 1134829"/>
                    <a:gd name="connsiteY8" fmla="*/ 488165 h 866250"/>
                    <a:gd name="connsiteX9" fmla="*/ 629090 w 1134829"/>
                    <a:gd name="connsiteY9" fmla="*/ 641040 h 866250"/>
                    <a:gd name="connsiteX10" fmla="*/ 623757 w 1134829"/>
                    <a:gd name="connsiteY10" fmla="*/ 623028 h 866250"/>
                    <a:gd name="connsiteX11" fmla="*/ 625444 w 1134829"/>
                    <a:gd name="connsiteY11" fmla="*/ 589764 h 866250"/>
                    <a:gd name="connsiteX12" fmla="*/ 622991 w 1134829"/>
                    <a:gd name="connsiteY12" fmla="*/ 620440 h 866250"/>
                    <a:gd name="connsiteX13" fmla="*/ 623757 w 1134829"/>
                    <a:gd name="connsiteY13" fmla="*/ 623028 h 866250"/>
                    <a:gd name="connsiteX14" fmla="*/ 622957 w 1134829"/>
                    <a:gd name="connsiteY14" fmla="*/ 638812 h 866250"/>
                    <a:gd name="connsiteX15" fmla="*/ 422244 w 1134829"/>
                    <a:gd name="connsiteY15" fmla="*/ 865535 h 866250"/>
                    <a:gd name="connsiteX16" fmla="*/ 5948 w 1134829"/>
                    <a:gd name="connsiteY16" fmla="*/ 710275 h 866250"/>
                    <a:gd name="connsiteX17" fmla="*/ 0 w 1134829"/>
                    <a:gd name="connsiteY17" fmla="*/ 705189 h 866250"/>
                    <a:gd name="connsiteX18" fmla="*/ 390879 w 1134829"/>
                    <a:gd name="connsiteY18" fmla="*/ 1302 h 866250"/>
                    <a:gd name="connsiteX0" fmla="*/ 0 w 1134829"/>
                    <a:gd name="connsiteY0" fmla="*/ 454368 h 615429"/>
                    <a:gd name="connsiteX1" fmla="*/ 778827 w 1134829"/>
                    <a:gd name="connsiteY1" fmla="*/ 726 h 615429"/>
                    <a:gd name="connsiteX2" fmla="*/ 773547 w 1134829"/>
                    <a:gd name="connsiteY2" fmla="*/ 13014 h 615429"/>
                    <a:gd name="connsiteX3" fmla="*/ 754820 w 1134829"/>
                    <a:gd name="connsiteY3" fmla="*/ 20478 h 615429"/>
                    <a:gd name="connsiteX4" fmla="*/ 727044 w 1134829"/>
                    <a:gd name="connsiteY4" fmla="*/ 48658 h 615429"/>
                    <a:gd name="connsiteX5" fmla="*/ 770277 w 1134829"/>
                    <a:gd name="connsiteY5" fmla="*/ 20624 h 615429"/>
                    <a:gd name="connsiteX6" fmla="*/ 773547 w 1134829"/>
                    <a:gd name="connsiteY6" fmla="*/ 13014 h 615429"/>
                    <a:gd name="connsiteX7" fmla="*/ 794230 w 1134829"/>
                    <a:gd name="connsiteY7" fmla="*/ 4770 h 615429"/>
                    <a:gd name="connsiteX8" fmla="*/ 727044 w 1134829"/>
                    <a:gd name="connsiteY8" fmla="*/ 237344 h 615429"/>
                    <a:gd name="connsiteX9" fmla="*/ 629090 w 1134829"/>
                    <a:gd name="connsiteY9" fmla="*/ 390219 h 615429"/>
                    <a:gd name="connsiteX10" fmla="*/ 623757 w 1134829"/>
                    <a:gd name="connsiteY10" fmla="*/ 372207 h 615429"/>
                    <a:gd name="connsiteX11" fmla="*/ 625444 w 1134829"/>
                    <a:gd name="connsiteY11" fmla="*/ 338943 h 615429"/>
                    <a:gd name="connsiteX12" fmla="*/ 622991 w 1134829"/>
                    <a:gd name="connsiteY12" fmla="*/ 369619 h 615429"/>
                    <a:gd name="connsiteX13" fmla="*/ 623757 w 1134829"/>
                    <a:gd name="connsiteY13" fmla="*/ 372207 h 615429"/>
                    <a:gd name="connsiteX14" fmla="*/ 622957 w 1134829"/>
                    <a:gd name="connsiteY14" fmla="*/ 387991 h 615429"/>
                    <a:gd name="connsiteX15" fmla="*/ 422244 w 1134829"/>
                    <a:gd name="connsiteY15" fmla="*/ 614714 h 615429"/>
                    <a:gd name="connsiteX16" fmla="*/ 5948 w 1134829"/>
                    <a:gd name="connsiteY16" fmla="*/ 459454 h 615429"/>
                    <a:gd name="connsiteX17" fmla="*/ 0 w 1134829"/>
                    <a:gd name="connsiteY17" fmla="*/ 454368 h 615429"/>
                    <a:gd name="connsiteX0" fmla="*/ 0 w 812641"/>
                    <a:gd name="connsiteY0" fmla="*/ 453642 h 614703"/>
                    <a:gd name="connsiteX1" fmla="*/ 778827 w 812641"/>
                    <a:gd name="connsiteY1" fmla="*/ 0 h 614703"/>
                    <a:gd name="connsiteX2" fmla="*/ 773547 w 812641"/>
                    <a:gd name="connsiteY2" fmla="*/ 12288 h 614703"/>
                    <a:gd name="connsiteX3" fmla="*/ 754820 w 812641"/>
                    <a:gd name="connsiteY3" fmla="*/ 19752 h 614703"/>
                    <a:gd name="connsiteX4" fmla="*/ 727044 w 812641"/>
                    <a:gd name="connsiteY4" fmla="*/ 47932 h 614703"/>
                    <a:gd name="connsiteX5" fmla="*/ 770277 w 812641"/>
                    <a:gd name="connsiteY5" fmla="*/ 19898 h 614703"/>
                    <a:gd name="connsiteX6" fmla="*/ 773547 w 812641"/>
                    <a:gd name="connsiteY6" fmla="*/ 12288 h 614703"/>
                    <a:gd name="connsiteX7" fmla="*/ 727044 w 812641"/>
                    <a:gd name="connsiteY7" fmla="*/ 236618 h 614703"/>
                    <a:gd name="connsiteX8" fmla="*/ 629090 w 812641"/>
                    <a:gd name="connsiteY8" fmla="*/ 389493 h 614703"/>
                    <a:gd name="connsiteX9" fmla="*/ 623757 w 812641"/>
                    <a:gd name="connsiteY9" fmla="*/ 371481 h 614703"/>
                    <a:gd name="connsiteX10" fmla="*/ 625444 w 812641"/>
                    <a:gd name="connsiteY10" fmla="*/ 338217 h 614703"/>
                    <a:gd name="connsiteX11" fmla="*/ 622991 w 812641"/>
                    <a:gd name="connsiteY11" fmla="*/ 368893 h 614703"/>
                    <a:gd name="connsiteX12" fmla="*/ 623757 w 812641"/>
                    <a:gd name="connsiteY12" fmla="*/ 371481 h 614703"/>
                    <a:gd name="connsiteX13" fmla="*/ 622957 w 812641"/>
                    <a:gd name="connsiteY13" fmla="*/ 387265 h 614703"/>
                    <a:gd name="connsiteX14" fmla="*/ 422244 w 812641"/>
                    <a:gd name="connsiteY14" fmla="*/ 613988 h 614703"/>
                    <a:gd name="connsiteX15" fmla="*/ 5948 w 812641"/>
                    <a:gd name="connsiteY15" fmla="*/ 458728 h 614703"/>
                    <a:gd name="connsiteX16" fmla="*/ 0 w 812641"/>
                    <a:gd name="connsiteY16" fmla="*/ 453642 h 614703"/>
                    <a:gd name="connsiteX0" fmla="*/ 0 w 812641"/>
                    <a:gd name="connsiteY0" fmla="*/ 453642 h 614703"/>
                    <a:gd name="connsiteX1" fmla="*/ 778827 w 812641"/>
                    <a:gd name="connsiteY1" fmla="*/ 0 h 614703"/>
                    <a:gd name="connsiteX2" fmla="*/ 773547 w 812641"/>
                    <a:gd name="connsiteY2" fmla="*/ 12288 h 614703"/>
                    <a:gd name="connsiteX3" fmla="*/ 754820 w 812641"/>
                    <a:gd name="connsiteY3" fmla="*/ 19752 h 614703"/>
                    <a:gd name="connsiteX4" fmla="*/ 727044 w 812641"/>
                    <a:gd name="connsiteY4" fmla="*/ 47932 h 614703"/>
                    <a:gd name="connsiteX5" fmla="*/ 770277 w 812641"/>
                    <a:gd name="connsiteY5" fmla="*/ 19898 h 614703"/>
                    <a:gd name="connsiteX6" fmla="*/ 727044 w 812641"/>
                    <a:gd name="connsiteY6" fmla="*/ 236618 h 614703"/>
                    <a:gd name="connsiteX7" fmla="*/ 629090 w 812641"/>
                    <a:gd name="connsiteY7" fmla="*/ 389493 h 614703"/>
                    <a:gd name="connsiteX8" fmla="*/ 623757 w 812641"/>
                    <a:gd name="connsiteY8" fmla="*/ 371481 h 614703"/>
                    <a:gd name="connsiteX9" fmla="*/ 625444 w 812641"/>
                    <a:gd name="connsiteY9" fmla="*/ 338217 h 614703"/>
                    <a:gd name="connsiteX10" fmla="*/ 622991 w 812641"/>
                    <a:gd name="connsiteY10" fmla="*/ 368893 h 614703"/>
                    <a:gd name="connsiteX11" fmla="*/ 623757 w 812641"/>
                    <a:gd name="connsiteY11" fmla="*/ 371481 h 614703"/>
                    <a:gd name="connsiteX12" fmla="*/ 622957 w 812641"/>
                    <a:gd name="connsiteY12" fmla="*/ 387265 h 614703"/>
                    <a:gd name="connsiteX13" fmla="*/ 422244 w 812641"/>
                    <a:gd name="connsiteY13" fmla="*/ 613988 h 614703"/>
                    <a:gd name="connsiteX14" fmla="*/ 5948 w 812641"/>
                    <a:gd name="connsiteY14" fmla="*/ 458728 h 614703"/>
                    <a:gd name="connsiteX15" fmla="*/ 0 w 812641"/>
                    <a:gd name="connsiteY15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54820 w 778827"/>
                    <a:gd name="connsiteY3" fmla="*/ 19752 h 614703"/>
                    <a:gd name="connsiteX4" fmla="*/ 727044 w 778827"/>
                    <a:gd name="connsiteY4" fmla="*/ 47932 h 614703"/>
                    <a:gd name="connsiteX5" fmla="*/ 727044 w 778827"/>
                    <a:gd name="connsiteY5" fmla="*/ 236618 h 614703"/>
                    <a:gd name="connsiteX6" fmla="*/ 629090 w 778827"/>
                    <a:gd name="connsiteY6" fmla="*/ 389493 h 614703"/>
                    <a:gd name="connsiteX7" fmla="*/ 623757 w 778827"/>
                    <a:gd name="connsiteY7" fmla="*/ 371481 h 614703"/>
                    <a:gd name="connsiteX8" fmla="*/ 625444 w 778827"/>
                    <a:gd name="connsiteY8" fmla="*/ 338217 h 614703"/>
                    <a:gd name="connsiteX9" fmla="*/ 622991 w 778827"/>
                    <a:gd name="connsiteY9" fmla="*/ 368893 h 614703"/>
                    <a:gd name="connsiteX10" fmla="*/ 623757 w 778827"/>
                    <a:gd name="connsiteY10" fmla="*/ 371481 h 614703"/>
                    <a:gd name="connsiteX11" fmla="*/ 622957 w 778827"/>
                    <a:gd name="connsiteY11" fmla="*/ 387265 h 614703"/>
                    <a:gd name="connsiteX12" fmla="*/ 422244 w 778827"/>
                    <a:gd name="connsiteY12" fmla="*/ 613988 h 614703"/>
                    <a:gd name="connsiteX13" fmla="*/ 5948 w 778827"/>
                    <a:gd name="connsiteY13" fmla="*/ 458728 h 614703"/>
                    <a:gd name="connsiteX14" fmla="*/ 0 w 778827"/>
                    <a:gd name="connsiteY14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54820 w 778827"/>
                    <a:gd name="connsiteY3" fmla="*/ 19752 h 614703"/>
                    <a:gd name="connsiteX4" fmla="*/ 727044 w 778827"/>
                    <a:gd name="connsiteY4" fmla="*/ 236618 h 614703"/>
                    <a:gd name="connsiteX5" fmla="*/ 629090 w 778827"/>
                    <a:gd name="connsiteY5" fmla="*/ 389493 h 614703"/>
                    <a:gd name="connsiteX6" fmla="*/ 623757 w 778827"/>
                    <a:gd name="connsiteY6" fmla="*/ 371481 h 614703"/>
                    <a:gd name="connsiteX7" fmla="*/ 625444 w 778827"/>
                    <a:gd name="connsiteY7" fmla="*/ 338217 h 614703"/>
                    <a:gd name="connsiteX8" fmla="*/ 622991 w 778827"/>
                    <a:gd name="connsiteY8" fmla="*/ 368893 h 614703"/>
                    <a:gd name="connsiteX9" fmla="*/ 623757 w 778827"/>
                    <a:gd name="connsiteY9" fmla="*/ 371481 h 614703"/>
                    <a:gd name="connsiteX10" fmla="*/ 622957 w 778827"/>
                    <a:gd name="connsiteY10" fmla="*/ 387265 h 614703"/>
                    <a:gd name="connsiteX11" fmla="*/ 422244 w 778827"/>
                    <a:gd name="connsiteY11" fmla="*/ 613988 h 614703"/>
                    <a:gd name="connsiteX12" fmla="*/ 5948 w 778827"/>
                    <a:gd name="connsiteY12" fmla="*/ 458728 h 614703"/>
                    <a:gd name="connsiteX13" fmla="*/ 0 w 778827"/>
                    <a:gd name="connsiteY13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27044 w 778827"/>
                    <a:gd name="connsiteY3" fmla="*/ 236618 h 614703"/>
                    <a:gd name="connsiteX4" fmla="*/ 629090 w 778827"/>
                    <a:gd name="connsiteY4" fmla="*/ 389493 h 614703"/>
                    <a:gd name="connsiteX5" fmla="*/ 623757 w 778827"/>
                    <a:gd name="connsiteY5" fmla="*/ 371481 h 614703"/>
                    <a:gd name="connsiteX6" fmla="*/ 625444 w 778827"/>
                    <a:gd name="connsiteY6" fmla="*/ 338217 h 614703"/>
                    <a:gd name="connsiteX7" fmla="*/ 622991 w 778827"/>
                    <a:gd name="connsiteY7" fmla="*/ 368893 h 614703"/>
                    <a:gd name="connsiteX8" fmla="*/ 623757 w 778827"/>
                    <a:gd name="connsiteY8" fmla="*/ 371481 h 614703"/>
                    <a:gd name="connsiteX9" fmla="*/ 622957 w 778827"/>
                    <a:gd name="connsiteY9" fmla="*/ 387265 h 614703"/>
                    <a:gd name="connsiteX10" fmla="*/ 422244 w 778827"/>
                    <a:gd name="connsiteY10" fmla="*/ 613988 h 614703"/>
                    <a:gd name="connsiteX11" fmla="*/ 5948 w 778827"/>
                    <a:gd name="connsiteY11" fmla="*/ 458728 h 614703"/>
                    <a:gd name="connsiteX12" fmla="*/ 0 w 778827"/>
                    <a:gd name="connsiteY12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27044 w 778827"/>
                    <a:gd name="connsiteY2" fmla="*/ 236618 h 614703"/>
                    <a:gd name="connsiteX3" fmla="*/ 629090 w 778827"/>
                    <a:gd name="connsiteY3" fmla="*/ 389493 h 614703"/>
                    <a:gd name="connsiteX4" fmla="*/ 623757 w 778827"/>
                    <a:gd name="connsiteY4" fmla="*/ 371481 h 614703"/>
                    <a:gd name="connsiteX5" fmla="*/ 625444 w 778827"/>
                    <a:gd name="connsiteY5" fmla="*/ 338217 h 614703"/>
                    <a:gd name="connsiteX6" fmla="*/ 622991 w 778827"/>
                    <a:gd name="connsiteY6" fmla="*/ 368893 h 614703"/>
                    <a:gd name="connsiteX7" fmla="*/ 623757 w 778827"/>
                    <a:gd name="connsiteY7" fmla="*/ 371481 h 614703"/>
                    <a:gd name="connsiteX8" fmla="*/ 622957 w 778827"/>
                    <a:gd name="connsiteY8" fmla="*/ 387265 h 614703"/>
                    <a:gd name="connsiteX9" fmla="*/ 422244 w 778827"/>
                    <a:gd name="connsiteY9" fmla="*/ 613988 h 614703"/>
                    <a:gd name="connsiteX10" fmla="*/ 5948 w 778827"/>
                    <a:gd name="connsiteY10" fmla="*/ 458728 h 614703"/>
                    <a:gd name="connsiteX11" fmla="*/ 0 w 778827"/>
                    <a:gd name="connsiteY11" fmla="*/ 453642 h 614703"/>
                    <a:gd name="connsiteX0" fmla="*/ 0 w 727044"/>
                    <a:gd name="connsiteY0" fmla="*/ 217024 h 378085"/>
                    <a:gd name="connsiteX1" fmla="*/ 727044 w 727044"/>
                    <a:gd name="connsiteY1" fmla="*/ 0 h 378085"/>
                    <a:gd name="connsiteX2" fmla="*/ 629090 w 727044"/>
                    <a:gd name="connsiteY2" fmla="*/ 152875 h 378085"/>
                    <a:gd name="connsiteX3" fmla="*/ 623757 w 727044"/>
                    <a:gd name="connsiteY3" fmla="*/ 134863 h 378085"/>
                    <a:gd name="connsiteX4" fmla="*/ 625444 w 727044"/>
                    <a:gd name="connsiteY4" fmla="*/ 101599 h 378085"/>
                    <a:gd name="connsiteX5" fmla="*/ 622991 w 727044"/>
                    <a:gd name="connsiteY5" fmla="*/ 132275 h 378085"/>
                    <a:gd name="connsiteX6" fmla="*/ 623757 w 727044"/>
                    <a:gd name="connsiteY6" fmla="*/ 134863 h 378085"/>
                    <a:gd name="connsiteX7" fmla="*/ 622957 w 727044"/>
                    <a:gd name="connsiteY7" fmla="*/ 150647 h 378085"/>
                    <a:gd name="connsiteX8" fmla="*/ 422244 w 727044"/>
                    <a:gd name="connsiteY8" fmla="*/ 377370 h 378085"/>
                    <a:gd name="connsiteX9" fmla="*/ 5948 w 727044"/>
                    <a:gd name="connsiteY9" fmla="*/ 222110 h 378085"/>
                    <a:gd name="connsiteX10" fmla="*/ 0 w 727044"/>
                    <a:gd name="connsiteY10" fmla="*/ 217024 h 378085"/>
                    <a:gd name="connsiteX0" fmla="*/ 0 w 721096"/>
                    <a:gd name="connsiteY0" fmla="*/ 222110 h 378085"/>
                    <a:gd name="connsiteX1" fmla="*/ 721096 w 721096"/>
                    <a:gd name="connsiteY1" fmla="*/ 0 h 378085"/>
                    <a:gd name="connsiteX2" fmla="*/ 623142 w 721096"/>
                    <a:gd name="connsiteY2" fmla="*/ 152875 h 378085"/>
                    <a:gd name="connsiteX3" fmla="*/ 617809 w 721096"/>
                    <a:gd name="connsiteY3" fmla="*/ 134863 h 378085"/>
                    <a:gd name="connsiteX4" fmla="*/ 619496 w 721096"/>
                    <a:gd name="connsiteY4" fmla="*/ 101599 h 378085"/>
                    <a:gd name="connsiteX5" fmla="*/ 617043 w 721096"/>
                    <a:gd name="connsiteY5" fmla="*/ 132275 h 378085"/>
                    <a:gd name="connsiteX6" fmla="*/ 617809 w 721096"/>
                    <a:gd name="connsiteY6" fmla="*/ 134863 h 378085"/>
                    <a:gd name="connsiteX7" fmla="*/ 617009 w 721096"/>
                    <a:gd name="connsiteY7" fmla="*/ 150647 h 378085"/>
                    <a:gd name="connsiteX8" fmla="*/ 416296 w 721096"/>
                    <a:gd name="connsiteY8" fmla="*/ 377370 h 378085"/>
                    <a:gd name="connsiteX9" fmla="*/ 0 w 721096"/>
                    <a:gd name="connsiteY9" fmla="*/ 222110 h 378085"/>
                    <a:gd name="connsiteX0" fmla="*/ 415 w 721511"/>
                    <a:gd name="connsiteY0" fmla="*/ 222110 h 226854"/>
                    <a:gd name="connsiteX1" fmla="*/ 721511 w 721511"/>
                    <a:gd name="connsiteY1" fmla="*/ 0 h 226854"/>
                    <a:gd name="connsiteX2" fmla="*/ 623557 w 721511"/>
                    <a:gd name="connsiteY2" fmla="*/ 152875 h 226854"/>
                    <a:gd name="connsiteX3" fmla="*/ 618224 w 721511"/>
                    <a:gd name="connsiteY3" fmla="*/ 134863 h 226854"/>
                    <a:gd name="connsiteX4" fmla="*/ 619911 w 721511"/>
                    <a:gd name="connsiteY4" fmla="*/ 101599 h 226854"/>
                    <a:gd name="connsiteX5" fmla="*/ 617458 w 721511"/>
                    <a:gd name="connsiteY5" fmla="*/ 132275 h 226854"/>
                    <a:gd name="connsiteX6" fmla="*/ 618224 w 721511"/>
                    <a:gd name="connsiteY6" fmla="*/ 134863 h 226854"/>
                    <a:gd name="connsiteX7" fmla="*/ 617424 w 721511"/>
                    <a:gd name="connsiteY7" fmla="*/ 150647 h 226854"/>
                    <a:gd name="connsiteX8" fmla="*/ 415 w 721511"/>
                    <a:gd name="connsiteY8" fmla="*/ 222110 h 226854"/>
                    <a:gd name="connsiteX0" fmla="*/ 218 w 104319"/>
                    <a:gd name="connsiteY0" fmla="*/ 150647 h 167834"/>
                    <a:gd name="connsiteX1" fmla="*/ 104305 w 104319"/>
                    <a:gd name="connsiteY1" fmla="*/ 0 h 167834"/>
                    <a:gd name="connsiteX2" fmla="*/ 6351 w 104319"/>
                    <a:gd name="connsiteY2" fmla="*/ 152875 h 167834"/>
                    <a:gd name="connsiteX3" fmla="*/ 1018 w 104319"/>
                    <a:gd name="connsiteY3" fmla="*/ 134863 h 167834"/>
                    <a:gd name="connsiteX4" fmla="*/ 2705 w 104319"/>
                    <a:gd name="connsiteY4" fmla="*/ 101599 h 167834"/>
                    <a:gd name="connsiteX5" fmla="*/ 252 w 104319"/>
                    <a:gd name="connsiteY5" fmla="*/ 132275 h 167834"/>
                    <a:gd name="connsiteX6" fmla="*/ 1018 w 104319"/>
                    <a:gd name="connsiteY6" fmla="*/ 134863 h 167834"/>
                    <a:gd name="connsiteX7" fmla="*/ 218 w 104319"/>
                    <a:gd name="connsiteY7" fmla="*/ 150647 h 167834"/>
                    <a:gd name="connsiteX0" fmla="*/ 0 w 104101"/>
                    <a:gd name="connsiteY0" fmla="*/ 150647 h 167834"/>
                    <a:gd name="connsiteX1" fmla="*/ 104087 w 104101"/>
                    <a:gd name="connsiteY1" fmla="*/ 0 h 167834"/>
                    <a:gd name="connsiteX2" fmla="*/ 6133 w 104101"/>
                    <a:gd name="connsiteY2" fmla="*/ 152875 h 167834"/>
                    <a:gd name="connsiteX3" fmla="*/ 800 w 104101"/>
                    <a:gd name="connsiteY3" fmla="*/ 134863 h 167834"/>
                    <a:gd name="connsiteX4" fmla="*/ 34 w 104101"/>
                    <a:gd name="connsiteY4" fmla="*/ 132275 h 167834"/>
                    <a:gd name="connsiteX5" fmla="*/ 800 w 104101"/>
                    <a:gd name="connsiteY5" fmla="*/ 134863 h 167834"/>
                    <a:gd name="connsiteX6" fmla="*/ 0 w 104101"/>
                    <a:gd name="connsiteY6" fmla="*/ 150647 h 167834"/>
                    <a:gd name="connsiteX0" fmla="*/ 0 w 104101"/>
                    <a:gd name="connsiteY0" fmla="*/ 150647 h 167834"/>
                    <a:gd name="connsiteX1" fmla="*/ 104087 w 104101"/>
                    <a:gd name="connsiteY1" fmla="*/ 0 h 167834"/>
                    <a:gd name="connsiteX2" fmla="*/ 6133 w 104101"/>
                    <a:gd name="connsiteY2" fmla="*/ 152875 h 167834"/>
                    <a:gd name="connsiteX3" fmla="*/ 800 w 104101"/>
                    <a:gd name="connsiteY3" fmla="*/ 134863 h 167834"/>
                    <a:gd name="connsiteX4" fmla="*/ 34 w 104101"/>
                    <a:gd name="connsiteY4" fmla="*/ 132275 h 167834"/>
                    <a:gd name="connsiteX5" fmla="*/ 0 w 104101"/>
                    <a:gd name="connsiteY5" fmla="*/ 150647 h 167834"/>
                    <a:gd name="connsiteX0" fmla="*/ 0 w 104067"/>
                    <a:gd name="connsiteY0" fmla="*/ 132351 h 168068"/>
                    <a:gd name="connsiteX1" fmla="*/ 104053 w 104067"/>
                    <a:gd name="connsiteY1" fmla="*/ 76 h 168068"/>
                    <a:gd name="connsiteX2" fmla="*/ 6099 w 104067"/>
                    <a:gd name="connsiteY2" fmla="*/ 152951 h 168068"/>
                    <a:gd name="connsiteX3" fmla="*/ 766 w 104067"/>
                    <a:gd name="connsiteY3" fmla="*/ 134939 h 168068"/>
                    <a:gd name="connsiteX4" fmla="*/ 0 w 104067"/>
                    <a:gd name="connsiteY4" fmla="*/ 132351 h 168068"/>
                    <a:gd name="connsiteX0" fmla="*/ 18665 w 122732"/>
                    <a:gd name="connsiteY0" fmla="*/ 132341 h 168058"/>
                    <a:gd name="connsiteX1" fmla="*/ 122718 w 122732"/>
                    <a:gd name="connsiteY1" fmla="*/ 66 h 168058"/>
                    <a:gd name="connsiteX2" fmla="*/ 24764 w 122732"/>
                    <a:gd name="connsiteY2" fmla="*/ 152941 h 168058"/>
                    <a:gd name="connsiteX3" fmla="*/ 19431 w 122732"/>
                    <a:gd name="connsiteY3" fmla="*/ 134929 h 168058"/>
                    <a:gd name="connsiteX4" fmla="*/ 18665 w 122732"/>
                    <a:gd name="connsiteY4" fmla="*/ 132341 h 168058"/>
                    <a:gd name="connsiteX0" fmla="*/ 20006 w 124083"/>
                    <a:gd name="connsiteY0" fmla="*/ 139418 h 175130"/>
                    <a:gd name="connsiteX1" fmla="*/ 124059 w 124083"/>
                    <a:gd name="connsiteY1" fmla="*/ 7143 h 175130"/>
                    <a:gd name="connsiteX2" fmla="*/ 26105 w 124083"/>
                    <a:gd name="connsiteY2" fmla="*/ 160018 h 175130"/>
                    <a:gd name="connsiteX3" fmla="*/ 20772 w 124083"/>
                    <a:gd name="connsiteY3" fmla="*/ 142006 h 175130"/>
                    <a:gd name="connsiteX4" fmla="*/ 20006 w 124083"/>
                    <a:gd name="connsiteY4" fmla="*/ 139418 h 175130"/>
                    <a:gd name="connsiteX0" fmla="*/ 29753 w 133944"/>
                    <a:gd name="connsiteY0" fmla="*/ 139418 h 175033"/>
                    <a:gd name="connsiteX1" fmla="*/ 133806 w 133944"/>
                    <a:gd name="connsiteY1" fmla="*/ 7143 h 175033"/>
                    <a:gd name="connsiteX2" fmla="*/ 35852 w 133944"/>
                    <a:gd name="connsiteY2" fmla="*/ 160018 h 175033"/>
                    <a:gd name="connsiteX3" fmla="*/ 30519 w 133944"/>
                    <a:gd name="connsiteY3" fmla="*/ 142006 h 175033"/>
                    <a:gd name="connsiteX4" fmla="*/ 29753 w 133944"/>
                    <a:gd name="connsiteY4" fmla="*/ 139418 h 175033"/>
                    <a:gd name="connsiteX0" fmla="*/ 25562 w 129672"/>
                    <a:gd name="connsiteY0" fmla="*/ 157067 h 192758"/>
                    <a:gd name="connsiteX1" fmla="*/ 129615 w 129672"/>
                    <a:gd name="connsiteY1" fmla="*/ 24792 h 192758"/>
                    <a:gd name="connsiteX2" fmla="*/ 31661 w 129672"/>
                    <a:gd name="connsiteY2" fmla="*/ 177667 h 192758"/>
                    <a:gd name="connsiteX3" fmla="*/ 26328 w 129672"/>
                    <a:gd name="connsiteY3" fmla="*/ 159655 h 192758"/>
                    <a:gd name="connsiteX4" fmla="*/ 25562 w 129672"/>
                    <a:gd name="connsiteY4" fmla="*/ 157067 h 192758"/>
                    <a:gd name="connsiteX0" fmla="*/ 20635 w 124691"/>
                    <a:gd name="connsiteY0" fmla="*/ 187469 h 223192"/>
                    <a:gd name="connsiteX1" fmla="*/ 124688 w 124691"/>
                    <a:gd name="connsiteY1" fmla="*/ 55194 h 223192"/>
                    <a:gd name="connsiteX2" fmla="*/ 26734 w 124691"/>
                    <a:gd name="connsiteY2" fmla="*/ 208069 h 223192"/>
                    <a:gd name="connsiteX3" fmla="*/ 21401 w 124691"/>
                    <a:gd name="connsiteY3" fmla="*/ 190057 h 223192"/>
                    <a:gd name="connsiteX4" fmla="*/ 20635 w 124691"/>
                    <a:gd name="connsiteY4" fmla="*/ 187469 h 223192"/>
                    <a:gd name="connsiteX0" fmla="*/ 17805 w 122309"/>
                    <a:gd name="connsiteY0" fmla="*/ 216016 h 251741"/>
                    <a:gd name="connsiteX1" fmla="*/ 121858 w 122309"/>
                    <a:gd name="connsiteY1" fmla="*/ 83741 h 251741"/>
                    <a:gd name="connsiteX2" fmla="*/ 23904 w 122309"/>
                    <a:gd name="connsiteY2" fmla="*/ 236616 h 251741"/>
                    <a:gd name="connsiteX3" fmla="*/ 18571 w 122309"/>
                    <a:gd name="connsiteY3" fmla="*/ 218604 h 251741"/>
                    <a:gd name="connsiteX4" fmla="*/ 17805 w 122309"/>
                    <a:gd name="connsiteY4" fmla="*/ 216016 h 251741"/>
                    <a:gd name="connsiteX0" fmla="*/ 16352 w 142243"/>
                    <a:gd name="connsiteY0" fmla="*/ 190068 h 227711"/>
                    <a:gd name="connsiteX1" fmla="*/ 141837 w 142243"/>
                    <a:gd name="connsiteY1" fmla="*/ 88749 h 227711"/>
                    <a:gd name="connsiteX2" fmla="*/ 22451 w 142243"/>
                    <a:gd name="connsiteY2" fmla="*/ 210668 h 227711"/>
                    <a:gd name="connsiteX3" fmla="*/ 17118 w 142243"/>
                    <a:gd name="connsiteY3" fmla="*/ 192656 h 227711"/>
                    <a:gd name="connsiteX4" fmla="*/ 16352 w 142243"/>
                    <a:gd name="connsiteY4" fmla="*/ 190068 h 227711"/>
                    <a:gd name="connsiteX0" fmla="*/ 16501 w 140016"/>
                    <a:gd name="connsiteY0" fmla="*/ 149530 h 191555"/>
                    <a:gd name="connsiteX1" fmla="*/ 139605 w 140016"/>
                    <a:gd name="connsiteY1" fmla="*/ 98218 h 191555"/>
                    <a:gd name="connsiteX2" fmla="*/ 22600 w 140016"/>
                    <a:gd name="connsiteY2" fmla="*/ 170130 h 191555"/>
                    <a:gd name="connsiteX3" fmla="*/ 17267 w 140016"/>
                    <a:gd name="connsiteY3" fmla="*/ 152118 h 191555"/>
                    <a:gd name="connsiteX4" fmla="*/ 16501 w 140016"/>
                    <a:gd name="connsiteY4" fmla="*/ 149530 h 191555"/>
                    <a:gd name="connsiteX0" fmla="*/ 14992 w 164656"/>
                    <a:gd name="connsiteY0" fmla="*/ 194021 h 231338"/>
                    <a:gd name="connsiteX1" fmla="*/ 164290 w 164656"/>
                    <a:gd name="connsiteY1" fmla="*/ 87940 h 231338"/>
                    <a:gd name="connsiteX2" fmla="*/ 21091 w 164656"/>
                    <a:gd name="connsiteY2" fmla="*/ 214621 h 231338"/>
                    <a:gd name="connsiteX3" fmla="*/ 15758 w 164656"/>
                    <a:gd name="connsiteY3" fmla="*/ 196609 h 231338"/>
                    <a:gd name="connsiteX4" fmla="*/ 14992 w 164656"/>
                    <a:gd name="connsiteY4" fmla="*/ 194021 h 231338"/>
                    <a:gd name="connsiteX0" fmla="*/ 15558 w 164856"/>
                    <a:gd name="connsiteY0" fmla="*/ 106083 h 108671"/>
                    <a:gd name="connsiteX1" fmla="*/ 164856 w 164856"/>
                    <a:gd name="connsiteY1" fmla="*/ 2 h 108671"/>
                    <a:gd name="connsiteX2" fmla="*/ 16324 w 164856"/>
                    <a:gd name="connsiteY2" fmla="*/ 108671 h 108671"/>
                    <a:gd name="connsiteX3" fmla="*/ 15558 w 164856"/>
                    <a:gd name="connsiteY3" fmla="*/ 106083 h 108671"/>
                    <a:gd name="connsiteX0" fmla="*/ 16317 w 165615"/>
                    <a:gd name="connsiteY0" fmla="*/ 110223 h 112811"/>
                    <a:gd name="connsiteX1" fmla="*/ 165615 w 165615"/>
                    <a:gd name="connsiteY1" fmla="*/ 4142 h 112811"/>
                    <a:gd name="connsiteX2" fmla="*/ 17083 w 165615"/>
                    <a:gd name="connsiteY2" fmla="*/ 112811 h 112811"/>
                    <a:gd name="connsiteX3" fmla="*/ 16317 w 165615"/>
                    <a:gd name="connsiteY3" fmla="*/ 110223 h 112811"/>
                    <a:gd name="connsiteX0" fmla="*/ 16317 w 165615"/>
                    <a:gd name="connsiteY0" fmla="*/ 110223 h 152548"/>
                    <a:gd name="connsiteX1" fmla="*/ 165615 w 165615"/>
                    <a:gd name="connsiteY1" fmla="*/ 4142 h 152548"/>
                    <a:gd name="connsiteX2" fmla="*/ 17083 w 165615"/>
                    <a:gd name="connsiteY2" fmla="*/ 112811 h 152548"/>
                    <a:gd name="connsiteX3" fmla="*/ 16317 w 165615"/>
                    <a:gd name="connsiteY3" fmla="*/ 110223 h 152548"/>
                    <a:gd name="connsiteX0" fmla="*/ 16045 w 170106"/>
                    <a:gd name="connsiteY0" fmla="*/ 130263 h 169932"/>
                    <a:gd name="connsiteX1" fmla="*/ 170106 w 170106"/>
                    <a:gd name="connsiteY1" fmla="*/ 369 h 169932"/>
                    <a:gd name="connsiteX2" fmla="*/ 16811 w 170106"/>
                    <a:gd name="connsiteY2" fmla="*/ 132851 h 169932"/>
                    <a:gd name="connsiteX3" fmla="*/ 16045 w 170106"/>
                    <a:gd name="connsiteY3" fmla="*/ 130263 h 169932"/>
                    <a:gd name="connsiteX0" fmla="*/ 14853 w 191827"/>
                    <a:gd name="connsiteY0" fmla="*/ 113934 h 155685"/>
                    <a:gd name="connsiteX1" fmla="*/ 191827 w 191827"/>
                    <a:gd name="connsiteY1" fmla="*/ 2975 h 155685"/>
                    <a:gd name="connsiteX2" fmla="*/ 15619 w 191827"/>
                    <a:gd name="connsiteY2" fmla="*/ 116522 h 155685"/>
                    <a:gd name="connsiteX3" fmla="*/ 14853 w 191827"/>
                    <a:gd name="connsiteY3" fmla="*/ 113934 h 155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827" h="155685">
                      <a:moveTo>
                        <a:pt x="14853" y="113934"/>
                      </a:moveTo>
                      <a:cubicBezTo>
                        <a:pt x="-63183" y="-27606"/>
                        <a:pt x="191699" y="2544"/>
                        <a:pt x="191827" y="2975"/>
                      </a:cubicBezTo>
                      <a:cubicBezTo>
                        <a:pt x="191955" y="3406"/>
                        <a:pt x="11927" y="248861"/>
                        <a:pt x="15619" y="116522"/>
                      </a:cubicBezTo>
                      <a:lnTo>
                        <a:pt x="14853" y="113934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 871">
                  <a:extLst>
                    <a:ext uri="{FF2B5EF4-FFF2-40B4-BE49-F238E27FC236}">
                      <a16:creationId xmlns:a16="http://schemas.microsoft.com/office/drawing/2014/main" id="{FFCE382E-9260-0F44-BC10-3C9F910915BD}"/>
                    </a:ext>
                  </a:extLst>
                </p:cNvPr>
                <p:cNvSpPr/>
                <p:nvPr/>
              </p:nvSpPr>
              <p:spPr>
                <a:xfrm>
                  <a:off x="699127" y="-644416"/>
                  <a:ext cx="751950" cy="653641"/>
                </a:xfrm>
                <a:custGeom>
                  <a:avLst/>
                  <a:gdLst>
                    <a:gd name="connsiteX0" fmla="*/ 0 w 382033"/>
                    <a:gd name="connsiteY0" fmla="*/ 0 h 139291"/>
                    <a:gd name="connsiteX1" fmla="*/ 382033 w 382033"/>
                    <a:gd name="connsiteY1" fmla="*/ 0 h 139291"/>
                    <a:gd name="connsiteX2" fmla="*/ 382033 w 382033"/>
                    <a:gd name="connsiteY2" fmla="*/ 139291 h 139291"/>
                    <a:gd name="connsiteX3" fmla="*/ 0 w 382033"/>
                    <a:gd name="connsiteY3" fmla="*/ 139291 h 139291"/>
                    <a:gd name="connsiteX4" fmla="*/ 0 w 382033"/>
                    <a:gd name="connsiteY4" fmla="*/ 0 h 139291"/>
                    <a:gd name="connsiteX0" fmla="*/ 295275 w 677308"/>
                    <a:gd name="connsiteY0" fmla="*/ 0 h 263116"/>
                    <a:gd name="connsiteX1" fmla="*/ 677308 w 677308"/>
                    <a:gd name="connsiteY1" fmla="*/ 0 h 263116"/>
                    <a:gd name="connsiteX2" fmla="*/ 677308 w 677308"/>
                    <a:gd name="connsiteY2" fmla="*/ 139291 h 263116"/>
                    <a:gd name="connsiteX3" fmla="*/ 0 w 677308"/>
                    <a:gd name="connsiteY3" fmla="*/ 263116 h 263116"/>
                    <a:gd name="connsiteX4" fmla="*/ 295275 w 677308"/>
                    <a:gd name="connsiteY4" fmla="*/ 0 h 263116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529816 h 653641"/>
                    <a:gd name="connsiteX2" fmla="*/ 0 w 677308"/>
                    <a:gd name="connsiteY2" fmla="*/ 653641 h 653641"/>
                    <a:gd name="connsiteX3" fmla="*/ 457200 w 677308"/>
                    <a:gd name="connsiteY3" fmla="*/ 0 h 653641"/>
                    <a:gd name="connsiteX0" fmla="*/ 457200 w 743983"/>
                    <a:gd name="connsiteY0" fmla="*/ 0 h 653641"/>
                    <a:gd name="connsiteX1" fmla="*/ 743983 w 743983"/>
                    <a:gd name="connsiteY1" fmla="*/ 444091 h 653641"/>
                    <a:gd name="connsiteX2" fmla="*/ 0 w 743983"/>
                    <a:gd name="connsiteY2" fmla="*/ 653641 h 653641"/>
                    <a:gd name="connsiteX3" fmla="*/ 457200 w 743983"/>
                    <a:gd name="connsiteY3" fmla="*/ 0 h 653641"/>
                    <a:gd name="connsiteX0" fmla="*/ 457200 w 745155"/>
                    <a:gd name="connsiteY0" fmla="*/ 0 h 653641"/>
                    <a:gd name="connsiteX1" fmla="*/ 743983 w 745155"/>
                    <a:gd name="connsiteY1" fmla="*/ 444091 h 653641"/>
                    <a:gd name="connsiteX2" fmla="*/ 0 w 745155"/>
                    <a:gd name="connsiteY2" fmla="*/ 653641 h 653641"/>
                    <a:gd name="connsiteX3" fmla="*/ 457200 w 745155"/>
                    <a:gd name="connsiteY3" fmla="*/ 0 h 653641"/>
                    <a:gd name="connsiteX0" fmla="*/ 457200 w 745155"/>
                    <a:gd name="connsiteY0" fmla="*/ 0 h 653641"/>
                    <a:gd name="connsiteX1" fmla="*/ 743983 w 745155"/>
                    <a:gd name="connsiteY1" fmla="*/ 444091 h 653641"/>
                    <a:gd name="connsiteX2" fmla="*/ 0 w 745155"/>
                    <a:gd name="connsiteY2" fmla="*/ 653641 h 653641"/>
                    <a:gd name="connsiteX3" fmla="*/ 457200 w 745155"/>
                    <a:gd name="connsiteY3" fmla="*/ 0 h 653641"/>
                    <a:gd name="connsiteX0" fmla="*/ 457200 w 750119"/>
                    <a:gd name="connsiteY0" fmla="*/ 0 h 653641"/>
                    <a:gd name="connsiteX1" fmla="*/ 743983 w 750119"/>
                    <a:gd name="connsiteY1" fmla="*/ 444091 h 653641"/>
                    <a:gd name="connsiteX2" fmla="*/ 0 w 750119"/>
                    <a:gd name="connsiteY2" fmla="*/ 653641 h 653641"/>
                    <a:gd name="connsiteX3" fmla="*/ 457200 w 750119"/>
                    <a:gd name="connsiteY3" fmla="*/ 0 h 653641"/>
                    <a:gd name="connsiteX0" fmla="*/ 457200 w 752672"/>
                    <a:gd name="connsiteY0" fmla="*/ 0 h 653641"/>
                    <a:gd name="connsiteX1" fmla="*/ 743983 w 752672"/>
                    <a:gd name="connsiteY1" fmla="*/ 444091 h 653641"/>
                    <a:gd name="connsiteX2" fmla="*/ 0 w 752672"/>
                    <a:gd name="connsiteY2" fmla="*/ 653641 h 653641"/>
                    <a:gd name="connsiteX3" fmla="*/ 457200 w 752672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1950" h="653641">
                      <a:moveTo>
                        <a:pt x="457200" y="0"/>
                      </a:moveTo>
                      <a:cubicBezTo>
                        <a:pt x="619469" y="176605"/>
                        <a:pt x="791264" y="134136"/>
                        <a:pt x="743983" y="444091"/>
                      </a:cubicBezTo>
                      <a:cubicBezTo>
                        <a:pt x="534089" y="637766"/>
                        <a:pt x="67019" y="459966"/>
                        <a:pt x="0" y="653641"/>
                      </a:cubicBezTo>
                      <a:cubicBezTo>
                        <a:pt x="47625" y="426236"/>
                        <a:pt x="-9525" y="275030"/>
                        <a:pt x="457200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687CC879-2A26-68D2-64DE-D1F1E94045A8}"/>
                    </a:ext>
                  </a:extLst>
                </p:cNvPr>
                <p:cNvSpPr/>
                <p:nvPr/>
              </p:nvSpPr>
              <p:spPr>
                <a:xfrm>
                  <a:off x="723899" y="-285750"/>
                  <a:ext cx="695325" cy="219075"/>
                </a:xfrm>
                <a:custGeom>
                  <a:avLst/>
                  <a:gdLst>
                    <a:gd name="connsiteX0" fmla="*/ 0 w 647700"/>
                    <a:gd name="connsiteY0" fmla="*/ 238125 h 238125"/>
                    <a:gd name="connsiteX1" fmla="*/ 647700 w 647700"/>
                    <a:gd name="connsiteY1" fmla="*/ 0 h 238125"/>
                    <a:gd name="connsiteX2" fmla="*/ 647700 w 647700"/>
                    <a:gd name="connsiteY2" fmla="*/ 0 h 238125"/>
                    <a:gd name="connsiteX0" fmla="*/ 0 w 695325"/>
                    <a:gd name="connsiteY0" fmla="*/ 219075 h 219075"/>
                    <a:gd name="connsiteX1" fmla="*/ 695325 w 695325"/>
                    <a:gd name="connsiteY1" fmla="*/ 0 h 219075"/>
                    <a:gd name="connsiteX2" fmla="*/ 695325 w 695325"/>
                    <a:gd name="connsiteY2" fmla="*/ 0 h 219075"/>
                    <a:gd name="connsiteX0" fmla="*/ 0 w 695325"/>
                    <a:gd name="connsiteY0" fmla="*/ 219075 h 219075"/>
                    <a:gd name="connsiteX1" fmla="*/ 695325 w 695325"/>
                    <a:gd name="connsiteY1" fmla="*/ 0 h 219075"/>
                    <a:gd name="connsiteX2" fmla="*/ 695325 w 695325"/>
                    <a:gd name="connsiteY2" fmla="*/ 0 h 2190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95325" h="219075">
                      <a:moveTo>
                        <a:pt x="0" y="219075"/>
                      </a:moveTo>
                      <a:cubicBezTo>
                        <a:pt x="250825" y="-15875"/>
                        <a:pt x="463550" y="73025"/>
                        <a:pt x="695325" y="0"/>
                      </a:cubicBezTo>
                      <a:lnTo>
                        <a:pt x="695325" y="0"/>
                      </a:ln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57957D34-0A7F-A3A7-88E8-92A44357884D}"/>
                  </a:ext>
                </a:extLst>
              </p:cNvPr>
              <p:cNvGrpSpPr/>
              <p:nvPr/>
            </p:nvGrpSpPr>
            <p:grpSpPr>
              <a:xfrm>
                <a:off x="3286125" y="3981815"/>
                <a:ext cx="1499313" cy="3473761"/>
                <a:chOff x="3286125" y="3981815"/>
                <a:chExt cx="1499313" cy="3473761"/>
              </a:xfrm>
              <a:grpFill/>
            </p:grpSpPr>
            <p:sp>
              <p:nvSpPr>
                <p:cNvPr id="230" name="Rectangle 850">
                  <a:extLst>
                    <a:ext uri="{FF2B5EF4-FFF2-40B4-BE49-F238E27FC236}">
                      <a16:creationId xmlns:a16="http://schemas.microsoft.com/office/drawing/2014/main" id="{ADEFA4BB-E01B-CBF9-17C1-97A7D4B18727}"/>
                    </a:ext>
                  </a:extLst>
                </p:cNvPr>
                <p:cNvSpPr/>
                <p:nvPr/>
              </p:nvSpPr>
              <p:spPr>
                <a:xfrm>
                  <a:off x="3286125" y="5326422"/>
                  <a:ext cx="1404927" cy="2129154"/>
                </a:xfrm>
                <a:custGeom>
                  <a:avLst/>
                  <a:gdLst>
                    <a:gd name="connsiteX0" fmla="*/ 0 w 200327"/>
                    <a:gd name="connsiteY0" fmla="*/ 0 h 281302"/>
                    <a:gd name="connsiteX1" fmla="*/ 200327 w 200327"/>
                    <a:gd name="connsiteY1" fmla="*/ 0 h 281302"/>
                    <a:gd name="connsiteX2" fmla="*/ 200327 w 200327"/>
                    <a:gd name="connsiteY2" fmla="*/ 281302 h 281302"/>
                    <a:gd name="connsiteX3" fmla="*/ 0 w 200327"/>
                    <a:gd name="connsiteY3" fmla="*/ 281302 h 281302"/>
                    <a:gd name="connsiteX4" fmla="*/ 0 w 200327"/>
                    <a:gd name="connsiteY4" fmla="*/ 0 h 281302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505127 w 505127"/>
                    <a:gd name="connsiteY2" fmla="*/ 281302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305102 w 505127"/>
                    <a:gd name="connsiteY2" fmla="*/ 1433827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686102"/>
                    <a:gd name="connsiteY0" fmla="*/ 95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304800 w 686102"/>
                    <a:gd name="connsiteY4" fmla="*/ 9525 h 1538602"/>
                    <a:gd name="connsiteX0" fmla="*/ 476250 w 686102"/>
                    <a:gd name="connsiteY0" fmla="*/ 476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476250 w 686102"/>
                    <a:gd name="connsiteY4" fmla="*/ 47625 h 1538602"/>
                    <a:gd name="connsiteX0" fmla="*/ 690250 w 900102"/>
                    <a:gd name="connsiteY0" fmla="*/ 47625 h 2026879"/>
                    <a:gd name="connsiteX1" fmla="*/ 900102 w 900102"/>
                    <a:gd name="connsiteY1" fmla="*/ 0 h 2026879"/>
                    <a:gd name="connsiteX2" fmla="*/ 519102 w 900102"/>
                    <a:gd name="connsiteY2" fmla="*/ 1443352 h 2026879"/>
                    <a:gd name="connsiteX3" fmla="*/ 0 w 900102"/>
                    <a:gd name="connsiteY3" fmla="*/ 2026879 h 2026879"/>
                    <a:gd name="connsiteX4" fmla="*/ 214000 w 900102"/>
                    <a:gd name="connsiteY4" fmla="*/ 1538602 h 2026879"/>
                    <a:gd name="connsiteX5" fmla="*/ 690250 w 900102"/>
                    <a:gd name="connsiteY5" fmla="*/ 47625 h 2026879"/>
                    <a:gd name="connsiteX0" fmla="*/ 1198100 w 1407952"/>
                    <a:gd name="connsiteY0" fmla="*/ 47625 h 2026879"/>
                    <a:gd name="connsiteX1" fmla="*/ 1407952 w 1407952"/>
                    <a:gd name="connsiteY1" fmla="*/ 0 h 2026879"/>
                    <a:gd name="connsiteX2" fmla="*/ 1026952 w 1407952"/>
                    <a:gd name="connsiteY2" fmla="*/ 1443352 h 2026879"/>
                    <a:gd name="connsiteX3" fmla="*/ 507850 w 1407952"/>
                    <a:gd name="connsiteY3" fmla="*/ 2026879 h 2026879"/>
                    <a:gd name="connsiteX4" fmla="*/ 3025 w 1407952"/>
                    <a:gd name="connsiteY4" fmla="*/ 1674454 h 2026879"/>
                    <a:gd name="connsiteX5" fmla="*/ 721850 w 1407952"/>
                    <a:gd name="connsiteY5" fmla="*/ 1538602 h 2026879"/>
                    <a:gd name="connsiteX6" fmla="*/ 1198100 w 1407952"/>
                    <a:gd name="connsiteY6" fmla="*/ 47625 h 2026879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510491 w 1410593"/>
                    <a:gd name="connsiteY3" fmla="*/ 2026879 h 2035598"/>
                    <a:gd name="connsiteX4" fmla="*/ 577166 w 1410593"/>
                    <a:gd name="connsiteY4" fmla="*/ 1645879 h 2035598"/>
                    <a:gd name="connsiteX5" fmla="*/ 5666 w 1410593"/>
                    <a:gd name="connsiteY5" fmla="*/ 1674454 h 2035598"/>
                    <a:gd name="connsiteX6" fmla="*/ 724491 w 1410593"/>
                    <a:gd name="connsiteY6" fmla="*/ 1538602 h 2035598"/>
                    <a:gd name="connsiteX7" fmla="*/ 1200741 w 1410593"/>
                    <a:gd name="connsiteY7" fmla="*/ 47625 h 2035598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1355042 w 1410593"/>
                    <a:gd name="connsiteY3" fmla="*/ 1760178 h 2035598"/>
                    <a:gd name="connsiteX4" fmla="*/ 510491 w 1410593"/>
                    <a:gd name="connsiteY4" fmla="*/ 2026879 h 2035598"/>
                    <a:gd name="connsiteX5" fmla="*/ 577166 w 1410593"/>
                    <a:gd name="connsiteY5" fmla="*/ 1645879 h 2035598"/>
                    <a:gd name="connsiteX6" fmla="*/ 5666 w 1410593"/>
                    <a:gd name="connsiteY6" fmla="*/ 1674454 h 2035598"/>
                    <a:gd name="connsiteX7" fmla="*/ 724491 w 1410593"/>
                    <a:gd name="connsiteY7" fmla="*/ 1538602 h 2035598"/>
                    <a:gd name="connsiteX8" fmla="*/ 1200741 w 1410593"/>
                    <a:gd name="connsiteY8" fmla="*/ 47625 h 2035598"/>
                    <a:gd name="connsiteX0" fmla="*/ 1200741 w 1410593"/>
                    <a:gd name="connsiteY0" fmla="*/ 47625 h 2129314"/>
                    <a:gd name="connsiteX1" fmla="*/ 1410593 w 1410593"/>
                    <a:gd name="connsiteY1" fmla="*/ 0 h 2129314"/>
                    <a:gd name="connsiteX2" fmla="*/ 1029593 w 1410593"/>
                    <a:gd name="connsiteY2" fmla="*/ 1443352 h 2129314"/>
                    <a:gd name="connsiteX3" fmla="*/ 1355042 w 1410593"/>
                    <a:gd name="connsiteY3" fmla="*/ 1760178 h 2129314"/>
                    <a:gd name="connsiteX4" fmla="*/ 370791 w 1410593"/>
                    <a:gd name="connsiteY4" fmla="*/ 2122129 h 2129314"/>
                    <a:gd name="connsiteX5" fmla="*/ 577166 w 1410593"/>
                    <a:gd name="connsiteY5" fmla="*/ 1645879 h 2129314"/>
                    <a:gd name="connsiteX6" fmla="*/ 5666 w 1410593"/>
                    <a:gd name="connsiteY6" fmla="*/ 1674454 h 2129314"/>
                    <a:gd name="connsiteX7" fmla="*/ 724491 w 1410593"/>
                    <a:gd name="connsiteY7" fmla="*/ 1538602 h 2129314"/>
                    <a:gd name="connsiteX8" fmla="*/ 1200741 w 1410593"/>
                    <a:gd name="connsiteY8" fmla="*/ 47625 h 2129314"/>
                    <a:gd name="connsiteX0" fmla="*/ 1200014 w 1409866"/>
                    <a:gd name="connsiteY0" fmla="*/ 47625 h 2129399"/>
                    <a:gd name="connsiteX1" fmla="*/ 1409866 w 1409866"/>
                    <a:gd name="connsiteY1" fmla="*/ 0 h 2129399"/>
                    <a:gd name="connsiteX2" fmla="*/ 1028866 w 1409866"/>
                    <a:gd name="connsiteY2" fmla="*/ 1443352 h 2129399"/>
                    <a:gd name="connsiteX3" fmla="*/ 1354315 w 1409866"/>
                    <a:gd name="connsiteY3" fmla="*/ 1760178 h 2129399"/>
                    <a:gd name="connsiteX4" fmla="*/ 370064 w 1409866"/>
                    <a:gd name="connsiteY4" fmla="*/ 2122129 h 2129399"/>
                    <a:gd name="connsiteX5" fmla="*/ 665339 w 1409866"/>
                    <a:gd name="connsiteY5" fmla="*/ 1652229 h 2129399"/>
                    <a:gd name="connsiteX6" fmla="*/ 4939 w 1409866"/>
                    <a:gd name="connsiteY6" fmla="*/ 1674454 h 2129399"/>
                    <a:gd name="connsiteX7" fmla="*/ 723764 w 1409866"/>
                    <a:gd name="connsiteY7" fmla="*/ 1538602 h 2129399"/>
                    <a:gd name="connsiteX8" fmla="*/ 1200014 w 1409866"/>
                    <a:gd name="connsiteY8" fmla="*/ 47625 h 2129399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06852 h 2129154"/>
                    <a:gd name="connsiteX8" fmla="*/ 1200014 w 1409866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04927" h="2129154">
                      <a:moveTo>
                        <a:pt x="1150625" y="34925"/>
                      </a:moveTo>
                      <a:lnTo>
                        <a:pt x="1404927" y="0"/>
                      </a:lnTo>
                      <a:cubicBezTo>
                        <a:pt x="1277927" y="481117"/>
                        <a:pt x="1017577" y="1032085"/>
                        <a:pt x="1023927" y="1443352"/>
                      </a:cubicBezTo>
                      <a:cubicBezTo>
                        <a:pt x="1215752" y="1537748"/>
                        <a:pt x="1366043" y="1701024"/>
                        <a:pt x="1349376" y="1760178"/>
                      </a:cubicBezTo>
                      <a:cubicBezTo>
                        <a:pt x="1288259" y="1800282"/>
                        <a:pt x="956204" y="1262762"/>
                        <a:pt x="365125" y="2122129"/>
                      </a:cubicBezTo>
                      <a:cubicBezTo>
                        <a:pt x="246858" y="2193984"/>
                        <a:pt x="490537" y="1691916"/>
                        <a:pt x="660400" y="1652229"/>
                      </a:cubicBezTo>
                      <a:cubicBezTo>
                        <a:pt x="557213" y="1644292"/>
                        <a:pt x="97683" y="1673283"/>
                        <a:pt x="0" y="1744304"/>
                      </a:cubicBezTo>
                      <a:cubicBezTo>
                        <a:pt x="163408" y="1466187"/>
                        <a:pt x="574467" y="1499219"/>
                        <a:pt x="718825" y="1506852"/>
                      </a:cubicBezTo>
                      <a:cubicBezTo>
                        <a:pt x="877575" y="1210943"/>
                        <a:pt x="1029975" y="553084"/>
                        <a:pt x="1150625" y="34925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 849">
                  <a:extLst>
                    <a:ext uri="{FF2B5EF4-FFF2-40B4-BE49-F238E27FC236}">
                      <a16:creationId xmlns:a16="http://schemas.microsoft.com/office/drawing/2014/main" id="{78AF29DD-EC93-0D1B-A695-3F50D1BBA746}"/>
                    </a:ext>
                  </a:extLst>
                </p:cNvPr>
                <p:cNvSpPr/>
                <p:nvPr/>
              </p:nvSpPr>
              <p:spPr>
                <a:xfrm>
                  <a:off x="3932776" y="3981815"/>
                  <a:ext cx="852662" cy="1684033"/>
                </a:xfrm>
                <a:custGeom>
                  <a:avLst/>
                  <a:gdLst>
                    <a:gd name="connsiteX0" fmla="*/ 0 w 832319"/>
                    <a:gd name="connsiteY0" fmla="*/ 0 h 490233"/>
                    <a:gd name="connsiteX1" fmla="*/ 832319 w 832319"/>
                    <a:gd name="connsiteY1" fmla="*/ 0 h 490233"/>
                    <a:gd name="connsiteX2" fmla="*/ 832319 w 832319"/>
                    <a:gd name="connsiteY2" fmla="*/ 490233 h 490233"/>
                    <a:gd name="connsiteX3" fmla="*/ 0 w 832319"/>
                    <a:gd name="connsiteY3" fmla="*/ 490233 h 490233"/>
                    <a:gd name="connsiteX4" fmla="*/ 0 w 832319"/>
                    <a:gd name="connsiteY4" fmla="*/ 0 h 490233"/>
                    <a:gd name="connsiteX0" fmla="*/ 0 w 832319"/>
                    <a:gd name="connsiteY0" fmla="*/ 0 h 1671333"/>
                    <a:gd name="connsiteX1" fmla="*/ 832319 w 832319"/>
                    <a:gd name="connsiteY1" fmla="*/ 0 h 1671333"/>
                    <a:gd name="connsiteX2" fmla="*/ 527519 w 832319"/>
                    <a:gd name="connsiteY2" fmla="*/ 1671333 h 1671333"/>
                    <a:gd name="connsiteX3" fmla="*/ 0 w 832319"/>
                    <a:gd name="connsiteY3" fmla="*/ 490233 h 1671333"/>
                    <a:gd name="connsiteX4" fmla="*/ 0 w 832319"/>
                    <a:gd name="connsiteY4" fmla="*/ 0 h 1671333"/>
                    <a:gd name="connsiteX0" fmla="*/ 0 w 919404"/>
                    <a:gd name="connsiteY0" fmla="*/ 0 h 1671333"/>
                    <a:gd name="connsiteX1" fmla="*/ 832319 w 919404"/>
                    <a:gd name="connsiteY1" fmla="*/ 0 h 1671333"/>
                    <a:gd name="connsiteX2" fmla="*/ 527519 w 919404"/>
                    <a:gd name="connsiteY2" fmla="*/ 1671333 h 1671333"/>
                    <a:gd name="connsiteX3" fmla="*/ 0 w 919404"/>
                    <a:gd name="connsiteY3" fmla="*/ 490233 h 1671333"/>
                    <a:gd name="connsiteX4" fmla="*/ 0 w 919404"/>
                    <a:gd name="connsiteY4" fmla="*/ 0 h 1671333"/>
                    <a:gd name="connsiteX0" fmla="*/ 330200 w 919404"/>
                    <a:gd name="connsiteY0" fmla="*/ 0 h 1684033"/>
                    <a:gd name="connsiteX1" fmla="*/ 832319 w 919404"/>
                    <a:gd name="connsiteY1" fmla="*/ 12700 h 1684033"/>
                    <a:gd name="connsiteX2" fmla="*/ 527519 w 919404"/>
                    <a:gd name="connsiteY2" fmla="*/ 1684033 h 1684033"/>
                    <a:gd name="connsiteX3" fmla="*/ 0 w 919404"/>
                    <a:gd name="connsiteY3" fmla="*/ 502933 h 1684033"/>
                    <a:gd name="connsiteX4" fmla="*/ 330200 w 919404"/>
                    <a:gd name="connsiteY4" fmla="*/ 0 h 1684033"/>
                    <a:gd name="connsiteX0" fmla="*/ 0 w 589204"/>
                    <a:gd name="connsiteY0" fmla="*/ 0 h 1684033"/>
                    <a:gd name="connsiteX1" fmla="*/ 502119 w 589204"/>
                    <a:gd name="connsiteY1" fmla="*/ 12700 h 1684033"/>
                    <a:gd name="connsiteX2" fmla="*/ 197319 w 589204"/>
                    <a:gd name="connsiteY2" fmla="*/ 1684033 h 1684033"/>
                    <a:gd name="connsiteX3" fmla="*/ 0 w 589204"/>
                    <a:gd name="connsiteY3" fmla="*/ 0 h 1684033"/>
                    <a:gd name="connsiteX0" fmla="*/ 156087 w 745291"/>
                    <a:gd name="connsiteY0" fmla="*/ 0 h 1684033"/>
                    <a:gd name="connsiteX1" fmla="*/ 658206 w 745291"/>
                    <a:gd name="connsiteY1" fmla="*/ 12700 h 1684033"/>
                    <a:gd name="connsiteX2" fmla="*/ 353406 w 745291"/>
                    <a:gd name="connsiteY2" fmla="*/ 1684033 h 1684033"/>
                    <a:gd name="connsiteX3" fmla="*/ 156087 w 745291"/>
                    <a:gd name="connsiteY3" fmla="*/ 0 h 1684033"/>
                    <a:gd name="connsiteX0" fmla="*/ 263458 w 852662"/>
                    <a:gd name="connsiteY0" fmla="*/ 0 h 1684033"/>
                    <a:gd name="connsiteX1" fmla="*/ 765577 w 852662"/>
                    <a:gd name="connsiteY1" fmla="*/ 12700 h 1684033"/>
                    <a:gd name="connsiteX2" fmla="*/ 460777 w 852662"/>
                    <a:gd name="connsiteY2" fmla="*/ 1684033 h 1684033"/>
                    <a:gd name="connsiteX3" fmla="*/ 263458 w 852662"/>
                    <a:gd name="connsiteY3" fmla="*/ 0 h 1684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2662" h="1684033">
                      <a:moveTo>
                        <a:pt x="263458" y="0"/>
                      </a:moveTo>
                      <a:lnTo>
                        <a:pt x="765577" y="12700"/>
                      </a:lnTo>
                      <a:cubicBezTo>
                        <a:pt x="663977" y="569811"/>
                        <a:pt x="1184677" y="1647622"/>
                        <a:pt x="460777" y="1684033"/>
                      </a:cubicBezTo>
                      <a:cubicBezTo>
                        <a:pt x="-239996" y="754389"/>
                        <a:pt x="-969" y="53344"/>
                        <a:pt x="263458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DB83DB1A-ED3C-E14C-CFCE-55104CB0C545}"/>
                  </a:ext>
                </a:extLst>
              </p:cNvPr>
              <p:cNvGrpSpPr/>
              <p:nvPr/>
            </p:nvGrpSpPr>
            <p:grpSpPr>
              <a:xfrm>
                <a:off x="3030639" y="1539422"/>
                <a:ext cx="4054665" cy="3351939"/>
                <a:chOff x="3030639" y="1539422"/>
                <a:chExt cx="4054665" cy="3351939"/>
              </a:xfrm>
              <a:grpFill/>
            </p:grpSpPr>
            <p:sp>
              <p:nvSpPr>
                <p:cNvPr id="226" name="Oval 847">
                  <a:extLst>
                    <a:ext uri="{FF2B5EF4-FFF2-40B4-BE49-F238E27FC236}">
                      <a16:creationId xmlns:a16="http://schemas.microsoft.com/office/drawing/2014/main" id="{0D0C0E50-29F6-4853-90F2-2AF7904C5CB2}"/>
                    </a:ext>
                  </a:extLst>
                </p:cNvPr>
                <p:cNvSpPr/>
                <p:nvPr/>
              </p:nvSpPr>
              <p:spPr>
                <a:xfrm>
                  <a:off x="3030639" y="1539422"/>
                  <a:ext cx="4054665" cy="3351939"/>
                </a:xfrm>
                <a:custGeom>
                  <a:avLst/>
                  <a:gdLst>
                    <a:gd name="connsiteX0" fmla="*/ 0 w 2890595"/>
                    <a:gd name="connsiteY0" fmla="*/ 1175700 h 2351399"/>
                    <a:gd name="connsiteX1" fmla="*/ 1445298 w 2890595"/>
                    <a:gd name="connsiteY1" fmla="*/ 0 h 2351399"/>
                    <a:gd name="connsiteX2" fmla="*/ 2890596 w 2890595"/>
                    <a:gd name="connsiteY2" fmla="*/ 1175700 h 2351399"/>
                    <a:gd name="connsiteX3" fmla="*/ 1445298 w 2890595"/>
                    <a:gd name="connsiteY3" fmla="*/ 2351400 h 2351399"/>
                    <a:gd name="connsiteX4" fmla="*/ 0 w 2890595"/>
                    <a:gd name="connsiteY4" fmla="*/ 1175700 h 2351399"/>
                    <a:gd name="connsiteX0" fmla="*/ 234569 w 3125165"/>
                    <a:gd name="connsiteY0" fmla="*/ 1185105 h 2360805"/>
                    <a:gd name="connsiteX1" fmla="*/ 147225 w 3125165"/>
                    <a:gd name="connsiteY1" fmla="*/ 661583 h 2360805"/>
                    <a:gd name="connsiteX2" fmla="*/ 1679867 w 3125165"/>
                    <a:gd name="connsiteY2" fmla="*/ 9405 h 2360805"/>
                    <a:gd name="connsiteX3" fmla="*/ 3125165 w 3125165"/>
                    <a:gd name="connsiteY3" fmla="*/ 1185105 h 2360805"/>
                    <a:gd name="connsiteX4" fmla="*/ 1679867 w 3125165"/>
                    <a:gd name="connsiteY4" fmla="*/ 2360805 h 2360805"/>
                    <a:gd name="connsiteX5" fmla="*/ 234569 w 3125165"/>
                    <a:gd name="connsiteY5" fmla="*/ 1185105 h 2360805"/>
                    <a:gd name="connsiteX0" fmla="*/ 1532642 w 2977940"/>
                    <a:gd name="connsiteY0" fmla="*/ 2360805 h 2369119"/>
                    <a:gd name="connsiteX1" fmla="*/ 0 w 2977940"/>
                    <a:gd name="connsiteY1" fmla="*/ 661583 h 2369119"/>
                    <a:gd name="connsiteX2" fmla="*/ 1532642 w 2977940"/>
                    <a:gd name="connsiteY2" fmla="*/ 9405 h 2369119"/>
                    <a:gd name="connsiteX3" fmla="*/ 2977940 w 2977940"/>
                    <a:gd name="connsiteY3" fmla="*/ 1185105 h 2369119"/>
                    <a:gd name="connsiteX4" fmla="*/ 1532642 w 2977940"/>
                    <a:gd name="connsiteY4" fmla="*/ 2360805 h 2369119"/>
                    <a:gd name="connsiteX0" fmla="*/ 1532642 w 3499728"/>
                    <a:gd name="connsiteY0" fmla="*/ 2360805 h 2760483"/>
                    <a:gd name="connsiteX1" fmla="*/ 0 w 3499728"/>
                    <a:gd name="connsiteY1" fmla="*/ 661583 h 2760483"/>
                    <a:gd name="connsiteX2" fmla="*/ 1532642 w 3499728"/>
                    <a:gd name="connsiteY2" fmla="*/ 9405 h 2760483"/>
                    <a:gd name="connsiteX3" fmla="*/ 2977940 w 3499728"/>
                    <a:gd name="connsiteY3" fmla="*/ 1185105 h 2760483"/>
                    <a:gd name="connsiteX4" fmla="*/ 3439885 w 3499728"/>
                    <a:gd name="connsiteY4" fmla="*/ 2679068 h 2760483"/>
                    <a:gd name="connsiteX5" fmla="*/ 1532642 w 3499728"/>
                    <a:gd name="connsiteY5" fmla="*/ 2360805 h 2760483"/>
                    <a:gd name="connsiteX0" fmla="*/ 3439885 w 3599013"/>
                    <a:gd name="connsiteY0" fmla="*/ 2679068 h 2683443"/>
                    <a:gd name="connsiteX1" fmla="*/ 0 w 3599013"/>
                    <a:gd name="connsiteY1" fmla="*/ 661583 h 2683443"/>
                    <a:gd name="connsiteX2" fmla="*/ 1532642 w 3599013"/>
                    <a:gd name="connsiteY2" fmla="*/ 9405 h 2683443"/>
                    <a:gd name="connsiteX3" fmla="*/ 2977940 w 3599013"/>
                    <a:gd name="connsiteY3" fmla="*/ 1185105 h 2683443"/>
                    <a:gd name="connsiteX4" fmla="*/ 3439885 w 3599013"/>
                    <a:gd name="connsiteY4" fmla="*/ 2679068 h 2683443"/>
                    <a:gd name="connsiteX0" fmla="*/ 3465834 w 3624962"/>
                    <a:gd name="connsiteY0" fmla="*/ 2679068 h 2834116"/>
                    <a:gd name="connsiteX1" fmla="*/ 25949 w 3624962"/>
                    <a:gd name="connsiteY1" fmla="*/ 661583 h 2834116"/>
                    <a:gd name="connsiteX2" fmla="*/ 1558591 w 3624962"/>
                    <a:gd name="connsiteY2" fmla="*/ 9405 h 2834116"/>
                    <a:gd name="connsiteX3" fmla="*/ 3003889 w 3624962"/>
                    <a:gd name="connsiteY3" fmla="*/ 1185105 h 2834116"/>
                    <a:gd name="connsiteX4" fmla="*/ 3465834 w 3624962"/>
                    <a:gd name="connsiteY4" fmla="*/ 2679068 h 2834116"/>
                    <a:gd name="connsiteX0" fmla="*/ 3465124 w 3583311"/>
                    <a:gd name="connsiteY0" fmla="*/ 2679068 h 3027120"/>
                    <a:gd name="connsiteX1" fmla="*/ 25239 w 3583311"/>
                    <a:gd name="connsiteY1" fmla="*/ 661583 h 3027120"/>
                    <a:gd name="connsiteX2" fmla="*/ 1557881 w 3583311"/>
                    <a:gd name="connsiteY2" fmla="*/ 9405 h 3027120"/>
                    <a:gd name="connsiteX3" fmla="*/ 3003179 w 3583311"/>
                    <a:gd name="connsiteY3" fmla="*/ 1185105 h 3027120"/>
                    <a:gd name="connsiteX4" fmla="*/ 3465124 w 3583311"/>
                    <a:gd name="connsiteY4" fmla="*/ 2679068 h 3027120"/>
                    <a:gd name="connsiteX0" fmla="*/ 3465124 w 3492686"/>
                    <a:gd name="connsiteY0" fmla="*/ 2679068 h 3027120"/>
                    <a:gd name="connsiteX1" fmla="*/ 25239 w 3492686"/>
                    <a:gd name="connsiteY1" fmla="*/ 661583 h 3027120"/>
                    <a:gd name="connsiteX2" fmla="*/ 1557881 w 3492686"/>
                    <a:gd name="connsiteY2" fmla="*/ 9405 h 3027120"/>
                    <a:gd name="connsiteX3" fmla="*/ 3465124 w 3492686"/>
                    <a:gd name="connsiteY3" fmla="*/ 2679068 h 3027120"/>
                    <a:gd name="connsiteX0" fmla="*/ 3439885 w 3647686"/>
                    <a:gd name="connsiteY0" fmla="*/ 2679068 h 3045025"/>
                    <a:gd name="connsiteX1" fmla="*/ 3207657 w 3647686"/>
                    <a:gd name="connsiteY1" fmla="*/ 2809696 h 3045025"/>
                    <a:gd name="connsiteX2" fmla="*/ 0 w 3647686"/>
                    <a:gd name="connsiteY2" fmla="*/ 661583 h 3045025"/>
                    <a:gd name="connsiteX3" fmla="*/ 1532642 w 3647686"/>
                    <a:gd name="connsiteY3" fmla="*/ 9405 h 3045025"/>
                    <a:gd name="connsiteX4" fmla="*/ 3439885 w 3647686"/>
                    <a:gd name="connsiteY4" fmla="*/ 2679068 h 3045025"/>
                    <a:gd name="connsiteX0" fmla="*/ 1532642 w 3238572"/>
                    <a:gd name="connsiteY0" fmla="*/ 9405 h 2809696"/>
                    <a:gd name="connsiteX1" fmla="*/ 3207657 w 3238572"/>
                    <a:gd name="connsiteY1" fmla="*/ 2809696 h 2809696"/>
                    <a:gd name="connsiteX2" fmla="*/ 0 w 3238572"/>
                    <a:gd name="connsiteY2" fmla="*/ 661583 h 2809696"/>
                    <a:gd name="connsiteX3" fmla="*/ 1532642 w 3238572"/>
                    <a:gd name="connsiteY3" fmla="*/ 9405 h 2809696"/>
                    <a:gd name="connsiteX0" fmla="*/ 1532642 w 3481775"/>
                    <a:gd name="connsiteY0" fmla="*/ 83818 h 2782509"/>
                    <a:gd name="connsiteX1" fmla="*/ 3454399 w 3481775"/>
                    <a:gd name="connsiteY1" fmla="*/ 2782509 h 2782509"/>
                    <a:gd name="connsiteX2" fmla="*/ 0 w 3481775"/>
                    <a:gd name="connsiteY2" fmla="*/ 735996 h 2782509"/>
                    <a:gd name="connsiteX3" fmla="*/ 1532642 w 3481775"/>
                    <a:gd name="connsiteY3" fmla="*/ 83818 h 2782509"/>
                    <a:gd name="connsiteX0" fmla="*/ 1532642 w 3481775"/>
                    <a:gd name="connsiteY0" fmla="*/ 83818 h 3160317"/>
                    <a:gd name="connsiteX1" fmla="*/ 3454399 w 3481775"/>
                    <a:gd name="connsiteY1" fmla="*/ 2782509 h 3160317"/>
                    <a:gd name="connsiteX2" fmla="*/ 0 w 3481775"/>
                    <a:gd name="connsiteY2" fmla="*/ 735996 h 3160317"/>
                    <a:gd name="connsiteX3" fmla="*/ 1532642 w 3481775"/>
                    <a:gd name="connsiteY3" fmla="*/ 83818 h 3160317"/>
                    <a:gd name="connsiteX0" fmla="*/ 1779385 w 3729139"/>
                    <a:gd name="connsiteY0" fmla="*/ 172649 h 3212509"/>
                    <a:gd name="connsiteX1" fmla="*/ 3701142 w 3729139"/>
                    <a:gd name="connsiteY1" fmla="*/ 2871340 h 3212509"/>
                    <a:gd name="connsiteX2" fmla="*/ 0 w 3729139"/>
                    <a:gd name="connsiteY2" fmla="*/ 389398 h 3212509"/>
                    <a:gd name="connsiteX3" fmla="*/ 1779385 w 3729139"/>
                    <a:gd name="connsiteY3" fmla="*/ 172649 h 3212509"/>
                    <a:gd name="connsiteX0" fmla="*/ 1912860 w 3862614"/>
                    <a:gd name="connsiteY0" fmla="*/ 172649 h 3248761"/>
                    <a:gd name="connsiteX1" fmla="*/ 3834617 w 3862614"/>
                    <a:gd name="connsiteY1" fmla="*/ 2871340 h 3248761"/>
                    <a:gd name="connsiteX2" fmla="*/ 133475 w 3862614"/>
                    <a:gd name="connsiteY2" fmla="*/ 389398 h 3248761"/>
                    <a:gd name="connsiteX3" fmla="*/ 1912860 w 3862614"/>
                    <a:gd name="connsiteY3" fmla="*/ 172649 h 3248761"/>
                    <a:gd name="connsiteX0" fmla="*/ 133475 w 3834617"/>
                    <a:gd name="connsiteY0" fmla="*/ 0 h 2859363"/>
                    <a:gd name="connsiteX1" fmla="*/ 3834617 w 3834617"/>
                    <a:gd name="connsiteY1" fmla="*/ 2481942 h 2859363"/>
                    <a:gd name="connsiteX2" fmla="*/ 133475 w 3834617"/>
                    <a:gd name="connsiteY2" fmla="*/ 0 h 2859363"/>
                    <a:gd name="connsiteX0" fmla="*/ 133475 w 3834617"/>
                    <a:gd name="connsiteY0" fmla="*/ 434970 h 3294333"/>
                    <a:gd name="connsiteX1" fmla="*/ 3834617 w 3834617"/>
                    <a:gd name="connsiteY1" fmla="*/ 2916912 h 3294333"/>
                    <a:gd name="connsiteX2" fmla="*/ 133475 w 3834617"/>
                    <a:gd name="connsiteY2" fmla="*/ 434970 h 3294333"/>
                    <a:gd name="connsiteX0" fmla="*/ 133475 w 4046939"/>
                    <a:gd name="connsiteY0" fmla="*/ 461007 h 3320370"/>
                    <a:gd name="connsiteX1" fmla="*/ 3834617 w 4046939"/>
                    <a:gd name="connsiteY1" fmla="*/ 2942949 h 3320370"/>
                    <a:gd name="connsiteX2" fmla="*/ 133475 w 4046939"/>
                    <a:gd name="connsiteY2" fmla="*/ 461007 h 3320370"/>
                    <a:gd name="connsiteX0" fmla="*/ 133475 w 4043083"/>
                    <a:gd name="connsiteY0" fmla="*/ 416303 h 3275666"/>
                    <a:gd name="connsiteX1" fmla="*/ 3834617 w 4043083"/>
                    <a:gd name="connsiteY1" fmla="*/ 2898245 h 3275666"/>
                    <a:gd name="connsiteX2" fmla="*/ 133475 w 4043083"/>
                    <a:gd name="connsiteY2" fmla="*/ 416303 h 3275666"/>
                    <a:gd name="connsiteX0" fmla="*/ 133475 w 4041827"/>
                    <a:gd name="connsiteY0" fmla="*/ 483587 h 3342950"/>
                    <a:gd name="connsiteX1" fmla="*/ 3834617 w 4041827"/>
                    <a:gd name="connsiteY1" fmla="*/ 2965529 h 3342950"/>
                    <a:gd name="connsiteX2" fmla="*/ 133475 w 4041827"/>
                    <a:gd name="connsiteY2" fmla="*/ 483587 h 3342950"/>
                    <a:gd name="connsiteX0" fmla="*/ 133475 w 4054665"/>
                    <a:gd name="connsiteY0" fmla="*/ 492576 h 3351939"/>
                    <a:gd name="connsiteX1" fmla="*/ 3834617 w 4054665"/>
                    <a:gd name="connsiteY1" fmla="*/ 2974518 h 3351939"/>
                    <a:gd name="connsiteX2" fmla="*/ 133475 w 4054665"/>
                    <a:gd name="connsiteY2" fmla="*/ 492576 h 3351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54665" h="3351939">
                      <a:moveTo>
                        <a:pt x="133475" y="492576"/>
                      </a:moveTo>
                      <a:cubicBezTo>
                        <a:pt x="1236562" y="-1162053"/>
                        <a:pt x="4995760" y="1784347"/>
                        <a:pt x="3834617" y="2974518"/>
                      </a:cubicBezTo>
                      <a:cubicBezTo>
                        <a:pt x="1359932" y="4394499"/>
                        <a:pt x="-528365" y="1416491"/>
                        <a:pt x="133475" y="49257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6FBA562A-52C7-7E6C-4A4E-F202FF1080CB}"/>
                    </a:ext>
                  </a:extLst>
                </p:cNvPr>
                <p:cNvSpPr/>
                <p:nvPr/>
              </p:nvSpPr>
              <p:spPr>
                <a:xfrm>
                  <a:off x="5372100" y="2743200"/>
                  <a:ext cx="1557338" cy="1714500"/>
                </a:xfrm>
                <a:custGeom>
                  <a:avLst/>
                  <a:gdLst>
                    <a:gd name="connsiteX0" fmla="*/ 0 w 1557338"/>
                    <a:gd name="connsiteY0" fmla="*/ 0 h 1714500"/>
                    <a:gd name="connsiteX1" fmla="*/ 228600 w 1557338"/>
                    <a:gd name="connsiteY1" fmla="*/ 428625 h 1714500"/>
                    <a:gd name="connsiteX2" fmla="*/ 971550 w 1557338"/>
                    <a:gd name="connsiteY2" fmla="*/ 857250 h 1714500"/>
                    <a:gd name="connsiteX3" fmla="*/ 1314450 w 1557338"/>
                    <a:gd name="connsiteY3" fmla="*/ 1271588 h 1714500"/>
                    <a:gd name="connsiteX4" fmla="*/ 1557338 w 1557338"/>
                    <a:gd name="connsiteY4" fmla="*/ 1714500 h 1714500"/>
                    <a:gd name="connsiteX5" fmla="*/ 1557338 w 1557338"/>
                    <a:gd name="connsiteY5" fmla="*/ 1714500 h 1714500"/>
                    <a:gd name="connsiteX0" fmla="*/ 0 w 1557338"/>
                    <a:gd name="connsiteY0" fmla="*/ 0 h 1714500"/>
                    <a:gd name="connsiteX1" fmla="*/ 971550 w 1557338"/>
                    <a:gd name="connsiteY1" fmla="*/ 857250 h 1714500"/>
                    <a:gd name="connsiteX2" fmla="*/ 1314450 w 1557338"/>
                    <a:gd name="connsiteY2" fmla="*/ 1271588 h 1714500"/>
                    <a:gd name="connsiteX3" fmla="*/ 1557338 w 1557338"/>
                    <a:gd name="connsiteY3" fmla="*/ 1714500 h 1714500"/>
                    <a:gd name="connsiteX4" fmla="*/ 1557338 w 1557338"/>
                    <a:gd name="connsiteY4" fmla="*/ 1714500 h 1714500"/>
                    <a:gd name="connsiteX0" fmla="*/ 0 w 1557338"/>
                    <a:gd name="connsiteY0" fmla="*/ 0 h 1714500"/>
                    <a:gd name="connsiteX1" fmla="*/ 1314450 w 1557338"/>
                    <a:gd name="connsiteY1" fmla="*/ 1271588 h 1714500"/>
                    <a:gd name="connsiteX2" fmla="*/ 1557338 w 1557338"/>
                    <a:gd name="connsiteY2" fmla="*/ 1714500 h 1714500"/>
                    <a:gd name="connsiteX3" fmla="*/ 1557338 w 1557338"/>
                    <a:gd name="connsiteY3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57338" h="1714500">
                      <a:moveTo>
                        <a:pt x="0" y="0"/>
                      </a:moveTo>
                      <a:cubicBezTo>
                        <a:pt x="219075" y="500062"/>
                        <a:pt x="1323975" y="871537"/>
                        <a:pt x="1557338" y="1714500"/>
                      </a:cubicBezTo>
                      <a:lnTo>
                        <a:pt x="1557338" y="1714500"/>
                      </a:ln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7E16F32F-7B2B-614C-41C4-CD91AF7E2D13}"/>
                    </a:ext>
                  </a:extLst>
                </p:cNvPr>
                <p:cNvSpPr/>
                <p:nvPr/>
              </p:nvSpPr>
              <p:spPr>
                <a:xfrm>
                  <a:off x="4514850" y="2928938"/>
                  <a:ext cx="2300288" cy="1628775"/>
                </a:xfrm>
                <a:custGeom>
                  <a:avLst/>
                  <a:gdLst>
                    <a:gd name="connsiteX0" fmla="*/ 0 w 2303881"/>
                    <a:gd name="connsiteY0" fmla="*/ 0 h 1629461"/>
                    <a:gd name="connsiteX1" fmla="*/ 528638 w 2303881"/>
                    <a:gd name="connsiteY1" fmla="*/ 842962 h 1629461"/>
                    <a:gd name="connsiteX2" fmla="*/ 2057400 w 2303881"/>
                    <a:gd name="connsiteY2" fmla="*/ 1514475 h 1629461"/>
                    <a:gd name="connsiteX3" fmla="*/ 2300288 w 2303881"/>
                    <a:gd name="connsiteY3" fmla="*/ 1628775 h 1629461"/>
                    <a:gd name="connsiteX4" fmla="*/ 2300288 w 2303881"/>
                    <a:gd name="connsiteY4" fmla="*/ 1628775 h 1629461"/>
                    <a:gd name="connsiteX0" fmla="*/ 0 w 2303881"/>
                    <a:gd name="connsiteY0" fmla="*/ 0 h 1629461"/>
                    <a:gd name="connsiteX1" fmla="*/ 2057400 w 2303881"/>
                    <a:gd name="connsiteY1" fmla="*/ 1514475 h 1629461"/>
                    <a:gd name="connsiteX2" fmla="*/ 2300288 w 2303881"/>
                    <a:gd name="connsiteY2" fmla="*/ 1628775 h 1629461"/>
                    <a:gd name="connsiteX3" fmla="*/ 2300288 w 2303881"/>
                    <a:gd name="connsiteY3" fmla="*/ 1628775 h 1629461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00288" h="1628775">
                      <a:moveTo>
                        <a:pt x="0" y="0"/>
                      </a:moveTo>
                      <a:cubicBezTo>
                        <a:pt x="538163" y="1214438"/>
                        <a:pt x="1533525" y="1500187"/>
                        <a:pt x="2300288" y="1628775"/>
                      </a:cubicBezTo>
                      <a:lnTo>
                        <a:pt x="2300288" y="1628775"/>
                      </a:ln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069B80F7-3FFB-03DB-F179-FCD0F3B37392}"/>
                    </a:ext>
                  </a:extLst>
                </p:cNvPr>
                <p:cNvSpPr/>
                <p:nvPr/>
              </p:nvSpPr>
              <p:spPr>
                <a:xfrm>
                  <a:off x="3743325" y="3071813"/>
                  <a:ext cx="2143125" cy="1800225"/>
                </a:xfrm>
                <a:custGeom>
                  <a:avLst/>
                  <a:gdLst>
                    <a:gd name="connsiteX0" fmla="*/ 0 w 2143125"/>
                    <a:gd name="connsiteY0" fmla="*/ 0 h 1800225"/>
                    <a:gd name="connsiteX1" fmla="*/ 657225 w 2143125"/>
                    <a:gd name="connsiteY1" fmla="*/ 1071562 h 1800225"/>
                    <a:gd name="connsiteX2" fmla="*/ 1585913 w 2143125"/>
                    <a:gd name="connsiteY2" fmla="*/ 1528762 h 1800225"/>
                    <a:gd name="connsiteX3" fmla="*/ 2143125 w 2143125"/>
                    <a:gd name="connsiteY3" fmla="*/ 1800225 h 1800225"/>
                    <a:gd name="connsiteX4" fmla="*/ 2143125 w 2143125"/>
                    <a:gd name="connsiteY4" fmla="*/ 1800225 h 1800225"/>
                    <a:gd name="connsiteX0" fmla="*/ 0 w 2143125"/>
                    <a:gd name="connsiteY0" fmla="*/ 0 h 1800225"/>
                    <a:gd name="connsiteX1" fmla="*/ 1585913 w 2143125"/>
                    <a:gd name="connsiteY1" fmla="*/ 1528762 h 1800225"/>
                    <a:gd name="connsiteX2" fmla="*/ 2143125 w 2143125"/>
                    <a:gd name="connsiteY2" fmla="*/ 1800225 h 1800225"/>
                    <a:gd name="connsiteX3" fmla="*/ 2143125 w 2143125"/>
                    <a:gd name="connsiteY3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43125" h="1800225">
                      <a:moveTo>
                        <a:pt x="0" y="0"/>
                      </a:moveTo>
                      <a:cubicBezTo>
                        <a:pt x="428625" y="1185863"/>
                        <a:pt x="1343025" y="1457325"/>
                        <a:pt x="2143125" y="1800225"/>
                      </a:cubicBezTo>
                      <a:lnTo>
                        <a:pt x="2143125" y="1800225"/>
                      </a:ln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07858D76-6A86-37E1-7765-F7FCCE57D3C8}"/>
                  </a:ext>
                </a:extLst>
              </p:cNvPr>
              <p:cNvSpPr/>
              <p:nvPr/>
            </p:nvSpPr>
            <p:spPr>
              <a:xfrm>
                <a:off x="1586011" y="-738802"/>
                <a:ext cx="378288" cy="39682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FC82D992-BE95-BE5D-7DBA-CC06F8C85D75}"/>
                  </a:ext>
                </a:extLst>
              </p:cNvPr>
              <p:cNvSpPr/>
              <p:nvPr/>
            </p:nvSpPr>
            <p:spPr>
              <a:xfrm>
                <a:off x="1648407" y="-643008"/>
                <a:ext cx="173653" cy="18216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BADD1A1D-B5FF-55C3-1A9B-11E150744AF5}"/>
                </a:ext>
              </a:extLst>
            </p:cNvPr>
            <p:cNvGrpSpPr/>
            <p:nvPr/>
          </p:nvGrpSpPr>
          <p:grpSpPr>
            <a:xfrm>
              <a:off x="1552282" y="540454"/>
              <a:ext cx="5749291" cy="4834906"/>
              <a:chOff x="1552282" y="540454"/>
              <a:chExt cx="5749291" cy="4834906"/>
            </a:xfrm>
            <a:grpFill/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023EA40B-956A-C0BF-0A59-1AE510E15239}"/>
                  </a:ext>
                </a:extLst>
              </p:cNvPr>
              <p:cNvSpPr/>
              <p:nvPr/>
            </p:nvSpPr>
            <p:spPr>
              <a:xfrm>
                <a:off x="1994993" y="74274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AAA93D47-EBBB-701A-C6A7-0E7664BAC223}"/>
                  </a:ext>
                </a:extLst>
              </p:cNvPr>
              <p:cNvSpPr/>
              <p:nvPr/>
            </p:nvSpPr>
            <p:spPr>
              <a:xfrm>
                <a:off x="2181983" y="64310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AD572BF-5DB3-15F7-2307-5011FDAD27D1}"/>
                  </a:ext>
                </a:extLst>
              </p:cNvPr>
              <p:cNvSpPr/>
              <p:nvPr/>
            </p:nvSpPr>
            <p:spPr>
              <a:xfrm>
                <a:off x="2376090" y="54045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CF113B3-7B33-DB26-AD8C-E48714421D11}"/>
                  </a:ext>
                </a:extLst>
              </p:cNvPr>
              <p:cNvSpPr/>
              <p:nvPr/>
            </p:nvSpPr>
            <p:spPr>
              <a:xfrm>
                <a:off x="2451179" y="825808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D85EEB03-375E-2D94-7D37-6CB2530F77E9}"/>
                  </a:ext>
                </a:extLst>
              </p:cNvPr>
              <p:cNvSpPr/>
              <p:nvPr/>
            </p:nvSpPr>
            <p:spPr>
              <a:xfrm>
                <a:off x="2564744" y="112856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A0A58ADF-4537-78F5-7B24-3DF145F0FB12}"/>
                  </a:ext>
                </a:extLst>
              </p:cNvPr>
              <p:cNvSpPr/>
              <p:nvPr/>
            </p:nvSpPr>
            <p:spPr>
              <a:xfrm>
                <a:off x="2756340" y="130402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0C232E6D-A538-49F6-FBF8-092CD22A1758}"/>
                  </a:ext>
                </a:extLst>
              </p:cNvPr>
              <p:cNvSpPr/>
              <p:nvPr/>
            </p:nvSpPr>
            <p:spPr>
              <a:xfrm>
                <a:off x="2885018" y="151574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E8186D6-4FFF-67A7-9825-130C195E1748}"/>
                  </a:ext>
                </a:extLst>
              </p:cNvPr>
              <p:cNvSpPr/>
              <p:nvPr/>
            </p:nvSpPr>
            <p:spPr>
              <a:xfrm>
                <a:off x="3172560" y="161247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1069D139-6810-CC6A-2A28-0C5957BF4F2F}"/>
                  </a:ext>
                </a:extLst>
              </p:cNvPr>
              <p:cNvSpPr/>
              <p:nvPr/>
            </p:nvSpPr>
            <p:spPr>
              <a:xfrm>
                <a:off x="2961163" y="172604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8B34F751-BC93-1316-01A1-6DD6345E8712}"/>
                  </a:ext>
                </a:extLst>
              </p:cNvPr>
              <p:cNvSpPr/>
              <p:nvPr/>
            </p:nvSpPr>
            <p:spPr>
              <a:xfrm>
                <a:off x="2698643" y="151574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E9B2C24A-59E7-433F-6BD2-291C903A39ED}"/>
                  </a:ext>
                </a:extLst>
              </p:cNvPr>
              <p:cNvSpPr/>
              <p:nvPr/>
            </p:nvSpPr>
            <p:spPr>
              <a:xfrm>
                <a:off x="2507961" y="1343976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9BAE041A-9D87-62A1-83E8-5944B9953A61}"/>
                  </a:ext>
                </a:extLst>
              </p:cNvPr>
              <p:cNvSpPr/>
              <p:nvPr/>
            </p:nvSpPr>
            <p:spPr>
              <a:xfrm>
                <a:off x="2394396" y="105862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8CE55399-907E-5DCB-6B88-486C9699137C}"/>
                  </a:ext>
                </a:extLst>
              </p:cNvPr>
              <p:cNvSpPr/>
              <p:nvPr/>
            </p:nvSpPr>
            <p:spPr>
              <a:xfrm>
                <a:off x="2295548" y="811960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01A4EE51-EAB0-43A2-552C-913D9568DF20}"/>
                  </a:ext>
                </a:extLst>
              </p:cNvPr>
              <p:cNvSpPr/>
              <p:nvPr/>
            </p:nvSpPr>
            <p:spPr>
              <a:xfrm>
                <a:off x="2104168" y="90774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054CE772-0F0B-2450-6417-BDB787F6ABE8}"/>
                  </a:ext>
                </a:extLst>
              </p:cNvPr>
              <p:cNvSpPr/>
              <p:nvPr/>
            </p:nvSpPr>
            <p:spPr>
              <a:xfrm>
                <a:off x="1914422" y="92552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8EAF96F4-281C-85A0-ADEF-ED4DA918101C}"/>
                  </a:ext>
                </a:extLst>
              </p:cNvPr>
              <p:cNvSpPr/>
              <p:nvPr/>
            </p:nvSpPr>
            <p:spPr>
              <a:xfrm>
                <a:off x="1802893" y="1174058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2184F683-99C6-97FE-D5C7-A86D616B3CEA}"/>
                  </a:ext>
                </a:extLst>
              </p:cNvPr>
              <p:cNvSpPr/>
              <p:nvPr/>
            </p:nvSpPr>
            <p:spPr>
              <a:xfrm>
                <a:off x="1765277" y="132439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AEF23D6D-2AF5-C426-A39F-5A25D16A129B}"/>
                  </a:ext>
                </a:extLst>
              </p:cNvPr>
              <p:cNvSpPr/>
              <p:nvPr/>
            </p:nvSpPr>
            <p:spPr>
              <a:xfrm>
                <a:off x="1974292" y="115016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56251CDA-1B28-D9F8-44FC-940C23BD789F}"/>
                  </a:ext>
                </a:extLst>
              </p:cNvPr>
              <p:cNvSpPr/>
              <p:nvPr/>
            </p:nvSpPr>
            <p:spPr>
              <a:xfrm>
                <a:off x="2225182" y="107600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0E13CDCB-51FF-3780-F7C4-A25A48DEC001}"/>
                  </a:ext>
                </a:extLst>
              </p:cNvPr>
              <p:cNvSpPr/>
              <p:nvPr/>
            </p:nvSpPr>
            <p:spPr>
              <a:xfrm>
                <a:off x="2150713" y="128719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E4C88B0B-7002-F409-1445-C479D12D4B11}"/>
                  </a:ext>
                </a:extLst>
              </p:cNvPr>
              <p:cNvSpPr/>
              <p:nvPr/>
            </p:nvSpPr>
            <p:spPr>
              <a:xfrm>
                <a:off x="2322112" y="1230410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C956CF49-38E9-55AB-A4CF-A0295679E0EB}"/>
                  </a:ext>
                </a:extLst>
              </p:cNvPr>
              <p:cNvSpPr/>
              <p:nvPr/>
            </p:nvSpPr>
            <p:spPr>
              <a:xfrm>
                <a:off x="1983964" y="138117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A733ACB4-34F2-E3BA-55F8-AC1C4177E7D4}"/>
                  </a:ext>
                </a:extLst>
              </p:cNvPr>
              <p:cNvSpPr/>
              <p:nvPr/>
            </p:nvSpPr>
            <p:spPr>
              <a:xfrm>
                <a:off x="1678302" y="155216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F114CB87-1933-09C9-1A47-843DA1C0F650}"/>
                  </a:ext>
                </a:extLst>
              </p:cNvPr>
              <p:cNvSpPr/>
              <p:nvPr/>
            </p:nvSpPr>
            <p:spPr>
              <a:xfrm>
                <a:off x="1926130" y="162930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2FBE6FDD-38B4-32EB-00AE-A368C134A1D7}"/>
                  </a:ext>
                </a:extLst>
              </p:cNvPr>
              <p:cNvSpPr/>
              <p:nvPr/>
            </p:nvSpPr>
            <p:spPr>
              <a:xfrm>
                <a:off x="2209892" y="151495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8D749580-78B8-344A-D586-5B4CFBDED366}"/>
                  </a:ext>
                </a:extLst>
              </p:cNvPr>
              <p:cNvSpPr/>
              <p:nvPr/>
            </p:nvSpPr>
            <p:spPr>
              <a:xfrm>
                <a:off x="2497061" y="1589948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D1CC9023-8480-176A-349D-6C96673C49C7}"/>
                  </a:ext>
                </a:extLst>
              </p:cNvPr>
              <p:cNvSpPr/>
              <p:nvPr/>
            </p:nvSpPr>
            <p:spPr>
              <a:xfrm>
                <a:off x="2136902" y="17609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88DBF812-6783-0A1F-CEA8-B918B1D72015}"/>
                  </a:ext>
                </a:extLst>
              </p:cNvPr>
              <p:cNvSpPr/>
              <p:nvPr/>
            </p:nvSpPr>
            <p:spPr>
              <a:xfrm>
                <a:off x="1813330" y="178139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F03B65F4-F5BE-589B-0532-9E89DC0CB773}"/>
                  </a:ext>
                </a:extLst>
              </p:cNvPr>
              <p:cNvSpPr/>
              <p:nvPr/>
            </p:nvSpPr>
            <p:spPr>
              <a:xfrm>
                <a:off x="1621519" y="17609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EA1F5671-9495-74AF-ED23-6E4ECE5EDFA0}"/>
                  </a:ext>
                </a:extLst>
              </p:cNvPr>
              <p:cNvSpPr/>
              <p:nvPr/>
            </p:nvSpPr>
            <p:spPr>
              <a:xfrm>
                <a:off x="2003280" y="187527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2B64141F-AAE1-38AC-2D5A-245639F751A1}"/>
                  </a:ext>
                </a:extLst>
              </p:cNvPr>
              <p:cNvSpPr/>
              <p:nvPr/>
            </p:nvSpPr>
            <p:spPr>
              <a:xfrm>
                <a:off x="2421984" y="180044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BA6AD234-3F48-66DA-BF0A-DAD8E11E9660}"/>
                  </a:ext>
                </a:extLst>
              </p:cNvPr>
              <p:cNvSpPr/>
              <p:nvPr/>
            </p:nvSpPr>
            <p:spPr>
              <a:xfrm>
                <a:off x="2688773" y="17609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90F0903-1E58-7CAF-07D0-F90DC27A6960}"/>
                  </a:ext>
                </a:extLst>
              </p:cNvPr>
              <p:cNvSpPr/>
              <p:nvPr/>
            </p:nvSpPr>
            <p:spPr>
              <a:xfrm>
                <a:off x="1609065" y="1932536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7C8BA2A4-1494-834B-F6FC-8CFEB781B040}"/>
                  </a:ext>
                </a:extLst>
              </p:cNvPr>
              <p:cNvSpPr/>
              <p:nvPr/>
            </p:nvSpPr>
            <p:spPr>
              <a:xfrm>
                <a:off x="1591624" y="221708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DD8B5E7-1772-A383-6EE4-1EF2C7B2EFAA}"/>
                  </a:ext>
                </a:extLst>
              </p:cNvPr>
              <p:cNvSpPr/>
              <p:nvPr/>
            </p:nvSpPr>
            <p:spPr>
              <a:xfrm>
                <a:off x="1552282" y="276580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EC8437E-FB28-8571-FDA1-225082BF29C0}"/>
                  </a:ext>
                </a:extLst>
              </p:cNvPr>
              <p:cNvSpPr/>
              <p:nvPr/>
            </p:nvSpPr>
            <p:spPr>
              <a:xfrm>
                <a:off x="1705189" y="303455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9AD593C-31C6-15A8-26E4-05964C7A54B8}"/>
                  </a:ext>
                </a:extLst>
              </p:cNvPr>
              <p:cNvSpPr/>
              <p:nvPr/>
            </p:nvSpPr>
            <p:spPr>
              <a:xfrm>
                <a:off x="1552282" y="246305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DDC8A8A8-58F2-5855-8BF7-81E8BF311F0B}"/>
                  </a:ext>
                </a:extLst>
              </p:cNvPr>
              <p:cNvSpPr/>
              <p:nvPr/>
            </p:nvSpPr>
            <p:spPr>
              <a:xfrm>
                <a:off x="1876458" y="332172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57A08C86-3F2A-ADAA-4A53-2EC43E656F8A}"/>
                  </a:ext>
                </a:extLst>
              </p:cNvPr>
              <p:cNvSpPr/>
              <p:nvPr/>
            </p:nvSpPr>
            <p:spPr>
              <a:xfrm>
                <a:off x="2068418" y="354751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F7804F7C-37F1-30CB-5F5D-E6EE7FD66456}"/>
                  </a:ext>
                </a:extLst>
              </p:cNvPr>
              <p:cNvSpPr/>
              <p:nvPr/>
            </p:nvSpPr>
            <p:spPr>
              <a:xfrm>
                <a:off x="2354992" y="383571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E292DA54-487A-9AE9-6726-73A2B5C28A6C}"/>
                  </a:ext>
                </a:extLst>
              </p:cNvPr>
              <p:cNvSpPr/>
              <p:nvPr/>
            </p:nvSpPr>
            <p:spPr>
              <a:xfrm>
                <a:off x="2641379" y="40251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B3727FF1-5F5F-41E8-3825-767AFD2A8CC0}"/>
                  </a:ext>
                </a:extLst>
              </p:cNvPr>
              <p:cNvSpPr/>
              <p:nvPr/>
            </p:nvSpPr>
            <p:spPr>
              <a:xfrm>
                <a:off x="2984130" y="415764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59966B8B-9CCC-70EF-2F71-2013EDF5929E}"/>
                  </a:ext>
                </a:extLst>
              </p:cNvPr>
              <p:cNvSpPr/>
              <p:nvPr/>
            </p:nvSpPr>
            <p:spPr>
              <a:xfrm>
                <a:off x="3251352" y="431019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B718F2A1-D476-C42A-2114-46EDAD94AAD7}"/>
                  </a:ext>
                </a:extLst>
              </p:cNvPr>
              <p:cNvSpPr/>
              <p:nvPr/>
            </p:nvSpPr>
            <p:spPr>
              <a:xfrm>
                <a:off x="3577327" y="444388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534BF971-FC47-D0C0-E94A-40026CBA2632}"/>
                  </a:ext>
                </a:extLst>
              </p:cNvPr>
              <p:cNvSpPr/>
              <p:nvPr/>
            </p:nvSpPr>
            <p:spPr>
              <a:xfrm>
                <a:off x="3422033" y="469086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46C8D056-CF8A-4634-3A20-703E0880370C}"/>
                  </a:ext>
                </a:extLst>
              </p:cNvPr>
              <p:cNvSpPr/>
              <p:nvPr/>
            </p:nvSpPr>
            <p:spPr>
              <a:xfrm>
                <a:off x="3746401" y="482383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957B5A32-EEF4-C925-7224-60F2C4693EBE}"/>
                  </a:ext>
                </a:extLst>
              </p:cNvPr>
              <p:cNvSpPr/>
              <p:nvPr/>
            </p:nvSpPr>
            <p:spPr>
              <a:xfrm>
                <a:off x="3594564" y="497465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AC8FADC2-2796-CA27-EC6B-724C3F03E2BD}"/>
                  </a:ext>
                </a:extLst>
              </p:cNvPr>
              <p:cNvSpPr/>
              <p:nvPr/>
            </p:nvSpPr>
            <p:spPr>
              <a:xfrm>
                <a:off x="1914422" y="261389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3B595EE2-CBC5-E1D7-90FF-267D85850965}"/>
                  </a:ext>
                </a:extLst>
              </p:cNvPr>
              <p:cNvSpPr/>
              <p:nvPr/>
            </p:nvSpPr>
            <p:spPr>
              <a:xfrm>
                <a:off x="1914422" y="225220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4B96ACAA-CA6C-D99C-79A4-74B8B0458CB6}"/>
                  </a:ext>
                </a:extLst>
              </p:cNvPr>
              <p:cNvSpPr/>
              <p:nvPr/>
            </p:nvSpPr>
            <p:spPr>
              <a:xfrm>
                <a:off x="2218482" y="2428648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46FB16FB-B71D-8085-FB79-419F1C36EAC9}"/>
                  </a:ext>
                </a:extLst>
              </p:cNvPr>
              <p:cNvSpPr/>
              <p:nvPr/>
            </p:nvSpPr>
            <p:spPr>
              <a:xfrm>
                <a:off x="2256288" y="2143496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CD58D895-45D3-518F-9EDD-784243CD1185}"/>
                  </a:ext>
                </a:extLst>
              </p:cNvPr>
              <p:cNvSpPr/>
              <p:nvPr/>
            </p:nvSpPr>
            <p:spPr>
              <a:xfrm>
                <a:off x="2717970" y="231659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D9E336BD-4AB0-CF57-0ACC-F0757A32E133}"/>
                  </a:ext>
                </a:extLst>
              </p:cNvPr>
              <p:cNvSpPr/>
              <p:nvPr/>
            </p:nvSpPr>
            <p:spPr>
              <a:xfrm>
                <a:off x="2602364" y="1991740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22E3A6B1-ECE9-5108-6D43-DDA005E290D4}"/>
                  </a:ext>
                </a:extLst>
              </p:cNvPr>
              <p:cNvSpPr/>
              <p:nvPr/>
            </p:nvSpPr>
            <p:spPr>
              <a:xfrm>
                <a:off x="2104168" y="2962620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64378255-D3DB-9A68-20EF-3FA6885F6FA0}"/>
                  </a:ext>
                </a:extLst>
              </p:cNvPr>
              <p:cNvSpPr/>
              <p:nvPr/>
            </p:nvSpPr>
            <p:spPr>
              <a:xfrm>
                <a:off x="2485113" y="3319272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88013E6-693C-0BC5-AF5F-1EC083D15A6E}"/>
                  </a:ext>
                </a:extLst>
              </p:cNvPr>
              <p:cNvSpPr/>
              <p:nvPr/>
            </p:nvSpPr>
            <p:spPr>
              <a:xfrm>
                <a:off x="2541895" y="283893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171E1BF1-6F95-A5DC-2F1F-EC18269EB997}"/>
                  </a:ext>
                </a:extLst>
              </p:cNvPr>
              <p:cNvSpPr/>
              <p:nvPr/>
            </p:nvSpPr>
            <p:spPr>
              <a:xfrm>
                <a:off x="2961162" y="314811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E368972D-B36A-9F5C-B731-9367A82D6561}"/>
                  </a:ext>
                </a:extLst>
              </p:cNvPr>
              <p:cNvSpPr/>
              <p:nvPr/>
            </p:nvSpPr>
            <p:spPr>
              <a:xfrm>
                <a:off x="2998071" y="36453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E2F09ED8-FA53-206D-838A-D6FE5E57B2A4}"/>
                  </a:ext>
                </a:extLst>
              </p:cNvPr>
              <p:cNvSpPr/>
              <p:nvPr/>
            </p:nvSpPr>
            <p:spPr>
              <a:xfrm>
                <a:off x="3433725" y="391366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7A65B9CF-F42B-12FC-05A2-96D0B485F5F4}"/>
                  </a:ext>
                </a:extLst>
              </p:cNvPr>
              <p:cNvSpPr/>
              <p:nvPr/>
            </p:nvSpPr>
            <p:spPr>
              <a:xfrm>
                <a:off x="4025077" y="450066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D18B1F6-2985-EE8D-084E-34D897B26F94}"/>
                  </a:ext>
                </a:extLst>
              </p:cNvPr>
              <p:cNvSpPr/>
              <p:nvPr/>
            </p:nvSpPr>
            <p:spPr>
              <a:xfrm>
                <a:off x="4385113" y="480581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28102B1-22DA-3995-3530-3D38C6BCDF9F}"/>
                  </a:ext>
                </a:extLst>
              </p:cNvPr>
              <p:cNvSpPr/>
              <p:nvPr/>
            </p:nvSpPr>
            <p:spPr>
              <a:xfrm>
                <a:off x="4179431" y="4958130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BDA4F92C-315D-CA86-9C47-217CE5A1347D}"/>
                  </a:ext>
                </a:extLst>
              </p:cNvPr>
              <p:cNvSpPr/>
              <p:nvPr/>
            </p:nvSpPr>
            <p:spPr>
              <a:xfrm>
                <a:off x="4442909" y="526179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ADB68D40-3C37-315B-D8B4-1F7DAD58A425}"/>
                  </a:ext>
                </a:extLst>
              </p:cNvPr>
              <p:cNvSpPr/>
              <p:nvPr/>
            </p:nvSpPr>
            <p:spPr>
              <a:xfrm>
                <a:off x="3824122" y="261389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D4EED360-6827-1826-0E9C-120C8FCEB017}"/>
                  </a:ext>
                </a:extLst>
              </p:cNvPr>
              <p:cNvSpPr/>
              <p:nvPr/>
            </p:nvSpPr>
            <p:spPr>
              <a:xfrm>
                <a:off x="3359621" y="246147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896C2C51-8F37-5574-B3A6-643C765010E9}"/>
                  </a:ext>
                </a:extLst>
              </p:cNvPr>
              <p:cNvSpPr/>
              <p:nvPr/>
            </p:nvSpPr>
            <p:spPr>
              <a:xfrm>
                <a:off x="4273448" y="1757666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F93F8CB3-F0AC-70DF-92C3-B4E17FC9D40D}"/>
                  </a:ext>
                </a:extLst>
              </p:cNvPr>
              <p:cNvSpPr/>
              <p:nvPr/>
            </p:nvSpPr>
            <p:spPr>
              <a:xfrm>
                <a:off x="4807026" y="187123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CAA6DE6E-9B1C-D031-1BEE-C7E6EC0EB0E4}"/>
                  </a:ext>
                </a:extLst>
              </p:cNvPr>
              <p:cNvSpPr/>
              <p:nvPr/>
            </p:nvSpPr>
            <p:spPr>
              <a:xfrm>
                <a:off x="5551429" y="215756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E6BB664D-3A82-013E-AF35-FCF8E95141C0}"/>
                  </a:ext>
                </a:extLst>
              </p:cNvPr>
              <p:cNvSpPr/>
              <p:nvPr/>
            </p:nvSpPr>
            <p:spPr>
              <a:xfrm>
                <a:off x="6093986" y="2597116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DF1A1841-B506-9894-0426-DE16A231020B}"/>
                  </a:ext>
                </a:extLst>
              </p:cNvPr>
              <p:cNvSpPr/>
              <p:nvPr/>
            </p:nvSpPr>
            <p:spPr>
              <a:xfrm>
                <a:off x="6473112" y="307228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7BF84563-BCAF-7346-66C8-91A80B0CA439}"/>
                  </a:ext>
                </a:extLst>
              </p:cNvPr>
              <p:cNvSpPr/>
              <p:nvPr/>
            </p:nvSpPr>
            <p:spPr>
              <a:xfrm>
                <a:off x="6722723" y="358702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2C52D9DA-64FC-CAAE-F011-31D452E3D99B}"/>
                  </a:ext>
                </a:extLst>
              </p:cNvPr>
              <p:cNvSpPr/>
              <p:nvPr/>
            </p:nvSpPr>
            <p:spPr>
              <a:xfrm>
                <a:off x="4637028" y="253850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D02F019E-7B94-7064-CC45-4AD1C266AE80}"/>
                  </a:ext>
                </a:extLst>
              </p:cNvPr>
              <p:cNvSpPr/>
              <p:nvPr/>
            </p:nvSpPr>
            <p:spPr>
              <a:xfrm>
                <a:off x="3911791" y="206357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BFB050EB-4ECB-F04A-9FB9-6A19C3C8998C}"/>
                  </a:ext>
                </a:extLst>
              </p:cNvPr>
              <p:cNvSpPr/>
              <p:nvPr/>
            </p:nvSpPr>
            <p:spPr>
              <a:xfrm>
                <a:off x="4122060" y="309296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34F98DF-D4F7-34DE-B052-626C1CF03BB7}"/>
                  </a:ext>
                </a:extLst>
              </p:cNvPr>
              <p:cNvSpPr/>
              <p:nvPr/>
            </p:nvSpPr>
            <p:spPr>
              <a:xfrm>
                <a:off x="5226952" y="309133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E8FE1B7F-77EA-E46A-A4A8-1EEB68407626}"/>
                  </a:ext>
                </a:extLst>
              </p:cNvPr>
              <p:cNvSpPr/>
              <p:nvPr/>
            </p:nvSpPr>
            <p:spPr>
              <a:xfrm>
                <a:off x="4484657" y="362936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EBD91C81-AA25-8575-A243-B1EC74AC1187}"/>
                  </a:ext>
                </a:extLst>
              </p:cNvPr>
              <p:cNvSpPr/>
              <p:nvPr/>
            </p:nvSpPr>
            <p:spPr>
              <a:xfrm>
                <a:off x="3474826" y="330671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2AC80421-0DF3-7449-8356-D50CFCE11125}"/>
                  </a:ext>
                </a:extLst>
              </p:cNvPr>
              <p:cNvSpPr/>
              <p:nvPr/>
            </p:nvSpPr>
            <p:spPr>
              <a:xfrm>
                <a:off x="4234308" y="42310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0531BDFC-6B78-D1C1-B088-E1A6424B1BF6}"/>
                  </a:ext>
                </a:extLst>
              </p:cNvPr>
              <p:cNvSpPr/>
              <p:nvPr/>
            </p:nvSpPr>
            <p:spPr>
              <a:xfrm>
                <a:off x="5091976" y="419663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6E3354DC-BC53-EFD8-6F28-221F0823E917}"/>
                  </a:ext>
                </a:extLst>
              </p:cNvPr>
              <p:cNvSpPr/>
              <p:nvPr/>
            </p:nvSpPr>
            <p:spPr>
              <a:xfrm>
                <a:off x="5892356" y="3742930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8959F1DC-6A05-7748-1707-2C1CA6E86397}"/>
                  </a:ext>
                </a:extLst>
              </p:cNvPr>
              <p:cNvSpPr/>
              <p:nvPr/>
            </p:nvSpPr>
            <p:spPr>
              <a:xfrm>
                <a:off x="5719599" y="452184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15173172-C047-33C7-207A-C7729287034B}"/>
                  </a:ext>
                </a:extLst>
              </p:cNvPr>
              <p:cNvSpPr/>
              <p:nvPr/>
            </p:nvSpPr>
            <p:spPr>
              <a:xfrm>
                <a:off x="6462670" y="4157641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62C5E846-93E5-8E35-1793-2627FE90F0CD}"/>
                  </a:ext>
                </a:extLst>
              </p:cNvPr>
              <p:cNvSpPr/>
              <p:nvPr/>
            </p:nvSpPr>
            <p:spPr>
              <a:xfrm>
                <a:off x="7188008" y="4423764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1EB7A24C-3E27-8685-49F9-57FF5A31C2DF}"/>
                  </a:ext>
                </a:extLst>
              </p:cNvPr>
              <p:cNvSpPr/>
              <p:nvPr/>
            </p:nvSpPr>
            <p:spPr>
              <a:xfrm>
                <a:off x="7035668" y="4747647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C2000311-1897-8C65-5E42-5F0F53BE5D92}"/>
                  </a:ext>
                </a:extLst>
              </p:cNvPr>
              <p:cNvSpPr/>
              <p:nvPr/>
            </p:nvSpPr>
            <p:spPr>
              <a:xfrm>
                <a:off x="6674053" y="4728695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2E0ABD9E-6C46-B98F-E489-39BA6BC83995}"/>
                  </a:ext>
                </a:extLst>
              </p:cNvPr>
              <p:cNvSpPr/>
              <p:nvPr/>
            </p:nvSpPr>
            <p:spPr>
              <a:xfrm>
                <a:off x="7092450" y="5225423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D8D68E82-1EF3-1B8D-EB39-1C4E30266E73}"/>
                  </a:ext>
                </a:extLst>
              </p:cNvPr>
              <p:cNvSpPr/>
              <p:nvPr/>
            </p:nvSpPr>
            <p:spPr>
              <a:xfrm>
                <a:off x="7188008" y="4025129"/>
                <a:ext cx="113565" cy="113565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17A5F2F8-B7A1-71DB-002C-42DF231F8628}"/>
              </a:ext>
            </a:extLst>
          </p:cNvPr>
          <p:cNvGrpSpPr/>
          <p:nvPr/>
        </p:nvGrpSpPr>
        <p:grpSpPr>
          <a:xfrm>
            <a:off x="-1789652" y="150272"/>
            <a:ext cx="5319011" cy="6544268"/>
            <a:chOff x="737842" y="-1808315"/>
            <a:chExt cx="7529451" cy="9263891"/>
          </a:xfrm>
        </p:grpSpPr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C405A92A-953E-4200-5896-A856C4C8DF10}"/>
                </a:ext>
              </a:extLst>
            </p:cNvPr>
            <p:cNvGrpSpPr/>
            <p:nvPr/>
          </p:nvGrpSpPr>
          <p:grpSpPr>
            <a:xfrm>
              <a:off x="737842" y="-1808315"/>
              <a:ext cx="7529451" cy="9263891"/>
              <a:chOff x="737842" y="-1808315"/>
              <a:chExt cx="7529451" cy="9263891"/>
            </a:xfrm>
          </p:grpSpPr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9501D472-354F-FADA-55AD-A2866C527F7F}"/>
                  </a:ext>
                </a:extLst>
              </p:cNvPr>
              <p:cNvGrpSpPr/>
              <p:nvPr/>
            </p:nvGrpSpPr>
            <p:grpSpPr>
              <a:xfrm rot="311220">
                <a:off x="2486003" y="3619810"/>
                <a:ext cx="1499313" cy="3473761"/>
                <a:chOff x="3286125" y="3981815"/>
                <a:chExt cx="1499313" cy="3473761"/>
              </a:xfrm>
            </p:grpSpPr>
            <p:sp>
              <p:nvSpPr>
                <p:cNvPr id="366" name="Rectangle 850">
                  <a:extLst>
                    <a:ext uri="{FF2B5EF4-FFF2-40B4-BE49-F238E27FC236}">
                      <a16:creationId xmlns:a16="http://schemas.microsoft.com/office/drawing/2014/main" id="{74F7F378-30C9-0D21-B269-A3A1DED7B765}"/>
                    </a:ext>
                  </a:extLst>
                </p:cNvPr>
                <p:cNvSpPr/>
                <p:nvPr/>
              </p:nvSpPr>
              <p:spPr>
                <a:xfrm>
                  <a:off x="3286125" y="5326422"/>
                  <a:ext cx="1404927" cy="2129154"/>
                </a:xfrm>
                <a:custGeom>
                  <a:avLst/>
                  <a:gdLst>
                    <a:gd name="connsiteX0" fmla="*/ 0 w 200327"/>
                    <a:gd name="connsiteY0" fmla="*/ 0 h 281302"/>
                    <a:gd name="connsiteX1" fmla="*/ 200327 w 200327"/>
                    <a:gd name="connsiteY1" fmla="*/ 0 h 281302"/>
                    <a:gd name="connsiteX2" fmla="*/ 200327 w 200327"/>
                    <a:gd name="connsiteY2" fmla="*/ 281302 h 281302"/>
                    <a:gd name="connsiteX3" fmla="*/ 0 w 200327"/>
                    <a:gd name="connsiteY3" fmla="*/ 281302 h 281302"/>
                    <a:gd name="connsiteX4" fmla="*/ 0 w 200327"/>
                    <a:gd name="connsiteY4" fmla="*/ 0 h 281302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505127 w 505127"/>
                    <a:gd name="connsiteY2" fmla="*/ 281302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305102 w 505127"/>
                    <a:gd name="connsiteY2" fmla="*/ 1433827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686102"/>
                    <a:gd name="connsiteY0" fmla="*/ 95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304800 w 686102"/>
                    <a:gd name="connsiteY4" fmla="*/ 9525 h 1538602"/>
                    <a:gd name="connsiteX0" fmla="*/ 476250 w 686102"/>
                    <a:gd name="connsiteY0" fmla="*/ 476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476250 w 686102"/>
                    <a:gd name="connsiteY4" fmla="*/ 47625 h 1538602"/>
                    <a:gd name="connsiteX0" fmla="*/ 690250 w 900102"/>
                    <a:gd name="connsiteY0" fmla="*/ 47625 h 2026879"/>
                    <a:gd name="connsiteX1" fmla="*/ 900102 w 900102"/>
                    <a:gd name="connsiteY1" fmla="*/ 0 h 2026879"/>
                    <a:gd name="connsiteX2" fmla="*/ 519102 w 900102"/>
                    <a:gd name="connsiteY2" fmla="*/ 1443352 h 2026879"/>
                    <a:gd name="connsiteX3" fmla="*/ 0 w 900102"/>
                    <a:gd name="connsiteY3" fmla="*/ 2026879 h 2026879"/>
                    <a:gd name="connsiteX4" fmla="*/ 214000 w 900102"/>
                    <a:gd name="connsiteY4" fmla="*/ 1538602 h 2026879"/>
                    <a:gd name="connsiteX5" fmla="*/ 690250 w 900102"/>
                    <a:gd name="connsiteY5" fmla="*/ 47625 h 2026879"/>
                    <a:gd name="connsiteX0" fmla="*/ 1198100 w 1407952"/>
                    <a:gd name="connsiteY0" fmla="*/ 47625 h 2026879"/>
                    <a:gd name="connsiteX1" fmla="*/ 1407952 w 1407952"/>
                    <a:gd name="connsiteY1" fmla="*/ 0 h 2026879"/>
                    <a:gd name="connsiteX2" fmla="*/ 1026952 w 1407952"/>
                    <a:gd name="connsiteY2" fmla="*/ 1443352 h 2026879"/>
                    <a:gd name="connsiteX3" fmla="*/ 507850 w 1407952"/>
                    <a:gd name="connsiteY3" fmla="*/ 2026879 h 2026879"/>
                    <a:gd name="connsiteX4" fmla="*/ 3025 w 1407952"/>
                    <a:gd name="connsiteY4" fmla="*/ 1674454 h 2026879"/>
                    <a:gd name="connsiteX5" fmla="*/ 721850 w 1407952"/>
                    <a:gd name="connsiteY5" fmla="*/ 1538602 h 2026879"/>
                    <a:gd name="connsiteX6" fmla="*/ 1198100 w 1407952"/>
                    <a:gd name="connsiteY6" fmla="*/ 47625 h 2026879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510491 w 1410593"/>
                    <a:gd name="connsiteY3" fmla="*/ 2026879 h 2035598"/>
                    <a:gd name="connsiteX4" fmla="*/ 577166 w 1410593"/>
                    <a:gd name="connsiteY4" fmla="*/ 1645879 h 2035598"/>
                    <a:gd name="connsiteX5" fmla="*/ 5666 w 1410593"/>
                    <a:gd name="connsiteY5" fmla="*/ 1674454 h 2035598"/>
                    <a:gd name="connsiteX6" fmla="*/ 724491 w 1410593"/>
                    <a:gd name="connsiteY6" fmla="*/ 1538602 h 2035598"/>
                    <a:gd name="connsiteX7" fmla="*/ 1200741 w 1410593"/>
                    <a:gd name="connsiteY7" fmla="*/ 47625 h 2035598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1355042 w 1410593"/>
                    <a:gd name="connsiteY3" fmla="*/ 1760178 h 2035598"/>
                    <a:gd name="connsiteX4" fmla="*/ 510491 w 1410593"/>
                    <a:gd name="connsiteY4" fmla="*/ 2026879 h 2035598"/>
                    <a:gd name="connsiteX5" fmla="*/ 577166 w 1410593"/>
                    <a:gd name="connsiteY5" fmla="*/ 1645879 h 2035598"/>
                    <a:gd name="connsiteX6" fmla="*/ 5666 w 1410593"/>
                    <a:gd name="connsiteY6" fmla="*/ 1674454 h 2035598"/>
                    <a:gd name="connsiteX7" fmla="*/ 724491 w 1410593"/>
                    <a:gd name="connsiteY7" fmla="*/ 1538602 h 2035598"/>
                    <a:gd name="connsiteX8" fmla="*/ 1200741 w 1410593"/>
                    <a:gd name="connsiteY8" fmla="*/ 47625 h 2035598"/>
                    <a:gd name="connsiteX0" fmla="*/ 1200741 w 1410593"/>
                    <a:gd name="connsiteY0" fmla="*/ 47625 h 2129314"/>
                    <a:gd name="connsiteX1" fmla="*/ 1410593 w 1410593"/>
                    <a:gd name="connsiteY1" fmla="*/ 0 h 2129314"/>
                    <a:gd name="connsiteX2" fmla="*/ 1029593 w 1410593"/>
                    <a:gd name="connsiteY2" fmla="*/ 1443352 h 2129314"/>
                    <a:gd name="connsiteX3" fmla="*/ 1355042 w 1410593"/>
                    <a:gd name="connsiteY3" fmla="*/ 1760178 h 2129314"/>
                    <a:gd name="connsiteX4" fmla="*/ 370791 w 1410593"/>
                    <a:gd name="connsiteY4" fmla="*/ 2122129 h 2129314"/>
                    <a:gd name="connsiteX5" fmla="*/ 577166 w 1410593"/>
                    <a:gd name="connsiteY5" fmla="*/ 1645879 h 2129314"/>
                    <a:gd name="connsiteX6" fmla="*/ 5666 w 1410593"/>
                    <a:gd name="connsiteY6" fmla="*/ 1674454 h 2129314"/>
                    <a:gd name="connsiteX7" fmla="*/ 724491 w 1410593"/>
                    <a:gd name="connsiteY7" fmla="*/ 1538602 h 2129314"/>
                    <a:gd name="connsiteX8" fmla="*/ 1200741 w 1410593"/>
                    <a:gd name="connsiteY8" fmla="*/ 47625 h 2129314"/>
                    <a:gd name="connsiteX0" fmla="*/ 1200014 w 1409866"/>
                    <a:gd name="connsiteY0" fmla="*/ 47625 h 2129399"/>
                    <a:gd name="connsiteX1" fmla="*/ 1409866 w 1409866"/>
                    <a:gd name="connsiteY1" fmla="*/ 0 h 2129399"/>
                    <a:gd name="connsiteX2" fmla="*/ 1028866 w 1409866"/>
                    <a:gd name="connsiteY2" fmla="*/ 1443352 h 2129399"/>
                    <a:gd name="connsiteX3" fmla="*/ 1354315 w 1409866"/>
                    <a:gd name="connsiteY3" fmla="*/ 1760178 h 2129399"/>
                    <a:gd name="connsiteX4" fmla="*/ 370064 w 1409866"/>
                    <a:gd name="connsiteY4" fmla="*/ 2122129 h 2129399"/>
                    <a:gd name="connsiteX5" fmla="*/ 665339 w 1409866"/>
                    <a:gd name="connsiteY5" fmla="*/ 1652229 h 2129399"/>
                    <a:gd name="connsiteX6" fmla="*/ 4939 w 1409866"/>
                    <a:gd name="connsiteY6" fmla="*/ 1674454 h 2129399"/>
                    <a:gd name="connsiteX7" fmla="*/ 723764 w 1409866"/>
                    <a:gd name="connsiteY7" fmla="*/ 1538602 h 2129399"/>
                    <a:gd name="connsiteX8" fmla="*/ 1200014 w 1409866"/>
                    <a:gd name="connsiteY8" fmla="*/ 47625 h 2129399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06852 h 2129154"/>
                    <a:gd name="connsiteX8" fmla="*/ 1200014 w 1409866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04927" h="2129154">
                      <a:moveTo>
                        <a:pt x="1150625" y="34925"/>
                      </a:moveTo>
                      <a:lnTo>
                        <a:pt x="1404927" y="0"/>
                      </a:lnTo>
                      <a:cubicBezTo>
                        <a:pt x="1277927" y="481117"/>
                        <a:pt x="1017577" y="1032085"/>
                        <a:pt x="1023927" y="1443352"/>
                      </a:cubicBezTo>
                      <a:cubicBezTo>
                        <a:pt x="1215752" y="1537748"/>
                        <a:pt x="1366043" y="1701024"/>
                        <a:pt x="1349376" y="1760178"/>
                      </a:cubicBezTo>
                      <a:cubicBezTo>
                        <a:pt x="1288259" y="1800282"/>
                        <a:pt x="956204" y="1262762"/>
                        <a:pt x="365125" y="2122129"/>
                      </a:cubicBezTo>
                      <a:cubicBezTo>
                        <a:pt x="246858" y="2193984"/>
                        <a:pt x="490537" y="1691916"/>
                        <a:pt x="660400" y="1652229"/>
                      </a:cubicBezTo>
                      <a:cubicBezTo>
                        <a:pt x="557213" y="1644292"/>
                        <a:pt x="97683" y="1673283"/>
                        <a:pt x="0" y="1744304"/>
                      </a:cubicBezTo>
                      <a:cubicBezTo>
                        <a:pt x="163408" y="1466187"/>
                        <a:pt x="574467" y="1499219"/>
                        <a:pt x="718825" y="1506852"/>
                      </a:cubicBezTo>
                      <a:cubicBezTo>
                        <a:pt x="877575" y="1210943"/>
                        <a:pt x="1029975" y="553084"/>
                        <a:pt x="1150625" y="34925"/>
                      </a:cubicBezTo>
                      <a:close/>
                    </a:path>
                  </a:pathLst>
                </a:custGeom>
                <a:solidFill>
                  <a:srgbClr val="7E9093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Rectangle 849">
                  <a:extLst>
                    <a:ext uri="{FF2B5EF4-FFF2-40B4-BE49-F238E27FC236}">
                      <a16:creationId xmlns:a16="http://schemas.microsoft.com/office/drawing/2014/main" id="{027A47C0-9C91-6999-7C96-B2111685DACA}"/>
                    </a:ext>
                  </a:extLst>
                </p:cNvPr>
                <p:cNvSpPr/>
                <p:nvPr/>
              </p:nvSpPr>
              <p:spPr>
                <a:xfrm>
                  <a:off x="3932776" y="3981815"/>
                  <a:ext cx="852662" cy="1684033"/>
                </a:xfrm>
                <a:custGeom>
                  <a:avLst/>
                  <a:gdLst>
                    <a:gd name="connsiteX0" fmla="*/ 0 w 832319"/>
                    <a:gd name="connsiteY0" fmla="*/ 0 h 490233"/>
                    <a:gd name="connsiteX1" fmla="*/ 832319 w 832319"/>
                    <a:gd name="connsiteY1" fmla="*/ 0 h 490233"/>
                    <a:gd name="connsiteX2" fmla="*/ 832319 w 832319"/>
                    <a:gd name="connsiteY2" fmla="*/ 490233 h 490233"/>
                    <a:gd name="connsiteX3" fmla="*/ 0 w 832319"/>
                    <a:gd name="connsiteY3" fmla="*/ 490233 h 490233"/>
                    <a:gd name="connsiteX4" fmla="*/ 0 w 832319"/>
                    <a:gd name="connsiteY4" fmla="*/ 0 h 490233"/>
                    <a:gd name="connsiteX0" fmla="*/ 0 w 832319"/>
                    <a:gd name="connsiteY0" fmla="*/ 0 h 1671333"/>
                    <a:gd name="connsiteX1" fmla="*/ 832319 w 832319"/>
                    <a:gd name="connsiteY1" fmla="*/ 0 h 1671333"/>
                    <a:gd name="connsiteX2" fmla="*/ 527519 w 832319"/>
                    <a:gd name="connsiteY2" fmla="*/ 1671333 h 1671333"/>
                    <a:gd name="connsiteX3" fmla="*/ 0 w 832319"/>
                    <a:gd name="connsiteY3" fmla="*/ 490233 h 1671333"/>
                    <a:gd name="connsiteX4" fmla="*/ 0 w 832319"/>
                    <a:gd name="connsiteY4" fmla="*/ 0 h 1671333"/>
                    <a:gd name="connsiteX0" fmla="*/ 0 w 919404"/>
                    <a:gd name="connsiteY0" fmla="*/ 0 h 1671333"/>
                    <a:gd name="connsiteX1" fmla="*/ 832319 w 919404"/>
                    <a:gd name="connsiteY1" fmla="*/ 0 h 1671333"/>
                    <a:gd name="connsiteX2" fmla="*/ 527519 w 919404"/>
                    <a:gd name="connsiteY2" fmla="*/ 1671333 h 1671333"/>
                    <a:gd name="connsiteX3" fmla="*/ 0 w 919404"/>
                    <a:gd name="connsiteY3" fmla="*/ 490233 h 1671333"/>
                    <a:gd name="connsiteX4" fmla="*/ 0 w 919404"/>
                    <a:gd name="connsiteY4" fmla="*/ 0 h 1671333"/>
                    <a:gd name="connsiteX0" fmla="*/ 330200 w 919404"/>
                    <a:gd name="connsiteY0" fmla="*/ 0 h 1684033"/>
                    <a:gd name="connsiteX1" fmla="*/ 832319 w 919404"/>
                    <a:gd name="connsiteY1" fmla="*/ 12700 h 1684033"/>
                    <a:gd name="connsiteX2" fmla="*/ 527519 w 919404"/>
                    <a:gd name="connsiteY2" fmla="*/ 1684033 h 1684033"/>
                    <a:gd name="connsiteX3" fmla="*/ 0 w 919404"/>
                    <a:gd name="connsiteY3" fmla="*/ 502933 h 1684033"/>
                    <a:gd name="connsiteX4" fmla="*/ 330200 w 919404"/>
                    <a:gd name="connsiteY4" fmla="*/ 0 h 1684033"/>
                    <a:gd name="connsiteX0" fmla="*/ 0 w 589204"/>
                    <a:gd name="connsiteY0" fmla="*/ 0 h 1684033"/>
                    <a:gd name="connsiteX1" fmla="*/ 502119 w 589204"/>
                    <a:gd name="connsiteY1" fmla="*/ 12700 h 1684033"/>
                    <a:gd name="connsiteX2" fmla="*/ 197319 w 589204"/>
                    <a:gd name="connsiteY2" fmla="*/ 1684033 h 1684033"/>
                    <a:gd name="connsiteX3" fmla="*/ 0 w 589204"/>
                    <a:gd name="connsiteY3" fmla="*/ 0 h 1684033"/>
                    <a:gd name="connsiteX0" fmla="*/ 156087 w 745291"/>
                    <a:gd name="connsiteY0" fmla="*/ 0 h 1684033"/>
                    <a:gd name="connsiteX1" fmla="*/ 658206 w 745291"/>
                    <a:gd name="connsiteY1" fmla="*/ 12700 h 1684033"/>
                    <a:gd name="connsiteX2" fmla="*/ 353406 w 745291"/>
                    <a:gd name="connsiteY2" fmla="*/ 1684033 h 1684033"/>
                    <a:gd name="connsiteX3" fmla="*/ 156087 w 745291"/>
                    <a:gd name="connsiteY3" fmla="*/ 0 h 1684033"/>
                    <a:gd name="connsiteX0" fmla="*/ 263458 w 852662"/>
                    <a:gd name="connsiteY0" fmla="*/ 0 h 1684033"/>
                    <a:gd name="connsiteX1" fmla="*/ 765577 w 852662"/>
                    <a:gd name="connsiteY1" fmla="*/ 12700 h 1684033"/>
                    <a:gd name="connsiteX2" fmla="*/ 460777 w 852662"/>
                    <a:gd name="connsiteY2" fmla="*/ 1684033 h 1684033"/>
                    <a:gd name="connsiteX3" fmla="*/ 263458 w 852662"/>
                    <a:gd name="connsiteY3" fmla="*/ 0 h 1684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2662" h="1684033">
                      <a:moveTo>
                        <a:pt x="263458" y="0"/>
                      </a:moveTo>
                      <a:lnTo>
                        <a:pt x="765577" y="12700"/>
                      </a:lnTo>
                      <a:cubicBezTo>
                        <a:pt x="663977" y="569811"/>
                        <a:pt x="1184677" y="1647622"/>
                        <a:pt x="460777" y="1684033"/>
                      </a:cubicBezTo>
                      <a:cubicBezTo>
                        <a:pt x="-239996" y="754389"/>
                        <a:pt x="-969" y="53344"/>
                        <a:pt x="263458" y="0"/>
                      </a:cubicBezTo>
                      <a:close/>
                    </a:path>
                  </a:pathLst>
                </a:custGeom>
                <a:solidFill>
                  <a:srgbClr val="453327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BB9EB087-4B69-C3B9-0012-B4EF8759C14E}"/>
                  </a:ext>
                </a:extLst>
              </p:cNvPr>
              <p:cNvGrpSpPr/>
              <p:nvPr/>
            </p:nvGrpSpPr>
            <p:grpSpPr>
              <a:xfrm>
                <a:off x="1378789" y="-1808315"/>
                <a:ext cx="1236390" cy="1148069"/>
                <a:chOff x="1378789" y="-1808315"/>
                <a:chExt cx="1236390" cy="1148069"/>
              </a:xfrm>
              <a:solidFill>
                <a:srgbClr val="FA5516"/>
              </a:solidFill>
            </p:grpSpPr>
            <p:sp>
              <p:nvSpPr>
                <p:cNvPr id="362" name="Rectangle 858">
                  <a:extLst>
                    <a:ext uri="{FF2B5EF4-FFF2-40B4-BE49-F238E27FC236}">
                      <a16:creationId xmlns:a16="http://schemas.microsoft.com/office/drawing/2014/main" id="{D1FCE60F-CCE6-CB6D-7073-D65B8A2DAB36}"/>
                    </a:ext>
                  </a:extLst>
                </p:cNvPr>
                <p:cNvSpPr/>
                <p:nvPr/>
              </p:nvSpPr>
              <p:spPr>
                <a:xfrm rot="1326375">
                  <a:off x="1866502" y="-1746137"/>
                  <a:ext cx="442710" cy="1008214"/>
                </a:xfrm>
                <a:custGeom>
                  <a:avLst/>
                  <a:gdLst>
                    <a:gd name="connsiteX0" fmla="*/ 0 w 201068"/>
                    <a:gd name="connsiteY0" fmla="*/ 0 h 287706"/>
                    <a:gd name="connsiteX1" fmla="*/ 201068 w 201068"/>
                    <a:gd name="connsiteY1" fmla="*/ 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0 w 201068"/>
                    <a:gd name="connsiteY0" fmla="*/ 0 h 287706"/>
                    <a:gd name="connsiteX1" fmla="*/ 131218 w 201068"/>
                    <a:gd name="connsiteY1" fmla="*/ 2540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31750 w 201068"/>
                    <a:gd name="connsiteY0" fmla="*/ 0 h 262306"/>
                    <a:gd name="connsiteX1" fmla="*/ 131218 w 201068"/>
                    <a:gd name="connsiteY1" fmla="*/ 0 h 262306"/>
                    <a:gd name="connsiteX2" fmla="*/ 201068 w 201068"/>
                    <a:gd name="connsiteY2" fmla="*/ 262306 h 262306"/>
                    <a:gd name="connsiteX3" fmla="*/ 0 w 201068"/>
                    <a:gd name="connsiteY3" fmla="*/ 262306 h 262306"/>
                    <a:gd name="connsiteX4" fmla="*/ 31750 w 201068"/>
                    <a:gd name="connsiteY4" fmla="*/ 0 h 262306"/>
                    <a:gd name="connsiteX0" fmla="*/ 31750 w 328216"/>
                    <a:gd name="connsiteY0" fmla="*/ 488244 h 750550"/>
                    <a:gd name="connsiteX1" fmla="*/ 131218 w 328216"/>
                    <a:gd name="connsiteY1" fmla="*/ 488244 h 750550"/>
                    <a:gd name="connsiteX2" fmla="*/ 201068 w 328216"/>
                    <a:gd name="connsiteY2" fmla="*/ 750550 h 750550"/>
                    <a:gd name="connsiteX3" fmla="*/ 0 w 328216"/>
                    <a:gd name="connsiteY3" fmla="*/ 750550 h 750550"/>
                    <a:gd name="connsiteX4" fmla="*/ 31750 w 328216"/>
                    <a:gd name="connsiteY4" fmla="*/ 488244 h 750550"/>
                    <a:gd name="connsiteX0" fmla="*/ 142869 w 367343"/>
                    <a:gd name="connsiteY0" fmla="*/ 703323 h 965629"/>
                    <a:gd name="connsiteX1" fmla="*/ 242337 w 367343"/>
                    <a:gd name="connsiteY1" fmla="*/ 703323 h 965629"/>
                    <a:gd name="connsiteX2" fmla="*/ 312187 w 367343"/>
                    <a:gd name="connsiteY2" fmla="*/ 965629 h 965629"/>
                    <a:gd name="connsiteX3" fmla="*/ 111119 w 367343"/>
                    <a:gd name="connsiteY3" fmla="*/ 965629 h 965629"/>
                    <a:gd name="connsiteX4" fmla="*/ 142869 w 367343"/>
                    <a:gd name="connsiteY4" fmla="*/ 703323 h 965629"/>
                    <a:gd name="connsiteX0" fmla="*/ 125997 w 427134"/>
                    <a:gd name="connsiteY0" fmla="*/ 706410 h 968716"/>
                    <a:gd name="connsiteX1" fmla="*/ 225465 w 427134"/>
                    <a:gd name="connsiteY1" fmla="*/ 706410 h 968716"/>
                    <a:gd name="connsiteX2" fmla="*/ 295315 w 427134"/>
                    <a:gd name="connsiteY2" fmla="*/ 968716 h 968716"/>
                    <a:gd name="connsiteX3" fmla="*/ 94247 w 427134"/>
                    <a:gd name="connsiteY3" fmla="*/ 968716 h 968716"/>
                    <a:gd name="connsiteX4" fmla="*/ 125997 w 427134"/>
                    <a:gd name="connsiteY4" fmla="*/ 706410 h 968716"/>
                    <a:gd name="connsiteX0" fmla="*/ 148110 w 442710"/>
                    <a:gd name="connsiteY0" fmla="*/ 745908 h 1008214"/>
                    <a:gd name="connsiteX1" fmla="*/ 247578 w 442710"/>
                    <a:gd name="connsiteY1" fmla="*/ 745908 h 1008214"/>
                    <a:gd name="connsiteX2" fmla="*/ 317428 w 442710"/>
                    <a:gd name="connsiteY2" fmla="*/ 1008214 h 1008214"/>
                    <a:gd name="connsiteX3" fmla="*/ 116360 w 442710"/>
                    <a:gd name="connsiteY3" fmla="*/ 1008214 h 1008214"/>
                    <a:gd name="connsiteX4" fmla="*/ 148110 w 442710"/>
                    <a:gd name="connsiteY4" fmla="*/ 745908 h 1008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710" h="1008214">
                      <a:moveTo>
                        <a:pt x="148110" y="745908"/>
                      </a:moveTo>
                      <a:cubicBezTo>
                        <a:pt x="-432144" y="-130392"/>
                        <a:pt x="926892" y="-360262"/>
                        <a:pt x="247578" y="745908"/>
                      </a:cubicBezTo>
                      <a:lnTo>
                        <a:pt x="317428" y="1008214"/>
                      </a:lnTo>
                      <a:lnTo>
                        <a:pt x="116360" y="1008214"/>
                      </a:lnTo>
                      <a:lnTo>
                        <a:pt x="148110" y="745908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Rectangle 856">
                  <a:extLst>
                    <a:ext uri="{FF2B5EF4-FFF2-40B4-BE49-F238E27FC236}">
                      <a16:creationId xmlns:a16="http://schemas.microsoft.com/office/drawing/2014/main" id="{B3D085F0-8596-EC27-3088-62FCCD138B5A}"/>
                    </a:ext>
                  </a:extLst>
                </p:cNvPr>
                <p:cNvSpPr/>
                <p:nvPr/>
              </p:nvSpPr>
              <p:spPr>
                <a:xfrm rot="2340538" flipH="1">
                  <a:off x="2107179" y="-1540458"/>
                  <a:ext cx="508000" cy="880212"/>
                </a:xfrm>
                <a:custGeom>
                  <a:avLst/>
                  <a:gdLst>
                    <a:gd name="connsiteX0" fmla="*/ 0 w 254000"/>
                    <a:gd name="connsiteY0" fmla="*/ 0 h 255903"/>
                    <a:gd name="connsiteX1" fmla="*/ 254000 w 254000"/>
                    <a:gd name="connsiteY1" fmla="*/ 0 h 255903"/>
                    <a:gd name="connsiteX2" fmla="*/ 254000 w 254000"/>
                    <a:gd name="connsiteY2" fmla="*/ 255903 h 255903"/>
                    <a:gd name="connsiteX3" fmla="*/ 0 w 254000"/>
                    <a:gd name="connsiteY3" fmla="*/ 255903 h 255903"/>
                    <a:gd name="connsiteX4" fmla="*/ 0 w 254000"/>
                    <a:gd name="connsiteY4" fmla="*/ 0 h 255903"/>
                    <a:gd name="connsiteX0" fmla="*/ 0 w 508000"/>
                    <a:gd name="connsiteY0" fmla="*/ 0 h 763903"/>
                    <a:gd name="connsiteX1" fmla="*/ 508000 w 508000"/>
                    <a:gd name="connsiteY1" fmla="*/ 5080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53302 h 917205"/>
                    <a:gd name="connsiteX1" fmla="*/ 444500 w 508000"/>
                    <a:gd name="connsiteY1" fmla="*/ 724802 h 917205"/>
                    <a:gd name="connsiteX2" fmla="*/ 508000 w 508000"/>
                    <a:gd name="connsiteY2" fmla="*/ 917205 h 917205"/>
                    <a:gd name="connsiteX3" fmla="*/ 254000 w 508000"/>
                    <a:gd name="connsiteY3" fmla="*/ 917205 h 917205"/>
                    <a:gd name="connsiteX4" fmla="*/ 0 w 508000"/>
                    <a:gd name="connsiteY4" fmla="*/ 153302 h 917205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425450 w 508000"/>
                    <a:gd name="connsiteY3" fmla="*/ 880212 h 880212"/>
                    <a:gd name="connsiteX4" fmla="*/ 0 w 508000"/>
                    <a:gd name="connsiteY4" fmla="*/ 116309 h 88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" h="880212">
                      <a:moveTo>
                        <a:pt x="0" y="116309"/>
                      </a:moveTo>
                      <a:cubicBezTo>
                        <a:pt x="391055" y="-207541"/>
                        <a:pt x="561446" y="197271"/>
                        <a:pt x="444500" y="687809"/>
                      </a:cubicBezTo>
                      <a:lnTo>
                        <a:pt x="508000" y="880212"/>
                      </a:lnTo>
                      <a:lnTo>
                        <a:pt x="425450" y="880212"/>
                      </a:lnTo>
                      <a:cubicBezTo>
                        <a:pt x="340783" y="625578"/>
                        <a:pt x="484717" y="342368"/>
                        <a:pt x="0" y="11630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4" name="Rectangle 858">
                  <a:extLst>
                    <a:ext uri="{FF2B5EF4-FFF2-40B4-BE49-F238E27FC236}">
                      <a16:creationId xmlns:a16="http://schemas.microsoft.com/office/drawing/2014/main" id="{45501832-E976-1531-D05B-8A510BCAA1BF}"/>
                    </a:ext>
                  </a:extLst>
                </p:cNvPr>
                <p:cNvSpPr/>
                <p:nvPr/>
              </p:nvSpPr>
              <p:spPr>
                <a:xfrm>
                  <a:off x="1665848" y="-1808315"/>
                  <a:ext cx="442710" cy="1008214"/>
                </a:xfrm>
                <a:custGeom>
                  <a:avLst/>
                  <a:gdLst>
                    <a:gd name="connsiteX0" fmla="*/ 0 w 201068"/>
                    <a:gd name="connsiteY0" fmla="*/ 0 h 287706"/>
                    <a:gd name="connsiteX1" fmla="*/ 201068 w 201068"/>
                    <a:gd name="connsiteY1" fmla="*/ 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0 w 201068"/>
                    <a:gd name="connsiteY0" fmla="*/ 0 h 287706"/>
                    <a:gd name="connsiteX1" fmla="*/ 131218 w 201068"/>
                    <a:gd name="connsiteY1" fmla="*/ 25400 h 287706"/>
                    <a:gd name="connsiteX2" fmla="*/ 201068 w 201068"/>
                    <a:gd name="connsiteY2" fmla="*/ 287706 h 287706"/>
                    <a:gd name="connsiteX3" fmla="*/ 0 w 201068"/>
                    <a:gd name="connsiteY3" fmla="*/ 287706 h 287706"/>
                    <a:gd name="connsiteX4" fmla="*/ 0 w 201068"/>
                    <a:gd name="connsiteY4" fmla="*/ 0 h 287706"/>
                    <a:gd name="connsiteX0" fmla="*/ 31750 w 201068"/>
                    <a:gd name="connsiteY0" fmla="*/ 0 h 262306"/>
                    <a:gd name="connsiteX1" fmla="*/ 131218 w 201068"/>
                    <a:gd name="connsiteY1" fmla="*/ 0 h 262306"/>
                    <a:gd name="connsiteX2" fmla="*/ 201068 w 201068"/>
                    <a:gd name="connsiteY2" fmla="*/ 262306 h 262306"/>
                    <a:gd name="connsiteX3" fmla="*/ 0 w 201068"/>
                    <a:gd name="connsiteY3" fmla="*/ 262306 h 262306"/>
                    <a:gd name="connsiteX4" fmla="*/ 31750 w 201068"/>
                    <a:gd name="connsiteY4" fmla="*/ 0 h 262306"/>
                    <a:gd name="connsiteX0" fmla="*/ 31750 w 328216"/>
                    <a:gd name="connsiteY0" fmla="*/ 488244 h 750550"/>
                    <a:gd name="connsiteX1" fmla="*/ 131218 w 328216"/>
                    <a:gd name="connsiteY1" fmla="*/ 488244 h 750550"/>
                    <a:gd name="connsiteX2" fmla="*/ 201068 w 328216"/>
                    <a:gd name="connsiteY2" fmla="*/ 750550 h 750550"/>
                    <a:gd name="connsiteX3" fmla="*/ 0 w 328216"/>
                    <a:gd name="connsiteY3" fmla="*/ 750550 h 750550"/>
                    <a:gd name="connsiteX4" fmla="*/ 31750 w 328216"/>
                    <a:gd name="connsiteY4" fmla="*/ 488244 h 750550"/>
                    <a:gd name="connsiteX0" fmla="*/ 142869 w 367343"/>
                    <a:gd name="connsiteY0" fmla="*/ 703323 h 965629"/>
                    <a:gd name="connsiteX1" fmla="*/ 242337 w 367343"/>
                    <a:gd name="connsiteY1" fmla="*/ 703323 h 965629"/>
                    <a:gd name="connsiteX2" fmla="*/ 312187 w 367343"/>
                    <a:gd name="connsiteY2" fmla="*/ 965629 h 965629"/>
                    <a:gd name="connsiteX3" fmla="*/ 111119 w 367343"/>
                    <a:gd name="connsiteY3" fmla="*/ 965629 h 965629"/>
                    <a:gd name="connsiteX4" fmla="*/ 142869 w 367343"/>
                    <a:gd name="connsiteY4" fmla="*/ 703323 h 965629"/>
                    <a:gd name="connsiteX0" fmla="*/ 125997 w 427134"/>
                    <a:gd name="connsiteY0" fmla="*/ 706410 h 968716"/>
                    <a:gd name="connsiteX1" fmla="*/ 225465 w 427134"/>
                    <a:gd name="connsiteY1" fmla="*/ 706410 h 968716"/>
                    <a:gd name="connsiteX2" fmla="*/ 295315 w 427134"/>
                    <a:gd name="connsiteY2" fmla="*/ 968716 h 968716"/>
                    <a:gd name="connsiteX3" fmla="*/ 94247 w 427134"/>
                    <a:gd name="connsiteY3" fmla="*/ 968716 h 968716"/>
                    <a:gd name="connsiteX4" fmla="*/ 125997 w 427134"/>
                    <a:gd name="connsiteY4" fmla="*/ 706410 h 968716"/>
                    <a:gd name="connsiteX0" fmla="*/ 148110 w 442710"/>
                    <a:gd name="connsiteY0" fmla="*/ 745908 h 1008214"/>
                    <a:gd name="connsiteX1" fmla="*/ 247578 w 442710"/>
                    <a:gd name="connsiteY1" fmla="*/ 745908 h 1008214"/>
                    <a:gd name="connsiteX2" fmla="*/ 317428 w 442710"/>
                    <a:gd name="connsiteY2" fmla="*/ 1008214 h 1008214"/>
                    <a:gd name="connsiteX3" fmla="*/ 116360 w 442710"/>
                    <a:gd name="connsiteY3" fmla="*/ 1008214 h 1008214"/>
                    <a:gd name="connsiteX4" fmla="*/ 148110 w 442710"/>
                    <a:gd name="connsiteY4" fmla="*/ 745908 h 1008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710" h="1008214">
                      <a:moveTo>
                        <a:pt x="148110" y="745908"/>
                      </a:moveTo>
                      <a:cubicBezTo>
                        <a:pt x="-432144" y="-130392"/>
                        <a:pt x="926892" y="-360262"/>
                        <a:pt x="247578" y="745908"/>
                      </a:cubicBezTo>
                      <a:lnTo>
                        <a:pt x="317428" y="1008214"/>
                      </a:lnTo>
                      <a:lnTo>
                        <a:pt x="116360" y="1008214"/>
                      </a:lnTo>
                      <a:lnTo>
                        <a:pt x="148110" y="745908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Rectangle 856">
                  <a:extLst>
                    <a:ext uri="{FF2B5EF4-FFF2-40B4-BE49-F238E27FC236}">
                      <a16:creationId xmlns:a16="http://schemas.microsoft.com/office/drawing/2014/main" id="{9C3DD24F-EEAB-4DBA-4CC1-665797A59B31}"/>
                    </a:ext>
                  </a:extLst>
                </p:cNvPr>
                <p:cNvSpPr/>
                <p:nvPr/>
              </p:nvSpPr>
              <p:spPr>
                <a:xfrm>
                  <a:off x="1378789" y="-1680312"/>
                  <a:ext cx="508000" cy="880212"/>
                </a:xfrm>
                <a:custGeom>
                  <a:avLst/>
                  <a:gdLst>
                    <a:gd name="connsiteX0" fmla="*/ 0 w 254000"/>
                    <a:gd name="connsiteY0" fmla="*/ 0 h 255903"/>
                    <a:gd name="connsiteX1" fmla="*/ 254000 w 254000"/>
                    <a:gd name="connsiteY1" fmla="*/ 0 h 255903"/>
                    <a:gd name="connsiteX2" fmla="*/ 254000 w 254000"/>
                    <a:gd name="connsiteY2" fmla="*/ 255903 h 255903"/>
                    <a:gd name="connsiteX3" fmla="*/ 0 w 254000"/>
                    <a:gd name="connsiteY3" fmla="*/ 255903 h 255903"/>
                    <a:gd name="connsiteX4" fmla="*/ 0 w 254000"/>
                    <a:gd name="connsiteY4" fmla="*/ 0 h 255903"/>
                    <a:gd name="connsiteX0" fmla="*/ 0 w 508000"/>
                    <a:gd name="connsiteY0" fmla="*/ 0 h 763903"/>
                    <a:gd name="connsiteX1" fmla="*/ 508000 w 508000"/>
                    <a:gd name="connsiteY1" fmla="*/ 5080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53302 h 917205"/>
                    <a:gd name="connsiteX1" fmla="*/ 444500 w 508000"/>
                    <a:gd name="connsiteY1" fmla="*/ 724802 h 917205"/>
                    <a:gd name="connsiteX2" fmla="*/ 508000 w 508000"/>
                    <a:gd name="connsiteY2" fmla="*/ 917205 h 917205"/>
                    <a:gd name="connsiteX3" fmla="*/ 254000 w 508000"/>
                    <a:gd name="connsiteY3" fmla="*/ 917205 h 917205"/>
                    <a:gd name="connsiteX4" fmla="*/ 0 w 508000"/>
                    <a:gd name="connsiteY4" fmla="*/ 153302 h 917205"/>
                    <a:gd name="connsiteX0" fmla="*/ 0 w 508000"/>
                    <a:gd name="connsiteY0" fmla="*/ 0 h 763903"/>
                    <a:gd name="connsiteX1" fmla="*/ 444500 w 508000"/>
                    <a:gd name="connsiteY1" fmla="*/ 571500 h 763903"/>
                    <a:gd name="connsiteX2" fmla="*/ 508000 w 508000"/>
                    <a:gd name="connsiteY2" fmla="*/ 763903 h 763903"/>
                    <a:gd name="connsiteX3" fmla="*/ 254000 w 508000"/>
                    <a:gd name="connsiteY3" fmla="*/ 763903 h 763903"/>
                    <a:gd name="connsiteX4" fmla="*/ 0 w 508000"/>
                    <a:gd name="connsiteY4" fmla="*/ 0 h 763903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254000 w 508000"/>
                    <a:gd name="connsiteY3" fmla="*/ 880212 h 880212"/>
                    <a:gd name="connsiteX4" fmla="*/ 0 w 508000"/>
                    <a:gd name="connsiteY4" fmla="*/ 116309 h 880212"/>
                    <a:gd name="connsiteX0" fmla="*/ 0 w 508000"/>
                    <a:gd name="connsiteY0" fmla="*/ 116309 h 880212"/>
                    <a:gd name="connsiteX1" fmla="*/ 444500 w 508000"/>
                    <a:gd name="connsiteY1" fmla="*/ 687809 h 880212"/>
                    <a:gd name="connsiteX2" fmla="*/ 508000 w 508000"/>
                    <a:gd name="connsiteY2" fmla="*/ 880212 h 880212"/>
                    <a:gd name="connsiteX3" fmla="*/ 425450 w 508000"/>
                    <a:gd name="connsiteY3" fmla="*/ 880212 h 880212"/>
                    <a:gd name="connsiteX4" fmla="*/ 0 w 508000"/>
                    <a:gd name="connsiteY4" fmla="*/ 116309 h 88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" h="880212">
                      <a:moveTo>
                        <a:pt x="0" y="116309"/>
                      </a:moveTo>
                      <a:cubicBezTo>
                        <a:pt x="391055" y="-207541"/>
                        <a:pt x="561446" y="197271"/>
                        <a:pt x="444500" y="687809"/>
                      </a:cubicBezTo>
                      <a:lnTo>
                        <a:pt x="508000" y="880212"/>
                      </a:lnTo>
                      <a:lnTo>
                        <a:pt x="425450" y="880212"/>
                      </a:lnTo>
                      <a:cubicBezTo>
                        <a:pt x="340783" y="625578"/>
                        <a:pt x="484717" y="342368"/>
                        <a:pt x="0" y="116309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39" name="Rectangle 846">
                <a:extLst>
                  <a:ext uri="{FF2B5EF4-FFF2-40B4-BE49-F238E27FC236}">
                    <a16:creationId xmlns:a16="http://schemas.microsoft.com/office/drawing/2014/main" id="{A1CF4C45-0687-F553-6FA7-52226E2BBBA1}"/>
                  </a:ext>
                </a:extLst>
              </p:cNvPr>
              <p:cNvSpPr/>
              <p:nvPr/>
            </p:nvSpPr>
            <p:spPr>
              <a:xfrm>
                <a:off x="1177721" y="-1056003"/>
                <a:ext cx="5939639" cy="5972308"/>
              </a:xfrm>
              <a:custGeom>
                <a:avLst/>
                <a:gdLst>
                  <a:gd name="connsiteX0" fmla="*/ 0 w 927269"/>
                  <a:gd name="connsiteY0" fmla="*/ 0 h 494958"/>
                  <a:gd name="connsiteX1" fmla="*/ 927269 w 927269"/>
                  <a:gd name="connsiteY1" fmla="*/ 0 h 494958"/>
                  <a:gd name="connsiteX2" fmla="*/ 927269 w 927269"/>
                  <a:gd name="connsiteY2" fmla="*/ 494958 h 494958"/>
                  <a:gd name="connsiteX3" fmla="*/ 0 w 927269"/>
                  <a:gd name="connsiteY3" fmla="*/ 494958 h 494958"/>
                  <a:gd name="connsiteX4" fmla="*/ 0 w 927269"/>
                  <a:gd name="connsiteY4" fmla="*/ 0 h 494958"/>
                  <a:gd name="connsiteX0" fmla="*/ 85725 w 927269"/>
                  <a:gd name="connsiteY0" fmla="*/ 0 h 1866558"/>
                  <a:gd name="connsiteX1" fmla="*/ 927269 w 927269"/>
                  <a:gd name="connsiteY1" fmla="*/ 1371600 h 1866558"/>
                  <a:gd name="connsiteX2" fmla="*/ 927269 w 927269"/>
                  <a:gd name="connsiteY2" fmla="*/ 1866558 h 1866558"/>
                  <a:gd name="connsiteX3" fmla="*/ 0 w 927269"/>
                  <a:gd name="connsiteY3" fmla="*/ 1866558 h 1866558"/>
                  <a:gd name="connsiteX4" fmla="*/ 85725 w 927269"/>
                  <a:gd name="connsiteY4" fmla="*/ 0 h 1866558"/>
                  <a:gd name="connsiteX0" fmla="*/ 0 w 2314575"/>
                  <a:gd name="connsiteY0" fmla="*/ 0 h 4552608"/>
                  <a:gd name="connsiteX1" fmla="*/ 841544 w 2314575"/>
                  <a:gd name="connsiteY1" fmla="*/ 1371600 h 4552608"/>
                  <a:gd name="connsiteX2" fmla="*/ 841544 w 2314575"/>
                  <a:gd name="connsiteY2" fmla="*/ 1866558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841544 w 2314575"/>
                  <a:gd name="connsiteY1" fmla="*/ 1371600 h 4552608"/>
                  <a:gd name="connsiteX2" fmla="*/ 1755944 w 2314575"/>
                  <a:gd name="connsiteY2" fmla="*/ 1737970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1241594 w 2314575"/>
                  <a:gd name="connsiteY1" fmla="*/ 1414463 h 4552608"/>
                  <a:gd name="connsiteX2" fmla="*/ 1755944 w 2314575"/>
                  <a:gd name="connsiteY2" fmla="*/ 1737970 h 4552608"/>
                  <a:gd name="connsiteX3" fmla="*/ 2314575 w 2314575"/>
                  <a:gd name="connsiteY3" fmla="*/ 4552608 h 4552608"/>
                  <a:gd name="connsiteX4" fmla="*/ 0 w 2314575"/>
                  <a:gd name="connsiteY4" fmla="*/ 0 h 4552608"/>
                  <a:gd name="connsiteX0" fmla="*/ 0 w 2314575"/>
                  <a:gd name="connsiteY0" fmla="*/ 0 h 4552608"/>
                  <a:gd name="connsiteX1" fmla="*/ 1241594 w 2314575"/>
                  <a:gd name="connsiteY1" fmla="*/ 1414463 h 4552608"/>
                  <a:gd name="connsiteX2" fmla="*/ 2314575 w 2314575"/>
                  <a:gd name="connsiteY2" fmla="*/ 4552608 h 4552608"/>
                  <a:gd name="connsiteX3" fmla="*/ 0 w 2314575"/>
                  <a:gd name="connsiteY3" fmla="*/ 0 h 4552608"/>
                  <a:gd name="connsiteX0" fmla="*/ 0 w 3283722"/>
                  <a:gd name="connsiteY0" fmla="*/ 0 h 4552608"/>
                  <a:gd name="connsiteX1" fmla="*/ 1241594 w 3283722"/>
                  <a:gd name="connsiteY1" fmla="*/ 1414463 h 4552608"/>
                  <a:gd name="connsiteX2" fmla="*/ 2314575 w 3283722"/>
                  <a:gd name="connsiteY2" fmla="*/ 4552608 h 4552608"/>
                  <a:gd name="connsiteX3" fmla="*/ 0 w 3283722"/>
                  <a:gd name="connsiteY3" fmla="*/ 0 h 4552608"/>
                  <a:gd name="connsiteX0" fmla="*/ 0 w 3293225"/>
                  <a:gd name="connsiteY0" fmla="*/ 0 h 4695483"/>
                  <a:gd name="connsiteX1" fmla="*/ 1241594 w 3293225"/>
                  <a:gd name="connsiteY1" fmla="*/ 1414463 h 4695483"/>
                  <a:gd name="connsiteX2" fmla="*/ 2343150 w 3293225"/>
                  <a:gd name="connsiteY2" fmla="*/ 4695483 h 4695483"/>
                  <a:gd name="connsiteX3" fmla="*/ 0 w 3293225"/>
                  <a:gd name="connsiteY3" fmla="*/ 0 h 4695483"/>
                  <a:gd name="connsiteX0" fmla="*/ 0 w 5279032"/>
                  <a:gd name="connsiteY0" fmla="*/ 0 h 4804277"/>
                  <a:gd name="connsiteX1" fmla="*/ 1241594 w 5279032"/>
                  <a:gd name="connsiteY1" fmla="*/ 1414463 h 4804277"/>
                  <a:gd name="connsiteX2" fmla="*/ 2343150 w 5279032"/>
                  <a:gd name="connsiteY2" fmla="*/ 4695483 h 4804277"/>
                  <a:gd name="connsiteX3" fmla="*/ 0 w 5279032"/>
                  <a:gd name="connsiteY3" fmla="*/ 0 h 4804277"/>
                  <a:gd name="connsiteX0" fmla="*/ 0 w 5279032"/>
                  <a:gd name="connsiteY0" fmla="*/ 0 h 4801691"/>
                  <a:gd name="connsiteX1" fmla="*/ 1241594 w 5279032"/>
                  <a:gd name="connsiteY1" fmla="*/ 1414463 h 4801691"/>
                  <a:gd name="connsiteX2" fmla="*/ 2343150 w 5279032"/>
                  <a:gd name="connsiteY2" fmla="*/ 4695483 h 4801691"/>
                  <a:gd name="connsiteX3" fmla="*/ 0 w 5279032"/>
                  <a:gd name="connsiteY3" fmla="*/ 0 h 4801691"/>
                  <a:gd name="connsiteX0" fmla="*/ 0 w 5279032"/>
                  <a:gd name="connsiteY0" fmla="*/ 0 h 4801691"/>
                  <a:gd name="connsiteX1" fmla="*/ 1241594 w 5279032"/>
                  <a:gd name="connsiteY1" fmla="*/ 1414463 h 4801691"/>
                  <a:gd name="connsiteX2" fmla="*/ 2343150 w 5279032"/>
                  <a:gd name="connsiteY2" fmla="*/ 4695483 h 4801691"/>
                  <a:gd name="connsiteX3" fmla="*/ 0 w 5279032"/>
                  <a:gd name="connsiteY3" fmla="*/ 0 h 4801691"/>
                  <a:gd name="connsiteX0" fmla="*/ 275546 w 5554578"/>
                  <a:gd name="connsiteY0" fmla="*/ 0 h 4801691"/>
                  <a:gd name="connsiteX1" fmla="*/ 1517140 w 5554578"/>
                  <a:gd name="connsiteY1" fmla="*/ 1414463 h 4801691"/>
                  <a:gd name="connsiteX2" fmla="*/ 2618696 w 5554578"/>
                  <a:gd name="connsiteY2" fmla="*/ 4695483 h 4801691"/>
                  <a:gd name="connsiteX3" fmla="*/ 275546 w 5554578"/>
                  <a:gd name="connsiteY3" fmla="*/ 0 h 4801691"/>
                  <a:gd name="connsiteX0" fmla="*/ 360093 w 5639125"/>
                  <a:gd name="connsiteY0" fmla="*/ 0 h 4801691"/>
                  <a:gd name="connsiteX1" fmla="*/ 1601687 w 5639125"/>
                  <a:gd name="connsiteY1" fmla="*/ 1414463 h 4801691"/>
                  <a:gd name="connsiteX2" fmla="*/ 2703243 w 5639125"/>
                  <a:gd name="connsiteY2" fmla="*/ 4695483 h 4801691"/>
                  <a:gd name="connsiteX3" fmla="*/ 360093 w 5639125"/>
                  <a:gd name="connsiteY3" fmla="*/ 0 h 4801691"/>
                  <a:gd name="connsiteX0" fmla="*/ 360093 w 5639125"/>
                  <a:gd name="connsiteY0" fmla="*/ 683149 h 5484840"/>
                  <a:gd name="connsiteX1" fmla="*/ 1601687 w 5639125"/>
                  <a:gd name="connsiteY1" fmla="*/ 2097612 h 5484840"/>
                  <a:gd name="connsiteX2" fmla="*/ 2703243 w 5639125"/>
                  <a:gd name="connsiteY2" fmla="*/ 5378632 h 5484840"/>
                  <a:gd name="connsiteX3" fmla="*/ 360093 w 5639125"/>
                  <a:gd name="connsiteY3" fmla="*/ 683149 h 5484840"/>
                  <a:gd name="connsiteX0" fmla="*/ 360093 w 5639125"/>
                  <a:gd name="connsiteY0" fmla="*/ 1246029 h 6047720"/>
                  <a:gd name="connsiteX1" fmla="*/ 1601687 w 5639125"/>
                  <a:gd name="connsiteY1" fmla="*/ 2660492 h 6047720"/>
                  <a:gd name="connsiteX2" fmla="*/ 2703243 w 5639125"/>
                  <a:gd name="connsiteY2" fmla="*/ 5941512 h 6047720"/>
                  <a:gd name="connsiteX3" fmla="*/ 360093 w 5639125"/>
                  <a:gd name="connsiteY3" fmla="*/ 1246029 h 6047720"/>
                  <a:gd name="connsiteX0" fmla="*/ 360093 w 5639125"/>
                  <a:gd name="connsiteY0" fmla="*/ 322922 h 5124613"/>
                  <a:gd name="connsiteX1" fmla="*/ 1050654 w 5639125"/>
                  <a:gd name="connsiteY1" fmla="*/ 636932 h 5124613"/>
                  <a:gd name="connsiteX2" fmla="*/ 1601687 w 5639125"/>
                  <a:gd name="connsiteY2" fmla="*/ 1737385 h 5124613"/>
                  <a:gd name="connsiteX3" fmla="*/ 2703243 w 5639125"/>
                  <a:gd name="connsiteY3" fmla="*/ 5018405 h 5124613"/>
                  <a:gd name="connsiteX4" fmla="*/ 360093 w 5639125"/>
                  <a:gd name="connsiteY4" fmla="*/ 322922 h 5124613"/>
                  <a:gd name="connsiteX0" fmla="*/ 360093 w 5639125"/>
                  <a:gd name="connsiteY0" fmla="*/ 936741 h 5738432"/>
                  <a:gd name="connsiteX1" fmla="*/ 1050654 w 5639125"/>
                  <a:gd name="connsiteY1" fmla="*/ 1250751 h 5738432"/>
                  <a:gd name="connsiteX2" fmla="*/ 1601687 w 5639125"/>
                  <a:gd name="connsiteY2" fmla="*/ 2351204 h 5738432"/>
                  <a:gd name="connsiteX3" fmla="*/ 2703243 w 5639125"/>
                  <a:gd name="connsiteY3" fmla="*/ 5632224 h 5738432"/>
                  <a:gd name="connsiteX4" fmla="*/ 360093 w 5639125"/>
                  <a:gd name="connsiteY4" fmla="*/ 936741 h 5738432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409769 w 5688801"/>
                  <a:gd name="connsiteY0" fmla="*/ 1206412 h 6008103"/>
                  <a:gd name="connsiteX1" fmla="*/ 1100330 w 5688801"/>
                  <a:gd name="connsiteY1" fmla="*/ 1520422 h 6008103"/>
                  <a:gd name="connsiteX2" fmla="*/ 1651363 w 5688801"/>
                  <a:gd name="connsiteY2" fmla="*/ 2620875 h 6008103"/>
                  <a:gd name="connsiteX3" fmla="*/ 2752919 w 5688801"/>
                  <a:gd name="connsiteY3" fmla="*/ 5901895 h 6008103"/>
                  <a:gd name="connsiteX4" fmla="*/ 409769 w 5688801"/>
                  <a:gd name="connsiteY4" fmla="*/ 1206412 h 6008103"/>
                  <a:gd name="connsiteX0" fmla="*/ 704457 w 5983489"/>
                  <a:gd name="connsiteY0" fmla="*/ 1028982 h 5830673"/>
                  <a:gd name="connsiteX1" fmla="*/ 1395018 w 5983489"/>
                  <a:gd name="connsiteY1" fmla="*/ 1342992 h 5830673"/>
                  <a:gd name="connsiteX2" fmla="*/ 1946051 w 5983489"/>
                  <a:gd name="connsiteY2" fmla="*/ 2443445 h 5830673"/>
                  <a:gd name="connsiteX3" fmla="*/ 3047607 w 5983489"/>
                  <a:gd name="connsiteY3" fmla="*/ 5724465 h 5830673"/>
                  <a:gd name="connsiteX4" fmla="*/ 704457 w 5983489"/>
                  <a:gd name="connsiteY4" fmla="*/ 1028982 h 5830673"/>
                  <a:gd name="connsiteX0" fmla="*/ 686900 w 5965932"/>
                  <a:gd name="connsiteY0" fmla="*/ 1144005 h 5945696"/>
                  <a:gd name="connsiteX1" fmla="*/ 1377461 w 5965932"/>
                  <a:gd name="connsiteY1" fmla="*/ 1458015 h 5945696"/>
                  <a:gd name="connsiteX2" fmla="*/ 1928494 w 5965932"/>
                  <a:gd name="connsiteY2" fmla="*/ 2558468 h 5945696"/>
                  <a:gd name="connsiteX3" fmla="*/ 3030050 w 5965932"/>
                  <a:gd name="connsiteY3" fmla="*/ 5839488 h 5945696"/>
                  <a:gd name="connsiteX4" fmla="*/ 686900 w 5965932"/>
                  <a:gd name="connsiteY4" fmla="*/ 1144005 h 5945696"/>
                  <a:gd name="connsiteX0" fmla="*/ 746732 w 6025764"/>
                  <a:gd name="connsiteY0" fmla="*/ 1134443 h 5936134"/>
                  <a:gd name="connsiteX1" fmla="*/ 1437293 w 6025764"/>
                  <a:gd name="connsiteY1" fmla="*/ 1448453 h 5936134"/>
                  <a:gd name="connsiteX2" fmla="*/ 1988326 w 6025764"/>
                  <a:gd name="connsiteY2" fmla="*/ 2548906 h 5936134"/>
                  <a:gd name="connsiteX3" fmla="*/ 3089882 w 6025764"/>
                  <a:gd name="connsiteY3" fmla="*/ 5829926 h 5936134"/>
                  <a:gd name="connsiteX4" fmla="*/ 746732 w 6025764"/>
                  <a:gd name="connsiteY4" fmla="*/ 1134443 h 5936134"/>
                  <a:gd name="connsiteX0" fmla="*/ 732966 w 6011998"/>
                  <a:gd name="connsiteY0" fmla="*/ 1146317 h 5948008"/>
                  <a:gd name="connsiteX1" fmla="*/ 1423527 w 6011998"/>
                  <a:gd name="connsiteY1" fmla="*/ 1460327 h 5948008"/>
                  <a:gd name="connsiteX2" fmla="*/ 1974560 w 6011998"/>
                  <a:gd name="connsiteY2" fmla="*/ 2560780 h 5948008"/>
                  <a:gd name="connsiteX3" fmla="*/ 3076116 w 6011998"/>
                  <a:gd name="connsiteY3" fmla="*/ 5841800 h 5948008"/>
                  <a:gd name="connsiteX4" fmla="*/ 732966 w 6011998"/>
                  <a:gd name="connsiteY4" fmla="*/ 1146317 h 5948008"/>
                  <a:gd name="connsiteX0" fmla="*/ 660607 w 5939639"/>
                  <a:gd name="connsiteY0" fmla="*/ 1170617 h 5972308"/>
                  <a:gd name="connsiteX1" fmla="*/ 1351168 w 5939639"/>
                  <a:gd name="connsiteY1" fmla="*/ 1484627 h 5972308"/>
                  <a:gd name="connsiteX2" fmla="*/ 1902201 w 5939639"/>
                  <a:gd name="connsiteY2" fmla="*/ 2585080 h 5972308"/>
                  <a:gd name="connsiteX3" fmla="*/ 3003757 w 5939639"/>
                  <a:gd name="connsiteY3" fmla="*/ 5866100 h 5972308"/>
                  <a:gd name="connsiteX4" fmla="*/ 660607 w 5939639"/>
                  <a:gd name="connsiteY4" fmla="*/ 1170617 h 597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9639" h="5972308">
                    <a:moveTo>
                      <a:pt x="660607" y="1170617"/>
                    </a:moveTo>
                    <a:cubicBezTo>
                      <a:pt x="-1378992" y="70145"/>
                      <a:pt x="2017361" y="-923271"/>
                      <a:pt x="1351168" y="1484627"/>
                    </a:cubicBezTo>
                    <a:cubicBezTo>
                      <a:pt x="1515237" y="2391883"/>
                      <a:pt x="1531520" y="2171541"/>
                      <a:pt x="1902201" y="2585080"/>
                    </a:cubicBezTo>
                    <a:cubicBezTo>
                      <a:pt x="5988899" y="2573853"/>
                      <a:pt x="7961047" y="6677427"/>
                      <a:pt x="3003757" y="5866100"/>
                    </a:cubicBezTo>
                    <a:cubicBezTo>
                      <a:pt x="-1606343" y="4443814"/>
                      <a:pt x="1198769" y="2235716"/>
                      <a:pt x="660607" y="1170617"/>
                    </a:cubicBezTo>
                    <a:close/>
                  </a:path>
                </a:pathLst>
              </a:custGeom>
              <a:solidFill>
                <a:srgbClr val="45332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A047BFC5-AA86-E04F-F1EC-AED9DDC89060}"/>
                  </a:ext>
                </a:extLst>
              </p:cNvPr>
              <p:cNvGrpSpPr/>
              <p:nvPr/>
            </p:nvGrpSpPr>
            <p:grpSpPr>
              <a:xfrm>
                <a:off x="6225953" y="3537583"/>
                <a:ext cx="2041340" cy="2039728"/>
                <a:chOff x="6315499" y="3559318"/>
                <a:chExt cx="2041340" cy="2039728"/>
              </a:xfrm>
              <a:solidFill>
                <a:srgbClr val="4D4239"/>
              </a:solidFill>
            </p:grpSpPr>
            <p:sp>
              <p:nvSpPr>
                <p:cNvPr id="358" name="Rectangle 848">
                  <a:extLst>
                    <a:ext uri="{FF2B5EF4-FFF2-40B4-BE49-F238E27FC236}">
                      <a16:creationId xmlns:a16="http://schemas.microsoft.com/office/drawing/2014/main" id="{D44B30BE-6069-6E97-8191-165630FB202B}"/>
                    </a:ext>
                  </a:extLst>
                </p:cNvPr>
                <p:cNvSpPr/>
                <p:nvPr/>
              </p:nvSpPr>
              <p:spPr>
                <a:xfrm>
                  <a:off x="6315499" y="3559318"/>
                  <a:ext cx="2041340" cy="2039728"/>
                </a:xfrm>
                <a:custGeom>
                  <a:avLst/>
                  <a:gdLst>
                    <a:gd name="connsiteX0" fmla="*/ 0 w 531854"/>
                    <a:gd name="connsiteY0" fmla="*/ 0 h 277105"/>
                    <a:gd name="connsiteX1" fmla="*/ 531854 w 531854"/>
                    <a:gd name="connsiteY1" fmla="*/ 0 h 277105"/>
                    <a:gd name="connsiteX2" fmla="*/ 531854 w 531854"/>
                    <a:gd name="connsiteY2" fmla="*/ 277105 h 277105"/>
                    <a:gd name="connsiteX3" fmla="*/ 0 w 531854"/>
                    <a:gd name="connsiteY3" fmla="*/ 277105 h 277105"/>
                    <a:gd name="connsiteX4" fmla="*/ 0 w 531854"/>
                    <a:gd name="connsiteY4" fmla="*/ 0 h 277105"/>
                    <a:gd name="connsiteX0" fmla="*/ 0 w 2157454"/>
                    <a:gd name="connsiteY0" fmla="*/ 0 h 1641448"/>
                    <a:gd name="connsiteX1" fmla="*/ 531854 w 2157454"/>
                    <a:gd name="connsiteY1" fmla="*/ 0 h 1641448"/>
                    <a:gd name="connsiteX2" fmla="*/ 2157454 w 2157454"/>
                    <a:gd name="connsiteY2" fmla="*/ 1641448 h 1641448"/>
                    <a:gd name="connsiteX3" fmla="*/ 0 w 2157454"/>
                    <a:gd name="connsiteY3" fmla="*/ 277105 h 1641448"/>
                    <a:gd name="connsiteX4" fmla="*/ 0 w 2157454"/>
                    <a:gd name="connsiteY4" fmla="*/ 0 h 1641448"/>
                    <a:gd name="connsiteX0" fmla="*/ 0 w 2157454"/>
                    <a:gd name="connsiteY0" fmla="*/ 277105 h 1641448"/>
                    <a:gd name="connsiteX1" fmla="*/ 531854 w 2157454"/>
                    <a:gd name="connsiteY1" fmla="*/ 0 h 1641448"/>
                    <a:gd name="connsiteX2" fmla="*/ 2157454 w 2157454"/>
                    <a:gd name="connsiteY2" fmla="*/ 1641448 h 1641448"/>
                    <a:gd name="connsiteX3" fmla="*/ 0 w 2157454"/>
                    <a:gd name="connsiteY3" fmla="*/ 277105 h 1641448"/>
                    <a:gd name="connsiteX0" fmla="*/ 0 w 2157454"/>
                    <a:gd name="connsiteY0" fmla="*/ 509333 h 1873676"/>
                    <a:gd name="connsiteX1" fmla="*/ 168997 w 2157454"/>
                    <a:gd name="connsiteY1" fmla="*/ 0 h 1873676"/>
                    <a:gd name="connsiteX2" fmla="*/ 2157454 w 2157454"/>
                    <a:gd name="connsiteY2" fmla="*/ 1873676 h 1873676"/>
                    <a:gd name="connsiteX3" fmla="*/ 0 w 2157454"/>
                    <a:gd name="connsiteY3" fmla="*/ 509333 h 1873676"/>
                    <a:gd name="connsiteX0" fmla="*/ 0 w 2157454"/>
                    <a:gd name="connsiteY0" fmla="*/ 539304 h 1903647"/>
                    <a:gd name="connsiteX1" fmla="*/ 168997 w 2157454"/>
                    <a:gd name="connsiteY1" fmla="*/ 29971 h 1903647"/>
                    <a:gd name="connsiteX2" fmla="*/ 2157454 w 2157454"/>
                    <a:gd name="connsiteY2" fmla="*/ 1903647 h 1903647"/>
                    <a:gd name="connsiteX3" fmla="*/ 0 w 2157454"/>
                    <a:gd name="connsiteY3" fmla="*/ 539304 h 1903647"/>
                    <a:gd name="connsiteX0" fmla="*/ 0 w 2041340"/>
                    <a:gd name="connsiteY0" fmla="*/ 423190 h 1903647"/>
                    <a:gd name="connsiteX1" fmla="*/ 52883 w 2041340"/>
                    <a:gd name="connsiteY1" fmla="*/ 29971 h 1903647"/>
                    <a:gd name="connsiteX2" fmla="*/ 2041340 w 2041340"/>
                    <a:gd name="connsiteY2" fmla="*/ 1903647 h 1903647"/>
                    <a:gd name="connsiteX3" fmla="*/ 0 w 2041340"/>
                    <a:gd name="connsiteY3" fmla="*/ 423190 h 1903647"/>
                    <a:gd name="connsiteX0" fmla="*/ 0 w 2041340"/>
                    <a:gd name="connsiteY0" fmla="*/ 423190 h 1903647"/>
                    <a:gd name="connsiteX1" fmla="*/ 52883 w 2041340"/>
                    <a:gd name="connsiteY1" fmla="*/ 29971 h 1903647"/>
                    <a:gd name="connsiteX2" fmla="*/ 2041340 w 2041340"/>
                    <a:gd name="connsiteY2" fmla="*/ 1903647 h 1903647"/>
                    <a:gd name="connsiteX3" fmla="*/ 0 w 2041340"/>
                    <a:gd name="connsiteY3" fmla="*/ 423190 h 1903647"/>
                    <a:gd name="connsiteX0" fmla="*/ 0 w 2041340"/>
                    <a:gd name="connsiteY0" fmla="*/ 423190 h 2005364"/>
                    <a:gd name="connsiteX1" fmla="*/ 52883 w 2041340"/>
                    <a:gd name="connsiteY1" fmla="*/ 29971 h 2005364"/>
                    <a:gd name="connsiteX2" fmla="*/ 2041340 w 2041340"/>
                    <a:gd name="connsiteY2" fmla="*/ 1903647 h 2005364"/>
                    <a:gd name="connsiteX3" fmla="*/ 0 w 2041340"/>
                    <a:gd name="connsiteY3" fmla="*/ 423190 h 2005364"/>
                    <a:gd name="connsiteX0" fmla="*/ 0 w 2041340"/>
                    <a:gd name="connsiteY0" fmla="*/ 415048 h 1997222"/>
                    <a:gd name="connsiteX1" fmla="*/ 52883 w 2041340"/>
                    <a:gd name="connsiteY1" fmla="*/ 21829 h 1997222"/>
                    <a:gd name="connsiteX2" fmla="*/ 2041340 w 2041340"/>
                    <a:gd name="connsiteY2" fmla="*/ 1895505 h 1997222"/>
                    <a:gd name="connsiteX3" fmla="*/ 0 w 2041340"/>
                    <a:gd name="connsiteY3" fmla="*/ 415048 h 1997222"/>
                    <a:gd name="connsiteX0" fmla="*/ 0 w 2041340"/>
                    <a:gd name="connsiteY0" fmla="*/ 453538 h 2035712"/>
                    <a:gd name="connsiteX1" fmla="*/ 52883 w 2041340"/>
                    <a:gd name="connsiteY1" fmla="*/ 60319 h 2035712"/>
                    <a:gd name="connsiteX2" fmla="*/ 2041340 w 2041340"/>
                    <a:gd name="connsiteY2" fmla="*/ 1933995 h 2035712"/>
                    <a:gd name="connsiteX3" fmla="*/ 0 w 2041340"/>
                    <a:gd name="connsiteY3" fmla="*/ 453538 h 2035712"/>
                    <a:gd name="connsiteX0" fmla="*/ 0 w 2041340"/>
                    <a:gd name="connsiteY0" fmla="*/ 454666 h 2036840"/>
                    <a:gd name="connsiteX1" fmla="*/ 52883 w 2041340"/>
                    <a:gd name="connsiteY1" fmla="*/ 61447 h 2036840"/>
                    <a:gd name="connsiteX2" fmla="*/ 2041340 w 2041340"/>
                    <a:gd name="connsiteY2" fmla="*/ 1935123 h 2036840"/>
                    <a:gd name="connsiteX3" fmla="*/ 0 w 2041340"/>
                    <a:gd name="connsiteY3" fmla="*/ 454666 h 2036840"/>
                    <a:gd name="connsiteX0" fmla="*/ 0 w 2041340"/>
                    <a:gd name="connsiteY0" fmla="*/ 457554 h 2039728"/>
                    <a:gd name="connsiteX1" fmla="*/ 52883 w 2041340"/>
                    <a:gd name="connsiteY1" fmla="*/ 64335 h 2039728"/>
                    <a:gd name="connsiteX2" fmla="*/ 2041340 w 2041340"/>
                    <a:gd name="connsiteY2" fmla="*/ 1938011 h 2039728"/>
                    <a:gd name="connsiteX3" fmla="*/ 0 w 2041340"/>
                    <a:gd name="connsiteY3" fmla="*/ 457554 h 203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41340" h="2039728">
                      <a:moveTo>
                        <a:pt x="0" y="457554"/>
                      </a:moveTo>
                      <a:lnTo>
                        <a:pt x="52883" y="64335"/>
                      </a:lnTo>
                      <a:cubicBezTo>
                        <a:pt x="1541202" y="-412377"/>
                        <a:pt x="1175321" y="1915794"/>
                        <a:pt x="2041340" y="1938011"/>
                      </a:cubicBezTo>
                      <a:cubicBezTo>
                        <a:pt x="1941465" y="1908982"/>
                        <a:pt x="796561" y="2663726"/>
                        <a:pt x="0" y="457554"/>
                      </a:cubicBezTo>
                      <a:close/>
                    </a:path>
                  </a:pathLst>
                </a:custGeom>
                <a:solidFill>
                  <a:srgbClr val="453327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CC73D5E5-EDEA-A161-9766-8FCB536AD70A}"/>
                    </a:ext>
                  </a:extLst>
                </p:cNvPr>
                <p:cNvSpPr/>
                <p:nvPr/>
              </p:nvSpPr>
              <p:spPr>
                <a:xfrm>
                  <a:off x="6732700" y="4251177"/>
                  <a:ext cx="1295400" cy="13144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19200"/>
                    <a:gd name="connsiteY0" fmla="*/ 0 h 1403350"/>
                    <a:gd name="connsiteX1" fmla="*/ 1219200 w 1219200"/>
                    <a:gd name="connsiteY1" fmla="*/ 1403350 h 1403350"/>
                    <a:gd name="connsiteX0" fmla="*/ 0 w 1365250"/>
                    <a:gd name="connsiteY0" fmla="*/ 0 h 1276350"/>
                    <a:gd name="connsiteX1" fmla="*/ 1365250 w 1365250"/>
                    <a:gd name="connsiteY1" fmla="*/ 1276350 h 1276350"/>
                    <a:gd name="connsiteX0" fmla="*/ 0 w 1365250"/>
                    <a:gd name="connsiteY0" fmla="*/ 0 h 1276350"/>
                    <a:gd name="connsiteX1" fmla="*/ 1365250 w 1365250"/>
                    <a:gd name="connsiteY1" fmla="*/ 1276350 h 1276350"/>
                    <a:gd name="connsiteX0" fmla="*/ 0 w 1295400"/>
                    <a:gd name="connsiteY0" fmla="*/ 0 h 1314450"/>
                    <a:gd name="connsiteX1" fmla="*/ 1295400 w 1295400"/>
                    <a:gd name="connsiteY1" fmla="*/ 1314450 h 1314450"/>
                    <a:gd name="connsiteX0" fmla="*/ 0 w 1295400"/>
                    <a:gd name="connsiteY0" fmla="*/ 0 h 1314450"/>
                    <a:gd name="connsiteX1" fmla="*/ 1295400 w 1295400"/>
                    <a:gd name="connsiteY1" fmla="*/ 1314450 h 1314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95400" h="1314450">
                      <a:moveTo>
                        <a:pt x="0" y="0"/>
                      </a:moveTo>
                      <a:cubicBezTo>
                        <a:pt x="275167" y="664633"/>
                        <a:pt x="467783" y="1107017"/>
                        <a:pt x="1295400" y="1314450"/>
                      </a:cubicBezTo>
                    </a:path>
                  </a:pathLst>
                </a:custGeom>
                <a:no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3DCCD06A-0DC1-BC8F-4455-DA5A6A88760A}"/>
                    </a:ext>
                  </a:extLst>
                </p:cNvPr>
                <p:cNvSpPr/>
                <p:nvPr/>
              </p:nvSpPr>
              <p:spPr>
                <a:xfrm>
                  <a:off x="6866347" y="4145007"/>
                  <a:ext cx="1219200" cy="14033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31900"/>
                    <a:gd name="connsiteY0" fmla="*/ 0 h 1377950"/>
                    <a:gd name="connsiteX1" fmla="*/ 1231900 w 1231900"/>
                    <a:gd name="connsiteY1" fmla="*/ 1377950 h 1377950"/>
                    <a:gd name="connsiteX0" fmla="*/ 0 w 1219200"/>
                    <a:gd name="connsiteY0" fmla="*/ 0 h 1403350"/>
                    <a:gd name="connsiteX1" fmla="*/ 1219200 w 1219200"/>
                    <a:gd name="connsiteY1" fmla="*/ 1403350 h 1403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19200" h="1403350">
                      <a:moveTo>
                        <a:pt x="0" y="0"/>
                      </a:moveTo>
                      <a:cubicBezTo>
                        <a:pt x="433917" y="239183"/>
                        <a:pt x="391583" y="1195917"/>
                        <a:pt x="1219200" y="1403350"/>
                      </a:cubicBezTo>
                    </a:path>
                  </a:pathLst>
                </a:custGeom>
                <a:no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47EB2E2F-35AD-8F74-7EE7-65A1C81B54E1}"/>
                    </a:ext>
                  </a:extLst>
                </p:cNvPr>
                <p:cNvSpPr/>
                <p:nvPr/>
              </p:nvSpPr>
              <p:spPr>
                <a:xfrm>
                  <a:off x="7099300" y="4025900"/>
                  <a:ext cx="1098550" cy="1517650"/>
                </a:xfrm>
                <a:custGeom>
                  <a:avLst/>
                  <a:gdLst>
                    <a:gd name="connsiteX0" fmla="*/ 0 w 1185585"/>
                    <a:gd name="connsiteY0" fmla="*/ 0 h 1680483"/>
                    <a:gd name="connsiteX1" fmla="*/ 1092200 w 1185585"/>
                    <a:gd name="connsiteY1" fmla="*/ 1536700 h 1680483"/>
                    <a:gd name="connsiteX2" fmla="*/ 1054100 w 1185585"/>
                    <a:gd name="connsiteY2" fmla="*/ 1524000 h 1680483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2200"/>
                    <a:gd name="connsiteY0" fmla="*/ 0 h 1536700"/>
                    <a:gd name="connsiteX1" fmla="*/ 1092200 w 1092200"/>
                    <a:gd name="connsiteY1" fmla="*/ 1536700 h 153670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  <a:gd name="connsiteX0" fmla="*/ 0 w 1098550"/>
                    <a:gd name="connsiteY0" fmla="*/ 0 h 1517650"/>
                    <a:gd name="connsiteX1" fmla="*/ 1098550 w 1098550"/>
                    <a:gd name="connsiteY1" fmla="*/ 1517650 h 151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8550" h="1517650">
                      <a:moveTo>
                        <a:pt x="0" y="0"/>
                      </a:moveTo>
                      <a:cubicBezTo>
                        <a:pt x="433917" y="239183"/>
                        <a:pt x="321733" y="1297517"/>
                        <a:pt x="1098550" y="1517650"/>
                      </a:cubicBezTo>
                    </a:path>
                  </a:pathLst>
                </a:custGeom>
                <a:no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190BEE81-91C6-2B9C-5772-9A4944E23652}"/>
                  </a:ext>
                </a:extLst>
              </p:cNvPr>
              <p:cNvGrpSpPr/>
              <p:nvPr/>
            </p:nvGrpSpPr>
            <p:grpSpPr>
              <a:xfrm>
                <a:off x="1363072" y="-1166711"/>
                <a:ext cx="1260815" cy="1746803"/>
                <a:chOff x="-789971" y="-151486"/>
                <a:chExt cx="1260815" cy="1746803"/>
              </a:xfrm>
            </p:grpSpPr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99207E39-DB49-7799-2E8F-31B3AEBC9AC9}"/>
                    </a:ext>
                  </a:extLst>
                </p:cNvPr>
                <p:cNvSpPr/>
                <p:nvPr/>
              </p:nvSpPr>
              <p:spPr>
                <a:xfrm rot="19851584">
                  <a:off x="-765592" y="-151486"/>
                  <a:ext cx="1236436" cy="1746803"/>
                </a:xfrm>
                <a:custGeom>
                  <a:avLst/>
                  <a:gdLst>
                    <a:gd name="connsiteX0" fmla="*/ 784098 w 1236436"/>
                    <a:gd name="connsiteY0" fmla="*/ 85797 h 1746803"/>
                    <a:gd name="connsiteX1" fmla="*/ 877572 w 1236436"/>
                    <a:gd name="connsiteY1" fmla="*/ 1589031 h 1746803"/>
                    <a:gd name="connsiteX2" fmla="*/ 803816 w 1236436"/>
                    <a:gd name="connsiteY2" fmla="*/ 1669823 h 1746803"/>
                    <a:gd name="connsiteX3" fmla="*/ 719515 w 1236436"/>
                    <a:gd name="connsiteY3" fmla="*/ 1696684 h 1746803"/>
                    <a:gd name="connsiteX4" fmla="*/ 338721 w 1236436"/>
                    <a:gd name="connsiteY4" fmla="*/ 1746803 h 1746803"/>
                    <a:gd name="connsiteX5" fmla="*/ 80647 w 1236436"/>
                    <a:gd name="connsiteY5" fmla="*/ 1724155 h 1746803"/>
                    <a:gd name="connsiteX6" fmla="*/ 6127 w 1236436"/>
                    <a:gd name="connsiteY6" fmla="*/ 1707474 h 1746803"/>
                    <a:gd name="connsiteX7" fmla="*/ 39799 w 1236436"/>
                    <a:gd name="connsiteY7" fmla="*/ 1668643 h 1746803"/>
                    <a:gd name="connsiteX8" fmla="*/ 277794 w 1236436"/>
                    <a:gd name="connsiteY8" fmla="*/ 1142291 h 1746803"/>
                    <a:gd name="connsiteX9" fmla="*/ 784098 w 1236436"/>
                    <a:gd name="connsiteY9" fmla="*/ 85797 h 1746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36436" h="1746803">
                      <a:moveTo>
                        <a:pt x="784098" y="85797"/>
                      </a:moveTo>
                      <a:cubicBezTo>
                        <a:pt x="1199525" y="288854"/>
                        <a:pt x="1507038" y="838724"/>
                        <a:pt x="877572" y="1589031"/>
                      </a:cubicBezTo>
                      <a:lnTo>
                        <a:pt x="803816" y="1669823"/>
                      </a:lnTo>
                      <a:lnTo>
                        <a:pt x="719515" y="1696684"/>
                      </a:lnTo>
                      <a:cubicBezTo>
                        <a:pt x="599222" y="1729257"/>
                        <a:pt x="471325" y="1746803"/>
                        <a:pt x="338721" y="1746803"/>
                      </a:cubicBezTo>
                      <a:cubicBezTo>
                        <a:pt x="250318" y="1746803"/>
                        <a:pt x="164007" y="1739005"/>
                        <a:pt x="80647" y="1724155"/>
                      </a:cubicBezTo>
                      <a:lnTo>
                        <a:pt x="6127" y="1707474"/>
                      </a:lnTo>
                      <a:lnTo>
                        <a:pt x="39799" y="1668643"/>
                      </a:lnTo>
                      <a:cubicBezTo>
                        <a:pt x="177725" y="1499527"/>
                        <a:pt x="270200" y="1328595"/>
                        <a:pt x="277794" y="1142291"/>
                      </a:cubicBezTo>
                      <a:cubicBezTo>
                        <a:pt x="-383917" y="104034"/>
                        <a:pt x="279650" y="-160771"/>
                        <a:pt x="784098" y="85797"/>
                      </a:cubicBezTo>
                      <a:close/>
                    </a:path>
                  </a:pathLst>
                </a:custGeom>
                <a:solidFill>
                  <a:srgbClr val="25728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7FFF1093-57C4-87E9-66D3-9D3D50F190DC}"/>
                    </a:ext>
                  </a:extLst>
                </p:cNvPr>
                <p:cNvSpPr/>
                <p:nvPr/>
              </p:nvSpPr>
              <p:spPr>
                <a:xfrm>
                  <a:off x="-789971" y="721915"/>
                  <a:ext cx="1001486" cy="290582"/>
                </a:xfrm>
                <a:custGeom>
                  <a:avLst/>
                  <a:gdLst>
                    <a:gd name="connsiteX0" fmla="*/ 0 w 1001486"/>
                    <a:gd name="connsiteY0" fmla="*/ 43543 h 290582"/>
                    <a:gd name="connsiteX1" fmla="*/ 406400 w 1001486"/>
                    <a:gd name="connsiteY1" fmla="*/ 290286 h 290582"/>
                    <a:gd name="connsiteX2" fmla="*/ 1001486 w 1001486"/>
                    <a:gd name="connsiteY2" fmla="*/ 0 h 290582"/>
                    <a:gd name="connsiteX3" fmla="*/ 1001486 w 1001486"/>
                    <a:gd name="connsiteY3" fmla="*/ 0 h 290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486" h="290582">
                      <a:moveTo>
                        <a:pt x="0" y="43543"/>
                      </a:moveTo>
                      <a:cubicBezTo>
                        <a:pt x="119743" y="170543"/>
                        <a:pt x="239486" y="297543"/>
                        <a:pt x="406400" y="290286"/>
                      </a:cubicBezTo>
                      <a:cubicBezTo>
                        <a:pt x="573314" y="283029"/>
                        <a:pt x="1001486" y="0"/>
                        <a:pt x="1001486" y="0"/>
                      </a:cubicBezTo>
                      <a:lnTo>
                        <a:pt x="1001486" y="0"/>
                      </a:lnTo>
                    </a:path>
                  </a:pathLst>
                </a:custGeom>
                <a:no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2" name="Group 341">
                <a:extLst>
                  <a:ext uri="{FF2B5EF4-FFF2-40B4-BE49-F238E27FC236}">
                    <a16:creationId xmlns:a16="http://schemas.microsoft.com/office/drawing/2014/main" id="{4349E13C-B9CB-E08F-B098-1EAA51EA9813}"/>
                  </a:ext>
                </a:extLst>
              </p:cNvPr>
              <p:cNvGrpSpPr/>
              <p:nvPr/>
            </p:nvGrpSpPr>
            <p:grpSpPr>
              <a:xfrm>
                <a:off x="737842" y="-598490"/>
                <a:ext cx="753774" cy="856403"/>
                <a:chOff x="699127" y="-644416"/>
                <a:chExt cx="753774" cy="856403"/>
              </a:xfrm>
            </p:grpSpPr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6E1E4D3F-00C0-D82B-A2B1-17EC67BDBD24}"/>
                    </a:ext>
                  </a:extLst>
                </p:cNvPr>
                <p:cNvSpPr/>
                <p:nvPr/>
              </p:nvSpPr>
              <p:spPr>
                <a:xfrm rot="15096860" flipV="1">
                  <a:off x="881585" y="-359329"/>
                  <a:ext cx="527893" cy="614739"/>
                </a:xfrm>
                <a:custGeom>
                  <a:avLst/>
                  <a:gdLst>
                    <a:gd name="connsiteX0" fmla="*/ 390879 w 1134829"/>
                    <a:gd name="connsiteY0" fmla="*/ 1302 h 869793"/>
                    <a:gd name="connsiteX1" fmla="*/ 778827 w 1134829"/>
                    <a:gd name="connsiteY1" fmla="*/ 251547 h 869793"/>
                    <a:gd name="connsiteX2" fmla="*/ 773547 w 1134829"/>
                    <a:gd name="connsiteY2" fmla="*/ 263835 h 869793"/>
                    <a:gd name="connsiteX3" fmla="*/ 754820 w 1134829"/>
                    <a:gd name="connsiteY3" fmla="*/ 271299 h 869793"/>
                    <a:gd name="connsiteX4" fmla="*/ 727044 w 1134829"/>
                    <a:gd name="connsiteY4" fmla="*/ 299479 h 869793"/>
                    <a:gd name="connsiteX5" fmla="*/ 770277 w 1134829"/>
                    <a:gd name="connsiteY5" fmla="*/ 271445 h 869793"/>
                    <a:gd name="connsiteX6" fmla="*/ 773547 w 1134829"/>
                    <a:gd name="connsiteY6" fmla="*/ 263835 h 869793"/>
                    <a:gd name="connsiteX7" fmla="*/ 794230 w 1134829"/>
                    <a:gd name="connsiteY7" fmla="*/ 255591 h 869793"/>
                    <a:gd name="connsiteX8" fmla="*/ 727044 w 1134829"/>
                    <a:gd name="connsiteY8" fmla="*/ 488165 h 869793"/>
                    <a:gd name="connsiteX9" fmla="*/ 629090 w 1134829"/>
                    <a:gd name="connsiteY9" fmla="*/ 641040 h 869793"/>
                    <a:gd name="connsiteX10" fmla="*/ 623757 w 1134829"/>
                    <a:gd name="connsiteY10" fmla="*/ 623028 h 869793"/>
                    <a:gd name="connsiteX11" fmla="*/ 625444 w 1134829"/>
                    <a:gd name="connsiteY11" fmla="*/ 589764 h 869793"/>
                    <a:gd name="connsiteX12" fmla="*/ 622991 w 1134829"/>
                    <a:gd name="connsiteY12" fmla="*/ 620440 h 869793"/>
                    <a:gd name="connsiteX13" fmla="*/ 623757 w 1134829"/>
                    <a:gd name="connsiteY13" fmla="*/ 623028 h 869793"/>
                    <a:gd name="connsiteX14" fmla="*/ 622957 w 1134829"/>
                    <a:gd name="connsiteY14" fmla="*/ 638812 h 869793"/>
                    <a:gd name="connsiteX15" fmla="*/ 422244 w 1134829"/>
                    <a:gd name="connsiteY15" fmla="*/ 865535 h 869793"/>
                    <a:gd name="connsiteX16" fmla="*/ 422224 w 1134829"/>
                    <a:gd name="connsiteY16" fmla="*/ 869793 h 869793"/>
                    <a:gd name="connsiteX17" fmla="*/ 272253 w 1134829"/>
                    <a:gd name="connsiteY17" fmla="*/ 836949 h 869793"/>
                    <a:gd name="connsiteX18" fmla="*/ 5948 w 1134829"/>
                    <a:gd name="connsiteY18" fmla="*/ 710275 h 869793"/>
                    <a:gd name="connsiteX19" fmla="*/ 0 w 1134829"/>
                    <a:gd name="connsiteY19" fmla="*/ 705189 h 869793"/>
                    <a:gd name="connsiteX20" fmla="*/ 4291 w 1134829"/>
                    <a:gd name="connsiteY20" fmla="*/ 629545 h 869793"/>
                    <a:gd name="connsiteX21" fmla="*/ 390879 w 1134829"/>
                    <a:gd name="connsiteY21" fmla="*/ 1302 h 869793"/>
                    <a:gd name="connsiteX0" fmla="*/ 390879 w 1134829"/>
                    <a:gd name="connsiteY0" fmla="*/ 1302 h 878836"/>
                    <a:gd name="connsiteX1" fmla="*/ 778827 w 1134829"/>
                    <a:gd name="connsiteY1" fmla="*/ 251547 h 878836"/>
                    <a:gd name="connsiteX2" fmla="*/ 773547 w 1134829"/>
                    <a:gd name="connsiteY2" fmla="*/ 263835 h 878836"/>
                    <a:gd name="connsiteX3" fmla="*/ 754820 w 1134829"/>
                    <a:gd name="connsiteY3" fmla="*/ 271299 h 878836"/>
                    <a:gd name="connsiteX4" fmla="*/ 727044 w 1134829"/>
                    <a:gd name="connsiteY4" fmla="*/ 299479 h 878836"/>
                    <a:gd name="connsiteX5" fmla="*/ 770277 w 1134829"/>
                    <a:gd name="connsiteY5" fmla="*/ 271445 h 878836"/>
                    <a:gd name="connsiteX6" fmla="*/ 773547 w 1134829"/>
                    <a:gd name="connsiteY6" fmla="*/ 263835 h 878836"/>
                    <a:gd name="connsiteX7" fmla="*/ 794230 w 1134829"/>
                    <a:gd name="connsiteY7" fmla="*/ 255591 h 878836"/>
                    <a:gd name="connsiteX8" fmla="*/ 727044 w 1134829"/>
                    <a:gd name="connsiteY8" fmla="*/ 488165 h 878836"/>
                    <a:gd name="connsiteX9" fmla="*/ 629090 w 1134829"/>
                    <a:gd name="connsiteY9" fmla="*/ 641040 h 878836"/>
                    <a:gd name="connsiteX10" fmla="*/ 623757 w 1134829"/>
                    <a:gd name="connsiteY10" fmla="*/ 623028 h 878836"/>
                    <a:gd name="connsiteX11" fmla="*/ 625444 w 1134829"/>
                    <a:gd name="connsiteY11" fmla="*/ 589764 h 878836"/>
                    <a:gd name="connsiteX12" fmla="*/ 622991 w 1134829"/>
                    <a:gd name="connsiteY12" fmla="*/ 620440 h 878836"/>
                    <a:gd name="connsiteX13" fmla="*/ 623757 w 1134829"/>
                    <a:gd name="connsiteY13" fmla="*/ 623028 h 878836"/>
                    <a:gd name="connsiteX14" fmla="*/ 622957 w 1134829"/>
                    <a:gd name="connsiteY14" fmla="*/ 638812 h 878836"/>
                    <a:gd name="connsiteX15" fmla="*/ 422244 w 1134829"/>
                    <a:gd name="connsiteY15" fmla="*/ 865535 h 878836"/>
                    <a:gd name="connsiteX16" fmla="*/ 272253 w 1134829"/>
                    <a:gd name="connsiteY16" fmla="*/ 836949 h 878836"/>
                    <a:gd name="connsiteX17" fmla="*/ 5948 w 1134829"/>
                    <a:gd name="connsiteY17" fmla="*/ 710275 h 878836"/>
                    <a:gd name="connsiteX18" fmla="*/ 0 w 1134829"/>
                    <a:gd name="connsiteY18" fmla="*/ 705189 h 878836"/>
                    <a:gd name="connsiteX19" fmla="*/ 4291 w 1134829"/>
                    <a:gd name="connsiteY19" fmla="*/ 629545 h 878836"/>
                    <a:gd name="connsiteX20" fmla="*/ 390879 w 1134829"/>
                    <a:gd name="connsiteY20" fmla="*/ 1302 h 878836"/>
                    <a:gd name="connsiteX0" fmla="*/ 390879 w 1134829"/>
                    <a:gd name="connsiteY0" fmla="*/ 1302 h 866250"/>
                    <a:gd name="connsiteX1" fmla="*/ 778827 w 1134829"/>
                    <a:gd name="connsiteY1" fmla="*/ 251547 h 866250"/>
                    <a:gd name="connsiteX2" fmla="*/ 773547 w 1134829"/>
                    <a:gd name="connsiteY2" fmla="*/ 263835 h 866250"/>
                    <a:gd name="connsiteX3" fmla="*/ 754820 w 1134829"/>
                    <a:gd name="connsiteY3" fmla="*/ 271299 h 866250"/>
                    <a:gd name="connsiteX4" fmla="*/ 727044 w 1134829"/>
                    <a:gd name="connsiteY4" fmla="*/ 299479 h 866250"/>
                    <a:gd name="connsiteX5" fmla="*/ 770277 w 1134829"/>
                    <a:gd name="connsiteY5" fmla="*/ 271445 h 866250"/>
                    <a:gd name="connsiteX6" fmla="*/ 773547 w 1134829"/>
                    <a:gd name="connsiteY6" fmla="*/ 263835 h 866250"/>
                    <a:gd name="connsiteX7" fmla="*/ 794230 w 1134829"/>
                    <a:gd name="connsiteY7" fmla="*/ 255591 h 866250"/>
                    <a:gd name="connsiteX8" fmla="*/ 727044 w 1134829"/>
                    <a:gd name="connsiteY8" fmla="*/ 488165 h 866250"/>
                    <a:gd name="connsiteX9" fmla="*/ 629090 w 1134829"/>
                    <a:gd name="connsiteY9" fmla="*/ 641040 h 866250"/>
                    <a:gd name="connsiteX10" fmla="*/ 623757 w 1134829"/>
                    <a:gd name="connsiteY10" fmla="*/ 623028 h 866250"/>
                    <a:gd name="connsiteX11" fmla="*/ 625444 w 1134829"/>
                    <a:gd name="connsiteY11" fmla="*/ 589764 h 866250"/>
                    <a:gd name="connsiteX12" fmla="*/ 622991 w 1134829"/>
                    <a:gd name="connsiteY12" fmla="*/ 620440 h 866250"/>
                    <a:gd name="connsiteX13" fmla="*/ 623757 w 1134829"/>
                    <a:gd name="connsiteY13" fmla="*/ 623028 h 866250"/>
                    <a:gd name="connsiteX14" fmla="*/ 622957 w 1134829"/>
                    <a:gd name="connsiteY14" fmla="*/ 638812 h 866250"/>
                    <a:gd name="connsiteX15" fmla="*/ 422244 w 1134829"/>
                    <a:gd name="connsiteY15" fmla="*/ 865535 h 866250"/>
                    <a:gd name="connsiteX16" fmla="*/ 5948 w 1134829"/>
                    <a:gd name="connsiteY16" fmla="*/ 710275 h 866250"/>
                    <a:gd name="connsiteX17" fmla="*/ 0 w 1134829"/>
                    <a:gd name="connsiteY17" fmla="*/ 705189 h 866250"/>
                    <a:gd name="connsiteX18" fmla="*/ 4291 w 1134829"/>
                    <a:gd name="connsiteY18" fmla="*/ 629545 h 866250"/>
                    <a:gd name="connsiteX19" fmla="*/ 390879 w 1134829"/>
                    <a:gd name="connsiteY19" fmla="*/ 1302 h 866250"/>
                    <a:gd name="connsiteX0" fmla="*/ 390879 w 1134829"/>
                    <a:gd name="connsiteY0" fmla="*/ 1302 h 866250"/>
                    <a:gd name="connsiteX1" fmla="*/ 778827 w 1134829"/>
                    <a:gd name="connsiteY1" fmla="*/ 251547 h 866250"/>
                    <a:gd name="connsiteX2" fmla="*/ 773547 w 1134829"/>
                    <a:gd name="connsiteY2" fmla="*/ 263835 h 866250"/>
                    <a:gd name="connsiteX3" fmla="*/ 754820 w 1134829"/>
                    <a:gd name="connsiteY3" fmla="*/ 271299 h 866250"/>
                    <a:gd name="connsiteX4" fmla="*/ 727044 w 1134829"/>
                    <a:gd name="connsiteY4" fmla="*/ 299479 h 866250"/>
                    <a:gd name="connsiteX5" fmla="*/ 770277 w 1134829"/>
                    <a:gd name="connsiteY5" fmla="*/ 271445 h 866250"/>
                    <a:gd name="connsiteX6" fmla="*/ 773547 w 1134829"/>
                    <a:gd name="connsiteY6" fmla="*/ 263835 h 866250"/>
                    <a:gd name="connsiteX7" fmla="*/ 794230 w 1134829"/>
                    <a:gd name="connsiteY7" fmla="*/ 255591 h 866250"/>
                    <a:gd name="connsiteX8" fmla="*/ 727044 w 1134829"/>
                    <a:gd name="connsiteY8" fmla="*/ 488165 h 866250"/>
                    <a:gd name="connsiteX9" fmla="*/ 629090 w 1134829"/>
                    <a:gd name="connsiteY9" fmla="*/ 641040 h 866250"/>
                    <a:gd name="connsiteX10" fmla="*/ 623757 w 1134829"/>
                    <a:gd name="connsiteY10" fmla="*/ 623028 h 866250"/>
                    <a:gd name="connsiteX11" fmla="*/ 625444 w 1134829"/>
                    <a:gd name="connsiteY11" fmla="*/ 589764 h 866250"/>
                    <a:gd name="connsiteX12" fmla="*/ 622991 w 1134829"/>
                    <a:gd name="connsiteY12" fmla="*/ 620440 h 866250"/>
                    <a:gd name="connsiteX13" fmla="*/ 623757 w 1134829"/>
                    <a:gd name="connsiteY13" fmla="*/ 623028 h 866250"/>
                    <a:gd name="connsiteX14" fmla="*/ 622957 w 1134829"/>
                    <a:gd name="connsiteY14" fmla="*/ 638812 h 866250"/>
                    <a:gd name="connsiteX15" fmla="*/ 422244 w 1134829"/>
                    <a:gd name="connsiteY15" fmla="*/ 865535 h 866250"/>
                    <a:gd name="connsiteX16" fmla="*/ 5948 w 1134829"/>
                    <a:gd name="connsiteY16" fmla="*/ 710275 h 866250"/>
                    <a:gd name="connsiteX17" fmla="*/ 0 w 1134829"/>
                    <a:gd name="connsiteY17" fmla="*/ 705189 h 866250"/>
                    <a:gd name="connsiteX18" fmla="*/ 390879 w 1134829"/>
                    <a:gd name="connsiteY18" fmla="*/ 1302 h 866250"/>
                    <a:gd name="connsiteX0" fmla="*/ 0 w 1134829"/>
                    <a:gd name="connsiteY0" fmla="*/ 454368 h 615429"/>
                    <a:gd name="connsiteX1" fmla="*/ 778827 w 1134829"/>
                    <a:gd name="connsiteY1" fmla="*/ 726 h 615429"/>
                    <a:gd name="connsiteX2" fmla="*/ 773547 w 1134829"/>
                    <a:gd name="connsiteY2" fmla="*/ 13014 h 615429"/>
                    <a:gd name="connsiteX3" fmla="*/ 754820 w 1134829"/>
                    <a:gd name="connsiteY3" fmla="*/ 20478 h 615429"/>
                    <a:gd name="connsiteX4" fmla="*/ 727044 w 1134829"/>
                    <a:gd name="connsiteY4" fmla="*/ 48658 h 615429"/>
                    <a:gd name="connsiteX5" fmla="*/ 770277 w 1134829"/>
                    <a:gd name="connsiteY5" fmla="*/ 20624 h 615429"/>
                    <a:gd name="connsiteX6" fmla="*/ 773547 w 1134829"/>
                    <a:gd name="connsiteY6" fmla="*/ 13014 h 615429"/>
                    <a:gd name="connsiteX7" fmla="*/ 794230 w 1134829"/>
                    <a:gd name="connsiteY7" fmla="*/ 4770 h 615429"/>
                    <a:gd name="connsiteX8" fmla="*/ 727044 w 1134829"/>
                    <a:gd name="connsiteY8" fmla="*/ 237344 h 615429"/>
                    <a:gd name="connsiteX9" fmla="*/ 629090 w 1134829"/>
                    <a:gd name="connsiteY9" fmla="*/ 390219 h 615429"/>
                    <a:gd name="connsiteX10" fmla="*/ 623757 w 1134829"/>
                    <a:gd name="connsiteY10" fmla="*/ 372207 h 615429"/>
                    <a:gd name="connsiteX11" fmla="*/ 625444 w 1134829"/>
                    <a:gd name="connsiteY11" fmla="*/ 338943 h 615429"/>
                    <a:gd name="connsiteX12" fmla="*/ 622991 w 1134829"/>
                    <a:gd name="connsiteY12" fmla="*/ 369619 h 615429"/>
                    <a:gd name="connsiteX13" fmla="*/ 623757 w 1134829"/>
                    <a:gd name="connsiteY13" fmla="*/ 372207 h 615429"/>
                    <a:gd name="connsiteX14" fmla="*/ 622957 w 1134829"/>
                    <a:gd name="connsiteY14" fmla="*/ 387991 h 615429"/>
                    <a:gd name="connsiteX15" fmla="*/ 422244 w 1134829"/>
                    <a:gd name="connsiteY15" fmla="*/ 614714 h 615429"/>
                    <a:gd name="connsiteX16" fmla="*/ 5948 w 1134829"/>
                    <a:gd name="connsiteY16" fmla="*/ 459454 h 615429"/>
                    <a:gd name="connsiteX17" fmla="*/ 0 w 1134829"/>
                    <a:gd name="connsiteY17" fmla="*/ 454368 h 615429"/>
                    <a:gd name="connsiteX0" fmla="*/ 0 w 812641"/>
                    <a:gd name="connsiteY0" fmla="*/ 453642 h 614703"/>
                    <a:gd name="connsiteX1" fmla="*/ 778827 w 812641"/>
                    <a:gd name="connsiteY1" fmla="*/ 0 h 614703"/>
                    <a:gd name="connsiteX2" fmla="*/ 773547 w 812641"/>
                    <a:gd name="connsiteY2" fmla="*/ 12288 h 614703"/>
                    <a:gd name="connsiteX3" fmla="*/ 754820 w 812641"/>
                    <a:gd name="connsiteY3" fmla="*/ 19752 h 614703"/>
                    <a:gd name="connsiteX4" fmla="*/ 727044 w 812641"/>
                    <a:gd name="connsiteY4" fmla="*/ 47932 h 614703"/>
                    <a:gd name="connsiteX5" fmla="*/ 770277 w 812641"/>
                    <a:gd name="connsiteY5" fmla="*/ 19898 h 614703"/>
                    <a:gd name="connsiteX6" fmla="*/ 773547 w 812641"/>
                    <a:gd name="connsiteY6" fmla="*/ 12288 h 614703"/>
                    <a:gd name="connsiteX7" fmla="*/ 727044 w 812641"/>
                    <a:gd name="connsiteY7" fmla="*/ 236618 h 614703"/>
                    <a:gd name="connsiteX8" fmla="*/ 629090 w 812641"/>
                    <a:gd name="connsiteY8" fmla="*/ 389493 h 614703"/>
                    <a:gd name="connsiteX9" fmla="*/ 623757 w 812641"/>
                    <a:gd name="connsiteY9" fmla="*/ 371481 h 614703"/>
                    <a:gd name="connsiteX10" fmla="*/ 625444 w 812641"/>
                    <a:gd name="connsiteY10" fmla="*/ 338217 h 614703"/>
                    <a:gd name="connsiteX11" fmla="*/ 622991 w 812641"/>
                    <a:gd name="connsiteY11" fmla="*/ 368893 h 614703"/>
                    <a:gd name="connsiteX12" fmla="*/ 623757 w 812641"/>
                    <a:gd name="connsiteY12" fmla="*/ 371481 h 614703"/>
                    <a:gd name="connsiteX13" fmla="*/ 622957 w 812641"/>
                    <a:gd name="connsiteY13" fmla="*/ 387265 h 614703"/>
                    <a:gd name="connsiteX14" fmla="*/ 422244 w 812641"/>
                    <a:gd name="connsiteY14" fmla="*/ 613988 h 614703"/>
                    <a:gd name="connsiteX15" fmla="*/ 5948 w 812641"/>
                    <a:gd name="connsiteY15" fmla="*/ 458728 h 614703"/>
                    <a:gd name="connsiteX16" fmla="*/ 0 w 812641"/>
                    <a:gd name="connsiteY16" fmla="*/ 453642 h 614703"/>
                    <a:gd name="connsiteX0" fmla="*/ 0 w 812641"/>
                    <a:gd name="connsiteY0" fmla="*/ 453642 h 614703"/>
                    <a:gd name="connsiteX1" fmla="*/ 778827 w 812641"/>
                    <a:gd name="connsiteY1" fmla="*/ 0 h 614703"/>
                    <a:gd name="connsiteX2" fmla="*/ 773547 w 812641"/>
                    <a:gd name="connsiteY2" fmla="*/ 12288 h 614703"/>
                    <a:gd name="connsiteX3" fmla="*/ 754820 w 812641"/>
                    <a:gd name="connsiteY3" fmla="*/ 19752 h 614703"/>
                    <a:gd name="connsiteX4" fmla="*/ 727044 w 812641"/>
                    <a:gd name="connsiteY4" fmla="*/ 47932 h 614703"/>
                    <a:gd name="connsiteX5" fmla="*/ 770277 w 812641"/>
                    <a:gd name="connsiteY5" fmla="*/ 19898 h 614703"/>
                    <a:gd name="connsiteX6" fmla="*/ 727044 w 812641"/>
                    <a:gd name="connsiteY6" fmla="*/ 236618 h 614703"/>
                    <a:gd name="connsiteX7" fmla="*/ 629090 w 812641"/>
                    <a:gd name="connsiteY7" fmla="*/ 389493 h 614703"/>
                    <a:gd name="connsiteX8" fmla="*/ 623757 w 812641"/>
                    <a:gd name="connsiteY8" fmla="*/ 371481 h 614703"/>
                    <a:gd name="connsiteX9" fmla="*/ 625444 w 812641"/>
                    <a:gd name="connsiteY9" fmla="*/ 338217 h 614703"/>
                    <a:gd name="connsiteX10" fmla="*/ 622991 w 812641"/>
                    <a:gd name="connsiteY10" fmla="*/ 368893 h 614703"/>
                    <a:gd name="connsiteX11" fmla="*/ 623757 w 812641"/>
                    <a:gd name="connsiteY11" fmla="*/ 371481 h 614703"/>
                    <a:gd name="connsiteX12" fmla="*/ 622957 w 812641"/>
                    <a:gd name="connsiteY12" fmla="*/ 387265 h 614703"/>
                    <a:gd name="connsiteX13" fmla="*/ 422244 w 812641"/>
                    <a:gd name="connsiteY13" fmla="*/ 613988 h 614703"/>
                    <a:gd name="connsiteX14" fmla="*/ 5948 w 812641"/>
                    <a:gd name="connsiteY14" fmla="*/ 458728 h 614703"/>
                    <a:gd name="connsiteX15" fmla="*/ 0 w 812641"/>
                    <a:gd name="connsiteY15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54820 w 778827"/>
                    <a:gd name="connsiteY3" fmla="*/ 19752 h 614703"/>
                    <a:gd name="connsiteX4" fmla="*/ 727044 w 778827"/>
                    <a:gd name="connsiteY4" fmla="*/ 47932 h 614703"/>
                    <a:gd name="connsiteX5" fmla="*/ 727044 w 778827"/>
                    <a:gd name="connsiteY5" fmla="*/ 236618 h 614703"/>
                    <a:gd name="connsiteX6" fmla="*/ 629090 w 778827"/>
                    <a:gd name="connsiteY6" fmla="*/ 389493 h 614703"/>
                    <a:gd name="connsiteX7" fmla="*/ 623757 w 778827"/>
                    <a:gd name="connsiteY7" fmla="*/ 371481 h 614703"/>
                    <a:gd name="connsiteX8" fmla="*/ 625444 w 778827"/>
                    <a:gd name="connsiteY8" fmla="*/ 338217 h 614703"/>
                    <a:gd name="connsiteX9" fmla="*/ 622991 w 778827"/>
                    <a:gd name="connsiteY9" fmla="*/ 368893 h 614703"/>
                    <a:gd name="connsiteX10" fmla="*/ 623757 w 778827"/>
                    <a:gd name="connsiteY10" fmla="*/ 371481 h 614703"/>
                    <a:gd name="connsiteX11" fmla="*/ 622957 w 778827"/>
                    <a:gd name="connsiteY11" fmla="*/ 387265 h 614703"/>
                    <a:gd name="connsiteX12" fmla="*/ 422244 w 778827"/>
                    <a:gd name="connsiteY12" fmla="*/ 613988 h 614703"/>
                    <a:gd name="connsiteX13" fmla="*/ 5948 w 778827"/>
                    <a:gd name="connsiteY13" fmla="*/ 458728 h 614703"/>
                    <a:gd name="connsiteX14" fmla="*/ 0 w 778827"/>
                    <a:gd name="connsiteY14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54820 w 778827"/>
                    <a:gd name="connsiteY3" fmla="*/ 19752 h 614703"/>
                    <a:gd name="connsiteX4" fmla="*/ 727044 w 778827"/>
                    <a:gd name="connsiteY4" fmla="*/ 236618 h 614703"/>
                    <a:gd name="connsiteX5" fmla="*/ 629090 w 778827"/>
                    <a:gd name="connsiteY5" fmla="*/ 389493 h 614703"/>
                    <a:gd name="connsiteX6" fmla="*/ 623757 w 778827"/>
                    <a:gd name="connsiteY6" fmla="*/ 371481 h 614703"/>
                    <a:gd name="connsiteX7" fmla="*/ 625444 w 778827"/>
                    <a:gd name="connsiteY7" fmla="*/ 338217 h 614703"/>
                    <a:gd name="connsiteX8" fmla="*/ 622991 w 778827"/>
                    <a:gd name="connsiteY8" fmla="*/ 368893 h 614703"/>
                    <a:gd name="connsiteX9" fmla="*/ 623757 w 778827"/>
                    <a:gd name="connsiteY9" fmla="*/ 371481 h 614703"/>
                    <a:gd name="connsiteX10" fmla="*/ 622957 w 778827"/>
                    <a:gd name="connsiteY10" fmla="*/ 387265 h 614703"/>
                    <a:gd name="connsiteX11" fmla="*/ 422244 w 778827"/>
                    <a:gd name="connsiteY11" fmla="*/ 613988 h 614703"/>
                    <a:gd name="connsiteX12" fmla="*/ 5948 w 778827"/>
                    <a:gd name="connsiteY12" fmla="*/ 458728 h 614703"/>
                    <a:gd name="connsiteX13" fmla="*/ 0 w 778827"/>
                    <a:gd name="connsiteY13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73547 w 778827"/>
                    <a:gd name="connsiteY2" fmla="*/ 12288 h 614703"/>
                    <a:gd name="connsiteX3" fmla="*/ 727044 w 778827"/>
                    <a:gd name="connsiteY3" fmla="*/ 236618 h 614703"/>
                    <a:gd name="connsiteX4" fmla="*/ 629090 w 778827"/>
                    <a:gd name="connsiteY4" fmla="*/ 389493 h 614703"/>
                    <a:gd name="connsiteX5" fmla="*/ 623757 w 778827"/>
                    <a:gd name="connsiteY5" fmla="*/ 371481 h 614703"/>
                    <a:gd name="connsiteX6" fmla="*/ 625444 w 778827"/>
                    <a:gd name="connsiteY6" fmla="*/ 338217 h 614703"/>
                    <a:gd name="connsiteX7" fmla="*/ 622991 w 778827"/>
                    <a:gd name="connsiteY7" fmla="*/ 368893 h 614703"/>
                    <a:gd name="connsiteX8" fmla="*/ 623757 w 778827"/>
                    <a:gd name="connsiteY8" fmla="*/ 371481 h 614703"/>
                    <a:gd name="connsiteX9" fmla="*/ 622957 w 778827"/>
                    <a:gd name="connsiteY9" fmla="*/ 387265 h 614703"/>
                    <a:gd name="connsiteX10" fmla="*/ 422244 w 778827"/>
                    <a:gd name="connsiteY10" fmla="*/ 613988 h 614703"/>
                    <a:gd name="connsiteX11" fmla="*/ 5948 w 778827"/>
                    <a:gd name="connsiteY11" fmla="*/ 458728 h 614703"/>
                    <a:gd name="connsiteX12" fmla="*/ 0 w 778827"/>
                    <a:gd name="connsiteY12" fmla="*/ 453642 h 614703"/>
                    <a:gd name="connsiteX0" fmla="*/ 0 w 778827"/>
                    <a:gd name="connsiteY0" fmla="*/ 453642 h 614703"/>
                    <a:gd name="connsiteX1" fmla="*/ 778827 w 778827"/>
                    <a:gd name="connsiteY1" fmla="*/ 0 h 614703"/>
                    <a:gd name="connsiteX2" fmla="*/ 727044 w 778827"/>
                    <a:gd name="connsiteY2" fmla="*/ 236618 h 614703"/>
                    <a:gd name="connsiteX3" fmla="*/ 629090 w 778827"/>
                    <a:gd name="connsiteY3" fmla="*/ 389493 h 614703"/>
                    <a:gd name="connsiteX4" fmla="*/ 623757 w 778827"/>
                    <a:gd name="connsiteY4" fmla="*/ 371481 h 614703"/>
                    <a:gd name="connsiteX5" fmla="*/ 625444 w 778827"/>
                    <a:gd name="connsiteY5" fmla="*/ 338217 h 614703"/>
                    <a:gd name="connsiteX6" fmla="*/ 622991 w 778827"/>
                    <a:gd name="connsiteY6" fmla="*/ 368893 h 614703"/>
                    <a:gd name="connsiteX7" fmla="*/ 623757 w 778827"/>
                    <a:gd name="connsiteY7" fmla="*/ 371481 h 614703"/>
                    <a:gd name="connsiteX8" fmla="*/ 622957 w 778827"/>
                    <a:gd name="connsiteY8" fmla="*/ 387265 h 614703"/>
                    <a:gd name="connsiteX9" fmla="*/ 422244 w 778827"/>
                    <a:gd name="connsiteY9" fmla="*/ 613988 h 614703"/>
                    <a:gd name="connsiteX10" fmla="*/ 5948 w 778827"/>
                    <a:gd name="connsiteY10" fmla="*/ 458728 h 614703"/>
                    <a:gd name="connsiteX11" fmla="*/ 0 w 778827"/>
                    <a:gd name="connsiteY11" fmla="*/ 453642 h 614703"/>
                    <a:gd name="connsiteX0" fmla="*/ 0 w 727044"/>
                    <a:gd name="connsiteY0" fmla="*/ 217024 h 378085"/>
                    <a:gd name="connsiteX1" fmla="*/ 727044 w 727044"/>
                    <a:gd name="connsiteY1" fmla="*/ 0 h 378085"/>
                    <a:gd name="connsiteX2" fmla="*/ 629090 w 727044"/>
                    <a:gd name="connsiteY2" fmla="*/ 152875 h 378085"/>
                    <a:gd name="connsiteX3" fmla="*/ 623757 w 727044"/>
                    <a:gd name="connsiteY3" fmla="*/ 134863 h 378085"/>
                    <a:gd name="connsiteX4" fmla="*/ 625444 w 727044"/>
                    <a:gd name="connsiteY4" fmla="*/ 101599 h 378085"/>
                    <a:gd name="connsiteX5" fmla="*/ 622991 w 727044"/>
                    <a:gd name="connsiteY5" fmla="*/ 132275 h 378085"/>
                    <a:gd name="connsiteX6" fmla="*/ 623757 w 727044"/>
                    <a:gd name="connsiteY6" fmla="*/ 134863 h 378085"/>
                    <a:gd name="connsiteX7" fmla="*/ 622957 w 727044"/>
                    <a:gd name="connsiteY7" fmla="*/ 150647 h 378085"/>
                    <a:gd name="connsiteX8" fmla="*/ 422244 w 727044"/>
                    <a:gd name="connsiteY8" fmla="*/ 377370 h 378085"/>
                    <a:gd name="connsiteX9" fmla="*/ 5948 w 727044"/>
                    <a:gd name="connsiteY9" fmla="*/ 222110 h 378085"/>
                    <a:gd name="connsiteX10" fmla="*/ 0 w 727044"/>
                    <a:gd name="connsiteY10" fmla="*/ 217024 h 378085"/>
                    <a:gd name="connsiteX0" fmla="*/ 0 w 721096"/>
                    <a:gd name="connsiteY0" fmla="*/ 222110 h 378085"/>
                    <a:gd name="connsiteX1" fmla="*/ 721096 w 721096"/>
                    <a:gd name="connsiteY1" fmla="*/ 0 h 378085"/>
                    <a:gd name="connsiteX2" fmla="*/ 623142 w 721096"/>
                    <a:gd name="connsiteY2" fmla="*/ 152875 h 378085"/>
                    <a:gd name="connsiteX3" fmla="*/ 617809 w 721096"/>
                    <a:gd name="connsiteY3" fmla="*/ 134863 h 378085"/>
                    <a:gd name="connsiteX4" fmla="*/ 619496 w 721096"/>
                    <a:gd name="connsiteY4" fmla="*/ 101599 h 378085"/>
                    <a:gd name="connsiteX5" fmla="*/ 617043 w 721096"/>
                    <a:gd name="connsiteY5" fmla="*/ 132275 h 378085"/>
                    <a:gd name="connsiteX6" fmla="*/ 617809 w 721096"/>
                    <a:gd name="connsiteY6" fmla="*/ 134863 h 378085"/>
                    <a:gd name="connsiteX7" fmla="*/ 617009 w 721096"/>
                    <a:gd name="connsiteY7" fmla="*/ 150647 h 378085"/>
                    <a:gd name="connsiteX8" fmla="*/ 416296 w 721096"/>
                    <a:gd name="connsiteY8" fmla="*/ 377370 h 378085"/>
                    <a:gd name="connsiteX9" fmla="*/ 0 w 721096"/>
                    <a:gd name="connsiteY9" fmla="*/ 222110 h 378085"/>
                    <a:gd name="connsiteX0" fmla="*/ 415 w 721511"/>
                    <a:gd name="connsiteY0" fmla="*/ 222110 h 226854"/>
                    <a:gd name="connsiteX1" fmla="*/ 721511 w 721511"/>
                    <a:gd name="connsiteY1" fmla="*/ 0 h 226854"/>
                    <a:gd name="connsiteX2" fmla="*/ 623557 w 721511"/>
                    <a:gd name="connsiteY2" fmla="*/ 152875 h 226854"/>
                    <a:gd name="connsiteX3" fmla="*/ 618224 w 721511"/>
                    <a:gd name="connsiteY3" fmla="*/ 134863 h 226854"/>
                    <a:gd name="connsiteX4" fmla="*/ 619911 w 721511"/>
                    <a:gd name="connsiteY4" fmla="*/ 101599 h 226854"/>
                    <a:gd name="connsiteX5" fmla="*/ 617458 w 721511"/>
                    <a:gd name="connsiteY5" fmla="*/ 132275 h 226854"/>
                    <a:gd name="connsiteX6" fmla="*/ 618224 w 721511"/>
                    <a:gd name="connsiteY6" fmla="*/ 134863 h 226854"/>
                    <a:gd name="connsiteX7" fmla="*/ 617424 w 721511"/>
                    <a:gd name="connsiteY7" fmla="*/ 150647 h 226854"/>
                    <a:gd name="connsiteX8" fmla="*/ 415 w 721511"/>
                    <a:gd name="connsiteY8" fmla="*/ 222110 h 226854"/>
                    <a:gd name="connsiteX0" fmla="*/ 218 w 104319"/>
                    <a:gd name="connsiteY0" fmla="*/ 150647 h 167834"/>
                    <a:gd name="connsiteX1" fmla="*/ 104305 w 104319"/>
                    <a:gd name="connsiteY1" fmla="*/ 0 h 167834"/>
                    <a:gd name="connsiteX2" fmla="*/ 6351 w 104319"/>
                    <a:gd name="connsiteY2" fmla="*/ 152875 h 167834"/>
                    <a:gd name="connsiteX3" fmla="*/ 1018 w 104319"/>
                    <a:gd name="connsiteY3" fmla="*/ 134863 h 167834"/>
                    <a:gd name="connsiteX4" fmla="*/ 2705 w 104319"/>
                    <a:gd name="connsiteY4" fmla="*/ 101599 h 167834"/>
                    <a:gd name="connsiteX5" fmla="*/ 252 w 104319"/>
                    <a:gd name="connsiteY5" fmla="*/ 132275 h 167834"/>
                    <a:gd name="connsiteX6" fmla="*/ 1018 w 104319"/>
                    <a:gd name="connsiteY6" fmla="*/ 134863 h 167834"/>
                    <a:gd name="connsiteX7" fmla="*/ 218 w 104319"/>
                    <a:gd name="connsiteY7" fmla="*/ 150647 h 167834"/>
                    <a:gd name="connsiteX0" fmla="*/ 0 w 104101"/>
                    <a:gd name="connsiteY0" fmla="*/ 150647 h 167834"/>
                    <a:gd name="connsiteX1" fmla="*/ 104087 w 104101"/>
                    <a:gd name="connsiteY1" fmla="*/ 0 h 167834"/>
                    <a:gd name="connsiteX2" fmla="*/ 6133 w 104101"/>
                    <a:gd name="connsiteY2" fmla="*/ 152875 h 167834"/>
                    <a:gd name="connsiteX3" fmla="*/ 800 w 104101"/>
                    <a:gd name="connsiteY3" fmla="*/ 134863 h 167834"/>
                    <a:gd name="connsiteX4" fmla="*/ 34 w 104101"/>
                    <a:gd name="connsiteY4" fmla="*/ 132275 h 167834"/>
                    <a:gd name="connsiteX5" fmla="*/ 800 w 104101"/>
                    <a:gd name="connsiteY5" fmla="*/ 134863 h 167834"/>
                    <a:gd name="connsiteX6" fmla="*/ 0 w 104101"/>
                    <a:gd name="connsiteY6" fmla="*/ 150647 h 167834"/>
                    <a:gd name="connsiteX0" fmla="*/ 0 w 104101"/>
                    <a:gd name="connsiteY0" fmla="*/ 150647 h 167834"/>
                    <a:gd name="connsiteX1" fmla="*/ 104087 w 104101"/>
                    <a:gd name="connsiteY1" fmla="*/ 0 h 167834"/>
                    <a:gd name="connsiteX2" fmla="*/ 6133 w 104101"/>
                    <a:gd name="connsiteY2" fmla="*/ 152875 h 167834"/>
                    <a:gd name="connsiteX3" fmla="*/ 800 w 104101"/>
                    <a:gd name="connsiteY3" fmla="*/ 134863 h 167834"/>
                    <a:gd name="connsiteX4" fmla="*/ 34 w 104101"/>
                    <a:gd name="connsiteY4" fmla="*/ 132275 h 167834"/>
                    <a:gd name="connsiteX5" fmla="*/ 0 w 104101"/>
                    <a:gd name="connsiteY5" fmla="*/ 150647 h 167834"/>
                    <a:gd name="connsiteX0" fmla="*/ 0 w 104067"/>
                    <a:gd name="connsiteY0" fmla="*/ 132351 h 168068"/>
                    <a:gd name="connsiteX1" fmla="*/ 104053 w 104067"/>
                    <a:gd name="connsiteY1" fmla="*/ 76 h 168068"/>
                    <a:gd name="connsiteX2" fmla="*/ 6099 w 104067"/>
                    <a:gd name="connsiteY2" fmla="*/ 152951 h 168068"/>
                    <a:gd name="connsiteX3" fmla="*/ 766 w 104067"/>
                    <a:gd name="connsiteY3" fmla="*/ 134939 h 168068"/>
                    <a:gd name="connsiteX4" fmla="*/ 0 w 104067"/>
                    <a:gd name="connsiteY4" fmla="*/ 132351 h 168068"/>
                    <a:gd name="connsiteX0" fmla="*/ 18665 w 122732"/>
                    <a:gd name="connsiteY0" fmla="*/ 132341 h 168058"/>
                    <a:gd name="connsiteX1" fmla="*/ 122718 w 122732"/>
                    <a:gd name="connsiteY1" fmla="*/ 66 h 168058"/>
                    <a:gd name="connsiteX2" fmla="*/ 24764 w 122732"/>
                    <a:gd name="connsiteY2" fmla="*/ 152941 h 168058"/>
                    <a:gd name="connsiteX3" fmla="*/ 19431 w 122732"/>
                    <a:gd name="connsiteY3" fmla="*/ 134929 h 168058"/>
                    <a:gd name="connsiteX4" fmla="*/ 18665 w 122732"/>
                    <a:gd name="connsiteY4" fmla="*/ 132341 h 168058"/>
                    <a:gd name="connsiteX0" fmla="*/ 20006 w 124083"/>
                    <a:gd name="connsiteY0" fmla="*/ 139418 h 175130"/>
                    <a:gd name="connsiteX1" fmla="*/ 124059 w 124083"/>
                    <a:gd name="connsiteY1" fmla="*/ 7143 h 175130"/>
                    <a:gd name="connsiteX2" fmla="*/ 26105 w 124083"/>
                    <a:gd name="connsiteY2" fmla="*/ 160018 h 175130"/>
                    <a:gd name="connsiteX3" fmla="*/ 20772 w 124083"/>
                    <a:gd name="connsiteY3" fmla="*/ 142006 h 175130"/>
                    <a:gd name="connsiteX4" fmla="*/ 20006 w 124083"/>
                    <a:gd name="connsiteY4" fmla="*/ 139418 h 175130"/>
                    <a:gd name="connsiteX0" fmla="*/ 29753 w 133944"/>
                    <a:gd name="connsiteY0" fmla="*/ 139418 h 175033"/>
                    <a:gd name="connsiteX1" fmla="*/ 133806 w 133944"/>
                    <a:gd name="connsiteY1" fmla="*/ 7143 h 175033"/>
                    <a:gd name="connsiteX2" fmla="*/ 35852 w 133944"/>
                    <a:gd name="connsiteY2" fmla="*/ 160018 h 175033"/>
                    <a:gd name="connsiteX3" fmla="*/ 30519 w 133944"/>
                    <a:gd name="connsiteY3" fmla="*/ 142006 h 175033"/>
                    <a:gd name="connsiteX4" fmla="*/ 29753 w 133944"/>
                    <a:gd name="connsiteY4" fmla="*/ 139418 h 175033"/>
                    <a:gd name="connsiteX0" fmla="*/ 25562 w 129672"/>
                    <a:gd name="connsiteY0" fmla="*/ 157067 h 192758"/>
                    <a:gd name="connsiteX1" fmla="*/ 129615 w 129672"/>
                    <a:gd name="connsiteY1" fmla="*/ 24792 h 192758"/>
                    <a:gd name="connsiteX2" fmla="*/ 31661 w 129672"/>
                    <a:gd name="connsiteY2" fmla="*/ 177667 h 192758"/>
                    <a:gd name="connsiteX3" fmla="*/ 26328 w 129672"/>
                    <a:gd name="connsiteY3" fmla="*/ 159655 h 192758"/>
                    <a:gd name="connsiteX4" fmla="*/ 25562 w 129672"/>
                    <a:gd name="connsiteY4" fmla="*/ 157067 h 192758"/>
                    <a:gd name="connsiteX0" fmla="*/ 20635 w 124691"/>
                    <a:gd name="connsiteY0" fmla="*/ 187469 h 223192"/>
                    <a:gd name="connsiteX1" fmla="*/ 124688 w 124691"/>
                    <a:gd name="connsiteY1" fmla="*/ 55194 h 223192"/>
                    <a:gd name="connsiteX2" fmla="*/ 26734 w 124691"/>
                    <a:gd name="connsiteY2" fmla="*/ 208069 h 223192"/>
                    <a:gd name="connsiteX3" fmla="*/ 21401 w 124691"/>
                    <a:gd name="connsiteY3" fmla="*/ 190057 h 223192"/>
                    <a:gd name="connsiteX4" fmla="*/ 20635 w 124691"/>
                    <a:gd name="connsiteY4" fmla="*/ 187469 h 223192"/>
                    <a:gd name="connsiteX0" fmla="*/ 17805 w 122309"/>
                    <a:gd name="connsiteY0" fmla="*/ 216016 h 251741"/>
                    <a:gd name="connsiteX1" fmla="*/ 121858 w 122309"/>
                    <a:gd name="connsiteY1" fmla="*/ 83741 h 251741"/>
                    <a:gd name="connsiteX2" fmla="*/ 23904 w 122309"/>
                    <a:gd name="connsiteY2" fmla="*/ 236616 h 251741"/>
                    <a:gd name="connsiteX3" fmla="*/ 18571 w 122309"/>
                    <a:gd name="connsiteY3" fmla="*/ 218604 h 251741"/>
                    <a:gd name="connsiteX4" fmla="*/ 17805 w 122309"/>
                    <a:gd name="connsiteY4" fmla="*/ 216016 h 251741"/>
                    <a:gd name="connsiteX0" fmla="*/ 16352 w 142243"/>
                    <a:gd name="connsiteY0" fmla="*/ 190068 h 227711"/>
                    <a:gd name="connsiteX1" fmla="*/ 141837 w 142243"/>
                    <a:gd name="connsiteY1" fmla="*/ 88749 h 227711"/>
                    <a:gd name="connsiteX2" fmla="*/ 22451 w 142243"/>
                    <a:gd name="connsiteY2" fmla="*/ 210668 h 227711"/>
                    <a:gd name="connsiteX3" fmla="*/ 17118 w 142243"/>
                    <a:gd name="connsiteY3" fmla="*/ 192656 h 227711"/>
                    <a:gd name="connsiteX4" fmla="*/ 16352 w 142243"/>
                    <a:gd name="connsiteY4" fmla="*/ 190068 h 227711"/>
                    <a:gd name="connsiteX0" fmla="*/ 16501 w 140016"/>
                    <a:gd name="connsiteY0" fmla="*/ 149530 h 191555"/>
                    <a:gd name="connsiteX1" fmla="*/ 139605 w 140016"/>
                    <a:gd name="connsiteY1" fmla="*/ 98218 h 191555"/>
                    <a:gd name="connsiteX2" fmla="*/ 22600 w 140016"/>
                    <a:gd name="connsiteY2" fmla="*/ 170130 h 191555"/>
                    <a:gd name="connsiteX3" fmla="*/ 17267 w 140016"/>
                    <a:gd name="connsiteY3" fmla="*/ 152118 h 191555"/>
                    <a:gd name="connsiteX4" fmla="*/ 16501 w 140016"/>
                    <a:gd name="connsiteY4" fmla="*/ 149530 h 191555"/>
                    <a:gd name="connsiteX0" fmla="*/ 14992 w 164656"/>
                    <a:gd name="connsiteY0" fmla="*/ 194021 h 231338"/>
                    <a:gd name="connsiteX1" fmla="*/ 164290 w 164656"/>
                    <a:gd name="connsiteY1" fmla="*/ 87940 h 231338"/>
                    <a:gd name="connsiteX2" fmla="*/ 21091 w 164656"/>
                    <a:gd name="connsiteY2" fmla="*/ 214621 h 231338"/>
                    <a:gd name="connsiteX3" fmla="*/ 15758 w 164656"/>
                    <a:gd name="connsiteY3" fmla="*/ 196609 h 231338"/>
                    <a:gd name="connsiteX4" fmla="*/ 14992 w 164656"/>
                    <a:gd name="connsiteY4" fmla="*/ 194021 h 231338"/>
                    <a:gd name="connsiteX0" fmla="*/ 15558 w 164856"/>
                    <a:gd name="connsiteY0" fmla="*/ 106083 h 108671"/>
                    <a:gd name="connsiteX1" fmla="*/ 164856 w 164856"/>
                    <a:gd name="connsiteY1" fmla="*/ 2 h 108671"/>
                    <a:gd name="connsiteX2" fmla="*/ 16324 w 164856"/>
                    <a:gd name="connsiteY2" fmla="*/ 108671 h 108671"/>
                    <a:gd name="connsiteX3" fmla="*/ 15558 w 164856"/>
                    <a:gd name="connsiteY3" fmla="*/ 106083 h 108671"/>
                    <a:gd name="connsiteX0" fmla="*/ 16317 w 165615"/>
                    <a:gd name="connsiteY0" fmla="*/ 110223 h 112811"/>
                    <a:gd name="connsiteX1" fmla="*/ 165615 w 165615"/>
                    <a:gd name="connsiteY1" fmla="*/ 4142 h 112811"/>
                    <a:gd name="connsiteX2" fmla="*/ 17083 w 165615"/>
                    <a:gd name="connsiteY2" fmla="*/ 112811 h 112811"/>
                    <a:gd name="connsiteX3" fmla="*/ 16317 w 165615"/>
                    <a:gd name="connsiteY3" fmla="*/ 110223 h 112811"/>
                    <a:gd name="connsiteX0" fmla="*/ 16317 w 165615"/>
                    <a:gd name="connsiteY0" fmla="*/ 110223 h 152548"/>
                    <a:gd name="connsiteX1" fmla="*/ 165615 w 165615"/>
                    <a:gd name="connsiteY1" fmla="*/ 4142 h 152548"/>
                    <a:gd name="connsiteX2" fmla="*/ 17083 w 165615"/>
                    <a:gd name="connsiteY2" fmla="*/ 112811 h 152548"/>
                    <a:gd name="connsiteX3" fmla="*/ 16317 w 165615"/>
                    <a:gd name="connsiteY3" fmla="*/ 110223 h 152548"/>
                    <a:gd name="connsiteX0" fmla="*/ 16045 w 170106"/>
                    <a:gd name="connsiteY0" fmla="*/ 130263 h 169932"/>
                    <a:gd name="connsiteX1" fmla="*/ 170106 w 170106"/>
                    <a:gd name="connsiteY1" fmla="*/ 369 h 169932"/>
                    <a:gd name="connsiteX2" fmla="*/ 16811 w 170106"/>
                    <a:gd name="connsiteY2" fmla="*/ 132851 h 169932"/>
                    <a:gd name="connsiteX3" fmla="*/ 16045 w 170106"/>
                    <a:gd name="connsiteY3" fmla="*/ 130263 h 169932"/>
                    <a:gd name="connsiteX0" fmla="*/ 14853 w 191827"/>
                    <a:gd name="connsiteY0" fmla="*/ 113934 h 155685"/>
                    <a:gd name="connsiteX1" fmla="*/ 191827 w 191827"/>
                    <a:gd name="connsiteY1" fmla="*/ 2975 h 155685"/>
                    <a:gd name="connsiteX2" fmla="*/ 15619 w 191827"/>
                    <a:gd name="connsiteY2" fmla="*/ 116522 h 155685"/>
                    <a:gd name="connsiteX3" fmla="*/ 14853 w 191827"/>
                    <a:gd name="connsiteY3" fmla="*/ 113934 h 155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827" h="155685">
                      <a:moveTo>
                        <a:pt x="14853" y="113934"/>
                      </a:moveTo>
                      <a:cubicBezTo>
                        <a:pt x="-63183" y="-27606"/>
                        <a:pt x="191699" y="2544"/>
                        <a:pt x="191827" y="2975"/>
                      </a:cubicBezTo>
                      <a:cubicBezTo>
                        <a:pt x="191955" y="3406"/>
                        <a:pt x="11927" y="248861"/>
                        <a:pt x="15619" y="116522"/>
                      </a:cubicBezTo>
                      <a:lnTo>
                        <a:pt x="14853" y="113934"/>
                      </a:lnTo>
                      <a:close/>
                    </a:path>
                  </a:pathLst>
                </a:custGeom>
                <a:solidFill>
                  <a:srgbClr val="FA5516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Rectangle 871">
                  <a:extLst>
                    <a:ext uri="{FF2B5EF4-FFF2-40B4-BE49-F238E27FC236}">
                      <a16:creationId xmlns:a16="http://schemas.microsoft.com/office/drawing/2014/main" id="{9D7466F7-1F99-E1F1-8CD5-49ED7E7FF2DD}"/>
                    </a:ext>
                  </a:extLst>
                </p:cNvPr>
                <p:cNvSpPr/>
                <p:nvPr/>
              </p:nvSpPr>
              <p:spPr>
                <a:xfrm>
                  <a:off x="699127" y="-644416"/>
                  <a:ext cx="751950" cy="653641"/>
                </a:xfrm>
                <a:custGeom>
                  <a:avLst/>
                  <a:gdLst>
                    <a:gd name="connsiteX0" fmla="*/ 0 w 382033"/>
                    <a:gd name="connsiteY0" fmla="*/ 0 h 139291"/>
                    <a:gd name="connsiteX1" fmla="*/ 382033 w 382033"/>
                    <a:gd name="connsiteY1" fmla="*/ 0 h 139291"/>
                    <a:gd name="connsiteX2" fmla="*/ 382033 w 382033"/>
                    <a:gd name="connsiteY2" fmla="*/ 139291 h 139291"/>
                    <a:gd name="connsiteX3" fmla="*/ 0 w 382033"/>
                    <a:gd name="connsiteY3" fmla="*/ 139291 h 139291"/>
                    <a:gd name="connsiteX4" fmla="*/ 0 w 382033"/>
                    <a:gd name="connsiteY4" fmla="*/ 0 h 139291"/>
                    <a:gd name="connsiteX0" fmla="*/ 295275 w 677308"/>
                    <a:gd name="connsiteY0" fmla="*/ 0 h 263116"/>
                    <a:gd name="connsiteX1" fmla="*/ 677308 w 677308"/>
                    <a:gd name="connsiteY1" fmla="*/ 0 h 263116"/>
                    <a:gd name="connsiteX2" fmla="*/ 677308 w 677308"/>
                    <a:gd name="connsiteY2" fmla="*/ 139291 h 263116"/>
                    <a:gd name="connsiteX3" fmla="*/ 0 w 677308"/>
                    <a:gd name="connsiteY3" fmla="*/ 263116 h 263116"/>
                    <a:gd name="connsiteX4" fmla="*/ 295275 w 677308"/>
                    <a:gd name="connsiteY4" fmla="*/ 0 h 263116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390525 h 653641"/>
                    <a:gd name="connsiteX2" fmla="*/ 677308 w 677308"/>
                    <a:gd name="connsiteY2" fmla="*/ 529816 h 653641"/>
                    <a:gd name="connsiteX3" fmla="*/ 0 w 677308"/>
                    <a:gd name="connsiteY3" fmla="*/ 653641 h 653641"/>
                    <a:gd name="connsiteX4" fmla="*/ 457200 w 677308"/>
                    <a:gd name="connsiteY4" fmla="*/ 0 h 653641"/>
                    <a:gd name="connsiteX0" fmla="*/ 457200 w 677308"/>
                    <a:gd name="connsiteY0" fmla="*/ 0 h 653641"/>
                    <a:gd name="connsiteX1" fmla="*/ 677308 w 677308"/>
                    <a:gd name="connsiteY1" fmla="*/ 529816 h 653641"/>
                    <a:gd name="connsiteX2" fmla="*/ 0 w 677308"/>
                    <a:gd name="connsiteY2" fmla="*/ 653641 h 653641"/>
                    <a:gd name="connsiteX3" fmla="*/ 457200 w 677308"/>
                    <a:gd name="connsiteY3" fmla="*/ 0 h 653641"/>
                    <a:gd name="connsiteX0" fmla="*/ 457200 w 743983"/>
                    <a:gd name="connsiteY0" fmla="*/ 0 h 653641"/>
                    <a:gd name="connsiteX1" fmla="*/ 743983 w 743983"/>
                    <a:gd name="connsiteY1" fmla="*/ 444091 h 653641"/>
                    <a:gd name="connsiteX2" fmla="*/ 0 w 743983"/>
                    <a:gd name="connsiteY2" fmla="*/ 653641 h 653641"/>
                    <a:gd name="connsiteX3" fmla="*/ 457200 w 743983"/>
                    <a:gd name="connsiteY3" fmla="*/ 0 h 653641"/>
                    <a:gd name="connsiteX0" fmla="*/ 457200 w 745155"/>
                    <a:gd name="connsiteY0" fmla="*/ 0 h 653641"/>
                    <a:gd name="connsiteX1" fmla="*/ 743983 w 745155"/>
                    <a:gd name="connsiteY1" fmla="*/ 444091 h 653641"/>
                    <a:gd name="connsiteX2" fmla="*/ 0 w 745155"/>
                    <a:gd name="connsiteY2" fmla="*/ 653641 h 653641"/>
                    <a:gd name="connsiteX3" fmla="*/ 457200 w 745155"/>
                    <a:gd name="connsiteY3" fmla="*/ 0 h 653641"/>
                    <a:gd name="connsiteX0" fmla="*/ 457200 w 745155"/>
                    <a:gd name="connsiteY0" fmla="*/ 0 h 653641"/>
                    <a:gd name="connsiteX1" fmla="*/ 743983 w 745155"/>
                    <a:gd name="connsiteY1" fmla="*/ 444091 h 653641"/>
                    <a:gd name="connsiteX2" fmla="*/ 0 w 745155"/>
                    <a:gd name="connsiteY2" fmla="*/ 653641 h 653641"/>
                    <a:gd name="connsiteX3" fmla="*/ 457200 w 745155"/>
                    <a:gd name="connsiteY3" fmla="*/ 0 h 653641"/>
                    <a:gd name="connsiteX0" fmla="*/ 457200 w 750119"/>
                    <a:gd name="connsiteY0" fmla="*/ 0 h 653641"/>
                    <a:gd name="connsiteX1" fmla="*/ 743983 w 750119"/>
                    <a:gd name="connsiteY1" fmla="*/ 444091 h 653641"/>
                    <a:gd name="connsiteX2" fmla="*/ 0 w 750119"/>
                    <a:gd name="connsiteY2" fmla="*/ 653641 h 653641"/>
                    <a:gd name="connsiteX3" fmla="*/ 457200 w 750119"/>
                    <a:gd name="connsiteY3" fmla="*/ 0 h 653641"/>
                    <a:gd name="connsiteX0" fmla="*/ 457200 w 752672"/>
                    <a:gd name="connsiteY0" fmla="*/ 0 h 653641"/>
                    <a:gd name="connsiteX1" fmla="*/ 743983 w 752672"/>
                    <a:gd name="connsiteY1" fmla="*/ 444091 h 653641"/>
                    <a:gd name="connsiteX2" fmla="*/ 0 w 752672"/>
                    <a:gd name="connsiteY2" fmla="*/ 653641 h 653641"/>
                    <a:gd name="connsiteX3" fmla="*/ 457200 w 752672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  <a:gd name="connsiteX0" fmla="*/ 457200 w 751950"/>
                    <a:gd name="connsiteY0" fmla="*/ 0 h 653641"/>
                    <a:gd name="connsiteX1" fmla="*/ 743983 w 751950"/>
                    <a:gd name="connsiteY1" fmla="*/ 444091 h 653641"/>
                    <a:gd name="connsiteX2" fmla="*/ 0 w 751950"/>
                    <a:gd name="connsiteY2" fmla="*/ 653641 h 653641"/>
                    <a:gd name="connsiteX3" fmla="*/ 457200 w 751950"/>
                    <a:gd name="connsiteY3" fmla="*/ 0 h 653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1950" h="653641">
                      <a:moveTo>
                        <a:pt x="457200" y="0"/>
                      </a:moveTo>
                      <a:cubicBezTo>
                        <a:pt x="619469" y="176605"/>
                        <a:pt x="791264" y="134136"/>
                        <a:pt x="743983" y="444091"/>
                      </a:cubicBezTo>
                      <a:cubicBezTo>
                        <a:pt x="534089" y="637766"/>
                        <a:pt x="67019" y="459966"/>
                        <a:pt x="0" y="653641"/>
                      </a:cubicBezTo>
                      <a:cubicBezTo>
                        <a:pt x="47625" y="426236"/>
                        <a:pt x="-9525" y="275030"/>
                        <a:pt x="457200" y="0"/>
                      </a:cubicBezTo>
                      <a:close/>
                    </a:path>
                  </a:pathLst>
                </a:custGeom>
                <a:solidFill>
                  <a:srgbClr val="FDE249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AFED9980-8221-E871-E818-CDE6B531401E}"/>
                    </a:ext>
                  </a:extLst>
                </p:cNvPr>
                <p:cNvSpPr/>
                <p:nvPr/>
              </p:nvSpPr>
              <p:spPr>
                <a:xfrm>
                  <a:off x="723899" y="-285750"/>
                  <a:ext cx="695325" cy="219075"/>
                </a:xfrm>
                <a:custGeom>
                  <a:avLst/>
                  <a:gdLst>
                    <a:gd name="connsiteX0" fmla="*/ 0 w 647700"/>
                    <a:gd name="connsiteY0" fmla="*/ 238125 h 238125"/>
                    <a:gd name="connsiteX1" fmla="*/ 647700 w 647700"/>
                    <a:gd name="connsiteY1" fmla="*/ 0 h 238125"/>
                    <a:gd name="connsiteX2" fmla="*/ 647700 w 647700"/>
                    <a:gd name="connsiteY2" fmla="*/ 0 h 238125"/>
                    <a:gd name="connsiteX0" fmla="*/ 0 w 695325"/>
                    <a:gd name="connsiteY0" fmla="*/ 219075 h 219075"/>
                    <a:gd name="connsiteX1" fmla="*/ 695325 w 695325"/>
                    <a:gd name="connsiteY1" fmla="*/ 0 h 219075"/>
                    <a:gd name="connsiteX2" fmla="*/ 695325 w 695325"/>
                    <a:gd name="connsiteY2" fmla="*/ 0 h 219075"/>
                    <a:gd name="connsiteX0" fmla="*/ 0 w 695325"/>
                    <a:gd name="connsiteY0" fmla="*/ 219075 h 219075"/>
                    <a:gd name="connsiteX1" fmla="*/ 695325 w 695325"/>
                    <a:gd name="connsiteY1" fmla="*/ 0 h 219075"/>
                    <a:gd name="connsiteX2" fmla="*/ 695325 w 695325"/>
                    <a:gd name="connsiteY2" fmla="*/ 0 h 2190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95325" h="219075">
                      <a:moveTo>
                        <a:pt x="0" y="219075"/>
                      </a:moveTo>
                      <a:cubicBezTo>
                        <a:pt x="250825" y="-15875"/>
                        <a:pt x="463550" y="73025"/>
                        <a:pt x="695325" y="0"/>
                      </a:cubicBezTo>
                      <a:lnTo>
                        <a:pt x="695325" y="0"/>
                      </a:lnTo>
                    </a:path>
                  </a:pathLst>
                </a:custGeom>
                <a:no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F804B5FB-4CEB-B515-452B-7DBBF8ABCA49}"/>
                  </a:ext>
                </a:extLst>
              </p:cNvPr>
              <p:cNvGrpSpPr/>
              <p:nvPr/>
            </p:nvGrpSpPr>
            <p:grpSpPr>
              <a:xfrm>
                <a:off x="3286125" y="3981815"/>
                <a:ext cx="1499313" cy="3473761"/>
                <a:chOff x="3286125" y="3981815"/>
                <a:chExt cx="1499313" cy="3473761"/>
              </a:xfrm>
            </p:grpSpPr>
            <p:sp>
              <p:nvSpPr>
                <p:cNvPr id="351" name="Rectangle 850">
                  <a:extLst>
                    <a:ext uri="{FF2B5EF4-FFF2-40B4-BE49-F238E27FC236}">
                      <a16:creationId xmlns:a16="http://schemas.microsoft.com/office/drawing/2014/main" id="{A5078D0C-FD61-1421-FEB0-A7C5F95F4941}"/>
                    </a:ext>
                  </a:extLst>
                </p:cNvPr>
                <p:cNvSpPr/>
                <p:nvPr/>
              </p:nvSpPr>
              <p:spPr>
                <a:xfrm>
                  <a:off x="3286125" y="5326422"/>
                  <a:ext cx="1404927" cy="2129154"/>
                </a:xfrm>
                <a:custGeom>
                  <a:avLst/>
                  <a:gdLst>
                    <a:gd name="connsiteX0" fmla="*/ 0 w 200327"/>
                    <a:gd name="connsiteY0" fmla="*/ 0 h 281302"/>
                    <a:gd name="connsiteX1" fmla="*/ 200327 w 200327"/>
                    <a:gd name="connsiteY1" fmla="*/ 0 h 281302"/>
                    <a:gd name="connsiteX2" fmla="*/ 200327 w 200327"/>
                    <a:gd name="connsiteY2" fmla="*/ 281302 h 281302"/>
                    <a:gd name="connsiteX3" fmla="*/ 0 w 200327"/>
                    <a:gd name="connsiteY3" fmla="*/ 281302 h 281302"/>
                    <a:gd name="connsiteX4" fmla="*/ 0 w 200327"/>
                    <a:gd name="connsiteY4" fmla="*/ 0 h 281302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505127 w 505127"/>
                    <a:gd name="connsiteY2" fmla="*/ 281302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505127"/>
                    <a:gd name="connsiteY0" fmla="*/ 0 h 1529077"/>
                    <a:gd name="connsiteX1" fmla="*/ 505127 w 505127"/>
                    <a:gd name="connsiteY1" fmla="*/ 0 h 1529077"/>
                    <a:gd name="connsiteX2" fmla="*/ 305102 w 505127"/>
                    <a:gd name="connsiteY2" fmla="*/ 1433827 h 1529077"/>
                    <a:gd name="connsiteX3" fmla="*/ 0 w 505127"/>
                    <a:gd name="connsiteY3" fmla="*/ 1529077 h 1529077"/>
                    <a:gd name="connsiteX4" fmla="*/ 304800 w 505127"/>
                    <a:gd name="connsiteY4" fmla="*/ 0 h 1529077"/>
                    <a:gd name="connsiteX0" fmla="*/ 304800 w 686102"/>
                    <a:gd name="connsiteY0" fmla="*/ 95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304800 w 686102"/>
                    <a:gd name="connsiteY4" fmla="*/ 9525 h 1538602"/>
                    <a:gd name="connsiteX0" fmla="*/ 476250 w 686102"/>
                    <a:gd name="connsiteY0" fmla="*/ 47625 h 1538602"/>
                    <a:gd name="connsiteX1" fmla="*/ 686102 w 686102"/>
                    <a:gd name="connsiteY1" fmla="*/ 0 h 1538602"/>
                    <a:gd name="connsiteX2" fmla="*/ 305102 w 686102"/>
                    <a:gd name="connsiteY2" fmla="*/ 1443352 h 1538602"/>
                    <a:gd name="connsiteX3" fmla="*/ 0 w 686102"/>
                    <a:gd name="connsiteY3" fmla="*/ 1538602 h 1538602"/>
                    <a:gd name="connsiteX4" fmla="*/ 476250 w 686102"/>
                    <a:gd name="connsiteY4" fmla="*/ 47625 h 1538602"/>
                    <a:gd name="connsiteX0" fmla="*/ 690250 w 900102"/>
                    <a:gd name="connsiteY0" fmla="*/ 47625 h 2026879"/>
                    <a:gd name="connsiteX1" fmla="*/ 900102 w 900102"/>
                    <a:gd name="connsiteY1" fmla="*/ 0 h 2026879"/>
                    <a:gd name="connsiteX2" fmla="*/ 519102 w 900102"/>
                    <a:gd name="connsiteY2" fmla="*/ 1443352 h 2026879"/>
                    <a:gd name="connsiteX3" fmla="*/ 0 w 900102"/>
                    <a:gd name="connsiteY3" fmla="*/ 2026879 h 2026879"/>
                    <a:gd name="connsiteX4" fmla="*/ 214000 w 900102"/>
                    <a:gd name="connsiteY4" fmla="*/ 1538602 h 2026879"/>
                    <a:gd name="connsiteX5" fmla="*/ 690250 w 900102"/>
                    <a:gd name="connsiteY5" fmla="*/ 47625 h 2026879"/>
                    <a:gd name="connsiteX0" fmla="*/ 1198100 w 1407952"/>
                    <a:gd name="connsiteY0" fmla="*/ 47625 h 2026879"/>
                    <a:gd name="connsiteX1" fmla="*/ 1407952 w 1407952"/>
                    <a:gd name="connsiteY1" fmla="*/ 0 h 2026879"/>
                    <a:gd name="connsiteX2" fmla="*/ 1026952 w 1407952"/>
                    <a:gd name="connsiteY2" fmla="*/ 1443352 h 2026879"/>
                    <a:gd name="connsiteX3" fmla="*/ 507850 w 1407952"/>
                    <a:gd name="connsiteY3" fmla="*/ 2026879 h 2026879"/>
                    <a:gd name="connsiteX4" fmla="*/ 3025 w 1407952"/>
                    <a:gd name="connsiteY4" fmla="*/ 1674454 h 2026879"/>
                    <a:gd name="connsiteX5" fmla="*/ 721850 w 1407952"/>
                    <a:gd name="connsiteY5" fmla="*/ 1538602 h 2026879"/>
                    <a:gd name="connsiteX6" fmla="*/ 1198100 w 1407952"/>
                    <a:gd name="connsiteY6" fmla="*/ 47625 h 2026879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510491 w 1410593"/>
                    <a:gd name="connsiteY3" fmla="*/ 2026879 h 2035598"/>
                    <a:gd name="connsiteX4" fmla="*/ 577166 w 1410593"/>
                    <a:gd name="connsiteY4" fmla="*/ 1645879 h 2035598"/>
                    <a:gd name="connsiteX5" fmla="*/ 5666 w 1410593"/>
                    <a:gd name="connsiteY5" fmla="*/ 1674454 h 2035598"/>
                    <a:gd name="connsiteX6" fmla="*/ 724491 w 1410593"/>
                    <a:gd name="connsiteY6" fmla="*/ 1538602 h 2035598"/>
                    <a:gd name="connsiteX7" fmla="*/ 1200741 w 1410593"/>
                    <a:gd name="connsiteY7" fmla="*/ 47625 h 2035598"/>
                    <a:gd name="connsiteX0" fmla="*/ 1200741 w 1410593"/>
                    <a:gd name="connsiteY0" fmla="*/ 47625 h 2035598"/>
                    <a:gd name="connsiteX1" fmla="*/ 1410593 w 1410593"/>
                    <a:gd name="connsiteY1" fmla="*/ 0 h 2035598"/>
                    <a:gd name="connsiteX2" fmla="*/ 1029593 w 1410593"/>
                    <a:gd name="connsiteY2" fmla="*/ 1443352 h 2035598"/>
                    <a:gd name="connsiteX3" fmla="*/ 1355042 w 1410593"/>
                    <a:gd name="connsiteY3" fmla="*/ 1760178 h 2035598"/>
                    <a:gd name="connsiteX4" fmla="*/ 510491 w 1410593"/>
                    <a:gd name="connsiteY4" fmla="*/ 2026879 h 2035598"/>
                    <a:gd name="connsiteX5" fmla="*/ 577166 w 1410593"/>
                    <a:gd name="connsiteY5" fmla="*/ 1645879 h 2035598"/>
                    <a:gd name="connsiteX6" fmla="*/ 5666 w 1410593"/>
                    <a:gd name="connsiteY6" fmla="*/ 1674454 h 2035598"/>
                    <a:gd name="connsiteX7" fmla="*/ 724491 w 1410593"/>
                    <a:gd name="connsiteY7" fmla="*/ 1538602 h 2035598"/>
                    <a:gd name="connsiteX8" fmla="*/ 1200741 w 1410593"/>
                    <a:gd name="connsiteY8" fmla="*/ 47625 h 2035598"/>
                    <a:gd name="connsiteX0" fmla="*/ 1200741 w 1410593"/>
                    <a:gd name="connsiteY0" fmla="*/ 47625 h 2129314"/>
                    <a:gd name="connsiteX1" fmla="*/ 1410593 w 1410593"/>
                    <a:gd name="connsiteY1" fmla="*/ 0 h 2129314"/>
                    <a:gd name="connsiteX2" fmla="*/ 1029593 w 1410593"/>
                    <a:gd name="connsiteY2" fmla="*/ 1443352 h 2129314"/>
                    <a:gd name="connsiteX3" fmla="*/ 1355042 w 1410593"/>
                    <a:gd name="connsiteY3" fmla="*/ 1760178 h 2129314"/>
                    <a:gd name="connsiteX4" fmla="*/ 370791 w 1410593"/>
                    <a:gd name="connsiteY4" fmla="*/ 2122129 h 2129314"/>
                    <a:gd name="connsiteX5" fmla="*/ 577166 w 1410593"/>
                    <a:gd name="connsiteY5" fmla="*/ 1645879 h 2129314"/>
                    <a:gd name="connsiteX6" fmla="*/ 5666 w 1410593"/>
                    <a:gd name="connsiteY6" fmla="*/ 1674454 h 2129314"/>
                    <a:gd name="connsiteX7" fmla="*/ 724491 w 1410593"/>
                    <a:gd name="connsiteY7" fmla="*/ 1538602 h 2129314"/>
                    <a:gd name="connsiteX8" fmla="*/ 1200741 w 1410593"/>
                    <a:gd name="connsiteY8" fmla="*/ 47625 h 2129314"/>
                    <a:gd name="connsiteX0" fmla="*/ 1200014 w 1409866"/>
                    <a:gd name="connsiteY0" fmla="*/ 47625 h 2129399"/>
                    <a:gd name="connsiteX1" fmla="*/ 1409866 w 1409866"/>
                    <a:gd name="connsiteY1" fmla="*/ 0 h 2129399"/>
                    <a:gd name="connsiteX2" fmla="*/ 1028866 w 1409866"/>
                    <a:gd name="connsiteY2" fmla="*/ 1443352 h 2129399"/>
                    <a:gd name="connsiteX3" fmla="*/ 1354315 w 1409866"/>
                    <a:gd name="connsiteY3" fmla="*/ 1760178 h 2129399"/>
                    <a:gd name="connsiteX4" fmla="*/ 370064 w 1409866"/>
                    <a:gd name="connsiteY4" fmla="*/ 2122129 h 2129399"/>
                    <a:gd name="connsiteX5" fmla="*/ 665339 w 1409866"/>
                    <a:gd name="connsiteY5" fmla="*/ 1652229 h 2129399"/>
                    <a:gd name="connsiteX6" fmla="*/ 4939 w 1409866"/>
                    <a:gd name="connsiteY6" fmla="*/ 1674454 h 2129399"/>
                    <a:gd name="connsiteX7" fmla="*/ 723764 w 1409866"/>
                    <a:gd name="connsiteY7" fmla="*/ 1538602 h 2129399"/>
                    <a:gd name="connsiteX8" fmla="*/ 1200014 w 1409866"/>
                    <a:gd name="connsiteY8" fmla="*/ 47625 h 2129399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67445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38602 h 2129154"/>
                    <a:gd name="connsiteX8" fmla="*/ 1200014 w 1409866"/>
                    <a:gd name="connsiteY8" fmla="*/ 47625 h 2129154"/>
                    <a:gd name="connsiteX0" fmla="*/ 1200014 w 1409866"/>
                    <a:gd name="connsiteY0" fmla="*/ 47625 h 2129154"/>
                    <a:gd name="connsiteX1" fmla="*/ 1409866 w 1409866"/>
                    <a:gd name="connsiteY1" fmla="*/ 0 h 2129154"/>
                    <a:gd name="connsiteX2" fmla="*/ 1028866 w 1409866"/>
                    <a:gd name="connsiteY2" fmla="*/ 1443352 h 2129154"/>
                    <a:gd name="connsiteX3" fmla="*/ 1354315 w 1409866"/>
                    <a:gd name="connsiteY3" fmla="*/ 1760178 h 2129154"/>
                    <a:gd name="connsiteX4" fmla="*/ 370064 w 1409866"/>
                    <a:gd name="connsiteY4" fmla="*/ 2122129 h 2129154"/>
                    <a:gd name="connsiteX5" fmla="*/ 665339 w 1409866"/>
                    <a:gd name="connsiteY5" fmla="*/ 1652229 h 2129154"/>
                    <a:gd name="connsiteX6" fmla="*/ 4939 w 1409866"/>
                    <a:gd name="connsiteY6" fmla="*/ 1744304 h 2129154"/>
                    <a:gd name="connsiteX7" fmla="*/ 723764 w 1409866"/>
                    <a:gd name="connsiteY7" fmla="*/ 1506852 h 2129154"/>
                    <a:gd name="connsiteX8" fmla="*/ 1200014 w 1409866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95075 w 1404927"/>
                    <a:gd name="connsiteY0" fmla="*/ 476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95075 w 1404927"/>
                    <a:gd name="connsiteY8" fmla="*/ 476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  <a:gd name="connsiteX0" fmla="*/ 1150625 w 1404927"/>
                    <a:gd name="connsiteY0" fmla="*/ 34925 h 2129154"/>
                    <a:gd name="connsiteX1" fmla="*/ 1404927 w 1404927"/>
                    <a:gd name="connsiteY1" fmla="*/ 0 h 2129154"/>
                    <a:gd name="connsiteX2" fmla="*/ 1023927 w 1404927"/>
                    <a:gd name="connsiteY2" fmla="*/ 1443352 h 2129154"/>
                    <a:gd name="connsiteX3" fmla="*/ 1349376 w 1404927"/>
                    <a:gd name="connsiteY3" fmla="*/ 1760178 h 2129154"/>
                    <a:gd name="connsiteX4" fmla="*/ 365125 w 1404927"/>
                    <a:gd name="connsiteY4" fmla="*/ 2122129 h 2129154"/>
                    <a:gd name="connsiteX5" fmla="*/ 660400 w 1404927"/>
                    <a:gd name="connsiteY5" fmla="*/ 1652229 h 2129154"/>
                    <a:gd name="connsiteX6" fmla="*/ 0 w 1404927"/>
                    <a:gd name="connsiteY6" fmla="*/ 1744304 h 2129154"/>
                    <a:gd name="connsiteX7" fmla="*/ 718825 w 1404927"/>
                    <a:gd name="connsiteY7" fmla="*/ 1506852 h 2129154"/>
                    <a:gd name="connsiteX8" fmla="*/ 1150625 w 1404927"/>
                    <a:gd name="connsiteY8" fmla="*/ 34925 h 2129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04927" h="2129154">
                      <a:moveTo>
                        <a:pt x="1150625" y="34925"/>
                      </a:moveTo>
                      <a:lnTo>
                        <a:pt x="1404927" y="0"/>
                      </a:lnTo>
                      <a:cubicBezTo>
                        <a:pt x="1277927" y="481117"/>
                        <a:pt x="1017577" y="1032085"/>
                        <a:pt x="1023927" y="1443352"/>
                      </a:cubicBezTo>
                      <a:cubicBezTo>
                        <a:pt x="1215752" y="1537748"/>
                        <a:pt x="1366043" y="1701024"/>
                        <a:pt x="1349376" y="1760178"/>
                      </a:cubicBezTo>
                      <a:cubicBezTo>
                        <a:pt x="1288259" y="1800282"/>
                        <a:pt x="956204" y="1262762"/>
                        <a:pt x="365125" y="2122129"/>
                      </a:cubicBezTo>
                      <a:cubicBezTo>
                        <a:pt x="246858" y="2193984"/>
                        <a:pt x="490537" y="1691916"/>
                        <a:pt x="660400" y="1652229"/>
                      </a:cubicBezTo>
                      <a:cubicBezTo>
                        <a:pt x="557213" y="1644292"/>
                        <a:pt x="97683" y="1673283"/>
                        <a:pt x="0" y="1744304"/>
                      </a:cubicBezTo>
                      <a:cubicBezTo>
                        <a:pt x="163408" y="1466187"/>
                        <a:pt x="574467" y="1499219"/>
                        <a:pt x="718825" y="1506852"/>
                      </a:cubicBezTo>
                      <a:cubicBezTo>
                        <a:pt x="877575" y="1210943"/>
                        <a:pt x="1029975" y="553084"/>
                        <a:pt x="1150625" y="34925"/>
                      </a:cubicBezTo>
                      <a:close/>
                    </a:path>
                  </a:pathLst>
                </a:custGeom>
                <a:solidFill>
                  <a:srgbClr val="7E9093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2" name="Rectangle 849">
                  <a:extLst>
                    <a:ext uri="{FF2B5EF4-FFF2-40B4-BE49-F238E27FC236}">
                      <a16:creationId xmlns:a16="http://schemas.microsoft.com/office/drawing/2014/main" id="{4554B3AA-EE5B-75FE-6609-74C33EEAE61F}"/>
                    </a:ext>
                  </a:extLst>
                </p:cNvPr>
                <p:cNvSpPr/>
                <p:nvPr/>
              </p:nvSpPr>
              <p:spPr>
                <a:xfrm>
                  <a:off x="3932776" y="3981815"/>
                  <a:ext cx="852662" cy="1684033"/>
                </a:xfrm>
                <a:custGeom>
                  <a:avLst/>
                  <a:gdLst>
                    <a:gd name="connsiteX0" fmla="*/ 0 w 832319"/>
                    <a:gd name="connsiteY0" fmla="*/ 0 h 490233"/>
                    <a:gd name="connsiteX1" fmla="*/ 832319 w 832319"/>
                    <a:gd name="connsiteY1" fmla="*/ 0 h 490233"/>
                    <a:gd name="connsiteX2" fmla="*/ 832319 w 832319"/>
                    <a:gd name="connsiteY2" fmla="*/ 490233 h 490233"/>
                    <a:gd name="connsiteX3" fmla="*/ 0 w 832319"/>
                    <a:gd name="connsiteY3" fmla="*/ 490233 h 490233"/>
                    <a:gd name="connsiteX4" fmla="*/ 0 w 832319"/>
                    <a:gd name="connsiteY4" fmla="*/ 0 h 490233"/>
                    <a:gd name="connsiteX0" fmla="*/ 0 w 832319"/>
                    <a:gd name="connsiteY0" fmla="*/ 0 h 1671333"/>
                    <a:gd name="connsiteX1" fmla="*/ 832319 w 832319"/>
                    <a:gd name="connsiteY1" fmla="*/ 0 h 1671333"/>
                    <a:gd name="connsiteX2" fmla="*/ 527519 w 832319"/>
                    <a:gd name="connsiteY2" fmla="*/ 1671333 h 1671333"/>
                    <a:gd name="connsiteX3" fmla="*/ 0 w 832319"/>
                    <a:gd name="connsiteY3" fmla="*/ 490233 h 1671333"/>
                    <a:gd name="connsiteX4" fmla="*/ 0 w 832319"/>
                    <a:gd name="connsiteY4" fmla="*/ 0 h 1671333"/>
                    <a:gd name="connsiteX0" fmla="*/ 0 w 919404"/>
                    <a:gd name="connsiteY0" fmla="*/ 0 h 1671333"/>
                    <a:gd name="connsiteX1" fmla="*/ 832319 w 919404"/>
                    <a:gd name="connsiteY1" fmla="*/ 0 h 1671333"/>
                    <a:gd name="connsiteX2" fmla="*/ 527519 w 919404"/>
                    <a:gd name="connsiteY2" fmla="*/ 1671333 h 1671333"/>
                    <a:gd name="connsiteX3" fmla="*/ 0 w 919404"/>
                    <a:gd name="connsiteY3" fmla="*/ 490233 h 1671333"/>
                    <a:gd name="connsiteX4" fmla="*/ 0 w 919404"/>
                    <a:gd name="connsiteY4" fmla="*/ 0 h 1671333"/>
                    <a:gd name="connsiteX0" fmla="*/ 330200 w 919404"/>
                    <a:gd name="connsiteY0" fmla="*/ 0 h 1684033"/>
                    <a:gd name="connsiteX1" fmla="*/ 832319 w 919404"/>
                    <a:gd name="connsiteY1" fmla="*/ 12700 h 1684033"/>
                    <a:gd name="connsiteX2" fmla="*/ 527519 w 919404"/>
                    <a:gd name="connsiteY2" fmla="*/ 1684033 h 1684033"/>
                    <a:gd name="connsiteX3" fmla="*/ 0 w 919404"/>
                    <a:gd name="connsiteY3" fmla="*/ 502933 h 1684033"/>
                    <a:gd name="connsiteX4" fmla="*/ 330200 w 919404"/>
                    <a:gd name="connsiteY4" fmla="*/ 0 h 1684033"/>
                    <a:gd name="connsiteX0" fmla="*/ 0 w 589204"/>
                    <a:gd name="connsiteY0" fmla="*/ 0 h 1684033"/>
                    <a:gd name="connsiteX1" fmla="*/ 502119 w 589204"/>
                    <a:gd name="connsiteY1" fmla="*/ 12700 h 1684033"/>
                    <a:gd name="connsiteX2" fmla="*/ 197319 w 589204"/>
                    <a:gd name="connsiteY2" fmla="*/ 1684033 h 1684033"/>
                    <a:gd name="connsiteX3" fmla="*/ 0 w 589204"/>
                    <a:gd name="connsiteY3" fmla="*/ 0 h 1684033"/>
                    <a:gd name="connsiteX0" fmla="*/ 156087 w 745291"/>
                    <a:gd name="connsiteY0" fmla="*/ 0 h 1684033"/>
                    <a:gd name="connsiteX1" fmla="*/ 658206 w 745291"/>
                    <a:gd name="connsiteY1" fmla="*/ 12700 h 1684033"/>
                    <a:gd name="connsiteX2" fmla="*/ 353406 w 745291"/>
                    <a:gd name="connsiteY2" fmla="*/ 1684033 h 1684033"/>
                    <a:gd name="connsiteX3" fmla="*/ 156087 w 745291"/>
                    <a:gd name="connsiteY3" fmla="*/ 0 h 1684033"/>
                    <a:gd name="connsiteX0" fmla="*/ 263458 w 852662"/>
                    <a:gd name="connsiteY0" fmla="*/ 0 h 1684033"/>
                    <a:gd name="connsiteX1" fmla="*/ 765577 w 852662"/>
                    <a:gd name="connsiteY1" fmla="*/ 12700 h 1684033"/>
                    <a:gd name="connsiteX2" fmla="*/ 460777 w 852662"/>
                    <a:gd name="connsiteY2" fmla="*/ 1684033 h 1684033"/>
                    <a:gd name="connsiteX3" fmla="*/ 263458 w 852662"/>
                    <a:gd name="connsiteY3" fmla="*/ 0 h 1684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2662" h="1684033">
                      <a:moveTo>
                        <a:pt x="263458" y="0"/>
                      </a:moveTo>
                      <a:lnTo>
                        <a:pt x="765577" y="12700"/>
                      </a:lnTo>
                      <a:cubicBezTo>
                        <a:pt x="663977" y="569811"/>
                        <a:pt x="1184677" y="1647622"/>
                        <a:pt x="460777" y="1684033"/>
                      </a:cubicBezTo>
                      <a:cubicBezTo>
                        <a:pt x="-239996" y="754389"/>
                        <a:pt x="-969" y="53344"/>
                        <a:pt x="263458" y="0"/>
                      </a:cubicBezTo>
                      <a:close/>
                    </a:path>
                  </a:pathLst>
                </a:custGeom>
                <a:solidFill>
                  <a:srgbClr val="453327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4" name="Group 343">
                <a:extLst>
                  <a:ext uri="{FF2B5EF4-FFF2-40B4-BE49-F238E27FC236}">
                    <a16:creationId xmlns:a16="http://schemas.microsoft.com/office/drawing/2014/main" id="{96E56D2C-BD09-BF5F-5EB3-A9D2AE5E7AB9}"/>
                  </a:ext>
                </a:extLst>
              </p:cNvPr>
              <p:cNvGrpSpPr/>
              <p:nvPr/>
            </p:nvGrpSpPr>
            <p:grpSpPr>
              <a:xfrm>
                <a:off x="3030639" y="1539422"/>
                <a:ext cx="4054665" cy="3351939"/>
                <a:chOff x="3030639" y="1539422"/>
                <a:chExt cx="4054665" cy="3351939"/>
              </a:xfrm>
              <a:solidFill>
                <a:srgbClr val="4F433A"/>
              </a:solidFill>
            </p:grpSpPr>
            <p:sp>
              <p:nvSpPr>
                <p:cNvPr id="347" name="Oval 847">
                  <a:extLst>
                    <a:ext uri="{FF2B5EF4-FFF2-40B4-BE49-F238E27FC236}">
                      <a16:creationId xmlns:a16="http://schemas.microsoft.com/office/drawing/2014/main" id="{65B5C5ED-D6D7-8CA0-9FD7-70D3714BAF2D}"/>
                    </a:ext>
                  </a:extLst>
                </p:cNvPr>
                <p:cNvSpPr/>
                <p:nvPr/>
              </p:nvSpPr>
              <p:spPr>
                <a:xfrm>
                  <a:off x="3030639" y="1539422"/>
                  <a:ext cx="4054665" cy="3351939"/>
                </a:xfrm>
                <a:custGeom>
                  <a:avLst/>
                  <a:gdLst>
                    <a:gd name="connsiteX0" fmla="*/ 0 w 2890595"/>
                    <a:gd name="connsiteY0" fmla="*/ 1175700 h 2351399"/>
                    <a:gd name="connsiteX1" fmla="*/ 1445298 w 2890595"/>
                    <a:gd name="connsiteY1" fmla="*/ 0 h 2351399"/>
                    <a:gd name="connsiteX2" fmla="*/ 2890596 w 2890595"/>
                    <a:gd name="connsiteY2" fmla="*/ 1175700 h 2351399"/>
                    <a:gd name="connsiteX3" fmla="*/ 1445298 w 2890595"/>
                    <a:gd name="connsiteY3" fmla="*/ 2351400 h 2351399"/>
                    <a:gd name="connsiteX4" fmla="*/ 0 w 2890595"/>
                    <a:gd name="connsiteY4" fmla="*/ 1175700 h 2351399"/>
                    <a:gd name="connsiteX0" fmla="*/ 234569 w 3125165"/>
                    <a:gd name="connsiteY0" fmla="*/ 1185105 h 2360805"/>
                    <a:gd name="connsiteX1" fmla="*/ 147225 w 3125165"/>
                    <a:gd name="connsiteY1" fmla="*/ 661583 h 2360805"/>
                    <a:gd name="connsiteX2" fmla="*/ 1679867 w 3125165"/>
                    <a:gd name="connsiteY2" fmla="*/ 9405 h 2360805"/>
                    <a:gd name="connsiteX3" fmla="*/ 3125165 w 3125165"/>
                    <a:gd name="connsiteY3" fmla="*/ 1185105 h 2360805"/>
                    <a:gd name="connsiteX4" fmla="*/ 1679867 w 3125165"/>
                    <a:gd name="connsiteY4" fmla="*/ 2360805 h 2360805"/>
                    <a:gd name="connsiteX5" fmla="*/ 234569 w 3125165"/>
                    <a:gd name="connsiteY5" fmla="*/ 1185105 h 2360805"/>
                    <a:gd name="connsiteX0" fmla="*/ 1532642 w 2977940"/>
                    <a:gd name="connsiteY0" fmla="*/ 2360805 h 2369119"/>
                    <a:gd name="connsiteX1" fmla="*/ 0 w 2977940"/>
                    <a:gd name="connsiteY1" fmla="*/ 661583 h 2369119"/>
                    <a:gd name="connsiteX2" fmla="*/ 1532642 w 2977940"/>
                    <a:gd name="connsiteY2" fmla="*/ 9405 h 2369119"/>
                    <a:gd name="connsiteX3" fmla="*/ 2977940 w 2977940"/>
                    <a:gd name="connsiteY3" fmla="*/ 1185105 h 2369119"/>
                    <a:gd name="connsiteX4" fmla="*/ 1532642 w 2977940"/>
                    <a:gd name="connsiteY4" fmla="*/ 2360805 h 2369119"/>
                    <a:gd name="connsiteX0" fmla="*/ 1532642 w 3499728"/>
                    <a:gd name="connsiteY0" fmla="*/ 2360805 h 2760483"/>
                    <a:gd name="connsiteX1" fmla="*/ 0 w 3499728"/>
                    <a:gd name="connsiteY1" fmla="*/ 661583 h 2760483"/>
                    <a:gd name="connsiteX2" fmla="*/ 1532642 w 3499728"/>
                    <a:gd name="connsiteY2" fmla="*/ 9405 h 2760483"/>
                    <a:gd name="connsiteX3" fmla="*/ 2977940 w 3499728"/>
                    <a:gd name="connsiteY3" fmla="*/ 1185105 h 2760483"/>
                    <a:gd name="connsiteX4" fmla="*/ 3439885 w 3499728"/>
                    <a:gd name="connsiteY4" fmla="*/ 2679068 h 2760483"/>
                    <a:gd name="connsiteX5" fmla="*/ 1532642 w 3499728"/>
                    <a:gd name="connsiteY5" fmla="*/ 2360805 h 2760483"/>
                    <a:gd name="connsiteX0" fmla="*/ 3439885 w 3599013"/>
                    <a:gd name="connsiteY0" fmla="*/ 2679068 h 2683443"/>
                    <a:gd name="connsiteX1" fmla="*/ 0 w 3599013"/>
                    <a:gd name="connsiteY1" fmla="*/ 661583 h 2683443"/>
                    <a:gd name="connsiteX2" fmla="*/ 1532642 w 3599013"/>
                    <a:gd name="connsiteY2" fmla="*/ 9405 h 2683443"/>
                    <a:gd name="connsiteX3" fmla="*/ 2977940 w 3599013"/>
                    <a:gd name="connsiteY3" fmla="*/ 1185105 h 2683443"/>
                    <a:gd name="connsiteX4" fmla="*/ 3439885 w 3599013"/>
                    <a:gd name="connsiteY4" fmla="*/ 2679068 h 2683443"/>
                    <a:gd name="connsiteX0" fmla="*/ 3465834 w 3624962"/>
                    <a:gd name="connsiteY0" fmla="*/ 2679068 h 2834116"/>
                    <a:gd name="connsiteX1" fmla="*/ 25949 w 3624962"/>
                    <a:gd name="connsiteY1" fmla="*/ 661583 h 2834116"/>
                    <a:gd name="connsiteX2" fmla="*/ 1558591 w 3624962"/>
                    <a:gd name="connsiteY2" fmla="*/ 9405 h 2834116"/>
                    <a:gd name="connsiteX3" fmla="*/ 3003889 w 3624962"/>
                    <a:gd name="connsiteY3" fmla="*/ 1185105 h 2834116"/>
                    <a:gd name="connsiteX4" fmla="*/ 3465834 w 3624962"/>
                    <a:gd name="connsiteY4" fmla="*/ 2679068 h 2834116"/>
                    <a:gd name="connsiteX0" fmla="*/ 3465124 w 3583311"/>
                    <a:gd name="connsiteY0" fmla="*/ 2679068 h 3027120"/>
                    <a:gd name="connsiteX1" fmla="*/ 25239 w 3583311"/>
                    <a:gd name="connsiteY1" fmla="*/ 661583 h 3027120"/>
                    <a:gd name="connsiteX2" fmla="*/ 1557881 w 3583311"/>
                    <a:gd name="connsiteY2" fmla="*/ 9405 h 3027120"/>
                    <a:gd name="connsiteX3" fmla="*/ 3003179 w 3583311"/>
                    <a:gd name="connsiteY3" fmla="*/ 1185105 h 3027120"/>
                    <a:gd name="connsiteX4" fmla="*/ 3465124 w 3583311"/>
                    <a:gd name="connsiteY4" fmla="*/ 2679068 h 3027120"/>
                    <a:gd name="connsiteX0" fmla="*/ 3465124 w 3492686"/>
                    <a:gd name="connsiteY0" fmla="*/ 2679068 h 3027120"/>
                    <a:gd name="connsiteX1" fmla="*/ 25239 w 3492686"/>
                    <a:gd name="connsiteY1" fmla="*/ 661583 h 3027120"/>
                    <a:gd name="connsiteX2" fmla="*/ 1557881 w 3492686"/>
                    <a:gd name="connsiteY2" fmla="*/ 9405 h 3027120"/>
                    <a:gd name="connsiteX3" fmla="*/ 3465124 w 3492686"/>
                    <a:gd name="connsiteY3" fmla="*/ 2679068 h 3027120"/>
                    <a:gd name="connsiteX0" fmla="*/ 3439885 w 3647686"/>
                    <a:gd name="connsiteY0" fmla="*/ 2679068 h 3045025"/>
                    <a:gd name="connsiteX1" fmla="*/ 3207657 w 3647686"/>
                    <a:gd name="connsiteY1" fmla="*/ 2809696 h 3045025"/>
                    <a:gd name="connsiteX2" fmla="*/ 0 w 3647686"/>
                    <a:gd name="connsiteY2" fmla="*/ 661583 h 3045025"/>
                    <a:gd name="connsiteX3" fmla="*/ 1532642 w 3647686"/>
                    <a:gd name="connsiteY3" fmla="*/ 9405 h 3045025"/>
                    <a:gd name="connsiteX4" fmla="*/ 3439885 w 3647686"/>
                    <a:gd name="connsiteY4" fmla="*/ 2679068 h 3045025"/>
                    <a:gd name="connsiteX0" fmla="*/ 1532642 w 3238572"/>
                    <a:gd name="connsiteY0" fmla="*/ 9405 h 2809696"/>
                    <a:gd name="connsiteX1" fmla="*/ 3207657 w 3238572"/>
                    <a:gd name="connsiteY1" fmla="*/ 2809696 h 2809696"/>
                    <a:gd name="connsiteX2" fmla="*/ 0 w 3238572"/>
                    <a:gd name="connsiteY2" fmla="*/ 661583 h 2809696"/>
                    <a:gd name="connsiteX3" fmla="*/ 1532642 w 3238572"/>
                    <a:gd name="connsiteY3" fmla="*/ 9405 h 2809696"/>
                    <a:gd name="connsiteX0" fmla="*/ 1532642 w 3481775"/>
                    <a:gd name="connsiteY0" fmla="*/ 83818 h 2782509"/>
                    <a:gd name="connsiteX1" fmla="*/ 3454399 w 3481775"/>
                    <a:gd name="connsiteY1" fmla="*/ 2782509 h 2782509"/>
                    <a:gd name="connsiteX2" fmla="*/ 0 w 3481775"/>
                    <a:gd name="connsiteY2" fmla="*/ 735996 h 2782509"/>
                    <a:gd name="connsiteX3" fmla="*/ 1532642 w 3481775"/>
                    <a:gd name="connsiteY3" fmla="*/ 83818 h 2782509"/>
                    <a:gd name="connsiteX0" fmla="*/ 1532642 w 3481775"/>
                    <a:gd name="connsiteY0" fmla="*/ 83818 h 3160317"/>
                    <a:gd name="connsiteX1" fmla="*/ 3454399 w 3481775"/>
                    <a:gd name="connsiteY1" fmla="*/ 2782509 h 3160317"/>
                    <a:gd name="connsiteX2" fmla="*/ 0 w 3481775"/>
                    <a:gd name="connsiteY2" fmla="*/ 735996 h 3160317"/>
                    <a:gd name="connsiteX3" fmla="*/ 1532642 w 3481775"/>
                    <a:gd name="connsiteY3" fmla="*/ 83818 h 3160317"/>
                    <a:gd name="connsiteX0" fmla="*/ 1779385 w 3729139"/>
                    <a:gd name="connsiteY0" fmla="*/ 172649 h 3212509"/>
                    <a:gd name="connsiteX1" fmla="*/ 3701142 w 3729139"/>
                    <a:gd name="connsiteY1" fmla="*/ 2871340 h 3212509"/>
                    <a:gd name="connsiteX2" fmla="*/ 0 w 3729139"/>
                    <a:gd name="connsiteY2" fmla="*/ 389398 h 3212509"/>
                    <a:gd name="connsiteX3" fmla="*/ 1779385 w 3729139"/>
                    <a:gd name="connsiteY3" fmla="*/ 172649 h 3212509"/>
                    <a:gd name="connsiteX0" fmla="*/ 1912860 w 3862614"/>
                    <a:gd name="connsiteY0" fmla="*/ 172649 h 3248761"/>
                    <a:gd name="connsiteX1" fmla="*/ 3834617 w 3862614"/>
                    <a:gd name="connsiteY1" fmla="*/ 2871340 h 3248761"/>
                    <a:gd name="connsiteX2" fmla="*/ 133475 w 3862614"/>
                    <a:gd name="connsiteY2" fmla="*/ 389398 h 3248761"/>
                    <a:gd name="connsiteX3" fmla="*/ 1912860 w 3862614"/>
                    <a:gd name="connsiteY3" fmla="*/ 172649 h 3248761"/>
                    <a:gd name="connsiteX0" fmla="*/ 133475 w 3834617"/>
                    <a:gd name="connsiteY0" fmla="*/ 0 h 2859363"/>
                    <a:gd name="connsiteX1" fmla="*/ 3834617 w 3834617"/>
                    <a:gd name="connsiteY1" fmla="*/ 2481942 h 2859363"/>
                    <a:gd name="connsiteX2" fmla="*/ 133475 w 3834617"/>
                    <a:gd name="connsiteY2" fmla="*/ 0 h 2859363"/>
                    <a:gd name="connsiteX0" fmla="*/ 133475 w 3834617"/>
                    <a:gd name="connsiteY0" fmla="*/ 434970 h 3294333"/>
                    <a:gd name="connsiteX1" fmla="*/ 3834617 w 3834617"/>
                    <a:gd name="connsiteY1" fmla="*/ 2916912 h 3294333"/>
                    <a:gd name="connsiteX2" fmla="*/ 133475 w 3834617"/>
                    <a:gd name="connsiteY2" fmla="*/ 434970 h 3294333"/>
                    <a:gd name="connsiteX0" fmla="*/ 133475 w 4046939"/>
                    <a:gd name="connsiteY0" fmla="*/ 461007 h 3320370"/>
                    <a:gd name="connsiteX1" fmla="*/ 3834617 w 4046939"/>
                    <a:gd name="connsiteY1" fmla="*/ 2942949 h 3320370"/>
                    <a:gd name="connsiteX2" fmla="*/ 133475 w 4046939"/>
                    <a:gd name="connsiteY2" fmla="*/ 461007 h 3320370"/>
                    <a:gd name="connsiteX0" fmla="*/ 133475 w 4043083"/>
                    <a:gd name="connsiteY0" fmla="*/ 416303 h 3275666"/>
                    <a:gd name="connsiteX1" fmla="*/ 3834617 w 4043083"/>
                    <a:gd name="connsiteY1" fmla="*/ 2898245 h 3275666"/>
                    <a:gd name="connsiteX2" fmla="*/ 133475 w 4043083"/>
                    <a:gd name="connsiteY2" fmla="*/ 416303 h 3275666"/>
                    <a:gd name="connsiteX0" fmla="*/ 133475 w 4041827"/>
                    <a:gd name="connsiteY0" fmla="*/ 483587 h 3342950"/>
                    <a:gd name="connsiteX1" fmla="*/ 3834617 w 4041827"/>
                    <a:gd name="connsiteY1" fmla="*/ 2965529 h 3342950"/>
                    <a:gd name="connsiteX2" fmla="*/ 133475 w 4041827"/>
                    <a:gd name="connsiteY2" fmla="*/ 483587 h 3342950"/>
                    <a:gd name="connsiteX0" fmla="*/ 133475 w 4054665"/>
                    <a:gd name="connsiteY0" fmla="*/ 492576 h 3351939"/>
                    <a:gd name="connsiteX1" fmla="*/ 3834617 w 4054665"/>
                    <a:gd name="connsiteY1" fmla="*/ 2974518 h 3351939"/>
                    <a:gd name="connsiteX2" fmla="*/ 133475 w 4054665"/>
                    <a:gd name="connsiteY2" fmla="*/ 492576 h 3351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54665" h="3351939">
                      <a:moveTo>
                        <a:pt x="133475" y="492576"/>
                      </a:moveTo>
                      <a:cubicBezTo>
                        <a:pt x="1236562" y="-1162053"/>
                        <a:pt x="4995760" y="1784347"/>
                        <a:pt x="3834617" y="2974518"/>
                      </a:cubicBezTo>
                      <a:cubicBezTo>
                        <a:pt x="1359932" y="4394499"/>
                        <a:pt x="-528365" y="1416491"/>
                        <a:pt x="133475" y="492576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CFA8A68A-8C36-D6EF-C4A1-0A86E40A2C1D}"/>
                    </a:ext>
                  </a:extLst>
                </p:cNvPr>
                <p:cNvSpPr/>
                <p:nvPr/>
              </p:nvSpPr>
              <p:spPr>
                <a:xfrm>
                  <a:off x="5372100" y="2743200"/>
                  <a:ext cx="1557338" cy="1714500"/>
                </a:xfrm>
                <a:custGeom>
                  <a:avLst/>
                  <a:gdLst>
                    <a:gd name="connsiteX0" fmla="*/ 0 w 1557338"/>
                    <a:gd name="connsiteY0" fmla="*/ 0 h 1714500"/>
                    <a:gd name="connsiteX1" fmla="*/ 228600 w 1557338"/>
                    <a:gd name="connsiteY1" fmla="*/ 428625 h 1714500"/>
                    <a:gd name="connsiteX2" fmla="*/ 971550 w 1557338"/>
                    <a:gd name="connsiteY2" fmla="*/ 857250 h 1714500"/>
                    <a:gd name="connsiteX3" fmla="*/ 1314450 w 1557338"/>
                    <a:gd name="connsiteY3" fmla="*/ 1271588 h 1714500"/>
                    <a:gd name="connsiteX4" fmla="*/ 1557338 w 1557338"/>
                    <a:gd name="connsiteY4" fmla="*/ 1714500 h 1714500"/>
                    <a:gd name="connsiteX5" fmla="*/ 1557338 w 1557338"/>
                    <a:gd name="connsiteY5" fmla="*/ 1714500 h 1714500"/>
                    <a:gd name="connsiteX0" fmla="*/ 0 w 1557338"/>
                    <a:gd name="connsiteY0" fmla="*/ 0 h 1714500"/>
                    <a:gd name="connsiteX1" fmla="*/ 971550 w 1557338"/>
                    <a:gd name="connsiteY1" fmla="*/ 857250 h 1714500"/>
                    <a:gd name="connsiteX2" fmla="*/ 1314450 w 1557338"/>
                    <a:gd name="connsiteY2" fmla="*/ 1271588 h 1714500"/>
                    <a:gd name="connsiteX3" fmla="*/ 1557338 w 1557338"/>
                    <a:gd name="connsiteY3" fmla="*/ 1714500 h 1714500"/>
                    <a:gd name="connsiteX4" fmla="*/ 1557338 w 1557338"/>
                    <a:gd name="connsiteY4" fmla="*/ 1714500 h 1714500"/>
                    <a:gd name="connsiteX0" fmla="*/ 0 w 1557338"/>
                    <a:gd name="connsiteY0" fmla="*/ 0 h 1714500"/>
                    <a:gd name="connsiteX1" fmla="*/ 1314450 w 1557338"/>
                    <a:gd name="connsiteY1" fmla="*/ 1271588 h 1714500"/>
                    <a:gd name="connsiteX2" fmla="*/ 1557338 w 1557338"/>
                    <a:gd name="connsiteY2" fmla="*/ 1714500 h 1714500"/>
                    <a:gd name="connsiteX3" fmla="*/ 1557338 w 1557338"/>
                    <a:gd name="connsiteY3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  <a:gd name="connsiteX0" fmla="*/ 0 w 1557338"/>
                    <a:gd name="connsiteY0" fmla="*/ 0 h 1714500"/>
                    <a:gd name="connsiteX1" fmla="*/ 1557338 w 1557338"/>
                    <a:gd name="connsiteY1" fmla="*/ 1714500 h 1714500"/>
                    <a:gd name="connsiteX2" fmla="*/ 1557338 w 1557338"/>
                    <a:gd name="connsiteY2" fmla="*/ 1714500 h 1714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57338" h="1714500">
                      <a:moveTo>
                        <a:pt x="0" y="0"/>
                      </a:moveTo>
                      <a:cubicBezTo>
                        <a:pt x="219075" y="500062"/>
                        <a:pt x="1323975" y="871537"/>
                        <a:pt x="1557338" y="1714500"/>
                      </a:cubicBezTo>
                      <a:lnTo>
                        <a:pt x="1557338" y="1714500"/>
                      </a:lnTo>
                    </a:path>
                  </a:pathLst>
                </a:cu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8A320A2C-88DE-4E64-8A52-71F6398BFCB0}"/>
                    </a:ext>
                  </a:extLst>
                </p:cNvPr>
                <p:cNvSpPr/>
                <p:nvPr/>
              </p:nvSpPr>
              <p:spPr>
                <a:xfrm>
                  <a:off x="4514850" y="2928938"/>
                  <a:ext cx="2300288" cy="1628775"/>
                </a:xfrm>
                <a:custGeom>
                  <a:avLst/>
                  <a:gdLst>
                    <a:gd name="connsiteX0" fmla="*/ 0 w 2303881"/>
                    <a:gd name="connsiteY0" fmla="*/ 0 h 1629461"/>
                    <a:gd name="connsiteX1" fmla="*/ 528638 w 2303881"/>
                    <a:gd name="connsiteY1" fmla="*/ 842962 h 1629461"/>
                    <a:gd name="connsiteX2" fmla="*/ 2057400 w 2303881"/>
                    <a:gd name="connsiteY2" fmla="*/ 1514475 h 1629461"/>
                    <a:gd name="connsiteX3" fmla="*/ 2300288 w 2303881"/>
                    <a:gd name="connsiteY3" fmla="*/ 1628775 h 1629461"/>
                    <a:gd name="connsiteX4" fmla="*/ 2300288 w 2303881"/>
                    <a:gd name="connsiteY4" fmla="*/ 1628775 h 1629461"/>
                    <a:gd name="connsiteX0" fmla="*/ 0 w 2303881"/>
                    <a:gd name="connsiteY0" fmla="*/ 0 h 1629461"/>
                    <a:gd name="connsiteX1" fmla="*/ 2057400 w 2303881"/>
                    <a:gd name="connsiteY1" fmla="*/ 1514475 h 1629461"/>
                    <a:gd name="connsiteX2" fmla="*/ 2300288 w 2303881"/>
                    <a:gd name="connsiteY2" fmla="*/ 1628775 h 1629461"/>
                    <a:gd name="connsiteX3" fmla="*/ 2300288 w 2303881"/>
                    <a:gd name="connsiteY3" fmla="*/ 1628775 h 1629461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  <a:gd name="connsiteX0" fmla="*/ 0 w 2300288"/>
                    <a:gd name="connsiteY0" fmla="*/ 0 h 1628775"/>
                    <a:gd name="connsiteX1" fmla="*/ 2300288 w 2300288"/>
                    <a:gd name="connsiteY1" fmla="*/ 1628775 h 1628775"/>
                    <a:gd name="connsiteX2" fmla="*/ 2300288 w 2300288"/>
                    <a:gd name="connsiteY2" fmla="*/ 1628775 h 1628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00288" h="1628775">
                      <a:moveTo>
                        <a:pt x="0" y="0"/>
                      </a:moveTo>
                      <a:cubicBezTo>
                        <a:pt x="538163" y="1214438"/>
                        <a:pt x="1533525" y="1500187"/>
                        <a:pt x="2300288" y="1628775"/>
                      </a:cubicBezTo>
                      <a:lnTo>
                        <a:pt x="2300288" y="1628775"/>
                      </a:lnTo>
                    </a:path>
                  </a:pathLst>
                </a:cu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78A2AFFF-8444-484C-6ACF-9E55D2C704A2}"/>
                    </a:ext>
                  </a:extLst>
                </p:cNvPr>
                <p:cNvSpPr/>
                <p:nvPr/>
              </p:nvSpPr>
              <p:spPr>
                <a:xfrm>
                  <a:off x="3743325" y="3071813"/>
                  <a:ext cx="2143125" cy="1800225"/>
                </a:xfrm>
                <a:custGeom>
                  <a:avLst/>
                  <a:gdLst>
                    <a:gd name="connsiteX0" fmla="*/ 0 w 2143125"/>
                    <a:gd name="connsiteY0" fmla="*/ 0 h 1800225"/>
                    <a:gd name="connsiteX1" fmla="*/ 657225 w 2143125"/>
                    <a:gd name="connsiteY1" fmla="*/ 1071562 h 1800225"/>
                    <a:gd name="connsiteX2" fmla="*/ 1585913 w 2143125"/>
                    <a:gd name="connsiteY2" fmla="*/ 1528762 h 1800225"/>
                    <a:gd name="connsiteX3" fmla="*/ 2143125 w 2143125"/>
                    <a:gd name="connsiteY3" fmla="*/ 1800225 h 1800225"/>
                    <a:gd name="connsiteX4" fmla="*/ 2143125 w 2143125"/>
                    <a:gd name="connsiteY4" fmla="*/ 1800225 h 1800225"/>
                    <a:gd name="connsiteX0" fmla="*/ 0 w 2143125"/>
                    <a:gd name="connsiteY0" fmla="*/ 0 h 1800225"/>
                    <a:gd name="connsiteX1" fmla="*/ 1585913 w 2143125"/>
                    <a:gd name="connsiteY1" fmla="*/ 1528762 h 1800225"/>
                    <a:gd name="connsiteX2" fmla="*/ 2143125 w 2143125"/>
                    <a:gd name="connsiteY2" fmla="*/ 1800225 h 1800225"/>
                    <a:gd name="connsiteX3" fmla="*/ 2143125 w 2143125"/>
                    <a:gd name="connsiteY3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  <a:gd name="connsiteX0" fmla="*/ 0 w 2143125"/>
                    <a:gd name="connsiteY0" fmla="*/ 0 h 1800225"/>
                    <a:gd name="connsiteX1" fmla="*/ 2143125 w 2143125"/>
                    <a:gd name="connsiteY1" fmla="*/ 1800225 h 1800225"/>
                    <a:gd name="connsiteX2" fmla="*/ 2143125 w 2143125"/>
                    <a:gd name="connsiteY2" fmla="*/ 1800225 h 1800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43125" h="1800225">
                      <a:moveTo>
                        <a:pt x="0" y="0"/>
                      </a:moveTo>
                      <a:cubicBezTo>
                        <a:pt x="428625" y="1185863"/>
                        <a:pt x="1343025" y="1457325"/>
                        <a:pt x="2143125" y="1800225"/>
                      </a:cubicBezTo>
                      <a:lnTo>
                        <a:pt x="2143125" y="1800225"/>
                      </a:lnTo>
                    </a:path>
                  </a:pathLst>
                </a:cu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45" name="Oval 344">
                <a:extLst>
                  <a:ext uri="{FF2B5EF4-FFF2-40B4-BE49-F238E27FC236}">
                    <a16:creationId xmlns:a16="http://schemas.microsoft.com/office/drawing/2014/main" id="{129E45C4-A695-E9D9-DD06-F162EA129DB1}"/>
                  </a:ext>
                </a:extLst>
              </p:cNvPr>
              <p:cNvSpPr/>
              <p:nvPr/>
            </p:nvSpPr>
            <p:spPr>
              <a:xfrm>
                <a:off x="1586011" y="-738802"/>
                <a:ext cx="378288" cy="396821"/>
              </a:xfrm>
              <a:prstGeom prst="ellipse">
                <a:avLst/>
              </a:prstGeom>
              <a:solidFill>
                <a:sysClr val="windowText" lastClr="00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71DB5AFD-2AAD-9DE8-1D22-78CD273F6F89}"/>
                  </a:ext>
                </a:extLst>
              </p:cNvPr>
              <p:cNvSpPr/>
              <p:nvPr/>
            </p:nvSpPr>
            <p:spPr>
              <a:xfrm>
                <a:off x="1648407" y="-643008"/>
                <a:ext cx="173653" cy="18216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078EFCDA-8642-8F9C-3FCD-D73802D79400}"/>
                </a:ext>
              </a:extLst>
            </p:cNvPr>
            <p:cNvGrpSpPr/>
            <p:nvPr/>
          </p:nvGrpSpPr>
          <p:grpSpPr>
            <a:xfrm>
              <a:off x="1552282" y="540454"/>
              <a:ext cx="5749291" cy="4834906"/>
              <a:chOff x="1552282" y="540454"/>
              <a:chExt cx="5749291" cy="4834906"/>
            </a:xfrm>
          </p:grpSpPr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E6C1ACF1-2BE5-7520-05B8-C6F1E2B0FAF7}"/>
                  </a:ext>
                </a:extLst>
              </p:cNvPr>
              <p:cNvSpPr/>
              <p:nvPr/>
            </p:nvSpPr>
            <p:spPr>
              <a:xfrm>
                <a:off x="1994993" y="74274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1D6797E8-07D9-1C56-5A4D-3BE062A284CD}"/>
                  </a:ext>
                </a:extLst>
              </p:cNvPr>
              <p:cNvSpPr/>
              <p:nvPr/>
            </p:nvSpPr>
            <p:spPr>
              <a:xfrm>
                <a:off x="2181983" y="64310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45B3002-B945-785B-5F99-4A105358DA3E}"/>
                  </a:ext>
                </a:extLst>
              </p:cNvPr>
              <p:cNvSpPr/>
              <p:nvPr/>
            </p:nvSpPr>
            <p:spPr>
              <a:xfrm>
                <a:off x="2376090" y="54045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07382117-3ADE-2EFA-7F01-01215CC16304}"/>
                  </a:ext>
                </a:extLst>
              </p:cNvPr>
              <p:cNvSpPr/>
              <p:nvPr/>
            </p:nvSpPr>
            <p:spPr>
              <a:xfrm>
                <a:off x="2451179" y="82580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73E327EC-4C8C-341C-AD8E-FF80F18F282D}"/>
                  </a:ext>
                </a:extLst>
              </p:cNvPr>
              <p:cNvSpPr/>
              <p:nvPr/>
            </p:nvSpPr>
            <p:spPr>
              <a:xfrm>
                <a:off x="2564744" y="112856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0D1317E7-4A37-021B-4D69-58BB0A7FB2DD}"/>
                  </a:ext>
                </a:extLst>
              </p:cNvPr>
              <p:cNvSpPr/>
              <p:nvPr/>
            </p:nvSpPr>
            <p:spPr>
              <a:xfrm>
                <a:off x="2756340" y="130402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E25A8E1F-DBB2-2C25-0F0C-E5B2A211B4B0}"/>
                  </a:ext>
                </a:extLst>
              </p:cNvPr>
              <p:cNvSpPr/>
              <p:nvPr/>
            </p:nvSpPr>
            <p:spPr>
              <a:xfrm>
                <a:off x="2885018" y="151574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C164B983-A9F6-82E5-2CDB-1C76E59025AC}"/>
                  </a:ext>
                </a:extLst>
              </p:cNvPr>
              <p:cNvSpPr/>
              <p:nvPr/>
            </p:nvSpPr>
            <p:spPr>
              <a:xfrm>
                <a:off x="3172560" y="161247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D5C31D35-A0C3-97AA-B959-6DFBD142EDDD}"/>
                  </a:ext>
                </a:extLst>
              </p:cNvPr>
              <p:cNvSpPr/>
              <p:nvPr/>
            </p:nvSpPr>
            <p:spPr>
              <a:xfrm>
                <a:off x="2961163" y="172604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3E1FA886-20E8-779F-551D-800BBC5D0AB1}"/>
                  </a:ext>
                </a:extLst>
              </p:cNvPr>
              <p:cNvSpPr/>
              <p:nvPr/>
            </p:nvSpPr>
            <p:spPr>
              <a:xfrm>
                <a:off x="2698643" y="151574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95880286-365F-7F0E-443E-81F04378C2C3}"/>
                  </a:ext>
                </a:extLst>
              </p:cNvPr>
              <p:cNvSpPr/>
              <p:nvPr/>
            </p:nvSpPr>
            <p:spPr>
              <a:xfrm>
                <a:off x="2507961" y="134397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6E4AA7D3-2126-D4FA-C8F6-D42D0D37DAE7}"/>
                  </a:ext>
                </a:extLst>
              </p:cNvPr>
              <p:cNvSpPr/>
              <p:nvPr/>
            </p:nvSpPr>
            <p:spPr>
              <a:xfrm>
                <a:off x="2394396" y="105862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202D3CAD-26A2-AC82-E5AA-2D1DA03B25CB}"/>
                  </a:ext>
                </a:extLst>
              </p:cNvPr>
              <p:cNvSpPr/>
              <p:nvPr/>
            </p:nvSpPr>
            <p:spPr>
              <a:xfrm>
                <a:off x="2295548" y="81196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0E44A8BC-2CCB-8A9C-7503-929DA87515C8}"/>
                  </a:ext>
                </a:extLst>
              </p:cNvPr>
              <p:cNvSpPr/>
              <p:nvPr/>
            </p:nvSpPr>
            <p:spPr>
              <a:xfrm>
                <a:off x="2104168" y="90774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A41D7AFD-D5BD-1175-52F0-7E8511627841}"/>
                  </a:ext>
                </a:extLst>
              </p:cNvPr>
              <p:cNvSpPr/>
              <p:nvPr/>
            </p:nvSpPr>
            <p:spPr>
              <a:xfrm>
                <a:off x="1914422" y="92552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876F0025-05E1-2950-D11C-6BA264C29E95}"/>
                  </a:ext>
                </a:extLst>
              </p:cNvPr>
              <p:cNvSpPr/>
              <p:nvPr/>
            </p:nvSpPr>
            <p:spPr>
              <a:xfrm>
                <a:off x="1802893" y="117405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EDA094E2-70B3-C23E-133E-AE0DEE377CA7}"/>
                  </a:ext>
                </a:extLst>
              </p:cNvPr>
              <p:cNvSpPr/>
              <p:nvPr/>
            </p:nvSpPr>
            <p:spPr>
              <a:xfrm>
                <a:off x="1765277" y="132439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F356CE74-34E4-B69E-DD18-BBCF8B703B69}"/>
                  </a:ext>
                </a:extLst>
              </p:cNvPr>
              <p:cNvSpPr/>
              <p:nvPr/>
            </p:nvSpPr>
            <p:spPr>
              <a:xfrm>
                <a:off x="1974292" y="11501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783F90FA-58E0-175A-AC9D-F809FF74B8F7}"/>
                  </a:ext>
                </a:extLst>
              </p:cNvPr>
              <p:cNvSpPr/>
              <p:nvPr/>
            </p:nvSpPr>
            <p:spPr>
              <a:xfrm>
                <a:off x="2225182" y="107600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EE317CD0-5EB1-D9B5-3925-C41756C0D835}"/>
                  </a:ext>
                </a:extLst>
              </p:cNvPr>
              <p:cNvSpPr/>
              <p:nvPr/>
            </p:nvSpPr>
            <p:spPr>
              <a:xfrm>
                <a:off x="2150713" y="128719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43BDD3E1-A7C1-BD7C-AA18-29F762FCE1A7}"/>
                  </a:ext>
                </a:extLst>
              </p:cNvPr>
              <p:cNvSpPr/>
              <p:nvPr/>
            </p:nvSpPr>
            <p:spPr>
              <a:xfrm>
                <a:off x="2322112" y="123041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22A3CFCE-B9EB-0273-A719-9E0ED552EAA3}"/>
                  </a:ext>
                </a:extLst>
              </p:cNvPr>
              <p:cNvSpPr/>
              <p:nvPr/>
            </p:nvSpPr>
            <p:spPr>
              <a:xfrm>
                <a:off x="1983964" y="138117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6887078C-C886-8691-E9F6-E48C96EAFA06}"/>
                  </a:ext>
                </a:extLst>
              </p:cNvPr>
              <p:cNvSpPr/>
              <p:nvPr/>
            </p:nvSpPr>
            <p:spPr>
              <a:xfrm>
                <a:off x="1678302" y="155216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90305DF6-27B2-95B5-D4AC-092B84A474B7}"/>
                  </a:ext>
                </a:extLst>
              </p:cNvPr>
              <p:cNvSpPr/>
              <p:nvPr/>
            </p:nvSpPr>
            <p:spPr>
              <a:xfrm>
                <a:off x="1926130" y="162930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3D9BF4E7-BE05-6BA1-824D-5B8FE85ED040}"/>
                  </a:ext>
                </a:extLst>
              </p:cNvPr>
              <p:cNvSpPr/>
              <p:nvPr/>
            </p:nvSpPr>
            <p:spPr>
              <a:xfrm>
                <a:off x="2209892" y="151495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80690D60-D587-BA19-5822-0764B3693C64}"/>
                  </a:ext>
                </a:extLst>
              </p:cNvPr>
              <p:cNvSpPr/>
              <p:nvPr/>
            </p:nvSpPr>
            <p:spPr>
              <a:xfrm>
                <a:off x="2497061" y="158994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7F4E36B7-C788-9571-15B8-19B71F349F5B}"/>
                  </a:ext>
                </a:extLst>
              </p:cNvPr>
              <p:cNvSpPr/>
              <p:nvPr/>
            </p:nvSpPr>
            <p:spPr>
              <a:xfrm>
                <a:off x="2136902" y="17609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BD84FCB6-18A8-B76A-59C0-EFACE8DDCDF0}"/>
                  </a:ext>
                </a:extLst>
              </p:cNvPr>
              <p:cNvSpPr/>
              <p:nvPr/>
            </p:nvSpPr>
            <p:spPr>
              <a:xfrm>
                <a:off x="1813330" y="178139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D7500164-5FAB-2A35-47E1-98D1D789E443}"/>
                  </a:ext>
                </a:extLst>
              </p:cNvPr>
              <p:cNvSpPr/>
              <p:nvPr/>
            </p:nvSpPr>
            <p:spPr>
              <a:xfrm>
                <a:off x="1621519" y="17609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F86F41ED-1BD3-4271-98A0-A5C5516E70B1}"/>
                  </a:ext>
                </a:extLst>
              </p:cNvPr>
              <p:cNvSpPr/>
              <p:nvPr/>
            </p:nvSpPr>
            <p:spPr>
              <a:xfrm>
                <a:off x="2003280" y="187527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5FF94F31-728B-E252-DF6E-C4B328B7F54F}"/>
                  </a:ext>
                </a:extLst>
              </p:cNvPr>
              <p:cNvSpPr/>
              <p:nvPr/>
            </p:nvSpPr>
            <p:spPr>
              <a:xfrm>
                <a:off x="2421984" y="180044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CBA7CC23-D967-0FC1-4A24-91EF9F7D1E1E}"/>
                  </a:ext>
                </a:extLst>
              </p:cNvPr>
              <p:cNvSpPr/>
              <p:nvPr/>
            </p:nvSpPr>
            <p:spPr>
              <a:xfrm>
                <a:off x="2688773" y="17609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9E321AF7-857B-DA6A-C33F-1CC133855644}"/>
                  </a:ext>
                </a:extLst>
              </p:cNvPr>
              <p:cNvSpPr/>
              <p:nvPr/>
            </p:nvSpPr>
            <p:spPr>
              <a:xfrm>
                <a:off x="1609065" y="193253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E9C699B4-8A83-6571-78E4-C593357A71A1}"/>
                  </a:ext>
                </a:extLst>
              </p:cNvPr>
              <p:cNvSpPr/>
              <p:nvPr/>
            </p:nvSpPr>
            <p:spPr>
              <a:xfrm>
                <a:off x="1591624" y="221708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B6557B18-0D6E-E9F7-2EA6-47CCA2EBEF5D}"/>
                  </a:ext>
                </a:extLst>
              </p:cNvPr>
              <p:cNvSpPr/>
              <p:nvPr/>
            </p:nvSpPr>
            <p:spPr>
              <a:xfrm>
                <a:off x="1552282" y="276580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63D25EB0-0A93-C7FA-A5D2-DA225EE48352}"/>
                  </a:ext>
                </a:extLst>
              </p:cNvPr>
              <p:cNvSpPr/>
              <p:nvPr/>
            </p:nvSpPr>
            <p:spPr>
              <a:xfrm>
                <a:off x="1705189" y="303455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5520DA61-8A10-6CED-2B9B-E3DF3970A0C4}"/>
                  </a:ext>
                </a:extLst>
              </p:cNvPr>
              <p:cNvSpPr/>
              <p:nvPr/>
            </p:nvSpPr>
            <p:spPr>
              <a:xfrm>
                <a:off x="1552282" y="246305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1B9BBBBF-B2EE-A81E-7D70-574999DC3ED9}"/>
                  </a:ext>
                </a:extLst>
              </p:cNvPr>
              <p:cNvSpPr/>
              <p:nvPr/>
            </p:nvSpPr>
            <p:spPr>
              <a:xfrm>
                <a:off x="1876458" y="332172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8A863E9D-68EB-A6BA-68FE-21D6F8AE2435}"/>
                  </a:ext>
                </a:extLst>
              </p:cNvPr>
              <p:cNvSpPr/>
              <p:nvPr/>
            </p:nvSpPr>
            <p:spPr>
              <a:xfrm>
                <a:off x="2068418" y="354751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D9CE476-2DA9-F0EE-3405-B1101A5FC994}"/>
                  </a:ext>
                </a:extLst>
              </p:cNvPr>
              <p:cNvSpPr/>
              <p:nvPr/>
            </p:nvSpPr>
            <p:spPr>
              <a:xfrm>
                <a:off x="2354992" y="383571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11346AD-5BD3-1AA5-68AE-3D0BF52C6A52}"/>
                  </a:ext>
                </a:extLst>
              </p:cNvPr>
              <p:cNvSpPr/>
              <p:nvPr/>
            </p:nvSpPr>
            <p:spPr>
              <a:xfrm>
                <a:off x="2641379" y="40251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7724386C-A3D0-7C99-59D8-DDDE939D085A}"/>
                  </a:ext>
                </a:extLst>
              </p:cNvPr>
              <p:cNvSpPr/>
              <p:nvPr/>
            </p:nvSpPr>
            <p:spPr>
              <a:xfrm>
                <a:off x="2984130" y="415764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F836671C-9CE0-6DDA-880A-28220EAC5C3C}"/>
                  </a:ext>
                </a:extLst>
              </p:cNvPr>
              <p:cNvSpPr/>
              <p:nvPr/>
            </p:nvSpPr>
            <p:spPr>
              <a:xfrm>
                <a:off x="3251352" y="431019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4C7B3134-DEA8-7D8D-E106-82A99CD05703}"/>
                  </a:ext>
                </a:extLst>
              </p:cNvPr>
              <p:cNvSpPr/>
              <p:nvPr/>
            </p:nvSpPr>
            <p:spPr>
              <a:xfrm>
                <a:off x="3577327" y="444388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C30D2D72-63BD-83E0-3F59-A9CA08B01D54}"/>
                  </a:ext>
                </a:extLst>
              </p:cNvPr>
              <p:cNvSpPr/>
              <p:nvPr/>
            </p:nvSpPr>
            <p:spPr>
              <a:xfrm>
                <a:off x="3422033" y="46908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9CEE1AEC-7EF3-96D5-D3E4-FE6565FE792A}"/>
                  </a:ext>
                </a:extLst>
              </p:cNvPr>
              <p:cNvSpPr/>
              <p:nvPr/>
            </p:nvSpPr>
            <p:spPr>
              <a:xfrm>
                <a:off x="3746401" y="482383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F76C8E5-9AD0-F006-A952-741EACE197A2}"/>
                  </a:ext>
                </a:extLst>
              </p:cNvPr>
              <p:cNvSpPr/>
              <p:nvPr/>
            </p:nvSpPr>
            <p:spPr>
              <a:xfrm>
                <a:off x="3594564" y="497465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BB6CF752-1B12-A4AE-488C-5C4E0C9E5E30}"/>
                  </a:ext>
                </a:extLst>
              </p:cNvPr>
              <p:cNvSpPr/>
              <p:nvPr/>
            </p:nvSpPr>
            <p:spPr>
              <a:xfrm>
                <a:off x="1914422" y="261389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3389A341-6B70-21D0-E4FE-DD8736C254E3}"/>
                  </a:ext>
                </a:extLst>
              </p:cNvPr>
              <p:cNvSpPr/>
              <p:nvPr/>
            </p:nvSpPr>
            <p:spPr>
              <a:xfrm>
                <a:off x="1914422" y="225220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ABC498FA-05EA-6A91-0688-D5BF21B01828}"/>
                  </a:ext>
                </a:extLst>
              </p:cNvPr>
              <p:cNvSpPr/>
              <p:nvPr/>
            </p:nvSpPr>
            <p:spPr>
              <a:xfrm>
                <a:off x="2218482" y="2428648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6E299545-4B4D-2E8E-1B81-B687D5E76BC2}"/>
                  </a:ext>
                </a:extLst>
              </p:cNvPr>
              <p:cNvSpPr/>
              <p:nvPr/>
            </p:nvSpPr>
            <p:spPr>
              <a:xfrm>
                <a:off x="2256288" y="214349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4E0F01A8-6094-91CF-560A-4FCFF0948D64}"/>
                  </a:ext>
                </a:extLst>
              </p:cNvPr>
              <p:cNvSpPr/>
              <p:nvPr/>
            </p:nvSpPr>
            <p:spPr>
              <a:xfrm>
                <a:off x="2717970" y="231659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9262DEFD-AA1A-BB01-4720-187A8CFF98AC}"/>
                  </a:ext>
                </a:extLst>
              </p:cNvPr>
              <p:cNvSpPr/>
              <p:nvPr/>
            </p:nvSpPr>
            <p:spPr>
              <a:xfrm>
                <a:off x="2602364" y="199174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3CB4659E-B554-E68E-FEDC-217C4A7EB514}"/>
                  </a:ext>
                </a:extLst>
              </p:cNvPr>
              <p:cNvSpPr/>
              <p:nvPr/>
            </p:nvSpPr>
            <p:spPr>
              <a:xfrm>
                <a:off x="2104168" y="296262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DAE745BD-D895-0585-B145-CCBBF8872C56}"/>
                  </a:ext>
                </a:extLst>
              </p:cNvPr>
              <p:cNvSpPr/>
              <p:nvPr/>
            </p:nvSpPr>
            <p:spPr>
              <a:xfrm>
                <a:off x="2485113" y="3319272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4DDF4C2B-1C3D-545B-C558-A4D30591C8A2}"/>
                  </a:ext>
                </a:extLst>
              </p:cNvPr>
              <p:cNvSpPr/>
              <p:nvPr/>
            </p:nvSpPr>
            <p:spPr>
              <a:xfrm>
                <a:off x="2541895" y="283893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544EBA6B-41FD-713F-2D13-F9235F91CDE3}"/>
                  </a:ext>
                </a:extLst>
              </p:cNvPr>
              <p:cNvSpPr/>
              <p:nvPr/>
            </p:nvSpPr>
            <p:spPr>
              <a:xfrm>
                <a:off x="2961162" y="314811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D2745ABE-9C62-96B0-6579-5F4313F4DC20}"/>
                  </a:ext>
                </a:extLst>
              </p:cNvPr>
              <p:cNvSpPr/>
              <p:nvPr/>
            </p:nvSpPr>
            <p:spPr>
              <a:xfrm>
                <a:off x="2998071" y="36453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1C3733FA-E1D3-3ECF-203F-7DC60BB405BD}"/>
                  </a:ext>
                </a:extLst>
              </p:cNvPr>
              <p:cNvSpPr/>
              <p:nvPr/>
            </p:nvSpPr>
            <p:spPr>
              <a:xfrm>
                <a:off x="3433725" y="39136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028DB05D-6DD2-A16B-9E35-B9A16A143AC4}"/>
                  </a:ext>
                </a:extLst>
              </p:cNvPr>
              <p:cNvSpPr/>
              <p:nvPr/>
            </p:nvSpPr>
            <p:spPr>
              <a:xfrm>
                <a:off x="4025077" y="45006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791F1AB6-0CFC-5ACD-0E97-9FC3669F5B7B}"/>
                  </a:ext>
                </a:extLst>
              </p:cNvPr>
              <p:cNvSpPr/>
              <p:nvPr/>
            </p:nvSpPr>
            <p:spPr>
              <a:xfrm>
                <a:off x="4385113" y="480581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27BCB455-FD42-D54D-AFA2-81DD7E34BCB1}"/>
                  </a:ext>
                </a:extLst>
              </p:cNvPr>
              <p:cNvSpPr/>
              <p:nvPr/>
            </p:nvSpPr>
            <p:spPr>
              <a:xfrm>
                <a:off x="4179431" y="495813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7DD6D545-5013-0854-9726-1780C0C80CA1}"/>
                  </a:ext>
                </a:extLst>
              </p:cNvPr>
              <p:cNvSpPr/>
              <p:nvPr/>
            </p:nvSpPr>
            <p:spPr>
              <a:xfrm>
                <a:off x="4442909" y="526179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A319BC9D-8335-72AD-962E-156FDD172482}"/>
                  </a:ext>
                </a:extLst>
              </p:cNvPr>
              <p:cNvSpPr/>
              <p:nvPr/>
            </p:nvSpPr>
            <p:spPr>
              <a:xfrm>
                <a:off x="3824122" y="261389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45817538-CFDD-051F-BD18-010C2E8752F5}"/>
                  </a:ext>
                </a:extLst>
              </p:cNvPr>
              <p:cNvSpPr/>
              <p:nvPr/>
            </p:nvSpPr>
            <p:spPr>
              <a:xfrm>
                <a:off x="3359621" y="246147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100374A8-4F6D-6102-F385-1FC9364598CF}"/>
                  </a:ext>
                </a:extLst>
              </p:cNvPr>
              <p:cNvSpPr/>
              <p:nvPr/>
            </p:nvSpPr>
            <p:spPr>
              <a:xfrm>
                <a:off x="4273448" y="175766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A3CC4213-A295-4643-C5F7-34D8C13281B3}"/>
                  </a:ext>
                </a:extLst>
              </p:cNvPr>
              <p:cNvSpPr/>
              <p:nvPr/>
            </p:nvSpPr>
            <p:spPr>
              <a:xfrm>
                <a:off x="4807026" y="187123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24C591D9-18E9-B6EB-EE33-E6E98983B91F}"/>
                  </a:ext>
                </a:extLst>
              </p:cNvPr>
              <p:cNvSpPr/>
              <p:nvPr/>
            </p:nvSpPr>
            <p:spPr>
              <a:xfrm>
                <a:off x="5551429" y="21575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317">
                <a:extLst>
                  <a:ext uri="{FF2B5EF4-FFF2-40B4-BE49-F238E27FC236}">
                    <a16:creationId xmlns:a16="http://schemas.microsoft.com/office/drawing/2014/main" id="{D50307BD-D4D3-87F6-751A-AEDD7EB27E6F}"/>
                  </a:ext>
                </a:extLst>
              </p:cNvPr>
              <p:cNvSpPr/>
              <p:nvPr/>
            </p:nvSpPr>
            <p:spPr>
              <a:xfrm>
                <a:off x="6093986" y="2597116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5946F481-1C80-FD78-F05E-9F59DA5CA659}"/>
                  </a:ext>
                </a:extLst>
              </p:cNvPr>
              <p:cNvSpPr/>
              <p:nvPr/>
            </p:nvSpPr>
            <p:spPr>
              <a:xfrm>
                <a:off x="6473112" y="307228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B3249FB7-990D-8F4C-0F2B-E3106C282B92}"/>
                  </a:ext>
                </a:extLst>
              </p:cNvPr>
              <p:cNvSpPr/>
              <p:nvPr/>
            </p:nvSpPr>
            <p:spPr>
              <a:xfrm>
                <a:off x="6722723" y="358702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230308C7-0763-FBF6-F485-FB2EE5AE7091}"/>
                  </a:ext>
                </a:extLst>
              </p:cNvPr>
              <p:cNvSpPr/>
              <p:nvPr/>
            </p:nvSpPr>
            <p:spPr>
              <a:xfrm>
                <a:off x="4637028" y="253850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447AFEBF-6468-3F59-D51B-24350F820607}"/>
                  </a:ext>
                </a:extLst>
              </p:cNvPr>
              <p:cNvSpPr/>
              <p:nvPr/>
            </p:nvSpPr>
            <p:spPr>
              <a:xfrm>
                <a:off x="3911791" y="206357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190F7F87-E902-5BD0-2811-523571E476EB}"/>
                  </a:ext>
                </a:extLst>
              </p:cNvPr>
              <p:cNvSpPr/>
              <p:nvPr/>
            </p:nvSpPr>
            <p:spPr>
              <a:xfrm>
                <a:off x="4122060" y="30929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A79BFD31-885D-4CC9-1724-C52A0672391D}"/>
                  </a:ext>
                </a:extLst>
              </p:cNvPr>
              <p:cNvSpPr/>
              <p:nvPr/>
            </p:nvSpPr>
            <p:spPr>
              <a:xfrm>
                <a:off x="5226952" y="309133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952D8818-B54E-B6AE-C724-2469AB84C10D}"/>
                  </a:ext>
                </a:extLst>
              </p:cNvPr>
              <p:cNvSpPr/>
              <p:nvPr/>
            </p:nvSpPr>
            <p:spPr>
              <a:xfrm>
                <a:off x="4484657" y="362936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BD021614-796F-3AC9-EC70-68763B1C44B7}"/>
                  </a:ext>
                </a:extLst>
              </p:cNvPr>
              <p:cNvSpPr/>
              <p:nvPr/>
            </p:nvSpPr>
            <p:spPr>
              <a:xfrm>
                <a:off x="3474826" y="330671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326">
                <a:extLst>
                  <a:ext uri="{FF2B5EF4-FFF2-40B4-BE49-F238E27FC236}">
                    <a16:creationId xmlns:a16="http://schemas.microsoft.com/office/drawing/2014/main" id="{FA3E879A-EBC9-57DD-AC5C-D3857BFA29F5}"/>
                  </a:ext>
                </a:extLst>
              </p:cNvPr>
              <p:cNvSpPr/>
              <p:nvPr/>
            </p:nvSpPr>
            <p:spPr>
              <a:xfrm>
                <a:off x="4234308" y="42310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A1F86D28-08D4-F4D1-475E-D9C4C39274F8}"/>
                  </a:ext>
                </a:extLst>
              </p:cNvPr>
              <p:cNvSpPr/>
              <p:nvPr/>
            </p:nvSpPr>
            <p:spPr>
              <a:xfrm>
                <a:off x="5091976" y="419663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9" name="Oval 328">
                <a:extLst>
                  <a:ext uri="{FF2B5EF4-FFF2-40B4-BE49-F238E27FC236}">
                    <a16:creationId xmlns:a16="http://schemas.microsoft.com/office/drawing/2014/main" id="{45C4881C-4190-0916-D159-13C8BB919602}"/>
                  </a:ext>
                </a:extLst>
              </p:cNvPr>
              <p:cNvSpPr/>
              <p:nvPr/>
            </p:nvSpPr>
            <p:spPr>
              <a:xfrm>
                <a:off x="5892356" y="3742930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6054F7DF-5568-01E6-B7DE-F49089CCFB78}"/>
                  </a:ext>
                </a:extLst>
              </p:cNvPr>
              <p:cNvSpPr/>
              <p:nvPr/>
            </p:nvSpPr>
            <p:spPr>
              <a:xfrm>
                <a:off x="5719599" y="452184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1" name="Oval 330">
                <a:extLst>
                  <a:ext uri="{FF2B5EF4-FFF2-40B4-BE49-F238E27FC236}">
                    <a16:creationId xmlns:a16="http://schemas.microsoft.com/office/drawing/2014/main" id="{13D098C7-F1C8-41CC-2A4E-4FBCF2878380}"/>
                  </a:ext>
                </a:extLst>
              </p:cNvPr>
              <p:cNvSpPr/>
              <p:nvPr/>
            </p:nvSpPr>
            <p:spPr>
              <a:xfrm>
                <a:off x="6462670" y="4157641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2" name="Oval 331">
                <a:extLst>
                  <a:ext uri="{FF2B5EF4-FFF2-40B4-BE49-F238E27FC236}">
                    <a16:creationId xmlns:a16="http://schemas.microsoft.com/office/drawing/2014/main" id="{516DA052-4C22-2B3F-2302-338BC244E8A7}"/>
                  </a:ext>
                </a:extLst>
              </p:cNvPr>
              <p:cNvSpPr/>
              <p:nvPr/>
            </p:nvSpPr>
            <p:spPr>
              <a:xfrm>
                <a:off x="7188008" y="4423764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332">
                <a:extLst>
                  <a:ext uri="{FF2B5EF4-FFF2-40B4-BE49-F238E27FC236}">
                    <a16:creationId xmlns:a16="http://schemas.microsoft.com/office/drawing/2014/main" id="{A196CD7F-82B0-3C54-31FA-2C29BA9BCE7B}"/>
                  </a:ext>
                </a:extLst>
              </p:cNvPr>
              <p:cNvSpPr/>
              <p:nvPr/>
            </p:nvSpPr>
            <p:spPr>
              <a:xfrm>
                <a:off x="7035668" y="4747647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7E2CB8F4-4B4B-5505-6797-FB3B0138DC9B}"/>
                  </a:ext>
                </a:extLst>
              </p:cNvPr>
              <p:cNvSpPr/>
              <p:nvPr/>
            </p:nvSpPr>
            <p:spPr>
              <a:xfrm>
                <a:off x="6674053" y="4728695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id="{D7BBEE84-5F41-4BD5-D40E-CF67FA33C67A}"/>
                  </a:ext>
                </a:extLst>
              </p:cNvPr>
              <p:cNvSpPr/>
              <p:nvPr/>
            </p:nvSpPr>
            <p:spPr>
              <a:xfrm>
                <a:off x="7092450" y="5225423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335">
                <a:extLst>
                  <a:ext uri="{FF2B5EF4-FFF2-40B4-BE49-F238E27FC236}">
                    <a16:creationId xmlns:a16="http://schemas.microsoft.com/office/drawing/2014/main" id="{A7FE34C6-1550-8377-1C86-3643D1B757B1}"/>
                  </a:ext>
                </a:extLst>
              </p:cNvPr>
              <p:cNvSpPr/>
              <p:nvPr/>
            </p:nvSpPr>
            <p:spPr>
              <a:xfrm>
                <a:off x="7188008" y="4025129"/>
                <a:ext cx="113565" cy="113565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629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DE1CBE9-30FE-BC7C-60C4-61D007D04066}"/>
              </a:ext>
            </a:extLst>
          </p:cNvPr>
          <p:cNvGrpSpPr/>
          <p:nvPr/>
        </p:nvGrpSpPr>
        <p:grpSpPr>
          <a:xfrm>
            <a:off x="826279" y="211750"/>
            <a:ext cx="3583718" cy="6400432"/>
            <a:chOff x="2820957" y="372776"/>
            <a:chExt cx="3583718" cy="6400432"/>
          </a:xfrm>
        </p:grpSpPr>
        <p:sp>
          <p:nvSpPr>
            <p:cNvPr id="3" name="Rectangle 11">
              <a:extLst>
                <a:ext uri="{FF2B5EF4-FFF2-40B4-BE49-F238E27FC236}">
                  <a16:creationId xmlns:a16="http://schemas.microsoft.com/office/drawing/2014/main" id="{AF49EEDD-5B18-F093-69DE-ACE6201692C0}"/>
                </a:ext>
              </a:extLst>
            </p:cNvPr>
            <p:cNvSpPr/>
            <p:nvPr/>
          </p:nvSpPr>
          <p:spPr>
            <a:xfrm rot="20655425">
              <a:off x="4368907" y="3335918"/>
              <a:ext cx="560325" cy="1247919"/>
            </a:xfrm>
            <a:custGeom>
              <a:avLst/>
              <a:gdLst>
                <a:gd name="connsiteX0" fmla="*/ 0 w 333743"/>
                <a:gd name="connsiteY0" fmla="*/ 0 h 825644"/>
                <a:gd name="connsiteX1" fmla="*/ 333743 w 333743"/>
                <a:gd name="connsiteY1" fmla="*/ 0 h 825644"/>
                <a:gd name="connsiteX2" fmla="*/ 333743 w 333743"/>
                <a:gd name="connsiteY2" fmla="*/ 825644 h 825644"/>
                <a:gd name="connsiteX3" fmla="*/ 0 w 333743"/>
                <a:gd name="connsiteY3" fmla="*/ 825644 h 825644"/>
                <a:gd name="connsiteX4" fmla="*/ 0 w 333743"/>
                <a:gd name="connsiteY4" fmla="*/ 0 h 825644"/>
                <a:gd name="connsiteX0" fmla="*/ 0 w 511543"/>
                <a:gd name="connsiteY0" fmla="*/ 0 h 1095519"/>
                <a:gd name="connsiteX1" fmla="*/ 511543 w 511543"/>
                <a:gd name="connsiteY1" fmla="*/ 269875 h 1095519"/>
                <a:gd name="connsiteX2" fmla="*/ 511543 w 511543"/>
                <a:gd name="connsiteY2" fmla="*/ 1095519 h 1095519"/>
                <a:gd name="connsiteX3" fmla="*/ 177800 w 511543"/>
                <a:gd name="connsiteY3" fmla="*/ 1095519 h 1095519"/>
                <a:gd name="connsiteX4" fmla="*/ 0 w 511543"/>
                <a:gd name="connsiteY4" fmla="*/ 0 h 1095519"/>
                <a:gd name="connsiteX0" fmla="*/ 6171 w 517714"/>
                <a:gd name="connsiteY0" fmla="*/ 0 h 1095519"/>
                <a:gd name="connsiteX1" fmla="*/ 517714 w 517714"/>
                <a:gd name="connsiteY1" fmla="*/ 269875 h 1095519"/>
                <a:gd name="connsiteX2" fmla="*/ 517714 w 517714"/>
                <a:gd name="connsiteY2" fmla="*/ 1095519 h 1095519"/>
                <a:gd name="connsiteX3" fmla="*/ 183971 w 517714"/>
                <a:gd name="connsiteY3" fmla="*/ 1095519 h 1095519"/>
                <a:gd name="connsiteX4" fmla="*/ 6171 w 517714"/>
                <a:gd name="connsiteY4" fmla="*/ 0 h 1095519"/>
                <a:gd name="connsiteX0" fmla="*/ 4192 w 515735"/>
                <a:gd name="connsiteY0" fmla="*/ 0 h 1222519"/>
                <a:gd name="connsiteX1" fmla="*/ 515735 w 515735"/>
                <a:gd name="connsiteY1" fmla="*/ 269875 h 1222519"/>
                <a:gd name="connsiteX2" fmla="*/ 515735 w 515735"/>
                <a:gd name="connsiteY2" fmla="*/ 1095519 h 1222519"/>
                <a:gd name="connsiteX3" fmla="*/ 270892 w 515735"/>
                <a:gd name="connsiteY3" fmla="*/ 1222519 h 1222519"/>
                <a:gd name="connsiteX4" fmla="*/ 4192 w 515735"/>
                <a:gd name="connsiteY4" fmla="*/ 0 h 1222519"/>
                <a:gd name="connsiteX0" fmla="*/ 9840 w 521383"/>
                <a:gd name="connsiteY0" fmla="*/ 0 h 1222519"/>
                <a:gd name="connsiteX1" fmla="*/ 521383 w 521383"/>
                <a:gd name="connsiteY1" fmla="*/ 269875 h 1222519"/>
                <a:gd name="connsiteX2" fmla="*/ 521383 w 521383"/>
                <a:gd name="connsiteY2" fmla="*/ 1095519 h 1222519"/>
                <a:gd name="connsiteX3" fmla="*/ 276540 w 521383"/>
                <a:gd name="connsiteY3" fmla="*/ 1222519 h 1222519"/>
                <a:gd name="connsiteX4" fmla="*/ 9840 w 521383"/>
                <a:gd name="connsiteY4" fmla="*/ 0 h 1222519"/>
                <a:gd name="connsiteX0" fmla="*/ 8981 w 520524"/>
                <a:gd name="connsiteY0" fmla="*/ 0 h 1222519"/>
                <a:gd name="connsiteX1" fmla="*/ 520524 w 520524"/>
                <a:gd name="connsiteY1" fmla="*/ 269875 h 1222519"/>
                <a:gd name="connsiteX2" fmla="*/ 520524 w 520524"/>
                <a:gd name="connsiteY2" fmla="*/ 1095519 h 1222519"/>
                <a:gd name="connsiteX3" fmla="*/ 275681 w 520524"/>
                <a:gd name="connsiteY3" fmla="*/ 1222519 h 1222519"/>
                <a:gd name="connsiteX4" fmla="*/ 8981 w 520524"/>
                <a:gd name="connsiteY4" fmla="*/ 0 h 1222519"/>
                <a:gd name="connsiteX0" fmla="*/ 8981 w 545924"/>
                <a:gd name="connsiteY0" fmla="*/ 0 h 1232044"/>
                <a:gd name="connsiteX1" fmla="*/ 520524 w 545924"/>
                <a:gd name="connsiteY1" fmla="*/ 269875 h 1232044"/>
                <a:gd name="connsiteX2" fmla="*/ 545924 w 545924"/>
                <a:gd name="connsiteY2" fmla="*/ 1232044 h 1232044"/>
                <a:gd name="connsiteX3" fmla="*/ 275681 w 545924"/>
                <a:gd name="connsiteY3" fmla="*/ 1222519 h 1232044"/>
                <a:gd name="connsiteX4" fmla="*/ 8981 w 545924"/>
                <a:gd name="connsiteY4" fmla="*/ 0 h 1232044"/>
                <a:gd name="connsiteX0" fmla="*/ 8981 w 558624"/>
                <a:gd name="connsiteY0" fmla="*/ 0 h 1232044"/>
                <a:gd name="connsiteX1" fmla="*/ 558624 w 558624"/>
                <a:gd name="connsiteY1" fmla="*/ 260350 h 1232044"/>
                <a:gd name="connsiteX2" fmla="*/ 545924 w 558624"/>
                <a:gd name="connsiteY2" fmla="*/ 1232044 h 1232044"/>
                <a:gd name="connsiteX3" fmla="*/ 275681 w 558624"/>
                <a:gd name="connsiteY3" fmla="*/ 1222519 h 1232044"/>
                <a:gd name="connsiteX4" fmla="*/ 8981 w 558624"/>
                <a:gd name="connsiteY4" fmla="*/ 0 h 1232044"/>
                <a:gd name="connsiteX0" fmla="*/ 8981 w 558624"/>
                <a:gd name="connsiteY0" fmla="*/ 0 h 1247919"/>
                <a:gd name="connsiteX1" fmla="*/ 558624 w 558624"/>
                <a:gd name="connsiteY1" fmla="*/ 260350 h 1247919"/>
                <a:gd name="connsiteX2" fmla="*/ 545924 w 558624"/>
                <a:gd name="connsiteY2" fmla="*/ 1232044 h 1247919"/>
                <a:gd name="connsiteX3" fmla="*/ 275681 w 558624"/>
                <a:gd name="connsiteY3" fmla="*/ 1247919 h 1247919"/>
                <a:gd name="connsiteX4" fmla="*/ 8981 w 558624"/>
                <a:gd name="connsiteY4" fmla="*/ 0 h 1247919"/>
                <a:gd name="connsiteX0" fmla="*/ 8603 w 558246"/>
                <a:gd name="connsiteY0" fmla="*/ 0 h 1247919"/>
                <a:gd name="connsiteX1" fmla="*/ 558246 w 558246"/>
                <a:gd name="connsiteY1" fmla="*/ 260350 h 1247919"/>
                <a:gd name="connsiteX2" fmla="*/ 545546 w 558246"/>
                <a:gd name="connsiteY2" fmla="*/ 1232044 h 1247919"/>
                <a:gd name="connsiteX3" fmla="*/ 275303 w 558246"/>
                <a:gd name="connsiteY3" fmla="*/ 1247919 h 1247919"/>
                <a:gd name="connsiteX4" fmla="*/ 8603 w 558246"/>
                <a:gd name="connsiteY4" fmla="*/ 0 h 1247919"/>
                <a:gd name="connsiteX0" fmla="*/ 9391 w 559034"/>
                <a:gd name="connsiteY0" fmla="*/ 0 h 1247919"/>
                <a:gd name="connsiteX1" fmla="*/ 559034 w 559034"/>
                <a:gd name="connsiteY1" fmla="*/ 260350 h 1247919"/>
                <a:gd name="connsiteX2" fmla="*/ 546334 w 559034"/>
                <a:gd name="connsiteY2" fmla="*/ 1232044 h 1247919"/>
                <a:gd name="connsiteX3" fmla="*/ 276091 w 559034"/>
                <a:gd name="connsiteY3" fmla="*/ 1247919 h 1247919"/>
                <a:gd name="connsiteX4" fmla="*/ 9391 w 559034"/>
                <a:gd name="connsiteY4" fmla="*/ 0 h 1247919"/>
                <a:gd name="connsiteX0" fmla="*/ 0 w 549643"/>
                <a:gd name="connsiteY0" fmla="*/ 0 h 1247919"/>
                <a:gd name="connsiteX1" fmla="*/ 549643 w 549643"/>
                <a:gd name="connsiteY1" fmla="*/ 260350 h 1247919"/>
                <a:gd name="connsiteX2" fmla="*/ 536943 w 549643"/>
                <a:gd name="connsiteY2" fmla="*/ 1232044 h 1247919"/>
                <a:gd name="connsiteX3" fmla="*/ 266700 w 549643"/>
                <a:gd name="connsiteY3" fmla="*/ 1247919 h 1247919"/>
                <a:gd name="connsiteX4" fmla="*/ 0 w 549643"/>
                <a:gd name="connsiteY4" fmla="*/ 0 h 1247919"/>
                <a:gd name="connsiteX0" fmla="*/ 10975 w 560618"/>
                <a:gd name="connsiteY0" fmla="*/ 0 h 1247919"/>
                <a:gd name="connsiteX1" fmla="*/ 560618 w 560618"/>
                <a:gd name="connsiteY1" fmla="*/ 260350 h 1247919"/>
                <a:gd name="connsiteX2" fmla="*/ 547918 w 560618"/>
                <a:gd name="connsiteY2" fmla="*/ 1232044 h 1247919"/>
                <a:gd name="connsiteX3" fmla="*/ 277675 w 560618"/>
                <a:gd name="connsiteY3" fmla="*/ 1247919 h 1247919"/>
                <a:gd name="connsiteX4" fmla="*/ 10975 w 560618"/>
                <a:gd name="connsiteY4" fmla="*/ 0 h 1247919"/>
                <a:gd name="connsiteX0" fmla="*/ 10682 w 560325"/>
                <a:gd name="connsiteY0" fmla="*/ 0 h 1247919"/>
                <a:gd name="connsiteX1" fmla="*/ 560325 w 560325"/>
                <a:gd name="connsiteY1" fmla="*/ 260350 h 1247919"/>
                <a:gd name="connsiteX2" fmla="*/ 547625 w 560325"/>
                <a:gd name="connsiteY2" fmla="*/ 1232044 h 1247919"/>
                <a:gd name="connsiteX3" fmla="*/ 286907 w 560325"/>
                <a:gd name="connsiteY3" fmla="*/ 1247919 h 1247919"/>
                <a:gd name="connsiteX4" fmla="*/ 10682 w 560325"/>
                <a:gd name="connsiteY4" fmla="*/ 0 h 124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25" h="1247919">
                  <a:moveTo>
                    <a:pt x="10682" y="0"/>
                  </a:moveTo>
                  <a:lnTo>
                    <a:pt x="560325" y="260350"/>
                  </a:lnTo>
                  <a:lnTo>
                    <a:pt x="547625" y="1232044"/>
                  </a:lnTo>
                  <a:lnTo>
                    <a:pt x="286907" y="1247919"/>
                  </a:lnTo>
                  <a:cubicBezTo>
                    <a:pt x="243515" y="1155796"/>
                    <a:pt x="-60226" y="939848"/>
                    <a:pt x="10682" y="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C3BCFDB-C375-0589-C33A-6CD11626FE11}"/>
                </a:ext>
              </a:extLst>
            </p:cNvPr>
            <p:cNvSpPr/>
            <p:nvPr/>
          </p:nvSpPr>
          <p:spPr>
            <a:xfrm>
              <a:off x="2891533" y="372776"/>
              <a:ext cx="1483033" cy="3688943"/>
            </a:xfrm>
            <a:custGeom>
              <a:avLst/>
              <a:gdLst>
                <a:gd name="connsiteX0" fmla="*/ 0 w 358140"/>
                <a:gd name="connsiteY0" fmla="*/ 0 h 487680"/>
                <a:gd name="connsiteX1" fmla="*/ 358140 w 358140"/>
                <a:gd name="connsiteY1" fmla="*/ 0 h 487680"/>
                <a:gd name="connsiteX2" fmla="*/ 358140 w 358140"/>
                <a:gd name="connsiteY2" fmla="*/ 487680 h 487680"/>
                <a:gd name="connsiteX3" fmla="*/ 0 w 358140"/>
                <a:gd name="connsiteY3" fmla="*/ 487680 h 487680"/>
                <a:gd name="connsiteX4" fmla="*/ 0 w 358140"/>
                <a:gd name="connsiteY4" fmla="*/ 0 h 487680"/>
                <a:gd name="connsiteX0" fmla="*/ 0 w 510540"/>
                <a:gd name="connsiteY0" fmla="*/ 7620 h 487680"/>
                <a:gd name="connsiteX1" fmla="*/ 510540 w 510540"/>
                <a:gd name="connsiteY1" fmla="*/ 0 h 487680"/>
                <a:gd name="connsiteX2" fmla="*/ 510540 w 510540"/>
                <a:gd name="connsiteY2" fmla="*/ 487680 h 487680"/>
                <a:gd name="connsiteX3" fmla="*/ 152400 w 510540"/>
                <a:gd name="connsiteY3" fmla="*/ 487680 h 487680"/>
                <a:gd name="connsiteX4" fmla="*/ 0 w 510540"/>
                <a:gd name="connsiteY4" fmla="*/ 7620 h 487680"/>
                <a:gd name="connsiteX0" fmla="*/ 0 w 510540"/>
                <a:gd name="connsiteY0" fmla="*/ 7620 h 487680"/>
                <a:gd name="connsiteX1" fmla="*/ 228600 w 510540"/>
                <a:gd name="connsiteY1" fmla="*/ 15240 h 487680"/>
                <a:gd name="connsiteX2" fmla="*/ 510540 w 510540"/>
                <a:gd name="connsiteY2" fmla="*/ 0 h 487680"/>
                <a:gd name="connsiteX3" fmla="*/ 510540 w 510540"/>
                <a:gd name="connsiteY3" fmla="*/ 487680 h 487680"/>
                <a:gd name="connsiteX4" fmla="*/ 152400 w 510540"/>
                <a:gd name="connsiteY4" fmla="*/ 487680 h 487680"/>
                <a:gd name="connsiteX5" fmla="*/ 0 w 510540"/>
                <a:gd name="connsiteY5" fmla="*/ 7620 h 487680"/>
                <a:gd name="connsiteX0" fmla="*/ 0 w 510540"/>
                <a:gd name="connsiteY0" fmla="*/ 33292 h 513352"/>
                <a:gd name="connsiteX1" fmla="*/ 228600 w 510540"/>
                <a:gd name="connsiteY1" fmla="*/ 40912 h 513352"/>
                <a:gd name="connsiteX2" fmla="*/ 510540 w 510540"/>
                <a:gd name="connsiteY2" fmla="*/ 25672 h 513352"/>
                <a:gd name="connsiteX3" fmla="*/ 510540 w 510540"/>
                <a:gd name="connsiteY3" fmla="*/ 513352 h 513352"/>
                <a:gd name="connsiteX4" fmla="*/ 152400 w 510540"/>
                <a:gd name="connsiteY4" fmla="*/ 513352 h 513352"/>
                <a:gd name="connsiteX5" fmla="*/ 0 w 510540"/>
                <a:gd name="connsiteY5" fmla="*/ 33292 h 513352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32765"/>
                <a:gd name="connsiteY0" fmla="*/ 48663 h 528723"/>
                <a:gd name="connsiteX1" fmla="*/ 228600 w 532765"/>
                <a:gd name="connsiteY1" fmla="*/ 56283 h 528723"/>
                <a:gd name="connsiteX2" fmla="*/ 532765 w 532765"/>
                <a:gd name="connsiteY2" fmla="*/ 31518 h 528723"/>
                <a:gd name="connsiteX3" fmla="*/ 510540 w 532765"/>
                <a:gd name="connsiteY3" fmla="*/ 528723 h 528723"/>
                <a:gd name="connsiteX4" fmla="*/ 152400 w 532765"/>
                <a:gd name="connsiteY4" fmla="*/ 528723 h 528723"/>
                <a:gd name="connsiteX5" fmla="*/ 0 w 532765"/>
                <a:gd name="connsiteY5" fmla="*/ 48663 h 528723"/>
                <a:gd name="connsiteX0" fmla="*/ 0 w 532765"/>
                <a:gd name="connsiteY0" fmla="*/ 46900 h 526960"/>
                <a:gd name="connsiteX1" fmla="*/ 215900 w 532765"/>
                <a:gd name="connsiteY1" fmla="*/ 60870 h 526960"/>
                <a:gd name="connsiteX2" fmla="*/ 532765 w 532765"/>
                <a:gd name="connsiteY2" fmla="*/ 29755 h 526960"/>
                <a:gd name="connsiteX3" fmla="*/ 510540 w 532765"/>
                <a:gd name="connsiteY3" fmla="*/ 526960 h 526960"/>
                <a:gd name="connsiteX4" fmla="*/ 152400 w 532765"/>
                <a:gd name="connsiteY4" fmla="*/ 526960 h 526960"/>
                <a:gd name="connsiteX5" fmla="*/ 0 w 532765"/>
                <a:gd name="connsiteY5" fmla="*/ 46900 h 526960"/>
                <a:gd name="connsiteX0" fmla="*/ 0 w 532765"/>
                <a:gd name="connsiteY0" fmla="*/ 51621 h 531681"/>
                <a:gd name="connsiteX1" fmla="*/ 215900 w 532765"/>
                <a:gd name="connsiteY1" fmla="*/ 65591 h 531681"/>
                <a:gd name="connsiteX2" fmla="*/ 532765 w 532765"/>
                <a:gd name="connsiteY2" fmla="*/ 34476 h 531681"/>
                <a:gd name="connsiteX3" fmla="*/ 510540 w 532765"/>
                <a:gd name="connsiteY3" fmla="*/ 531681 h 531681"/>
                <a:gd name="connsiteX4" fmla="*/ 152400 w 532765"/>
                <a:gd name="connsiteY4" fmla="*/ 531681 h 531681"/>
                <a:gd name="connsiteX5" fmla="*/ 0 w 532765"/>
                <a:gd name="connsiteY5" fmla="*/ 51621 h 531681"/>
                <a:gd name="connsiteX0" fmla="*/ 10224 w 542989"/>
                <a:gd name="connsiteY0" fmla="*/ 51621 h 531681"/>
                <a:gd name="connsiteX1" fmla="*/ 226124 w 542989"/>
                <a:gd name="connsiteY1" fmla="*/ 65591 h 531681"/>
                <a:gd name="connsiteX2" fmla="*/ 542989 w 542989"/>
                <a:gd name="connsiteY2" fmla="*/ 34476 h 531681"/>
                <a:gd name="connsiteX3" fmla="*/ 520764 w 542989"/>
                <a:gd name="connsiteY3" fmla="*/ 531681 h 531681"/>
                <a:gd name="connsiteX4" fmla="*/ 162624 w 542989"/>
                <a:gd name="connsiteY4" fmla="*/ 531681 h 531681"/>
                <a:gd name="connsiteX5" fmla="*/ 10224 w 542989"/>
                <a:gd name="connsiteY5" fmla="*/ 51621 h 531681"/>
                <a:gd name="connsiteX0" fmla="*/ 10224 w 588131"/>
                <a:gd name="connsiteY0" fmla="*/ 51621 h 531681"/>
                <a:gd name="connsiteX1" fmla="*/ 226124 w 588131"/>
                <a:gd name="connsiteY1" fmla="*/ 65591 h 531681"/>
                <a:gd name="connsiteX2" fmla="*/ 542989 w 588131"/>
                <a:gd name="connsiteY2" fmla="*/ 34476 h 531681"/>
                <a:gd name="connsiteX3" fmla="*/ 520764 w 588131"/>
                <a:gd name="connsiteY3" fmla="*/ 531681 h 531681"/>
                <a:gd name="connsiteX4" fmla="*/ 162624 w 588131"/>
                <a:gd name="connsiteY4" fmla="*/ 531681 h 531681"/>
                <a:gd name="connsiteX5" fmla="*/ 10224 w 588131"/>
                <a:gd name="connsiteY5" fmla="*/ 51621 h 531681"/>
                <a:gd name="connsiteX0" fmla="*/ 10224 w 583147"/>
                <a:gd name="connsiteY0" fmla="*/ 51621 h 531681"/>
                <a:gd name="connsiteX1" fmla="*/ 226124 w 583147"/>
                <a:gd name="connsiteY1" fmla="*/ 65591 h 531681"/>
                <a:gd name="connsiteX2" fmla="*/ 542989 w 583147"/>
                <a:gd name="connsiteY2" fmla="*/ 34476 h 531681"/>
                <a:gd name="connsiteX3" fmla="*/ 495364 w 583147"/>
                <a:gd name="connsiteY3" fmla="*/ 531681 h 531681"/>
                <a:gd name="connsiteX4" fmla="*/ 162624 w 583147"/>
                <a:gd name="connsiteY4" fmla="*/ 531681 h 531681"/>
                <a:gd name="connsiteX5" fmla="*/ 10224 w 583147"/>
                <a:gd name="connsiteY5" fmla="*/ 51621 h 531681"/>
                <a:gd name="connsiteX0" fmla="*/ 10224 w 590522"/>
                <a:gd name="connsiteY0" fmla="*/ 51621 h 531681"/>
                <a:gd name="connsiteX1" fmla="*/ 226124 w 590522"/>
                <a:gd name="connsiteY1" fmla="*/ 65591 h 531681"/>
                <a:gd name="connsiteX2" fmla="*/ 542989 w 590522"/>
                <a:gd name="connsiteY2" fmla="*/ 34476 h 531681"/>
                <a:gd name="connsiteX3" fmla="*/ 495364 w 590522"/>
                <a:gd name="connsiteY3" fmla="*/ 531681 h 531681"/>
                <a:gd name="connsiteX4" fmla="*/ 162624 w 590522"/>
                <a:gd name="connsiteY4" fmla="*/ 531681 h 531681"/>
                <a:gd name="connsiteX5" fmla="*/ 10224 w 590522"/>
                <a:gd name="connsiteY5" fmla="*/ 51621 h 531681"/>
                <a:gd name="connsiteX0" fmla="*/ 10224 w 589077"/>
                <a:gd name="connsiteY0" fmla="*/ 51621 h 531681"/>
                <a:gd name="connsiteX1" fmla="*/ 226124 w 589077"/>
                <a:gd name="connsiteY1" fmla="*/ 65591 h 531681"/>
                <a:gd name="connsiteX2" fmla="*/ 542989 w 589077"/>
                <a:gd name="connsiteY2" fmla="*/ 34476 h 531681"/>
                <a:gd name="connsiteX3" fmla="*/ 489014 w 589077"/>
                <a:gd name="connsiteY3" fmla="*/ 531681 h 531681"/>
                <a:gd name="connsiteX4" fmla="*/ 162624 w 589077"/>
                <a:gd name="connsiteY4" fmla="*/ 531681 h 531681"/>
                <a:gd name="connsiteX5" fmla="*/ 10224 w 589077"/>
                <a:gd name="connsiteY5" fmla="*/ 51621 h 531681"/>
                <a:gd name="connsiteX0" fmla="*/ 135528 w 714381"/>
                <a:gd name="connsiteY0" fmla="*/ 51621 h 1643307"/>
                <a:gd name="connsiteX1" fmla="*/ 351428 w 714381"/>
                <a:gd name="connsiteY1" fmla="*/ 65591 h 1643307"/>
                <a:gd name="connsiteX2" fmla="*/ 668293 w 714381"/>
                <a:gd name="connsiteY2" fmla="*/ 34476 h 1643307"/>
                <a:gd name="connsiteX3" fmla="*/ 614318 w 714381"/>
                <a:gd name="connsiteY3" fmla="*/ 531681 h 1643307"/>
                <a:gd name="connsiteX4" fmla="*/ 11944 w 714381"/>
                <a:gd name="connsiteY4" fmla="*/ 1643307 h 1643307"/>
                <a:gd name="connsiteX5" fmla="*/ 287928 w 714381"/>
                <a:gd name="connsiteY5" fmla="*/ 531681 h 1643307"/>
                <a:gd name="connsiteX6" fmla="*/ 135528 w 714381"/>
                <a:gd name="connsiteY6" fmla="*/ 51621 h 1643307"/>
                <a:gd name="connsiteX0" fmla="*/ 517999 w 1096852"/>
                <a:gd name="connsiteY0" fmla="*/ 51621 h 1763493"/>
                <a:gd name="connsiteX1" fmla="*/ 733899 w 1096852"/>
                <a:gd name="connsiteY1" fmla="*/ 65591 h 1763493"/>
                <a:gd name="connsiteX2" fmla="*/ 1050764 w 1096852"/>
                <a:gd name="connsiteY2" fmla="*/ 34476 h 1763493"/>
                <a:gd name="connsiteX3" fmla="*/ 996789 w 1096852"/>
                <a:gd name="connsiteY3" fmla="*/ 531681 h 1763493"/>
                <a:gd name="connsiteX4" fmla="*/ 394415 w 1096852"/>
                <a:gd name="connsiteY4" fmla="*/ 1643307 h 1763493"/>
                <a:gd name="connsiteX5" fmla="*/ 3890 w 1096852"/>
                <a:gd name="connsiteY5" fmla="*/ 1681407 h 1763493"/>
                <a:gd name="connsiteX6" fmla="*/ 670399 w 1096852"/>
                <a:gd name="connsiteY6" fmla="*/ 531681 h 1763493"/>
                <a:gd name="connsiteX7" fmla="*/ 517999 w 1096852"/>
                <a:gd name="connsiteY7" fmla="*/ 51621 h 1763493"/>
                <a:gd name="connsiteX0" fmla="*/ 518958 w 1097811"/>
                <a:gd name="connsiteY0" fmla="*/ 51621 h 2039535"/>
                <a:gd name="connsiteX1" fmla="*/ 734858 w 1097811"/>
                <a:gd name="connsiteY1" fmla="*/ 65591 h 2039535"/>
                <a:gd name="connsiteX2" fmla="*/ 1051723 w 1097811"/>
                <a:gd name="connsiteY2" fmla="*/ 34476 h 2039535"/>
                <a:gd name="connsiteX3" fmla="*/ 997748 w 1097811"/>
                <a:gd name="connsiteY3" fmla="*/ 531681 h 2039535"/>
                <a:gd name="connsiteX4" fmla="*/ 314411 w 1097811"/>
                <a:gd name="connsiteY4" fmla="*/ 2033832 h 2039535"/>
                <a:gd name="connsiteX5" fmla="*/ 4849 w 1097811"/>
                <a:gd name="connsiteY5" fmla="*/ 1681407 h 2039535"/>
                <a:gd name="connsiteX6" fmla="*/ 671358 w 1097811"/>
                <a:gd name="connsiteY6" fmla="*/ 531681 h 2039535"/>
                <a:gd name="connsiteX7" fmla="*/ 518958 w 1097811"/>
                <a:gd name="connsiteY7" fmla="*/ 51621 h 2039535"/>
                <a:gd name="connsiteX0" fmla="*/ 519152 w 1098005"/>
                <a:gd name="connsiteY0" fmla="*/ 51621 h 2518365"/>
                <a:gd name="connsiteX1" fmla="*/ 735052 w 1098005"/>
                <a:gd name="connsiteY1" fmla="*/ 65591 h 2518365"/>
                <a:gd name="connsiteX2" fmla="*/ 1051917 w 1098005"/>
                <a:gd name="connsiteY2" fmla="*/ 34476 h 2518365"/>
                <a:gd name="connsiteX3" fmla="*/ 997942 w 1098005"/>
                <a:gd name="connsiteY3" fmla="*/ 531681 h 2518365"/>
                <a:gd name="connsiteX4" fmla="*/ 301905 w 1098005"/>
                <a:gd name="connsiteY4" fmla="*/ 2516432 h 2518365"/>
                <a:gd name="connsiteX5" fmla="*/ 5043 w 1098005"/>
                <a:gd name="connsiteY5" fmla="*/ 1681407 h 2518365"/>
                <a:gd name="connsiteX6" fmla="*/ 671552 w 1098005"/>
                <a:gd name="connsiteY6" fmla="*/ 531681 h 2518365"/>
                <a:gd name="connsiteX7" fmla="*/ 519152 w 1098005"/>
                <a:gd name="connsiteY7" fmla="*/ 51621 h 2518365"/>
                <a:gd name="connsiteX0" fmla="*/ 720377 w 1299230"/>
                <a:gd name="connsiteY0" fmla="*/ 51621 h 2520088"/>
                <a:gd name="connsiteX1" fmla="*/ 936277 w 1299230"/>
                <a:gd name="connsiteY1" fmla="*/ 65591 h 2520088"/>
                <a:gd name="connsiteX2" fmla="*/ 1253142 w 1299230"/>
                <a:gd name="connsiteY2" fmla="*/ 34476 h 2520088"/>
                <a:gd name="connsiteX3" fmla="*/ 1199167 w 1299230"/>
                <a:gd name="connsiteY3" fmla="*/ 531681 h 2520088"/>
                <a:gd name="connsiteX4" fmla="*/ 503130 w 1299230"/>
                <a:gd name="connsiteY4" fmla="*/ 2516432 h 2520088"/>
                <a:gd name="connsiteX5" fmla="*/ 3068 w 1299230"/>
                <a:gd name="connsiteY5" fmla="*/ 2024307 h 2520088"/>
                <a:gd name="connsiteX6" fmla="*/ 872777 w 1299230"/>
                <a:gd name="connsiteY6" fmla="*/ 531681 h 2520088"/>
                <a:gd name="connsiteX7" fmla="*/ 720377 w 1299230"/>
                <a:gd name="connsiteY7" fmla="*/ 51621 h 2520088"/>
                <a:gd name="connsiteX0" fmla="*/ 746690 w 1325543"/>
                <a:gd name="connsiteY0" fmla="*/ 51621 h 2762125"/>
                <a:gd name="connsiteX1" fmla="*/ 962590 w 1325543"/>
                <a:gd name="connsiteY1" fmla="*/ 65591 h 2762125"/>
                <a:gd name="connsiteX2" fmla="*/ 1279455 w 1325543"/>
                <a:gd name="connsiteY2" fmla="*/ 34476 h 2762125"/>
                <a:gd name="connsiteX3" fmla="*/ 1225480 w 1325543"/>
                <a:gd name="connsiteY3" fmla="*/ 531681 h 2762125"/>
                <a:gd name="connsiteX4" fmla="*/ 529443 w 1325543"/>
                <a:gd name="connsiteY4" fmla="*/ 2516432 h 2762125"/>
                <a:gd name="connsiteX5" fmla="*/ 324657 w 1325543"/>
                <a:gd name="connsiteY5" fmla="*/ 2713281 h 2762125"/>
                <a:gd name="connsiteX6" fmla="*/ 29381 w 1325543"/>
                <a:gd name="connsiteY6" fmla="*/ 2024307 h 2762125"/>
                <a:gd name="connsiteX7" fmla="*/ 899090 w 1325543"/>
                <a:gd name="connsiteY7" fmla="*/ 531681 h 2762125"/>
                <a:gd name="connsiteX8" fmla="*/ 746690 w 1325543"/>
                <a:gd name="connsiteY8" fmla="*/ 51621 h 2762125"/>
                <a:gd name="connsiteX0" fmla="*/ 746072 w 1324925"/>
                <a:gd name="connsiteY0" fmla="*/ 51621 h 3680274"/>
                <a:gd name="connsiteX1" fmla="*/ 961972 w 1324925"/>
                <a:gd name="connsiteY1" fmla="*/ 65591 h 3680274"/>
                <a:gd name="connsiteX2" fmla="*/ 1278837 w 1324925"/>
                <a:gd name="connsiteY2" fmla="*/ 34476 h 3680274"/>
                <a:gd name="connsiteX3" fmla="*/ 1224862 w 1324925"/>
                <a:gd name="connsiteY3" fmla="*/ 531681 h 3680274"/>
                <a:gd name="connsiteX4" fmla="*/ 528825 w 1324925"/>
                <a:gd name="connsiteY4" fmla="*/ 2516432 h 3680274"/>
                <a:gd name="connsiteX5" fmla="*/ 333564 w 1324925"/>
                <a:gd name="connsiteY5" fmla="*/ 3675306 h 3680274"/>
                <a:gd name="connsiteX6" fmla="*/ 28763 w 1324925"/>
                <a:gd name="connsiteY6" fmla="*/ 2024307 h 3680274"/>
                <a:gd name="connsiteX7" fmla="*/ 898472 w 1324925"/>
                <a:gd name="connsiteY7" fmla="*/ 531681 h 3680274"/>
                <a:gd name="connsiteX8" fmla="*/ 746072 w 1324925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61876 w 1488329"/>
                <a:gd name="connsiteY7" fmla="*/ 53168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6343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3168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3168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3379 h 3682032"/>
                <a:gd name="connsiteX1" fmla="*/ 1125376 w 1485672"/>
                <a:gd name="connsiteY1" fmla="*/ 67349 h 3682032"/>
                <a:gd name="connsiteX2" fmla="*/ 1442241 w 1485672"/>
                <a:gd name="connsiteY2" fmla="*/ 36234 h 3682032"/>
                <a:gd name="connsiteX3" fmla="*/ 1375566 w 1485672"/>
                <a:gd name="connsiteY3" fmla="*/ 533439 h 3682032"/>
                <a:gd name="connsiteX4" fmla="*/ 739854 w 1485672"/>
                <a:gd name="connsiteY4" fmla="*/ 2518190 h 3682032"/>
                <a:gd name="connsiteX5" fmla="*/ 496968 w 1485672"/>
                <a:gd name="connsiteY5" fmla="*/ 3677064 h 3682032"/>
                <a:gd name="connsiteX6" fmla="*/ 192167 w 1485672"/>
                <a:gd name="connsiteY6" fmla="*/ 2026065 h 3682032"/>
                <a:gd name="connsiteX7" fmla="*/ 1033301 w 1485672"/>
                <a:gd name="connsiteY7" fmla="*/ 514389 h 3682032"/>
                <a:gd name="connsiteX8" fmla="*/ 909476 w 1485672"/>
                <a:gd name="connsiteY8" fmla="*/ 53379 h 3682032"/>
                <a:gd name="connsiteX0" fmla="*/ 909476 w 1485672"/>
                <a:gd name="connsiteY0" fmla="*/ 53379 h 3682032"/>
                <a:gd name="connsiteX1" fmla="*/ 1125376 w 1485672"/>
                <a:gd name="connsiteY1" fmla="*/ 67349 h 3682032"/>
                <a:gd name="connsiteX2" fmla="*/ 1442241 w 1485672"/>
                <a:gd name="connsiteY2" fmla="*/ 36234 h 3682032"/>
                <a:gd name="connsiteX3" fmla="*/ 1375566 w 1485672"/>
                <a:gd name="connsiteY3" fmla="*/ 533439 h 3682032"/>
                <a:gd name="connsiteX4" fmla="*/ 739854 w 1485672"/>
                <a:gd name="connsiteY4" fmla="*/ 2518190 h 3682032"/>
                <a:gd name="connsiteX5" fmla="*/ 496968 w 1485672"/>
                <a:gd name="connsiteY5" fmla="*/ 3677064 h 3682032"/>
                <a:gd name="connsiteX6" fmla="*/ 192167 w 1485672"/>
                <a:gd name="connsiteY6" fmla="*/ 2026065 h 3682032"/>
                <a:gd name="connsiteX7" fmla="*/ 1033301 w 1485672"/>
                <a:gd name="connsiteY7" fmla="*/ 514389 h 3682032"/>
                <a:gd name="connsiteX8" fmla="*/ 909476 w 1485672"/>
                <a:gd name="connsiteY8" fmla="*/ 53379 h 3682032"/>
                <a:gd name="connsiteX0" fmla="*/ 909476 w 1483033"/>
                <a:gd name="connsiteY0" fmla="*/ 53379 h 3682032"/>
                <a:gd name="connsiteX1" fmla="*/ 1125376 w 1483033"/>
                <a:gd name="connsiteY1" fmla="*/ 67349 h 3682032"/>
                <a:gd name="connsiteX2" fmla="*/ 1442241 w 1483033"/>
                <a:gd name="connsiteY2" fmla="*/ 36234 h 3682032"/>
                <a:gd name="connsiteX3" fmla="*/ 1375566 w 1483033"/>
                <a:gd name="connsiteY3" fmla="*/ 533439 h 3682032"/>
                <a:gd name="connsiteX4" fmla="*/ 739854 w 1483033"/>
                <a:gd name="connsiteY4" fmla="*/ 2518190 h 3682032"/>
                <a:gd name="connsiteX5" fmla="*/ 496968 w 1483033"/>
                <a:gd name="connsiteY5" fmla="*/ 3677064 h 3682032"/>
                <a:gd name="connsiteX6" fmla="*/ 192167 w 1483033"/>
                <a:gd name="connsiteY6" fmla="*/ 2026065 h 3682032"/>
                <a:gd name="connsiteX7" fmla="*/ 1033301 w 1483033"/>
                <a:gd name="connsiteY7" fmla="*/ 514389 h 3682032"/>
                <a:gd name="connsiteX8" fmla="*/ 909476 w 1483033"/>
                <a:gd name="connsiteY8" fmla="*/ 53379 h 3682032"/>
                <a:gd name="connsiteX0" fmla="*/ 909476 w 1483033"/>
                <a:gd name="connsiteY0" fmla="*/ 60290 h 3688943"/>
                <a:gd name="connsiteX1" fmla="*/ 1125376 w 1483033"/>
                <a:gd name="connsiteY1" fmla="*/ 74260 h 3688943"/>
                <a:gd name="connsiteX2" fmla="*/ 1442241 w 1483033"/>
                <a:gd name="connsiteY2" fmla="*/ 43145 h 3688943"/>
                <a:gd name="connsiteX3" fmla="*/ 1375566 w 1483033"/>
                <a:gd name="connsiteY3" fmla="*/ 540350 h 3688943"/>
                <a:gd name="connsiteX4" fmla="*/ 739854 w 1483033"/>
                <a:gd name="connsiteY4" fmla="*/ 2525101 h 3688943"/>
                <a:gd name="connsiteX5" fmla="*/ 496968 w 1483033"/>
                <a:gd name="connsiteY5" fmla="*/ 3683975 h 3688943"/>
                <a:gd name="connsiteX6" fmla="*/ 192167 w 1483033"/>
                <a:gd name="connsiteY6" fmla="*/ 2032976 h 3688943"/>
                <a:gd name="connsiteX7" fmla="*/ 1033301 w 1483033"/>
                <a:gd name="connsiteY7" fmla="*/ 521300 h 3688943"/>
                <a:gd name="connsiteX8" fmla="*/ 909476 w 1483033"/>
                <a:gd name="connsiteY8" fmla="*/ 60290 h 3688943"/>
                <a:gd name="connsiteX0" fmla="*/ 909476 w 1483033"/>
                <a:gd name="connsiteY0" fmla="*/ 60290 h 3688943"/>
                <a:gd name="connsiteX1" fmla="*/ 1125376 w 1483033"/>
                <a:gd name="connsiteY1" fmla="*/ 74260 h 3688943"/>
                <a:gd name="connsiteX2" fmla="*/ 1442241 w 1483033"/>
                <a:gd name="connsiteY2" fmla="*/ 43145 h 3688943"/>
                <a:gd name="connsiteX3" fmla="*/ 1375566 w 1483033"/>
                <a:gd name="connsiteY3" fmla="*/ 540350 h 3688943"/>
                <a:gd name="connsiteX4" fmla="*/ 739854 w 1483033"/>
                <a:gd name="connsiteY4" fmla="*/ 2525101 h 3688943"/>
                <a:gd name="connsiteX5" fmla="*/ 496968 w 1483033"/>
                <a:gd name="connsiteY5" fmla="*/ 3683975 h 3688943"/>
                <a:gd name="connsiteX6" fmla="*/ 192167 w 1483033"/>
                <a:gd name="connsiteY6" fmla="*/ 2032976 h 3688943"/>
                <a:gd name="connsiteX7" fmla="*/ 1033301 w 1483033"/>
                <a:gd name="connsiteY7" fmla="*/ 521300 h 3688943"/>
                <a:gd name="connsiteX8" fmla="*/ 909476 w 1483033"/>
                <a:gd name="connsiteY8" fmla="*/ 60290 h 368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3033" h="3688943">
                  <a:moveTo>
                    <a:pt x="909476" y="60290"/>
                  </a:moveTo>
                  <a:cubicBezTo>
                    <a:pt x="957101" y="-15275"/>
                    <a:pt x="1051716" y="46320"/>
                    <a:pt x="1125376" y="74260"/>
                  </a:cubicBezTo>
                  <a:cubicBezTo>
                    <a:pt x="1265711" y="5680"/>
                    <a:pt x="1345721" y="-36230"/>
                    <a:pt x="1442241" y="43145"/>
                  </a:cubicBezTo>
                  <a:cubicBezTo>
                    <a:pt x="1552308" y="193005"/>
                    <a:pt x="1408374" y="501615"/>
                    <a:pt x="1375566" y="540350"/>
                  </a:cubicBezTo>
                  <a:cubicBezTo>
                    <a:pt x="1354162" y="590217"/>
                    <a:pt x="539008" y="1725934"/>
                    <a:pt x="739854" y="2525101"/>
                  </a:cubicBezTo>
                  <a:cubicBezTo>
                    <a:pt x="554792" y="2809326"/>
                    <a:pt x="580311" y="3765996"/>
                    <a:pt x="496968" y="3683975"/>
                  </a:cubicBezTo>
                  <a:cubicBezTo>
                    <a:pt x="413625" y="3601954"/>
                    <a:pt x="-348072" y="3069676"/>
                    <a:pt x="192167" y="2032976"/>
                  </a:cubicBezTo>
                  <a:cubicBezTo>
                    <a:pt x="322831" y="1748751"/>
                    <a:pt x="1052391" y="644500"/>
                    <a:pt x="1033301" y="521300"/>
                  </a:cubicBezTo>
                  <a:cubicBezTo>
                    <a:pt x="982501" y="361280"/>
                    <a:pt x="858676" y="245710"/>
                    <a:pt x="909476" y="6029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7D5EAA09-6273-41A1-9F44-7A3C780BAEDA}"/>
                </a:ext>
              </a:extLst>
            </p:cNvPr>
            <p:cNvSpPr/>
            <p:nvPr/>
          </p:nvSpPr>
          <p:spPr>
            <a:xfrm>
              <a:off x="3522915" y="514350"/>
              <a:ext cx="610934" cy="263525"/>
            </a:xfrm>
            <a:custGeom>
              <a:avLst/>
              <a:gdLst>
                <a:gd name="connsiteX0" fmla="*/ 0 w 236284"/>
                <a:gd name="connsiteY0" fmla="*/ 0 h 79375"/>
                <a:gd name="connsiteX1" fmla="*/ 236284 w 236284"/>
                <a:gd name="connsiteY1" fmla="*/ 0 h 79375"/>
                <a:gd name="connsiteX2" fmla="*/ 236284 w 236284"/>
                <a:gd name="connsiteY2" fmla="*/ 79375 h 79375"/>
                <a:gd name="connsiteX3" fmla="*/ 0 w 236284"/>
                <a:gd name="connsiteY3" fmla="*/ 79375 h 79375"/>
                <a:gd name="connsiteX4" fmla="*/ 0 w 236284"/>
                <a:gd name="connsiteY4" fmla="*/ 0 h 79375"/>
                <a:gd name="connsiteX0" fmla="*/ 0 w 356934"/>
                <a:gd name="connsiteY0" fmla="*/ 0 h 79375"/>
                <a:gd name="connsiteX1" fmla="*/ 356934 w 356934"/>
                <a:gd name="connsiteY1" fmla="*/ 53975 h 79375"/>
                <a:gd name="connsiteX2" fmla="*/ 236284 w 356934"/>
                <a:gd name="connsiteY2" fmla="*/ 79375 h 79375"/>
                <a:gd name="connsiteX3" fmla="*/ 0 w 356934"/>
                <a:gd name="connsiteY3" fmla="*/ 79375 h 79375"/>
                <a:gd name="connsiteX4" fmla="*/ 0 w 356934"/>
                <a:gd name="connsiteY4" fmla="*/ 0 h 79375"/>
                <a:gd name="connsiteX0" fmla="*/ 85725 w 356934"/>
                <a:gd name="connsiteY0" fmla="*/ 0 h 165100"/>
                <a:gd name="connsiteX1" fmla="*/ 356934 w 356934"/>
                <a:gd name="connsiteY1" fmla="*/ 139700 h 165100"/>
                <a:gd name="connsiteX2" fmla="*/ 236284 w 356934"/>
                <a:gd name="connsiteY2" fmla="*/ 165100 h 165100"/>
                <a:gd name="connsiteX3" fmla="*/ 0 w 356934"/>
                <a:gd name="connsiteY3" fmla="*/ 165100 h 165100"/>
                <a:gd name="connsiteX4" fmla="*/ 85725 w 356934"/>
                <a:gd name="connsiteY4" fmla="*/ 0 h 165100"/>
                <a:gd name="connsiteX0" fmla="*/ 241300 w 512509"/>
                <a:gd name="connsiteY0" fmla="*/ 0 h 165100"/>
                <a:gd name="connsiteX1" fmla="*/ 512509 w 512509"/>
                <a:gd name="connsiteY1" fmla="*/ 139700 h 165100"/>
                <a:gd name="connsiteX2" fmla="*/ 391859 w 512509"/>
                <a:gd name="connsiteY2" fmla="*/ 165100 h 165100"/>
                <a:gd name="connsiteX3" fmla="*/ 0 w 512509"/>
                <a:gd name="connsiteY3" fmla="*/ 127000 h 165100"/>
                <a:gd name="connsiteX4" fmla="*/ 241300 w 512509"/>
                <a:gd name="connsiteY4" fmla="*/ 0 h 165100"/>
                <a:gd name="connsiteX0" fmla="*/ 241300 w 512509"/>
                <a:gd name="connsiteY0" fmla="*/ 0 h 263525"/>
                <a:gd name="connsiteX1" fmla="*/ 512509 w 512509"/>
                <a:gd name="connsiteY1" fmla="*/ 139700 h 263525"/>
                <a:gd name="connsiteX2" fmla="*/ 356934 w 512509"/>
                <a:gd name="connsiteY2" fmla="*/ 263525 h 263525"/>
                <a:gd name="connsiteX3" fmla="*/ 0 w 512509"/>
                <a:gd name="connsiteY3" fmla="*/ 127000 h 263525"/>
                <a:gd name="connsiteX4" fmla="*/ 241300 w 512509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263525">
                  <a:moveTo>
                    <a:pt x="336550" y="0"/>
                  </a:moveTo>
                  <a:cubicBezTo>
                    <a:pt x="428011" y="46567"/>
                    <a:pt x="557573" y="93133"/>
                    <a:pt x="610934" y="139700"/>
                  </a:cubicBezTo>
                  <a:cubicBezTo>
                    <a:pt x="562251" y="193675"/>
                    <a:pt x="507217" y="222250"/>
                    <a:pt x="455359" y="263525"/>
                  </a:cubicBezTo>
                  <a:cubicBezTo>
                    <a:pt x="332148" y="176742"/>
                    <a:pt x="66061" y="236008"/>
                    <a:pt x="0" y="155575"/>
                  </a:cubicBezTo>
                  <a:cubicBezTo>
                    <a:pt x="52917" y="94192"/>
                    <a:pt x="210608" y="105833"/>
                    <a:pt x="336550" y="0"/>
                  </a:cubicBezTo>
                  <a:close/>
                </a:path>
              </a:pathLst>
            </a:custGeom>
            <a:solidFill>
              <a:srgbClr val="968074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F8A40C0D-77B1-9903-C5CB-442EE32A2177}"/>
                </a:ext>
              </a:extLst>
            </p:cNvPr>
            <p:cNvSpPr/>
            <p:nvPr/>
          </p:nvSpPr>
          <p:spPr>
            <a:xfrm>
              <a:off x="3145191" y="2533806"/>
              <a:ext cx="3058757" cy="1808581"/>
            </a:xfrm>
            <a:custGeom>
              <a:avLst/>
              <a:gdLst>
                <a:gd name="connsiteX0" fmla="*/ 0 w 2660650"/>
                <a:gd name="connsiteY0" fmla="*/ 0 h 531681"/>
                <a:gd name="connsiteX1" fmla="*/ 2660650 w 2660650"/>
                <a:gd name="connsiteY1" fmla="*/ 0 h 531681"/>
                <a:gd name="connsiteX2" fmla="*/ 2660650 w 2660650"/>
                <a:gd name="connsiteY2" fmla="*/ 531681 h 531681"/>
                <a:gd name="connsiteX3" fmla="*/ 0 w 2660650"/>
                <a:gd name="connsiteY3" fmla="*/ 531681 h 531681"/>
                <a:gd name="connsiteX4" fmla="*/ 0 w 2660650"/>
                <a:gd name="connsiteY4" fmla="*/ 0 h 5316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660650 w 2794000"/>
                <a:gd name="connsiteY2" fmla="*/ 69678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730500 w 2794000"/>
                <a:gd name="connsiteY2" fmla="*/ 11893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730500 w 2794000"/>
                <a:gd name="connsiteY2" fmla="*/ 11893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76200 w 2870200"/>
                <a:gd name="connsiteY0" fmla="*/ 165100 h 919031"/>
                <a:gd name="connsiteX1" fmla="*/ 2870200 w 2870200"/>
                <a:gd name="connsiteY1" fmla="*/ 0 h 919031"/>
                <a:gd name="connsiteX2" fmla="*/ 2806700 w 2870200"/>
                <a:gd name="connsiteY2" fmla="*/ 118931 h 919031"/>
                <a:gd name="connsiteX3" fmla="*/ 0 w 2870200"/>
                <a:gd name="connsiteY3" fmla="*/ 919031 h 919031"/>
                <a:gd name="connsiteX4" fmla="*/ 76200 w 2870200"/>
                <a:gd name="connsiteY4" fmla="*/ 165100 h 919031"/>
                <a:gd name="connsiteX0" fmla="*/ 76200 w 2870200"/>
                <a:gd name="connsiteY0" fmla="*/ 165100 h 1258957"/>
                <a:gd name="connsiteX1" fmla="*/ 2870200 w 2870200"/>
                <a:gd name="connsiteY1" fmla="*/ 0 h 1258957"/>
                <a:gd name="connsiteX2" fmla="*/ 2806700 w 2870200"/>
                <a:gd name="connsiteY2" fmla="*/ 118931 h 1258957"/>
                <a:gd name="connsiteX3" fmla="*/ 0 w 2870200"/>
                <a:gd name="connsiteY3" fmla="*/ 919031 h 1258957"/>
                <a:gd name="connsiteX4" fmla="*/ 76200 w 2870200"/>
                <a:gd name="connsiteY4" fmla="*/ 165100 h 1258957"/>
                <a:gd name="connsiteX0" fmla="*/ 76200 w 2844800"/>
                <a:gd name="connsiteY0" fmla="*/ 215900 h 1309757"/>
                <a:gd name="connsiteX1" fmla="*/ 2844800 w 2844800"/>
                <a:gd name="connsiteY1" fmla="*/ 0 h 1309757"/>
                <a:gd name="connsiteX2" fmla="*/ 2806700 w 2844800"/>
                <a:gd name="connsiteY2" fmla="*/ 169731 h 1309757"/>
                <a:gd name="connsiteX3" fmla="*/ 0 w 2844800"/>
                <a:gd name="connsiteY3" fmla="*/ 969831 h 1309757"/>
                <a:gd name="connsiteX4" fmla="*/ 76200 w 2844800"/>
                <a:gd name="connsiteY4" fmla="*/ 215900 h 1309757"/>
                <a:gd name="connsiteX0" fmla="*/ 76200 w 2844800"/>
                <a:gd name="connsiteY0" fmla="*/ 215900 h 1306996"/>
                <a:gd name="connsiteX1" fmla="*/ 2844800 w 2844800"/>
                <a:gd name="connsiteY1" fmla="*/ 0 h 1306996"/>
                <a:gd name="connsiteX2" fmla="*/ 2813050 w 2844800"/>
                <a:gd name="connsiteY2" fmla="*/ 157031 h 1306996"/>
                <a:gd name="connsiteX3" fmla="*/ 0 w 2844800"/>
                <a:gd name="connsiteY3" fmla="*/ 969831 h 1306996"/>
                <a:gd name="connsiteX4" fmla="*/ 76200 w 2844800"/>
                <a:gd name="connsiteY4" fmla="*/ 215900 h 1306996"/>
                <a:gd name="connsiteX0" fmla="*/ 76200 w 2844800"/>
                <a:gd name="connsiteY0" fmla="*/ 215900 h 1302246"/>
                <a:gd name="connsiteX1" fmla="*/ 2844800 w 2844800"/>
                <a:gd name="connsiteY1" fmla="*/ 0 h 1302246"/>
                <a:gd name="connsiteX2" fmla="*/ 2813050 w 2844800"/>
                <a:gd name="connsiteY2" fmla="*/ 157031 h 1302246"/>
                <a:gd name="connsiteX3" fmla="*/ 0 w 2844800"/>
                <a:gd name="connsiteY3" fmla="*/ 969831 h 1302246"/>
                <a:gd name="connsiteX4" fmla="*/ 76200 w 2844800"/>
                <a:gd name="connsiteY4" fmla="*/ 215900 h 1302246"/>
                <a:gd name="connsiteX0" fmla="*/ 76200 w 2844800"/>
                <a:gd name="connsiteY0" fmla="*/ 215900 h 1310621"/>
                <a:gd name="connsiteX1" fmla="*/ 2844800 w 2844800"/>
                <a:gd name="connsiteY1" fmla="*/ 0 h 1310621"/>
                <a:gd name="connsiteX2" fmla="*/ 2813050 w 2844800"/>
                <a:gd name="connsiteY2" fmla="*/ 157031 h 1310621"/>
                <a:gd name="connsiteX3" fmla="*/ 0 w 2844800"/>
                <a:gd name="connsiteY3" fmla="*/ 969831 h 1310621"/>
                <a:gd name="connsiteX4" fmla="*/ 76200 w 2844800"/>
                <a:gd name="connsiteY4" fmla="*/ 215900 h 1310621"/>
                <a:gd name="connsiteX0" fmla="*/ 76200 w 2844800"/>
                <a:gd name="connsiteY0" fmla="*/ 215900 h 1327448"/>
                <a:gd name="connsiteX1" fmla="*/ 2844800 w 2844800"/>
                <a:gd name="connsiteY1" fmla="*/ 0 h 1327448"/>
                <a:gd name="connsiteX2" fmla="*/ 2813050 w 2844800"/>
                <a:gd name="connsiteY2" fmla="*/ 157031 h 1327448"/>
                <a:gd name="connsiteX3" fmla="*/ 0 w 2844800"/>
                <a:gd name="connsiteY3" fmla="*/ 969831 h 1327448"/>
                <a:gd name="connsiteX4" fmla="*/ 76200 w 2844800"/>
                <a:gd name="connsiteY4" fmla="*/ 215900 h 1327448"/>
                <a:gd name="connsiteX0" fmla="*/ 218561 w 2987161"/>
                <a:gd name="connsiteY0" fmla="*/ 215900 h 1327448"/>
                <a:gd name="connsiteX1" fmla="*/ 2987161 w 2987161"/>
                <a:gd name="connsiteY1" fmla="*/ 0 h 1327448"/>
                <a:gd name="connsiteX2" fmla="*/ 2955411 w 2987161"/>
                <a:gd name="connsiteY2" fmla="*/ 157031 h 1327448"/>
                <a:gd name="connsiteX3" fmla="*/ 142361 w 2987161"/>
                <a:gd name="connsiteY3" fmla="*/ 969831 h 1327448"/>
                <a:gd name="connsiteX4" fmla="*/ 218561 w 2987161"/>
                <a:gd name="connsiteY4" fmla="*/ 215900 h 1327448"/>
                <a:gd name="connsiteX0" fmla="*/ 238644 w 3007244"/>
                <a:gd name="connsiteY0" fmla="*/ 215900 h 1377389"/>
                <a:gd name="connsiteX1" fmla="*/ 3007244 w 3007244"/>
                <a:gd name="connsiteY1" fmla="*/ 0 h 1377389"/>
                <a:gd name="connsiteX2" fmla="*/ 2975494 w 3007244"/>
                <a:gd name="connsiteY2" fmla="*/ 157031 h 1377389"/>
                <a:gd name="connsiteX3" fmla="*/ 137044 w 3007244"/>
                <a:gd name="connsiteY3" fmla="*/ 1033331 h 1377389"/>
                <a:gd name="connsiteX4" fmla="*/ 238644 w 3007244"/>
                <a:gd name="connsiteY4" fmla="*/ 215900 h 1377389"/>
                <a:gd name="connsiteX0" fmla="*/ 238644 w 3007244"/>
                <a:gd name="connsiteY0" fmla="*/ 215900 h 1291158"/>
                <a:gd name="connsiteX1" fmla="*/ 3007244 w 3007244"/>
                <a:gd name="connsiteY1" fmla="*/ 0 h 1291158"/>
                <a:gd name="connsiteX2" fmla="*/ 2975494 w 3007244"/>
                <a:gd name="connsiteY2" fmla="*/ 157031 h 1291158"/>
                <a:gd name="connsiteX3" fmla="*/ 137044 w 3007244"/>
                <a:gd name="connsiteY3" fmla="*/ 1033331 h 1291158"/>
                <a:gd name="connsiteX4" fmla="*/ 238644 w 3007244"/>
                <a:gd name="connsiteY4" fmla="*/ 215900 h 1291158"/>
                <a:gd name="connsiteX0" fmla="*/ 238644 w 3007244"/>
                <a:gd name="connsiteY0" fmla="*/ 215900 h 1327151"/>
                <a:gd name="connsiteX1" fmla="*/ 3007244 w 3007244"/>
                <a:gd name="connsiteY1" fmla="*/ 0 h 1327151"/>
                <a:gd name="connsiteX2" fmla="*/ 2975494 w 3007244"/>
                <a:gd name="connsiteY2" fmla="*/ 157031 h 1327151"/>
                <a:gd name="connsiteX3" fmla="*/ 137044 w 3007244"/>
                <a:gd name="connsiteY3" fmla="*/ 1033331 h 1327151"/>
                <a:gd name="connsiteX4" fmla="*/ 238644 w 3007244"/>
                <a:gd name="connsiteY4" fmla="*/ 215900 h 1327151"/>
                <a:gd name="connsiteX0" fmla="*/ 213604 w 3013954"/>
                <a:gd name="connsiteY0" fmla="*/ 0 h 1416051"/>
                <a:gd name="connsiteX1" fmla="*/ 3013954 w 3013954"/>
                <a:gd name="connsiteY1" fmla="*/ 88900 h 1416051"/>
                <a:gd name="connsiteX2" fmla="*/ 2982204 w 3013954"/>
                <a:gd name="connsiteY2" fmla="*/ 245931 h 1416051"/>
                <a:gd name="connsiteX3" fmla="*/ 143754 w 3013954"/>
                <a:gd name="connsiteY3" fmla="*/ 1122231 h 1416051"/>
                <a:gd name="connsiteX4" fmla="*/ 213604 w 3013954"/>
                <a:gd name="connsiteY4" fmla="*/ 0 h 1416051"/>
                <a:gd name="connsiteX0" fmla="*/ 258407 w 3058757"/>
                <a:gd name="connsiteY0" fmla="*/ 0 h 1416051"/>
                <a:gd name="connsiteX1" fmla="*/ 3058757 w 3058757"/>
                <a:gd name="connsiteY1" fmla="*/ 88900 h 1416051"/>
                <a:gd name="connsiteX2" fmla="*/ 3027007 w 3058757"/>
                <a:gd name="connsiteY2" fmla="*/ 245931 h 1416051"/>
                <a:gd name="connsiteX3" fmla="*/ 188557 w 3058757"/>
                <a:gd name="connsiteY3" fmla="*/ 1122231 h 1416051"/>
                <a:gd name="connsiteX4" fmla="*/ 258407 w 3058757"/>
                <a:gd name="connsiteY4" fmla="*/ 0 h 1416051"/>
                <a:gd name="connsiteX0" fmla="*/ 258407 w 3058757"/>
                <a:gd name="connsiteY0" fmla="*/ 292992 h 1709043"/>
                <a:gd name="connsiteX1" fmla="*/ 3058757 w 3058757"/>
                <a:gd name="connsiteY1" fmla="*/ 381892 h 1709043"/>
                <a:gd name="connsiteX2" fmla="*/ 3027007 w 3058757"/>
                <a:gd name="connsiteY2" fmla="*/ 538923 h 1709043"/>
                <a:gd name="connsiteX3" fmla="*/ 188557 w 3058757"/>
                <a:gd name="connsiteY3" fmla="*/ 1415223 h 1709043"/>
                <a:gd name="connsiteX4" fmla="*/ 258407 w 3058757"/>
                <a:gd name="connsiteY4" fmla="*/ 292992 h 1709043"/>
                <a:gd name="connsiteX0" fmla="*/ 258407 w 3058757"/>
                <a:gd name="connsiteY0" fmla="*/ 392530 h 1808581"/>
                <a:gd name="connsiteX1" fmla="*/ 3058757 w 3058757"/>
                <a:gd name="connsiteY1" fmla="*/ 481430 h 1808581"/>
                <a:gd name="connsiteX2" fmla="*/ 3027007 w 3058757"/>
                <a:gd name="connsiteY2" fmla="*/ 638461 h 1808581"/>
                <a:gd name="connsiteX3" fmla="*/ 188557 w 3058757"/>
                <a:gd name="connsiteY3" fmla="*/ 1514761 h 1808581"/>
                <a:gd name="connsiteX4" fmla="*/ 258407 w 3058757"/>
                <a:gd name="connsiteY4" fmla="*/ 392530 h 180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8757" h="1808581">
                  <a:moveTo>
                    <a:pt x="258407" y="392530"/>
                  </a:moveTo>
                  <a:cubicBezTo>
                    <a:pt x="1014057" y="-301737"/>
                    <a:pt x="2620607" y="51747"/>
                    <a:pt x="3058757" y="481430"/>
                  </a:cubicBezTo>
                  <a:lnTo>
                    <a:pt x="3027007" y="638461"/>
                  </a:lnTo>
                  <a:cubicBezTo>
                    <a:pt x="2104140" y="1713728"/>
                    <a:pt x="647874" y="2147644"/>
                    <a:pt x="188557" y="1514761"/>
                  </a:cubicBezTo>
                  <a:cubicBezTo>
                    <a:pt x="-160693" y="1034851"/>
                    <a:pt x="42507" y="605740"/>
                    <a:pt x="258407" y="392530"/>
                  </a:cubicBezTo>
                  <a:close/>
                </a:path>
              </a:pathLst>
            </a:custGeom>
            <a:solidFill>
              <a:srgbClr val="06111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52E4492B-8A3C-3D84-A0A2-0B116F104634}"/>
                </a:ext>
              </a:extLst>
            </p:cNvPr>
            <p:cNvSpPr/>
            <p:nvPr/>
          </p:nvSpPr>
          <p:spPr>
            <a:xfrm>
              <a:off x="5712426" y="2746485"/>
              <a:ext cx="692249" cy="852378"/>
            </a:xfrm>
            <a:custGeom>
              <a:avLst/>
              <a:gdLst>
                <a:gd name="connsiteX0" fmla="*/ 0 w 157162"/>
                <a:gd name="connsiteY0" fmla="*/ 0 h 271463"/>
                <a:gd name="connsiteX1" fmla="*/ 157162 w 157162"/>
                <a:gd name="connsiteY1" fmla="*/ 0 h 271463"/>
                <a:gd name="connsiteX2" fmla="*/ 157162 w 157162"/>
                <a:gd name="connsiteY2" fmla="*/ 271463 h 271463"/>
                <a:gd name="connsiteX3" fmla="*/ 0 w 157162"/>
                <a:gd name="connsiteY3" fmla="*/ 271463 h 271463"/>
                <a:gd name="connsiteX4" fmla="*/ 0 w 157162"/>
                <a:gd name="connsiteY4" fmla="*/ 0 h 271463"/>
                <a:gd name="connsiteX0" fmla="*/ 0 w 211137"/>
                <a:gd name="connsiteY0" fmla="*/ 0 h 417513"/>
                <a:gd name="connsiteX1" fmla="*/ 211137 w 211137"/>
                <a:gd name="connsiteY1" fmla="*/ 146050 h 417513"/>
                <a:gd name="connsiteX2" fmla="*/ 211137 w 211137"/>
                <a:gd name="connsiteY2" fmla="*/ 417513 h 417513"/>
                <a:gd name="connsiteX3" fmla="*/ 53975 w 211137"/>
                <a:gd name="connsiteY3" fmla="*/ 417513 h 417513"/>
                <a:gd name="connsiteX4" fmla="*/ 0 w 211137"/>
                <a:gd name="connsiteY4" fmla="*/ 0 h 417513"/>
                <a:gd name="connsiteX0" fmla="*/ 31750 w 242887"/>
                <a:gd name="connsiteY0" fmla="*/ 0 h 735013"/>
                <a:gd name="connsiteX1" fmla="*/ 242887 w 242887"/>
                <a:gd name="connsiteY1" fmla="*/ 146050 h 735013"/>
                <a:gd name="connsiteX2" fmla="*/ 242887 w 242887"/>
                <a:gd name="connsiteY2" fmla="*/ 417513 h 735013"/>
                <a:gd name="connsiteX3" fmla="*/ 0 w 242887"/>
                <a:gd name="connsiteY3" fmla="*/ 735013 h 735013"/>
                <a:gd name="connsiteX4" fmla="*/ 31750 w 242887"/>
                <a:gd name="connsiteY4" fmla="*/ 0 h 735013"/>
                <a:gd name="connsiteX0" fmla="*/ 25400 w 242887"/>
                <a:gd name="connsiteY0" fmla="*/ 0 h 760413"/>
                <a:gd name="connsiteX1" fmla="*/ 242887 w 242887"/>
                <a:gd name="connsiteY1" fmla="*/ 171450 h 760413"/>
                <a:gd name="connsiteX2" fmla="*/ 242887 w 242887"/>
                <a:gd name="connsiteY2" fmla="*/ 442913 h 760413"/>
                <a:gd name="connsiteX3" fmla="*/ 0 w 242887"/>
                <a:gd name="connsiteY3" fmla="*/ 760413 h 760413"/>
                <a:gd name="connsiteX4" fmla="*/ 25400 w 242887"/>
                <a:gd name="connsiteY4" fmla="*/ 0 h 760413"/>
                <a:gd name="connsiteX0" fmla="*/ 25400 w 449262"/>
                <a:gd name="connsiteY0" fmla="*/ 73025 h 833438"/>
                <a:gd name="connsiteX1" fmla="*/ 449262 w 449262"/>
                <a:gd name="connsiteY1" fmla="*/ 0 h 833438"/>
                <a:gd name="connsiteX2" fmla="*/ 242887 w 449262"/>
                <a:gd name="connsiteY2" fmla="*/ 515938 h 833438"/>
                <a:gd name="connsiteX3" fmla="*/ 0 w 449262"/>
                <a:gd name="connsiteY3" fmla="*/ 833438 h 833438"/>
                <a:gd name="connsiteX4" fmla="*/ 25400 w 449262"/>
                <a:gd name="connsiteY4" fmla="*/ 73025 h 833438"/>
                <a:gd name="connsiteX0" fmla="*/ 25400 w 517676"/>
                <a:gd name="connsiteY0" fmla="*/ 73025 h 833438"/>
                <a:gd name="connsiteX1" fmla="*/ 449262 w 517676"/>
                <a:gd name="connsiteY1" fmla="*/ 0 h 833438"/>
                <a:gd name="connsiteX2" fmla="*/ 515937 w 517676"/>
                <a:gd name="connsiteY2" fmla="*/ 180975 h 833438"/>
                <a:gd name="connsiteX3" fmla="*/ 242887 w 517676"/>
                <a:gd name="connsiteY3" fmla="*/ 515938 h 833438"/>
                <a:gd name="connsiteX4" fmla="*/ 0 w 517676"/>
                <a:gd name="connsiteY4" fmla="*/ 833438 h 833438"/>
                <a:gd name="connsiteX5" fmla="*/ 25400 w 517676"/>
                <a:gd name="connsiteY5" fmla="*/ 73025 h 833438"/>
                <a:gd name="connsiteX0" fmla="*/ 25400 w 520509"/>
                <a:gd name="connsiteY0" fmla="*/ 73025 h 833438"/>
                <a:gd name="connsiteX1" fmla="*/ 449262 w 520509"/>
                <a:gd name="connsiteY1" fmla="*/ 0 h 833438"/>
                <a:gd name="connsiteX2" fmla="*/ 319087 w 520509"/>
                <a:gd name="connsiteY2" fmla="*/ 88900 h 833438"/>
                <a:gd name="connsiteX3" fmla="*/ 515937 w 520509"/>
                <a:gd name="connsiteY3" fmla="*/ 180975 h 833438"/>
                <a:gd name="connsiteX4" fmla="*/ 242887 w 520509"/>
                <a:gd name="connsiteY4" fmla="*/ 515938 h 833438"/>
                <a:gd name="connsiteX5" fmla="*/ 0 w 520509"/>
                <a:gd name="connsiteY5" fmla="*/ 833438 h 833438"/>
                <a:gd name="connsiteX6" fmla="*/ 25400 w 520509"/>
                <a:gd name="connsiteY6" fmla="*/ 73025 h 833438"/>
                <a:gd name="connsiteX0" fmla="*/ 25400 w 515937"/>
                <a:gd name="connsiteY0" fmla="*/ 73025 h 833438"/>
                <a:gd name="connsiteX1" fmla="*/ 449262 w 515937"/>
                <a:gd name="connsiteY1" fmla="*/ 0 h 833438"/>
                <a:gd name="connsiteX2" fmla="*/ 319087 w 515937"/>
                <a:gd name="connsiteY2" fmla="*/ 88900 h 833438"/>
                <a:gd name="connsiteX3" fmla="*/ 515937 w 515937"/>
                <a:gd name="connsiteY3" fmla="*/ 180975 h 833438"/>
                <a:gd name="connsiteX4" fmla="*/ 436562 w 515937"/>
                <a:gd name="connsiteY4" fmla="*/ 212725 h 833438"/>
                <a:gd name="connsiteX5" fmla="*/ 242887 w 515937"/>
                <a:gd name="connsiteY5" fmla="*/ 515938 h 833438"/>
                <a:gd name="connsiteX6" fmla="*/ 0 w 515937"/>
                <a:gd name="connsiteY6" fmla="*/ 833438 h 833438"/>
                <a:gd name="connsiteX7" fmla="*/ 25400 w 515937"/>
                <a:gd name="connsiteY7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242887 w 551562"/>
                <a:gd name="connsiteY6" fmla="*/ 515938 h 833438"/>
                <a:gd name="connsiteX7" fmla="*/ 0 w 551562"/>
                <a:gd name="connsiteY7" fmla="*/ 833438 h 833438"/>
                <a:gd name="connsiteX8" fmla="*/ 25400 w 551562"/>
                <a:gd name="connsiteY8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242887 w 551562"/>
                <a:gd name="connsiteY7" fmla="*/ 515938 h 833438"/>
                <a:gd name="connsiteX8" fmla="*/ 0 w 551562"/>
                <a:gd name="connsiteY8" fmla="*/ 833438 h 833438"/>
                <a:gd name="connsiteX9" fmla="*/ 25400 w 551562"/>
                <a:gd name="connsiteY9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242887 w 551562"/>
                <a:gd name="connsiteY8" fmla="*/ 515938 h 833438"/>
                <a:gd name="connsiteX9" fmla="*/ 0 w 551562"/>
                <a:gd name="connsiteY9" fmla="*/ 833438 h 833438"/>
                <a:gd name="connsiteX10" fmla="*/ 25400 w 551562"/>
                <a:gd name="connsiteY10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242887 w 551562"/>
                <a:gd name="connsiteY9" fmla="*/ 515938 h 833438"/>
                <a:gd name="connsiteX10" fmla="*/ 0 w 551562"/>
                <a:gd name="connsiteY10" fmla="*/ 833438 h 833438"/>
                <a:gd name="connsiteX11" fmla="*/ 25400 w 551562"/>
                <a:gd name="connsiteY11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42887 w 551562"/>
                <a:gd name="connsiteY10" fmla="*/ 515938 h 833438"/>
                <a:gd name="connsiteX11" fmla="*/ 0 w 551562"/>
                <a:gd name="connsiteY11" fmla="*/ 833438 h 833438"/>
                <a:gd name="connsiteX12" fmla="*/ 25400 w 551562"/>
                <a:gd name="connsiteY12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0 w 551562"/>
                <a:gd name="connsiteY11" fmla="*/ 833438 h 833438"/>
                <a:gd name="connsiteX12" fmla="*/ 25400 w 551562"/>
                <a:gd name="connsiteY12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0 w 551562"/>
                <a:gd name="connsiteY12" fmla="*/ 833438 h 833438"/>
                <a:gd name="connsiteX13" fmla="*/ 25400 w 551562"/>
                <a:gd name="connsiteY13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153986 w 551562"/>
                <a:gd name="connsiteY12" fmla="*/ 615950 h 833438"/>
                <a:gd name="connsiteX13" fmla="*/ 0 w 551562"/>
                <a:gd name="connsiteY13" fmla="*/ 833438 h 833438"/>
                <a:gd name="connsiteX14" fmla="*/ 25400 w 551562"/>
                <a:gd name="connsiteY14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153986 w 551562"/>
                <a:gd name="connsiteY12" fmla="*/ 615950 h 833438"/>
                <a:gd name="connsiteX13" fmla="*/ 0 w 551562"/>
                <a:gd name="connsiteY13" fmla="*/ 833438 h 833438"/>
                <a:gd name="connsiteX14" fmla="*/ 25400 w 551562"/>
                <a:gd name="connsiteY14" fmla="*/ 73025 h 833438"/>
                <a:gd name="connsiteX0" fmla="*/ 25400 w 551562"/>
                <a:gd name="connsiteY0" fmla="*/ 91965 h 852378"/>
                <a:gd name="connsiteX1" fmla="*/ 449262 w 551562"/>
                <a:gd name="connsiteY1" fmla="*/ 18940 h 852378"/>
                <a:gd name="connsiteX2" fmla="*/ 319087 w 551562"/>
                <a:gd name="connsiteY2" fmla="*/ 107840 h 852378"/>
                <a:gd name="connsiteX3" fmla="*/ 515937 w 551562"/>
                <a:gd name="connsiteY3" fmla="*/ 199915 h 852378"/>
                <a:gd name="connsiteX4" fmla="*/ 436562 w 551562"/>
                <a:gd name="connsiteY4" fmla="*/ 231665 h 852378"/>
                <a:gd name="connsiteX5" fmla="*/ 550862 w 551562"/>
                <a:gd name="connsiteY5" fmla="*/ 387240 h 852378"/>
                <a:gd name="connsiteX6" fmla="*/ 427036 w 551562"/>
                <a:gd name="connsiteY6" fmla="*/ 377715 h 852378"/>
                <a:gd name="connsiteX7" fmla="*/ 496886 w 551562"/>
                <a:gd name="connsiteY7" fmla="*/ 565040 h 852378"/>
                <a:gd name="connsiteX8" fmla="*/ 382586 w 551562"/>
                <a:gd name="connsiteY8" fmla="*/ 507890 h 852378"/>
                <a:gd name="connsiteX9" fmla="*/ 363536 w 551562"/>
                <a:gd name="connsiteY9" fmla="*/ 688865 h 852378"/>
                <a:gd name="connsiteX10" fmla="*/ 293687 w 551562"/>
                <a:gd name="connsiteY10" fmla="*/ 560278 h 852378"/>
                <a:gd name="connsiteX11" fmla="*/ 207961 w 551562"/>
                <a:gd name="connsiteY11" fmla="*/ 771415 h 852378"/>
                <a:gd name="connsiteX12" fmla="*/ 153986 w 551562"/>
                <a:gd name="connsiteY12" fmla="*/ 634890 h 852378"/>
                <a:gd name="connsiteX13" fmla="*/ 0 w 551562"/>
                <a:gd name="connsiteY13" fmla="*/ 852378 h 852378"/>
                <a:gd name="connsiteX14" fmla="*/ 25400 w 551562"/>
                <a:gd name="connsiteY14" fmla="*/ 91965 h 852378"/>
                <a:gd name="connsiteX0" fmla="*/ 114540 w 640702"/>
                <a:gd name="connsiteY0" fmla="*/ 91965 h 852378"/>
                <a:gd name="connsiteX1" fmla="*/ 538402 w 640702"/>
                <a:gd name="connsiteY1" fmla="*/ 18940 h 852378"/>
                <a:gd name="connsiteX2" fmla="*/ 408227 w 640702"/>
                <a:gd name="connsiteY2" fmla="*/ 107840 h 852378"/>
                <a:gd name="connsiteX3" fmla="*/ 605077 w 640702"/>
                <a:gd name="connsiteY3" fmla="*/ 199915 h 852378"/>
                <a:gd name="connsiteX4" fmla="*/ 525702 w 640702"/>
                <a:gd name="connsiteY4" fmla="*/ 231665 h 852378"/>
                <a:gd name="connsiteX5" fmla="*/ 640002 w 640702"/>
                <a:gd name="connsiteY5" fmla="*/ 387240 h 852378"/>
                <a:gd name="connsiteX6" fmla="*/ 516176 w 640702"/>
                <a:gd name="connsiteY6" fmla="*/ 377715 h 852378"/>
                <a:gd name="connsiteX7" fmla="*/ 586026 w 640702"/>
                <a:gd name="connsiteY7" fmla="*/ 565040 h 852378"/>
                <a:gd name="connsiteX8" fmla="*/ 471726 w 640702"/>
                <a:gd name="connsiteY8" fmla="*/ 507890 h 852378"/>
                <a:gd name="connsiteX9" fmla="*/ 452676 w 640702"/>
                <a:gd name="connsiteY9" fmla="*/ 688865 h 852378"/>
                <a:gd name="connsiteX10" fmla="*/ 382827 w 640702"/>
                <a:gd name="connsiteY10" fmla="*/ 560278 h 852378"/>
                <a:gd name="connsiteX11" fmla="*/ 297101 w 640702"/>
                <a:gd name="connsiteY11" fmla="*/ 771415 h 852378"/>
                <a:gd name="connsiteX12" fmla="*/ 243126 w 640702"/>
                <a:gd name="connsiteY12" fmla="*/ 634890 h 852378"/>
                <a:gd name="connsiteX13" fmla="*/ 89140 w 640702"/>
                <a:gd name="connsiteY13" fmla="*/ 852378 h 852378"/>
                <a:gd name="connsiteX14" fmla="*/ 114540 w 640702"/>
                <a:gd name="connsiteY14" fmla="*/ 91965 h 852378"/>
                <a:gd name="connsiteX0" fmla="*/ 166087 w 692249"/>
                <a:gd name="connsiteY0" fmla="*/ 91965 h 852378"/>
                <a:gd name="connsiteX1" fmla="*/ 589949 w 692249"/>
                <a:gd name="connsiteY1" fmla="*/ 18940 h 852378"/>
                <a:gd name="connsiteX2" fmla="*/ 459774 w 692249"/>
                <a:gd name="connsiteY2" fmla="*/ 107840 h 852378"/>
                <a:gd name="connsiteX3" fmla="*/ 656624 w 692249"/>
                <a:gd name="connsiteY3" fmla="*/ 199915 h 852378"/>
                <a:gd name="connsiteX4" fmla="*/ 577249 w 692249"/>
                <a:gd name="connsiteY4" fmla="*/ 231665 h 852378"/>
                <a:gd name="connsiteX5" fmla="*/ 691549 w 692249"/>
                <a:gd name="connsiteY5" fmla="*/ 387240 h 852378"/>
                <a:gd name="connsiteX6" fmla="*/ 567723 w 692249"/>
                <a:gd name="connsiteY6" fmla="*/ 377715 h 852378"/>
                <a:gd name="connsiteX7" fmla="*/ 637573 w 692249"/>
                <a:gd name="connsiteY7" fmla="*/ 565040 h 852378"/>
                <a:gd name="connsiteX8" fmla="*/ 523273 w 692249"/>
                <a:gd name="connsiteY8" fmla="*/ 507890 h 852378"/>
                <a:gd name="connsiteX9" fmla="*/ 504223 w 692249"/>
                <a:gd name="connsiteY9" fmla="*/ 688865 h 852378"/>
                <a:gd name="connsiteX10" fmla="*/ 434374 w 692249"/>
                <a:gd name="connsiteY10" fmla="*/ 560278 h 852378"/>
                <a:gd name="connsiteX11" fmla="*/ 348648 w 692249"/>
                <a:gd name="connsiteY11" fmla="*/ 771415 h 852378"/>
                <a:gd name="connsiteX12" fmla="*/ 294673 w 692249"/>
                <a:gd name="connsiteY12" fmla="*/ 634890 h 852378"/>
                <a:gd name="connsiteX13" fmla="*/ 140687 w 692249"/>
                <a:gd name="connsiteY13" fmla="*/ 852378 h 852378"/>
                <a:gd name="connsiteX14" fmla="*/ 166087 w 692249"/>
                <a:gd name="connsiteY14" fmla="*/ 91965 h 85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2249" h="852378">
                  <a:moveTo>
                    <a:pt x="166087" y="91965"/>
                  </a:moveTo>
                  <a:cubicBezTo>
                    <a:pt x="278799" y="-18102"/>
                    <a:pt x="547087" y="-10693"/>
                    <a:pt x="589949" y="18940"/>
                  </a:cubicBezTo>
                  <a:cubicBezTo>
                    <a:pt x="665355" y="19998"/>
                    <a:pt x="448662" y="77678"/>
                    <a:pt x="459774" y="107840"/>
                  </a:cubicBezTo>
                  <a:cubicBezTo>
                    <a:pt x="470886" y="138002"/>
                    <a:pt x="630695" y="175573"/>
                    <a:pt x="656624" y="199915"/>
                  </a:cubicBezTo>
                  <a:cubicBezTo>
                    <a:pt x="642866" y="217907"/>
                    <a:pt x="591007" y="213673"/>
                    <a:pt x="577249" y="231665"/>
                  </a:cubicBezTo>
                  <a:cubicBezTo>
                    <a:pt x="565607" y="249657"/>
                    <a:pt x="703191" y="369248"/>
                    <a:pt x="691549" y="387240"/>
                  </a:cubicBezTo>
                  <a:cubicBezTo>
                    <a:pt x="671440" y="398882"/>
                    <a:pt x="587832" y="366073"/>
                    <a:pt x="567723" y="377715"/>
                  </a:cubicBezTo>
                  <a:cubicBezTo>
                    <a:pt x="557140" y="386182"/>
                    <a:pt x="648156" y="556573"/>
                    <a:pt x="637573" y="565040"/>
                  </a:cubicBezTo>
                  <a:cubicBezTo>
                    <a:pt x="591006" y="558690"/>
                    <a:pt x="569840" y="514240"/>
                    <a:pt x="523273" y="507890"/>
                  </a:cubicBezTo>
                  <a:cubicBezTo>
                    <a:pt x="498931" y="512123"/>
                    <a:pt x="528565" y="684632"/>
                    <a:pt x="504223" y="688865"/>
                  </a:cubicBezTo>
                  <a:lnTo>
                    <a:pt x="434374" y="560278"/>
                  </a:lnTo>
                  <a:cubicBezTo>
                    <a:pt x="412149" y="581974"/>
                    <a:pt x="370873" y="749719"/>
                    <a:pt x="348648" y="771415"/>
                  </a:cubicBezTo>
                  <a:cubicBezTo>
                    <a:pt x="312665" y="785173"/>
                    <a:pt x="330656" y="621132"/>
                    <a:pt x="294673" y="634890"/>
                  </a:cubicBezTo>
                  <a:lnTo>
                    <a:pt x="140687" y="852378"/>
                  </a:lnTo>
                  <a:cubicBezTo>
                    <a:pt x="-69921" y="646532"/>
                    <a:pt x="-29705" y="189861"/>
                    <a:pt x="166087" y="91965"/>
                  </a:cubicBezTo>
                  <a:close/>
                </a:path>
              </a:pathLst>
            </a:custGeom>
            <a:solidFill>
              <a:srgbClr val="968074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3A2BC634-0D96-400B-59D3-1C172DC537AA}"/>
                </a:ext>
              </a:extLst>
            </p:cNvPr>
            <p:cNvSpPr/>
            <p:nvPr/>
          </p:nvSpPr>
          <p:spPr>
            <a:xfrm>
              <a:off x="3864223" y="3527425"/>
              <a:ext cx="560325" cy="1247919"/>
            </a:xfrm>
            <a:custGeom>
              <a:avLst/>
              <a:gdLst>
                <a:gd name="connsiteX0" fmla="*/ 0 w 333743"/>
                <a:gd name="connsiteY0" fmla="*/ 0 h 825644"/>
                <a:gd name="connsiteX1" fmla="*/ 333743 w 333743"/>
                <a:gd name="connsiteY1" fmla="*/ 0 h 825644"/>
                <a:gd name="connsiteX2" fmla="*/ 333743 w 333743"/>
                <a:gd name="connsiteY2" fmla="*/ 825644 h 825644"/>
                <a:gd name="connsiteX3" fmla="*/ 0 w 333743"/>
                <a:gd name="connsiteY3" fmla="*/ 825644 h 825644"/>
                <a:gd name="connsiteX4" fmla="*/ 0 w 333743"/>
                <a:gd name="connsiteY4" fmla="*/ 0 h 825644"/>
                <a:gd name="connsiteX0" fmla="*/ 0 w 511543"/>
                <a:gd name="connsiteY0" fmla="*/ 0 h 1095519"/>
                <a:gd name="connsiteX1" fmla="*/ 511543 w 511543"/>
                <a:gd name="connsiteY1" fmla="*/ 269875 h 1095519"/>
                <a:gd name="connsiteX2" fmla="*/ 511543 w 511543"/>
                <a:gd name="connsiteY2" fmla="*/ 1095519 h 1095519"/>
                <a:gd name="connsiteX3" fmla="*/ 177800 w 511543"/>
                <a:gd name="connsiteY3" fmla="*/ 1095519 h 1095519"/>
                <a:gd name="connsiteX4" fmla="*/ 0 w 511543"/>
                <a:gd name="connsiteY4" fmla="*/ 0 h 1095519"/>
                <a:gd name="connsiteX0" fmla="*/ 6171 w 517714"/>
                <a:gd name="connsiteY0" fmla="*/ 0 h 1095519"/>
                <a:gd name="connsiteX1" fmla="*/ 517714 w 517714"/>
                <a:gd name="connsiteY1" fmla="*/ 269875 h 1095519"/>
                <a:gd name="connsiteX2" fmla="*/ 517714 w 517714"/>
                <a:gd name="connsiteY2" fmla="*/ 1095519 h 1095519"/>
                <a:gd name="connsiteX3" fmla="*/ 183971 w 517714"/>
                <a:gd name="connsiteY3" fmla="*/ 1095519 h 1095519"/>
                <a:gd name="connsiteX4" fmla="*/ 6171 w 517714"/>
                <a:gd name="connsiteY4" fmla="*/ 0 h 1095519"/>
                <a:gd name="connsiteX0" fmla="*/ 4192 w 515735"/>
                <a:gd name="connsiteY0" fmla="*/ 0 h 1222519"/>
                <a:gd name="connsiteX1" fmla="*/ 515735 w 515735"/>
                <a:gd name="connsiteY1" fmla="*/ 269875 h 1222519"/>
                <a:gd name="connsiteX2" fmla="*/ 515735 w 515735"/>
                <a:gd name="connsiteY2" fmla="*/ 1095519 h 1222519"/>
                <a:gd name="connsiteX3" fmla="*/ 270892 w 515735"/>
                <a:gd name="connsiteY3" fmla="*/ 1222519 h 1222519"/>
                <a:gd name="connsiteX4" fmla="*/ 4192 w 515735"/>
                <a:gd name="connsiteY4" fmla="*/ 0 h 1222519"/>
                <a:gd name="connsiteX0" fmla="*/ 9840 w 521383"/>
                <a:gd name="connsiteY0" fmla="*/ 0 h 1222519"/>
                <a:gd name="connsiteX1" fmla="*/ 521383 w 521383"/>
                <a:gd name="connsiteY1" fmla="*/ 269875 h 1222519"/>
                <a:gd name="connsiteX2" fmla="*/ 521383 w 521383"/>
                <a:gd name="connsiteY2" fmla="*/ 1095519 h 1222519"/>
                <a:gd name="connsiteX3" fmla="*/ 276540 w 521383"/>
                <a:gd name="connsiteY3" fmla="*/ 1222519 h 1222519"/>
                <a:gd name="connsiteX4" fmla="*/ 9840 w 521383"/>
                <a:gd name="connsiteY4" fmla="*/ 0 h 1222519"/>
                <a:gd name="connsiteX0" fmla="*/ 8981 w 520524"/>
                <a:gd name="connsiteY0" fmla="*/ 0 h 1222519"/>
                <a:gd name="connsiteX1" fmla="*/ 520524 w 520524"/>
                <a:gd name="connsiteY1" fmla="*/ 269875 h 1222519"/>
                <a:gd name="connsiteX2" fmla="*/ 520524 w 520524"/>
                <a:gd name="connsiteY2" fmla="*/ 1095519 h 1222519"/>
                <a:gd name="connsiteX3" fmla="*/ 275681 w 520524"/>
                <a:gd name="connsiteY3" fmla="*/ 1222519 h 1222519"/>
                <a:gd name="connsiteX4" fmla="*/ 8981 w 520524"/>
                <a:gd name="connsiteY4" fmla="*/ 0 h 1222519"/>
                <a:gd name="connsiteX0" fmla="*/ 8981 w 545924"/>
                <a:gd name="connsiteY0" fmla="*/ 0 h 1232044"/>
                <a:gd name="connsiteX1" fmla="*/ 520524 w 545924"/>
                <a:gd name="connsiteY1" fmla="*/ 269875 h 1232044"/>
                <a:gd name="connsiteX2" fmla="*/ 545924 w 545924"/>
                <a:gd name="connsiteY2" fmla="*/ 1232044 h 1232044"/>
                <a:gd name="connsiteX3" fmla="*/ 275681 w 545924"/>
                <a:gd name="connsiteY3" fmla="*/ 1222519 h 1232044"/>
                <a:gd name="connsiteX4" fmla="*/ 8981 w 545924"/>
                <a:gd name="connsiteY4" fmla="*/ 0 h 1232044"/>
                <a:gd name="connsiteX0" fmla="*/ 8981 w 558624"/>
                <a:gd name="connsiteY0" fmla="*/ 0 h 1232044"/>
                <a:gd name="connsiteX1" fmla="*/ 558624 w 558624"/>
                <a:gd name="connsiteY1" fmla="*/ 260350 h 1232044"/>
                <a:gd name="connsiteX2" fmla="*/ 545924 w 558624"/>
                <a:gd name="connsiteY2" fmla="*/ 1232044 h 1232044"/>
                <a:gd name="connsiteX3" fmla="*/ 275681 w 558624"/>
                <a:gd name="connsiteY3" fmla="*/ 1222519 h 1232044"/>
                <a:gd name="connsiteX4" fmla="*/ 8981 w 558624"/>
                <a:gd name="connsiteY4" fmla="*/ 0 h 1232044"/>
                <a:gd name="connsiteX0" fmla="*/ 8981 w 558624"/>
                <a:gd name="connsiteY0" fmla="*/ 0 h 1247919"/>
                <a:gd name="connsiteX1" fmla="*/ 558624 w 558624"/>
                <a:gd name="connsiteY1" fmla="*/ 260350 h 1247919"/>
                <a:gd name="connsiteX2" fmla="*/ 545924 w 558624"/>
                <a:gd name="connsiteY2" fmla="*/ 1232044 h 1247919"/>
                <a:gd name="connsiteX3" fmla="*/ 275681 w 558624"/>
                <a:gd name="connsiteY3" fmla="*/ 1247919 h 1247919"/>
                <a:gd name="connsiteX4" fmla="*/ 8981 w 558624"/>
                <a:gd name="connsiteY4" fmla="*/ 0 h 1247919"/>
                <a:gd name="connsiteX0" fmla="*/ 8603 w 558246"/>
                <a:gd name="connsiteY0" fmla="*/ 0 h 1247919"/>
                <a:gd name="connsiteX1" fmla="*/ 558246 w 558246"/>
                <a:gd name="connsiteY1" fmla="*/ 260350 h 1247919"/>
                <a:gd name="connsiteX2" fmla="*/ 545546 w 558246"/>
                <a:gd name="connsiteY2" fmla="*/ 1232044 h 1247919"/>
                <a:gd name="connsiteX3" fmla="*/ 275303 w 558246"/>
                <a:gd name="connsiteY3" fmla="*/ 1247919 h 1247919"/>
                <a:gd name="connsiteX4" fmla="*/ 8603 w 558246"/>
                <a:gd name="connsiteY4" fmla="*/ 0 h 1247919"/>
                <a:gd name="connsiteX0" fmla="*/ 9391 w 559034"/>
                <a:gd name="connsiteY0" fmla="*/ 0 h 1247919"/>
                <a:gd name="connsiteX1" fmla="*/ 559034 w 559034"/>
                <a:gd name="connsiteY1" fmla="*/ 260350 h 1247919"/>
                <a:gd name="connsiteX2" fmla="*/ 546334 w 559034"/>
                <a:gd name="connsiteY2" fmla="*/ 1232044 h 1247919"/>
                <a:gd name="connsiteX3" fmla="*/ 276091 w 559034"/>
                <a:gd name="connsiteY3" fmla="*/ 1247919 h 1247919"/>
                <a:gd name="connsiteX4" fmla="*/ 9391 w 559034"/>
                <a:gd name="connsiteY4" fmla="*/ 0 h 1247919"/>
                <a:gd name="connsiteX0" fmla="*/ 0 w 549643"/>
                <a:gd name="connsiteY0" fmla="*/ 0 h 1247919"/>
                <a:gd name="connsiteX1" fmla="*/ 549643 w 549643"/>
                <a:gd name="connsiteY1" fmla="*/ 260350 h 1247919"/>
                <a:gd name="connsiteX2" fmla="*/ 536943 w 549643"/>
                <a:gd name="connsiteY2" fmla="*/ 1232044 h 1247919"/>
                <a:gd name="connsiteX3" fmla="*/ 266700 w 549643"/>
                <a:gd name="connsiteY3" fmla="*/ 1247919 h 1247919"/>
                <a:gd name="connsiteX4" fmla="*/ 0 w 549643"/>
                <a:gd name="connsiteY4" fmla="*/ 0 h 1247919"/>
                <a:gd name="connsiteX0" fmla="*/ 10975 w 560618"/>
                <a:gd name="connsiteY0" fmla="*/ 0 h 1247919"/>
                <a:gd name="connsiteX1" fmla="*/ 560618 w 560618"/>
                <a:gd name="connsiteY1" fmla="*/ 260350 h 1247919"/>
                <a:gd name="connsiteX2" fmla="*/ 547918 w 560618"/>
                <a:gd name="connsiteY2" fmla="*/ 1232044 h 1247919"/>
                <a:gd name="connsiteX3" fmla="*/ 277675 w 560618"/>
                <a:gd name="connsiteY3" fmla="*/ 1247919 h 1247919"/>
                <a:gd name="connsiteX4" fmla="*/ 10975 w 560618"/>
                <a:gd name="connsiteY4" fmla="*/ 0 h 1247919"/>
                <a:gd name="connsiteX0" fmla="*/ 10682 w 560325"/>
                <a:gd name="connsiteY0" fmla="*/ 0 h 1247919"/>
                <a:gd name="connsiteX1" fmla="*/ 560325 w 560325"/>
                <a:gd name="connsiteY1" fmla="*/ 260350 h 1247919"/>
                <a:gd name="connsiteX2" fmla="*/ 547625 w 560325"/>
                <a:gd name="connsiteY2" fmla="*/ 1232044 h 1247919"/>
                <a:gd name="connsiteX3" fmla="*/ 286907 w 560325"/>
                <a:gd name="connsiteY3" fmla="*/ 1247919 h 1247919"/>
                <a:gd name="connsiteX4" fmla="*/ 10682 w 560325"/>
                <a:gd name="connsiteY4" fmla="*/ 0 h 124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25" h="1247919">
                  <a:moveTo>
                    <a:pt x="10682" y="0"/>
                  </a:moveTo>
                  <a:lnTo>
                    <a:pt x="560325" y="260350"/>
                  </a:lnTo>
                  <a:lnTo>
                    <a:pt x="547625" y="1232044"/>
                  </a:lnTo>
                  <a:lnTo>
                    <a:pt x="286907" y="1247919"/>
                  </a:lnTo>
                  <a:cubicBezTo>
                    <a:pt x="243515" y="1155796"/>
                    <a:pt x="-60226" y="939848"/>
                    <a:pt x="10682" y="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87495478-9B8F-016B-E602-521B3EDB8B66}"/>
                </a:ext>
              </a:extLst>
            </p:cNvPr>
            <p:cNvSpPr/>
            <p:nvPr/>
          </p:nvSpPr>
          <p:spPr>
            <a:xfrm>
              <a:off x="4095751" y="4721497"/>
              <a:ext cx="385764" cy="48435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16584DDC-C6CA-4B52-2FA9-F536321B74F6}"/>
                </a:ext>
              </a:extLst>
            </p:cNvPr>
            <p:cNvSpPr/>
            <p:nvPr/>
          </p:nvSpPr>
          <p:spPr>
            <a:xfrm rot="1038277">
              <a:off x="3899577" y="5075465"/>
              <a:ext cx="310895" cy="1441251"/>
            </a:xfrm>
            <a:custGeom>
              <a:avLst/>
              <a:gdLst>
                <a:gd name="connsiteX0" fmla="*/ 0 w 205425"/>
                <a:gd name="connsiteY0" fmla="*/ 0 h 1269426"/>
                <a:gd name="connsiteX1" fmla="*/ 205425 w 205425"/>
                <a:gd name="connsiteY1" fmla="*/ 0 h 1269426"/>
                <a:gd name="connsiteX2" fmla="*/ 205425 w 205425"/>
                <a:gd name="connsiteY2" fmla="*/ 1269426 h 1269426"/>
                <a:gd name="connsiteX3" fmla="*/ 0 w 205425"/>
                <a:gd name="connsiteY3" fmla="*/ 1269426 h 1269426"/>
                <a:gd name="connsiteX4" fmla="*/ 0 w 205425"/>
                <a:gd name="connsiteY4" fmla="*/ 0 h 1269426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376882"/>
                <a:gd name="connsiteY0" fmla="*/ 0 h 1533445"/>
                <a:gd name="connsiteX1" fmla="*/ 279661 w 376882"/>
                <a:gd name="connsiteY1" fmla="*/ 0 h 1533445"/>
                <a:gd name="connsiteX2" fmla="*/ 376882 w 376882"/>
                <a:gd name="connsiteY2" fmla="*/ 1533445 h 1533445"/>
                <a:gd name="connsiteX3" fmla="*/ 0 w 376882"/>
                <a:gd name="connsiteY3" fmla="*/ 1367380 h 1533445"/>
                <a:gd name="connsiteX4" fmla="*/ 74236 w 376882"/>
                <a:gd name="connsiteY4" fmla="*/ 0 h 1533445"/>
                <a:gd name="connsiteX0" fmla="*/ 74236 w 310895"/>
                <a:gd name="connsiteY0" fmla="*/ 0 h 1367380"/>
                <a:gd name="connsiteX1" fmla="*/ 279661 w 310895"/>
                <a:gd name="connsiteY1" fmla="*/ 0 h 1367380"/>
                <a:gd name="connsiteX2" fmla="*/ 310895 w 310895"/>
                <a:gd name="connsiteY2" fmla="*/ 1289623 h 1367380"/>
                <a:gd name="connsiteX3" fmla="*/ 0 w 310895"/>
                <a:gd name="connsiteY3" fmla="*/ 1367380 h 1367380"/>
                <a:gd name="connsiteX4" fmla="*/ 74236 w 310895"/>
                <a:gd name="connsiteY4" fmla="*/ 0 h 1367380"/>
                <a:gd name="connsiteX0" fmla="*/ 74236 w 310895"/>
                <a:gd name="connsiteY0" fmla="*/ 73871 h 1441251"/>
                <a:gd name="connsiteX1" fmla="*/ 276599 w 310895"/>
                <a:gd name="connsiteY1" fmla="*/ 0 h 1441251"/>
                <a:gd name="connsiteX2" fmla="*/ 310895 w 310895"/>
                <a:gd name="connsiteY2" fmla="*/ 1363494 h 1441251"/>
                <a:gd name="connsiteX3" fmla="*/ 0 w 310895"/>
                <a:gd name="connsiteY3" fmla="*/ 1441251 h 1441251"/>
                <a:gd name="connsiteX4" fmla="*/ 74236 w 310895"/>
                <a:gd name="connsiteY4" fmla="*/ 73871 h 1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895" h="1441251">
                  <a:moveTo>
                    <a:pt x="74236" y="73871"/>
                  </a:moveTo>
                  <a:lnTo>
                    <a:pt x="276599" y="0"/>
                  </a:lnTo>
                  <a:lnTo>
                    <a:pt x="310895" y="1363494"/>
                  </a:lnTo>
                  <a:lnTo>
                    <a:pt x="0" y="1441251"/>
                  </a:lnTo>
                  <a:cubicBezTo>
                    <a:pt x="111960" y="993205"/>
                    <a:pt x="133643" y="463540"/>
                    <a:pt x="74236" y="7387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5A7221BA-F215-64EC-C4E5-36AD2876FF4F}"/>
                </a:ext>
              </a:extLst>
            </p:cNvPr>
            <p:cNvSpPr/>
            <p:nvPr/>
          </p:nvSpPr>
          <p:spPr>
            <a:xfrm>
              <a:off x="2820957" y="6396041"/>
              <a:ext cx="1209364" cy="377167"/>
            </a:xfrm>
            <a:custGeom>
              <a:avLst/>
              <a:gdLst>
                <a:gd name="connsiteX0" fmla="*/ 0 w 313002"/>
                <a:gd name="connsiteY0" fmla="*/ 0 h 134300"/>
                <a:gd name="connsiteX1" fmla="*/ 313002 w 313002"/>
                <a:gd name="connsiteY1" fmla="*/ 0 h 134300"/>
                <a:gd name="connsiteX2" fmla="*/ 313002 w 313002"/>
                <a:gd name="connsiteY2" fmla="*/ 134300 h 134300"/>
                <a:gd name="connsiteX3" fmla="*/ 0 w 313002"/>
                <a:gd name="connsiteY3" fmla="*/ 134300 h 134300"/>
                <a:gd name="connsiteX4" fmla="*/ 0 w 313002"/>
                <a:gd name="connsiteY4" fmla="*/ 0 h 134300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84540"/>
                <a:gd name="connsiteY0" fmla="*/ 0 h 305750"/>
                <a:gd name="connsiteX1" fmla="*/ 1179777 w 1184540"/>
                <a:gd name="connsiteY1" fmla="*/ 0 h 305750"/>
                <a:gd name="connsiteX2" fmla="*/ 1184540 w 1184540"/>
                <a:gd name="connsiteY2" fmla="*/ 305750 h 305750"/>
                <a:gd name="connsiteX3" fmla="*/ 0 w 1184540"/>
                <a:gd name="connsiteY3" fmla="*/ 253363 h 305750"/>
                <a:gd name="connsiteX4" fmla="*/ 866775 w 118454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13615"/>
                <a:gd name="connsiteX1" fmla="*/ 1179777 w 1206270"/>
                <a:gd name="connsiteY1" fmla="*/ 0 h 313615"/>
                <a:gd name="connsiteX2" fmla="*/ 1184540 w 1206270"/>
                <a:gd name="connsiteY2" fmla="*/ 305750 h 313615"/>
                <a:gd name="connsiteX3" fmla="*/ 0 w 1206270"/>
                <a:gd name="connsiteY3" fmla="*/ 253363 h 313615"/>
                <a:gd name="connsiteX4" fmla="*/ 866775 w 1206270"/>
                <a:gd name="connsiteY4" fmla="*/ 0 h 313615"/>
                <a:gd name="connsiteX0" fmla="*/ 866903 w 1206398"/>
                <a:gd name="connsiteY0" fmla="*/ 0 h 323016"/>
                <a:gd name="connsiteX1" fmla="*/ 1179905 w 1206398"/>
                <a:gd name="connsiteY1" fmla="*/ 0 h 323016"/>
                <a:gd name="connsiteX2" fmla="*/ 1184668 w 1206398"/>
                <a:gd name="connsiteY2" fmla="*/ 305750 h 323016"/>
                <a:gd name="connsiteX3" fmla="*/ 827480 w 1206398"/>
                <a:gd name="connsiteY3" fmla="*/ 266699 h 323016"/>
                <a:gd name="connsiteX4" fmla="*/ 128 w 1206398"/>
                <a:gd name="connsiteY4" fmla="*/ 253363 h 323016"/>
                <a:gd name="connsiteX5" fmla="*/ 866903 w 1206398"/>
                <a:gd name="connsiteY5" fmla="*/ 0 h 323016"/>
                <a:gd name="connsiteX0" fmla="*/ 866903 w 1206398"/>
                <a:gd name="connsiteY0" fmla="*/ 0 h 315332"/>
                <a:gd name="connsiteX1" fmla="*/ 1179905 w 1206398"/>
                <a:gd name="connsiteY1" fmla="*/ 0 h 315332"/>
                <a:gd name="connsiteX2" fmla="*/ 1184668 w 1206398"/>
                <a:gd name="connsiteY2" fmla="*/ 305750 h 315332"/>
                <a:gd name="connsiteX3" fmla="*/ 827480 w 1206398"/>
                <a:gd name="connsiteY3" fmla="*/ 266699 h 315332"/>
                <a:gd name="connsiteX4" fmla="*/ 128 w 1206398"/>
                <a:gd name="connsiteY4" fmla="*/ 253363 h 315332"/>
                <a:gd name="connsiteX5" fmla="*/ 866903 w 1206398"/>
                <a:gd name="connsiteY5" fmla="*/ 0 h 315332"/>
                <a:gd name="connsiteX0" fmla="*/ 866903 w 1185381"/>
                <a:gd name="connsiteY0" fmla="*/ 0 h 311116"/>
                <a:gd name="connsiteX1" fmla="*/ 1179905 w 1185381"/>
                <a:gd name="connsiteY1" fmla="*/ 0 h 311116"/>
                <a:gd name="connsiteX2" fmla="*/ 1151331 w 1185381"/>
                <a:gd name="connsiteY2" fmla="*/ 300988 h 311116"/>
                <a:gd name="connsiteX3" fmla="*/ 827480 w 1185381"/>
                <a:gd name="connsiteY3" fmla="*/ 266699 h 311116"/>
                <a:gd name="connsiteX4" fmla="*/ 128 w 1185381"/>
                <a:gd name="connsiteY4" fmla="*/ 253363 h 311116"/>
                <a:gd name="connsiteX5" fmla="*/ 866903 w 1185381"/>
                <a:gd name="connsiteY5" fmla="*/ 0 h 311116"/>
                <a:gd name="connsiteX0" fmla="*/ 866903 w 1192561"/>
                <a:gd name="connsiteY0" fmla="*/ 0 h 311116"/>
                <a:gd name="connsiteX1" fmla="*/ 1179905 w 1192561"/>
                <a:gd name="connsiteY1" fmla="*/ 0 h 311116"/>
                <a:gd name="connsiteX2" fmla="*/ 1151331 w 1192561"/>
                <a:gd name="connsiteY2" fmla="*/ 300988 h 311116"/>
                <a:gd name="connsiteX3" fmla="*/ 827480 w 1192561"/>
                <a:gd name="connsiteY3" fmla="*/ 266699 h 311116"/>
                <a:gd name="connsiteX4" fmla="*/ 128 w 1192561"/>
                <a:gd name="connsiteY4" fmla="*/ 253363 h 311116"/>
                <a:gd name="connsiteX5" fmla="*/ 866903 w 1192561"/>
                <a:gd name="connsiteY5" fmla="*/ 0 h 311116"/>
                <a:gd name="connsiteX0" fmla="*/ 866903 w 1192561"/>
                <a:gd name="connsiteY0" fmla="*/ 0 h 316963"/>
                <a:gd name="connsiteX1" fmla="*/ 1179905 w 1192561"/>
                <a:gd name="connsiteY1" fmla="*/ 0 h 316963"/>
                <a:gd name="connsiteX2" fmla="*/ 1151331 w 1192561"/>
                <a:gd name="connsiteY2" fmla="*/ 300988 h 316963"/>
                <a:gd name="connsiteX3" fmla="*/ 827480 w 1192561"/>
                <a:gd name="connsiteY3" fmla="*/ 266699 h 316963"/>
                <a:gd name="connsiteX4" fmla="*/ 128 w 1192561"/>
                <a:gd name="connsiteY4" fmla="*/ 253363 h 316963"/>
                <a:gd name="connsiteX5" fmla="*/ 866903 w 1192561"/>
                <a:gd name="connsiteY5" fmla="*/ 0 h 316963"/>
                <a:gd name="connsiteX0" fmla="*/ 866903 w 1202406"/>
                <a:gd name="connsiteY0" fmla="*/ 0 h 316963"/>
                <a:gd name="connsiteX1" fmla="*/ 1179905 w 1202406"/>
                <a:gd name="connsiteY1" fmla="*/ 0 h 316963"/>
                <a:gd name="connsiteX2" fmla="*/ 1151331 w 1202406"/>
                <a:gd name="connsiteY2" fmla="*/ 300988 h 316963"/>
                <a:gd name="connsiteX3" fmla="*/ 827480 w 1202406"/>
                <a:gd name="connsiteY3" fmla="*/ 266699 h 316963"/>
                <a:gd name="connsiteX4" fmla="*/ 128 w 1202406"/>
                <a:gd name="connsiteY4" fmla="*/ 253363 h 316963"/>
                <a:gd name="connsiteX5" fmla="*/ 866903 w 1202406"/>
                <a:gd name="connsiteY5" fmla="*/ 0 h 316963"/>
                <a:gd name="connsiteX0" fmla="*/ 891648 w 1227151"/>
                <a:gd name="connsiteY0" fmla="*/ 0 h 376266"/>
                <a:gd name="connsiteX1" fmla="*/ 1204650 w 1227151"/>
                <a:gd name="connsiteY1" fmla="*/ 0 h 376266"/>
                <a:gd name="connsiteX2" fmla="*/ 1176076 w 1227151"/>
                <a:gd name="connsiteY2" fmla="*/ 300988 h 376266"/>
                <a:gd name="connsiteX3" fmla="*/ 852225 w 1227151"/>
                <a:gd name="connsiteY3" fmla="*/ 266699 h 376266"/>
                <a:gd name="connsiteX4" fmla="*/ 271200 w 1227151"/>
                <a:gd name="connsiteY4" fmla="*/ 376235 h 376266"/>
                <a:gd name="connsiteX5" fmla="*/ 24873 w 1227151"/>
                <a:gd name="connsiteY5" fmla="*/ 253363 h 376266"/>
                <a:gd name="connsiteX6" fmla="*/ 891648 w 1227151"/>
                <a:gd name="connsiteY6" fmla="*/ 0 h 376266"/>
                <a:gd name="connsiteX0" fmla="*/ 898589 w 1234092"/>
                <a:gd name="connsiteY0" fmla="*/ 0 h 377167"/>
                <a:gd name="connsiteX1" fmla="*/ 1211591 w 1234092"/>
                <a:gd name="connsiteY1" fmla="*/ 0 h 377167"/>
                <a:gd name="connsiteX2" fmla="*/ 1183017 w 1234092"/>
                <a:gd name="connsiteY2" fmla="*/ 300988 h 377167"/>
                <a:gd name="connsiteX3" fmla="*/ 859166 w 1234092"/>
                <a:gd name="connsiteY3" fmla="*/ 266699 h 377167"/>
                <a:gd name="connsiteX4" fmla="*/ 278141 w 1234092"/>
                <a:gd name="connsiteY4" fmla="*/ 376235 h 377167"/>
                <a:gd name="connsiteX5" fmla="*/ 278142 w 1234092"/>
                <a:gd name="connsiteY5" fmla="*/ 247647 h 377167"/>
                <a:gd name="connsiteX6" fmla="*/ 31814 w 1234092"/>
                <a:gd name="connsiteY6" fmla="*/ 253363 h 377167"/>
                <a:gd name="connsiteX7" fmla="*/ 898589 w 1234092"/>
                <a:gd name="connsiteY7" fmla="*/ 0 h 377167"/>
                <a:gd name="connsiteX0" fmla="*/ 871304 w 1206807"/>
                <a:gd name="connsiteY0" fmla="*/ 0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71304 w 1206807"/>
                <a:gd name="connsiteY7" fmla="*/ 0 h 377167"/>
                <a:gd name="connsiteX0" fmla="*/ 890354 w 1206807"/>
                <a:gd name="connsiteY0" fmla="*/ 3175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90354 w 1206807"/>
                <a:gd name="connsiteY7" fmla="*/ 3175 h 377167"/>
                <a:gd name="connsiteX0" fmla="*/ 890354 w 1209364"/>
                <a:gd name="connsiteY0" fmla="*/ 3175 h 377167"/>
                <a:gd name="connsiteX1" fmla="*/ 1190656 w 1209364"/>
                <a:gd name="connsiteY1" fmla="*/ 0 h 377167"/>
                <a:gd name="connsiteX2" fmla="*/ 1155732 w 1209364"/>
                <a:gd name="connsiteY2" fmla="*/ 300988 h 377167"/>
                <a:gd name="connsiteX3" fmla="*/ 831881 w 1209364"/>
                <a:gd name="connsiteY3" fmla="*/ 266699 h 377167"/>
                <a:gd name="connsiteX4" fmla="*/ 250856 w 1209364"/>
                <a:gd name="connsiteY4" fmla="*/ 376235 h 377167"/>
                <a:gd name="connsiteX5" fmla="*/ 250857 w 1209364"/>
                <a:gd name="connsiteY5" fmla="*/ 247647 h 377167"/>
                <a:gd name="connsiteX6" fmla="*/ 4529 w 1209364"/>
                <a:gd name="connsiteY6" fmla="*/ 253363 h 377167"/>
                <a:gd name="connsiteX7" fmla="*/ 890354 w 1209364"/>
                <a:gd name="connsiteY7" fmla="*/ 3175 h 37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9364" h="377167">
                  <a:moveTo>
                    <a:pt x="890354" y="3175"/>
                  </a:moveTo>
                  <a:lnTo>
                    <a:pt x="1190656" y="0"/>
                  </a:lnTo>
                  <a:cubicBezTo>
                    <a:pt x="1192244" y="101917"/>
                    <a:pt x="1249394" y="194309"/>
                    <a:pt x="1155732" y="300988"/>
                  </a:cubicBezTo>
                  <a:cubicBezTo>
                    <a:pt x="1050164" y="348612"/>
                    <a:pt x="1029304" y="275430"/>
                    <a:pt x="831881" y="266699"/>
                  </a:cubicBezTo>
                  <a:cubicBezTo>
                    <a:pt x="688212" y="262572"/>
                    <a:pt x="388748" y="378458"/>
                    <a:pt x="250856" y="376235"/>
                  </a:cubicBezTo>
                  <a:cubicBezTo>
                    <a:pt x="121475" y="388935"/>
                    <a:pt x="291911" y="268126"/>
                    <a:pt x="250857" y="247647"/>
                  </a:cubicBezTo>
                  <a:cubicBezTo>
                    <a:pt x="209803" y="227168"/>
                    <a:pt x="-36173" y="267649"/>
                    <a:pt x="4529" y="253363"/>
                  </a:cubicBezTo>
                  <a:cubicBezTo>
                    <a:pt x="155341" y="-40641"/>
                    <a:pt x="725254" y="201929"/>
                    <a:pt x="890354" y="3175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24CF303-A088-D7DE-DFD0-2BD4835F6D47}"/>
                </a:ext>
              </a:extLst>
            </p:cNvPr>
            <p:cNvSpPr/>
            <p:nvPr/>
          </p:nvSpPr>
          <p:spPr>
            <a:xfrm>
              <a:off x="3025547" y="6584624"/>
              <a:ext cx="285750" cy="161925"/>
            </a:xfrm>
            <a:custGeom>
              <a:avLst/>
              <a:gdLst>
                <a:gd name="connsiteX0" fmla="*/ 0 w 285750"/>
                <a:gd name="connsiteY0" fmla="*/ 161925 h 161925"/>
                <a:gd name="connsiteX1" fmla="*/ 100013 w 285750"/>
                <a:gd name="connsiteY1" fmla="*/ 52387 h 161925"/>
                <a:gd name="connsiteX2" fmla="*/ 285750 w 285750"/>
                <a:gd name="connsiteY2" fmla="*/ 0 h 161925"/>
                <a:gd name="connsiteX3" fmla="*/ 285750 w 285750"/>
                <a:gd name="connsiteY3" fmla="*/ 0 h 161925"/>
                <a:gd name="connsiteX4" fmla="*/ 285750 w 285750"/>
                <a:gd name="connsiteY4" fmla="*/ 0 h 161925"/>
                <a:gd name="connsiteX5" fmla="*/ 285750 w 285750"/>
                <a:gd name="connsiteY5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161925">
                  <a:moveTo>
                    <a:pt x="0" y="161925"/>
                  </a:moveTo>
                  <a:cubicBezTo>
                    <a:pt x="26194" y="120649"/>
                    <a:pt x="52388" y="79374"/>
                    <a:pt x="100013" y="52387"/>
                  </a:cubicBezTo>
                  <a:cubicBezTo>
                    <a:pt x="147638" y="25400"/>
                    <a:pt x="285750" y="0"/>
                    <a:pt x="285750" y="0"/>
                  </a:cubicBezTo>
                  <a:lnTo>
                    <a:pt x="285750" y="0"/>
                  </a:lnTo>
                  <a:lnTo>
                    <a:pt x="285750" y="0"/>
                  </a:lnTo>
                  <a:lnTo>
                    <a:pt x="285750" y="0"/>
                  </a:lnTo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78808A89-AA6F-2B9A-2EA2-7C57EADE20CD}"/>
                </a:ext>
              </a:extLst>
            </p:cNvPr>
            <p:cNvSpPr/>
            <p:nvPr/>
          </p:nvSpPr>
          <p:spPr>
            <a:xfrm rot="20248284">
              <a:off x="4833333" y="4466958"/>
              <a:ext cx="339427" cy="42617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54FB5C3E-8082-BB2C-17C1-F837E3BE1BCC}"/>
                </a:ext>
              </a:extLst>
            </p:cNvPr>
            <p:cNvSpPr/>
            <p:nvPr/>
          </p:nvSpPr>
          <p:spPr>
            <a:xfrm rot="20740872">
              <a:off x="5132765" y="4790267"/>
              <a:ext cx="250163" cy="1522965"/>
            </a:xfrm>
            <a:custGeom>
              <a:avLst/>
              <a:gdLst>
                <a:gd name="connsiteX0" fmla="*/ 0 w 205425"/>
                <a:gd name="connsiteY0" fmla="*/ 0 h 1269426"/>
                <a:gd name="connsiteX1" fmla="*/ 205425 w 205425"/>
                <a:gd name="connsiteY1" fmla="*/ 0 h 1269426"/>
                <a:gd name="connsiteX2" fmla="*/ 205425 w 205425"/>
                <a:gd name="connsiteY2" fmla="*/ 1269426 h 1269426"/>
                <a:gd name="connsiteX3" fmla="*/ 0 w 205425"/>
                <a:gd name="connsiteY3" fmla="*/ 1269426 h 1269426"/>
                <a:gd name="connsiteX4" fmla="*/ 0 w 205425"/>
                <a:gd name="connsiteY4" fmla="*/ 0 h 1269426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376882"/>
                <a:gd name="connsiteY0" fmla="*/ 0 h 1533445"/>
                <a:gd name="connsiteX1" fmla="*/ 279661 w 376882"/>
                <a:gd name="connsiteY1" fmla="*/ 0 h 1533445"/>
                <a:gd name="connsiteX2" fmla="*/ 376882 w 376882"/>
                <a:gd name="connsiteY2" fmla="*/ 1533445 h 1533445"/>
                <a:gd name="connsiteX3" fmla="*/ 0 w 376882"/>
                <a:gd name="connsiteY3" fmla="*/ 1367380 h 1533445"/>
                <a:gd name="connsiteX4" fmla="*/ 74236 w 376882"/>
                <a:gd name="connsiteY4" fmla="*/ 0 h 1533445"/>
                <a:gd name="connsiteX0" fmla="*/ 74236 w 310895"/>
                <a:gd name="connsiteY0" fmla="*/ 0 h 1367380"/>
                <a:gd name="connsiteX1" fmla="*/ 279661 w 310895"/>
                <a:gd name="connsiteY1" fmla="*/ 0 h 1367380"/>
                <a:gd name="connsiteX2" fmla="*/ 310895 w 310895"/>
                <a:gd name="connsiteY2" fmla="*/ 1289623 h 1367380"/>
                <a:gd name="connsiteX3" fmla="*/ 0 w 310895"/>
                <a:gd name="connsiteY3" fmla="*/ 1367380 h 1367380"/>
                <a:gd name="connsiteX4" fmla="*/ 74236 w 310895"/>
                <a:gd name="connsiteY4" fmla="*/ 0 h 1367380"/>
                <a:gd name="connsiteX0" fmla="*/ 74236 w 311432"/>
                <a:gd name="connsiteY0" fmla="*/ 0 h 1492922"/>
                <a:gd name="connsiteX1" fmla="*/ 279661 w 311432"/>
                <a:gd name="connsiteY1" fmla="*/ 0 h 1492922"/>
                <a:gd name="connsiteX2" fmla="*/ 311432 w 311432"/>
                <a:gd name="connsiteY2" fmla="*/ 1492922 h 1492922"/>
                <a:gd name="connsiteX3" fmla="*/ 0 w 311432"/>
                <a:gd name="connsiteY3" fmla="*/ 1367380 h 1492922"/>
                <a:gd name="connsiteX4" fmla="*/ 74236 w 311432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30043 h 1522965"/>
                <a:gd name="connsiteX1" fmla="*/ 216230 w 250163"/>
                <a:gd name="connsiteY1" fmla="*/ 0 h 1522965"/>
                <a:gd name="connsiteX2" fmla="*/ 250163 w 250163"/>
                <a:gd name="connsiteY2" fmla="*/ 1522965 h 1522965"/>
                <a:gd name="connsiteX3" fmla="*/ 0 w 250163"/>
                <a:gd name="connsiteY3" fmla="*/ 1465490 h 1522965"/>
                <a:gd name="connsiteX4" fmla="*/ 12967 w 250163"/>
                <a:gd name="connsiteY4" fmla="*/ 30043 h 1522965"/>
                <a:gd name="connsiteX0" fmla="*/ 13113 w 250163"/>
                <a:gd name="connsiteY0" fmla="*/ 589 h 1522965"/>
                <a:gd name="connsiteX1" fmla="*/ 216230 w 250163"/>
                <a:gd name="connsiteY1" fmla="*/ 0 h 1522965"/>
                <a:gd name="connsiteX2" fmla="*/ 250163 w 250163"/>
                <a:gd name="connsiteY2" fmla="*/ 1522965 h 1522965"/>
                <a:gd name="connsiteX3" fmla="*/ 0 w 250163"/>
                <a:gd name="connsiteY3" fmla="*/ 1465490 h 1522965"/>
                <a:gd name="connsiteX4" fmla="*/ 13113 w 250163"/>
                <a:gd name="connsiteY4" fmla="*/ 589 h 1522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163" h="1522965">
                  <a:moveTo>
                    <a:pt x="13113" y="589"/>
                  </a:moveTo>
                  <a:lnTo>
                    <a:pt x="216230" y="0"/>
                  </a:lnTo>
                  <a:cubicBezTo>
                    <a:pt x="226820" y="497641"/>
                    <a:pt x="187748" y="1228364"/>
                    <a:pt x="250163" y="1522965"/>
                  </a:cubicBezTo>
                  <a:lnTo>
                    <a:pt x="0" y="1465490"/>
                  </a:lnTo>
                  <a:cubicBezTo>
                    <a:pt x="140433" y="1021435"/>
                    <a:pt x="72520" y="390258"/>
                    <a:pt x="13113" y="589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A5D7D749-9B43-FA85-C075-80237A8B2D11}"/>
                </a:ext>
              </a:extLst>
            </p:cNvPr>
            <p:cNvSpPr/>
            <p:nvPr/>
          </p:nvSpPr>
          <p:spPr>
            <a:xfrm>
              <a:off x="4524453" y="6214021"/>
              <a:ext cx="1130774" cy="401910"/>
            </a:xfrm>
            <a:custGeom>
              <a:avLst/>
              <a:gdLst>
                <a:gd name="connsiteX0" fmla="*/ 0 w 313002"/>
                <a:gd name="connsiteY0" fmla="*/ 0 h 134300"/>
                <a:gd name="connsiteX1" fmla="*/ 313002 w 313002"/>
                <a:gd name="connsiteY1" fmla="*/ 0 h 134300"/>
                <a:gd name="connsiteX2" fmla="*/ 313002 w 313002"/>
                <a:gd name="connsiteY2" fmla="*/ 134300 h 134300"/>
                <a:gd name="connsiteX3" fmla="*/ 0 w 313002"/>
                <a:gd name="connsiteY3" fmla="*/ 134300 h 134300"/>
                <a:gd name="connsiteX4" fmla="*/ 0 w 313002"/>
                <a:gd name="connsiteY4" fmla="*/ 0 h 134300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84540"/>
                <a:gd name="connsiteY0" fmla="*/ 0 h 305750"/>
                <a:gd name="connsiteX1" fmla="*/ 1179777 w 1184540"/>
                <a:gd name="connsiteY1" fmla="*/ 0 h 305750"/>
                <a:gd name="connsiteX2" fmla="*/ 1184540 w 1184540"/>
                <a:gd name="connsiteY2" fmla="*/ 305750 h 305750"/>
                <a:gd name="connsiteX3" fmla="*/ 0 w 1184540"/>
                <a:gd name="connsiteY3" fmla="*/ 253363 h 305750"/>
                <a:gd name="connsiteX4" fmla="*/ 866775 w 118454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13615"/>
                <a:gd name="connsiteX1" fmla="*/ 1179777 w 1206270"/>
                <a:gd name="connsiteY1" fmla="*/ 0 h 313615"/>
                <a:gd name="connsiteX2" fmla="*/ 1184540 w 1206270"/>
                <a:gd name="connsiteY2" fmla="*/ 305750 h 313615"/>
                <a:gd name="connsiteX3" fmla="*/ 0 w 1206270"/>
                <a:gd name="connsiteY3" fmla="*/ 253363 h 313615"/>
                <a:gd name="connsiteX4" fmla="*/ 866775 w 1206270"/>
                <a:gd name="connsiteY4" fmla="*/ 0 h 313615"/>
                <a:gd name="connsiteX0" fmla="*/ 866903 w 1206398"/>
                <a:gd name="connsiteY0" fmla="*/ 0 h 323016"/>
                <a:gd name="connsiteX1" fmla="*/ 1179905 w 1206398"/>
                <a:gd name="connsiteY1" fmla="*/ 0 h 323016"/>
                <a:gd name="connsiteX2" fmla="*/ 1184668 w 1206398"/>
                <a:gd name="connsiteY2" fmla="*/ 305750 h 323016"/>
                <a:gd name="connsiteX3" fmla="*/ 827480 w 1206398"/>
                <a:gd name="connsiteY3" fmla="*/ 266699 h 323016"/>
                <a:gd name="connsiteX4" fmla="*/ 128 w 1206398"/>
                <a:gd name="connsiteY4" fmla="*/ 253363 h 323016"/>
                <a:gd name="connsiteX5" fmla="*/ 866903 w 1206398"/>
                <a:gd name="connsiteY5" fmla="*/ 0 h 323016"/>
                <a:gd name="connsiteX0" fmla="*/ 866903 w 1206398"/>
                <a:gd name="connsiteY0" fmla="*/ 0 h 315332"/>
                <a:gd name="connsiteX1" fmla="*/ 1179905 w 1206398"/>
                <a:gd name="connsiteY1" fmla="*/ 0 h 315332"/>
                <a:gd name="connsiteX2" fmla="*/ 1184668 w 1206398"/>
                <a:gd name="connsiteY2" fmla="*/ 305750 h 315332"/>
                <a:gd name="connsiteX3" fmla="*/ 827480 w 1206398"/>
                <a:gd name="connsiteY3" fmla="*/ 266699 h 315332"/>
                <a:gd name="connsiteX4" fmla="*/ 128 w 1206398"/>
                <a:gd name="connsiteY4" fmla="*/ 253363 h 315332"/>
                <a:gd name="connsiteX5" fmla="*/ 866903 w 1206398"/>
                <a:gd name="connsiteY5" fmla="*/ 0 h 315332"/>
                <a:gd name="connsiteX0" fmla="*/ 866903 w 1185381"/>
                <a:gd name="connsiteY0" fmla="*/ 0 h 311116"/>
                <a:gd name="connsiteX1" fmla="*/ 1179905 w 1185381"/>
                <a:gd name="connsiteY1" fmla="*/ 0 h 311116"/>
                <a:gd name="connsiteX2" fmla="*/ 1151331 w 1185381"/>
                <a:gd name="connsiteY2" fmla="*/ 300988 h 311116"/>
                <a:gd name="connsiteX3" fmla="*/ 827480 w 1185381"/>
                <a:gd name="connsiteY3" fmla="*/ 266699 h 311116"/>
                <a:gd name="connsiteX4" fmla="*/ 128 w 1185381"/>
                <a:gd name="connsiteY4" fmla="*/ 253363 h 311116"/>
                <a:gd name="connsiteX5" fmla="*/ 866903 w 1185381"/>
                <a:gd name="connsiteY5" fmla="*/ 0 h 311116"/>
                <a:gd name="connsiteX0" fmla="*/ 866903 w 1192561"/>
                <a:gd name="connsiteY0" fmla="*/ 0 h 311116"/>
                <a:gd name="connsiteX1" fmla="*/ 1179905 w 1192561"/>
                <a:gd name="connsiteY1" fmla="*/ 0 h 311116"/>
                <a:gd name="connsiteX2" fmla="*/ 1151331 w 1192561"/>
                <a:gd name="connsiteY2" fmla="*/ 300988 h 311116"/>
                <a:gd name="connsiteX3" fmla="*/ 827480 w 1192561"/>
                <a:gd name="connsiteY3" fmla="*/ 266699 h 311116"/>
                <a:gd name="connsiteX4" fmla="*/ 128 w 1192561"/>
                <a:gd name="connsiteY4" fmla="*/ 253363 h 311116"/>
                <a:gd name="connsiteX5" fmla="*/ 866903 w 1192561"/>
                <a:gd name="connsiteY5" fmla="*/ 0 h 311116"/>
                <a:gd name="connsiteX0" fmla="*/ 866903 w 1192561"/>
                <a:gd name="connsiteY0" fmla="*/ 0 h 316963"/>
                <a:gd name="connsiteX1" fmla="*/ 1179905 w 1192561"/>
                <a:gd name="connsiteY1" fmla="*/ 0 h 316963"/>
                <a:gd name="connsiteX2" fmla="*/ 1151331 w 1192561"/>
                <a:gd name="connsiteY2" fmla="*/ 300988 h 316963"/>
                <a:gd name="connsiteX3" fmla="*/ 827480 w 1192561"/>
                <a:gd name="connsiteY3" fmla="*/ 266699 h 316963"/>
                <a:gd name="connsiteX4" fmla="*/ 128 w 1192561"/>
                <a:gd name="connsiteY4" fmla="*/ 253363 h 316963"/>
                <a:gd name="connsiteX5" fmla="*/ 866903 w 1192561"/>
                <a:gd name="connsiteY5" fmla="*/ 0 h 316963"/>
                <a:gd name="connsiteX0" fmla="*/ 866903 w 1202406"/>
                <a:gd name="connsiteY0" fmla="*/ 0 h 316963"/>
                <a:gd name="connsiteX1" fmla="*/ 1179905 w 1202406"/>
                <a:gd name="connsiteY1" fmla="*/ 0 h 316963"/>
                <a:gd name="connsiteX2" fmla="*/ 1151331 w 1202406"/>
                <a:gd name="connsiteY2" fmla="*/ 300988 h 316963"/>
                <a:gd name="connsiteX3" fmla="*/ 827480 w 1202406"/>
                <a:gd name="connsiteY3" fmla="*/ 266699 h 316963"/>
                <a:gd name="connsiteX4" fmla="*/ 128 w 1202406"/>
                <a:gd name="connsiteY4" fmla="*/ 253363 h 316963"/>
                <a:gd name="connsiteX5" fmla="*/ 866903 w 1202406"/>
                <a:gd name="connsiteY5" fmla="*/ 0 h 316963"/>
                <a:gd name="connsiteX0" fmla="*/ 891648 w 1227151"/>
                <a:gd name="connsiteY0" fmla="*/ 0 h 376266"/>
                <a:gd name="connsiteX1" fmla="*/ 1204650 w 1227151"/>
                <a:gd name="connsiteY1" fmla="*/ 0 h 376266"/>
                <a:gd name="connsiteX2" fmla="*/ 1176076 w 1227151"/>
                <a:gd name="connsiteY2" fmla="*/ 300988 h 376266"/>
                <a:gd name="connsiteX3" fmla="*/ 852225 w 1227151"/>
                <a:gd name="connsiteY3" fmla="*/ 266699 h 376266"/>
                <a:gd name="connsiteX4" fmla="*/ 271200 w 1227151"/>
                <a:gd name="connsiteY4" fmla="*/ 376235 h 376266"/>
                <a:gd name="connsiteX5" fmla="*/ 24873 w 1227151"/>
                <a:gd name="connsiteY5" fmla="*/ 253363 h 376266"/>
                <a:gd name="connsiteX6" fmla="*/ 891648 w 1227151"/>
                <a:gd name="connsiteY6" fmla="*/ 0 h 376266"/>
                <a:gd name="connsiteX0" fmla="*/ 898589 w 1234092"/>
                <a:gd name="connsiteY0" fmla="*/ 0 h 377167"/>
                <a:gd name="connsiteX1" fmla="*/ 1211591 w 1234092"/>
                <a:gd name="connsiteY1" fmla="*/ 0 h 377167"/>
                <a:gd name="connsiteX2" fmla="*/ 1183017 w 1234092"/>
                <a:gd name="connsiteY2" fmla="*/ 300988 h 377167"/>
                <a:gd name="connsiteX3" fmla="*/ 859166 w 1234092"/>
                <a:gd name="connsiteY3" fmla="*/ 266699 h 377167"/>
                <a:gd name="connsiteX4" fmla="*/ 278141 w 1234092"/>
                <a:gd name="connsiteY4" fmla="*/ 376235 h 377167"/>
                <a:gd name="connsiteX5" fmla="*/ 278142 w 1234092"/>
                <a:gd name="connsiteY5" fmla="*/ 247647 h 377167"/>
                <a:gd name="connsiteX6" fmla="*/ 31814 w 1234092"/>
                <a:gd name="connsiteY6" fmla="*/ 253363 h 377167"/>
                <a:gd name="connsiteX7" fmla="*/ 898589 w 1234092"/>
                <a:gd name="connsiteY7" fmla="*/ 0 h 377167"/>
                <a:gd name="connsiteX0" fmla="*/ 871304 w 1206807"/>
                <a:gd name="connsiteY0" fmla="*/ 0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71304 w 1206807"/>
                <a:gd name="connsiteY7" fmla="*/ 0 h 377167"/>
                <a:gd name="connsiteX0" fmla="*/ 871304 w 1226289"/>
                <a:gd name="connsiteY0" fmla="*/ 0 h 377167"/>
                <a:gd name="connsiteX1" fmla="*/ 1184306 w 1226289"/>
                <a:gd name="connsiteY1" fmla="*/ 0 h 377167"/>
                <a:gd name="connsiteX2" fmla="*/ 1184307 w 1226289"/>
                <a:gd name="connsiteY2" fmla="*/ 240663 h 377167"/>
                <a:gd name="connsiteX3" fmla="*/ 831881 w 1226289"/>
                <a:gd name="connsiteY3" fmla="*/ 266699 h 377167"/>
                <a:gd name="connsiteX4" fmla="*/ 250856 w 1226289"/>
                <a:gd name="connsiteY4" fmla="*/ 376235 h 377167"/>
                <a:gd name="connsiteX5" fmla="*/ 250857 w 1226289"/>
                <a:gd name="connsiteY5" fmla="*/ 247647 h 377167"/>
                <a:gd name="connsiteX6" fmla="*/ 4529 w 1226289"/>
                <a:gd name="connsiteY6" fmla="*/ 253363 h 377167"/>
                <a:gd name="connsiteX7" fmla="*/ 871304 w 1226289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40663 h 377167"/>
                <a:gd name="connsiteX3" fmla="*/ 831881 w 1218170"/>
                <a:gd name="connsiteY3" fmla="*/ 2666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40663 h 377167"/>
                <a:gd name="connsiteX3" fmla="*/ 831881 w 1218170"/>
                <a:gd name="connsiteY3" fmla="*/ 2793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59713 h 377167"/>
                <a:gd name="connsiteX3" fmla="*/ 831881 w 1218170"/>
                <a:gd name="connsiteY3" fmla="*/ 2793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402415"/>
                <a:gd name="connsiteX1" fmla="*/ 1146206 w 1218170"/>
                <a:gd name="connsiteY1" fmla="*/ 6350 h 402415"/>
                <a:gd name="connsiteX2" fmla="*/ 1184307 w 1218170"/>
                <a:gd name="connsiteY2" fmla="*/ 259713 h 402415"/>
                <a:gd name="connsiteX3" fmla="*/ 831881 w 1218170"/>
                <a:gd name="connsiteY3" fmla="*/ 279399 h 402415"/>
                <a:gd name="connsiteX4" fmla="*/ 85756 w 1218170"/>
                <a:gd name="connsiteY4" fmla="*/ 401635 h 402415"/>
                <a:gd name="connsiteX5" fmla="*/ 250857 w 1218170"/>
                <a:gd name="connsiteY5" fmla="*/ 247647 h 402415"/>
                <a:gd name="connsiteX6" fmla="*/ 4529 w 1218170"/>
                <a:gd name="connsiteY6" fmla="*/ 253363 h 402415"/>
                <a:gd name="connsiteX7" fmla="*/ 871304 w 1218170"/>
                <a:gd name="connsiteY7" fmla="*/ 0 h 402415"/>
                <a:gd name="connsiteX0" fmla="*/ 870562 w 1217428"/>
                <a:gd name="connsiteY0" fmla="*/ 0 h 402158"/>
                <a:gd name="connsiteX1" fmla="*/ 1145464 w 1217428"/>
                <a:gd name="connsiteY1" fmla="*/ 6350 h 402158"/>
                <a:gd name="connsiteX2" fmla="*/ 1183565 w 1217428"/>
                <a:gd name="connsiteY2" fmla="*/ 259713 h 402158"/>
                <a:gd name="connsiteX3" fmla="*/ 831139 w 1217428"/>
                <a:gd name="connsiteY3" fmla="*/ 279399 h 402158"/>
                <a:gd name="connsiteX4" fmla="*/ 85014 w 1217428"/>
                <a:gd name="connsiteY4" fmla="*/ 401635 h 402158"/>
                <a:gd name="connsiteX5" fmla="*/ 304090 w 1217428"/>
                <a:gd name="connsiteY5" fmla="*/ 171447 h 402158"/>
                <a:gd name="connsiteX6" fmla="*/ 3787 w 1217428"/>
                <a:gd name="connsiteY6" fmla="*/ 253363 h 402158"/>
                <a:gd name="connsiteX7" fmla="*/ 870562 w 1217428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80"/>
                <a:gd name="connsiteX1" fmla="*/ 1086899 w 1158863"/>
                <a:gd name="connsiteY1" fmla="*/ 6350 h 402180"/>
                <a:gd name="connsiteX2" fmla="*/ 1125000 w 1158863"/>
                <a:gd name="connsiteY2" fmla="*/ 259713 h 402180"/>
                <a:gd name="connsiteX3" fmla="*/ 772574 w 1158863"/>
                <a:gd name="connsiteY3" fmla="*/ 279399 h 402180"/>
                <a:gd name="connsiteX4" fmla="*/ 26449 w 1158863"/>
                <a:gd name="connsiteY4" fmla="*/ 401635 h 402180"/>
                <a:gd name="connsiteX5" fmla="*/ 245525 w 1158863"/>
                <a:gd name="connsiteY5" fmla="*/ 180972 h 402180"/>
                <a:gd name="connsiteX6" fmla="*/ 275422 w 1158863"/>
                <a:gd name="connsiteY6" fmla="*/ 120013 h 402180"/>
                <a:gd name="connsiteX7" fmla="*/ 811997 w 1158863"/>
                <a:gd name="connsiteY7" fmla="*/ 0 h 402180"/>
                <a:gd name="connsiteX0" fmla="*/ 785548 w 1132414"/>
                <a:gd name="connsiteY0" fmla="*/ 0 h 401663"/>
                <a:gd name="connsiteX1" fmla="*/ 1060450 w 1132414"/>
                <a:gd name="connsiteY1" fmla="*/ 6350 h 401663"/>
                <a:gd name="connsiteX2" fmla="*/ 1098551 w 1132414"/>
                <a:gd name="connsiteY2" fmla="*/ 259713 h 401663"/>
                <a:gd name="connsiteX3" fmla="*/ 746125 w 1132414"/>
                <a:gd name="connsiteY3" fmla="*/ 279399 h 401663"/>
                <a:gd name="connsiteX4" fmla="*/ 0 w 1132414"/>
                <a:gd name="connsiteY4" fmla="*/ 401635 h 401663"/>
                <a:gd name="connsiteX5" fmla="*/ 219076 w 1132414"/>
                <a:gd name="connsiteY5" fmla="*/ 180972 h 401663"/>
                <a:gd name="connsiteX6" fmla="*/ 248973 w 1132414"/>
                <a:gd name="connsiteY6" fmla="*/ 120013 h 401663"/>
                <a:gd name="connsiteX7" fmla="*/ 785548 w 1132414"/>
                <a:gd name="connsiteY7" fmla="*/ 0 h 401663"/>
                <a:gd name="connsiteX0" fmla="*/ 785548 w 1132414"/>
                <a:gd name="connsiteY0" fmla="*/ 0 h 401635"/>
                <a:gd name="connsiteX1" fmla="*/ 1060450 w 1132414"/>
                <a:gd name="connsiteY1" fmla="*/ 6350 h 401635"/>
                <a:gd name="connsiteX2" fmla="*/ 1098551 w 1132414"/>
                <a:gd name="connsiteY2" fmla="*/ 259713 h 401635"/>
                <a:gd name="connsiteX3" fmla="*/ 746125 w 1132414"/>
                <a:gd name="connsiteY3" fmla="*/ 279399 h 401635"/>
                <a:gd name="connsiteX4" fmla="*/ 0 w 1132414"/>
                <a:gd name="connsiteY4" fmla="*/ 401635 h 401635"/>
                <a:gd name="connsiteX5" fmla="*/ 219076 w 1132414"/>
                <a:gd name="connsiteY5" fmla="*/ 180972 h 401635"/>
                <a:gd name="connsiteX6" fmla="*/ 248973 w 1132414"/>
                <a:gd name="connsiteY6" fmla="*/ 120013 h 401635"/>
                <a:gd name="connsiteX7" fmla="*/ 785548 w 1132414"/>
                <a:gd name="connsiteY7" fmla="*/ 0 h 401635"/>
                <a:gd name="connsiteX0" fmla="*/ 785548 w 1132414"/>
                <a:gd name="connsiteY0" fmla="*/ 0 h 407120"/>
                <a:gd name="connsiteX1" fmla="*/ 1060450 w 1132414"/>
                <a:gd name="connsiteY1" fmla="*/ 6350 h 407120"/>
                <a:gd name="connsiteX2" fmla="*/ 1098551 w 1132414"/>
                <a:gd name="connsiteY2" fmla="*/ 259713 h 407120"/>
                <a:gd name="connsiteX3" fmla="*/ 746125 w 1132414"/>
                <a:gd name="connsiteY3" fmla="*/ 279399 h 407120"/>
                <a:gd name="connsiteX4" fmla="*/ 415847 w 1132414"/>
                <a:gd name="connsiteY4" fmla="*/ 355054 h 407120"/>
                <a:gd name="connsiteX5" fmla="*/ 0 w 1132414"/>
                <a:gd name="connsiteY5" fmla="*/ 401635 h 407120"/>
                <a:gd name="connsiteX6" fmla="*/ 219076 w 1132414"/>
                <a:gd name="connsiteY6" fmla="*/ 180972 h 407120"/>
                <a:gd name="connsiteX7" fmla="*/ 248973 w 1132414"/>
                <a:gd name="connsiteY7" fmla="*/ 120013 h 407120"/>
                <a:gd name="connsiteX8" fmla="*/ 785548 w 1132414"/>
                <a:gd name="connsiteY8" fmla="*/ 0 h 407120"/>
                <a:gd name="connsiteX0" fmla="*/ 785548 w 1132414"/>
                <a:gd name="connsiteY0" fmla="*/ 0 h 404675"/>
                <a:gd name="connsiteX1" fmla="*/ 1060450 w 1132414"/>
                <a:gd name="connsiteY1" fmla="*/ 6350 h 404675"/>
                <a:gd name="connsiteX2" fmla="*/ 1098551 w 1132414"/>
                <a:gd name="connsiteY2" fmla="*/ 259713 h 404675"/>
                <a:gd name="connsiteX3" fmla="*/ 746125 w 1132414"/>
                <a:gd name="connsiteY3" fmla="*/ 279399 h 404675"/>
                <a:gd name="connsiteX4" fmla="*/ 415847 w 1132414"/>
                <a:gd name="connsiteY4" fmla="*/ 355054 h 404675"/>
                <a:gd name="connsiteX5" fmla="*/ 0 w 1132414"/>
                <a:gd name="connsiteY5" fmla="*/ 401635 h 404675"/>
                <a:gd name="connsiteX6" fmla="*/ 219076 w 1132414"/>
                <a:gd name="connsiteY6" fmla="*/ 180972 h 404675"/>
                <a:gd name="connsiteX7" fmla="*/ 248973 w 1132414"/>
                <a:gd name="connsiteY7" fmla="*/ 120013 h 404675"/>
                <a:gd name="connsiteX8" fmla="*/ 785548 w 1132414"/>
                <a:gd name="connsiteY8" fmla="*/ 0 h 404675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48973 w 1132414"/>
                <a:gd name="connsiteY7" fmla="*/ 12001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48973 w 1132414"/>
                <a:gd name="connsiteY7" fmla="*/ 12001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29078"/>
                <a:gd name="connsiteY0" fmla="*/ 0 h 401910"/>
                <a:gd name="connsiteX1" fmla="*/ 1039019 w 1129078"/>
                <a:gd name="connsiteY1" fmla="*/ 6350 h 401910"/>
                <a:gd name="connsiteX2" fmla="*/ 1098551 w 1129078"/>
                <a:gd name="connsiteY2" fmla="*/ 259713 h 401910"/>
                <a:gd name="connsiteX3" fmla="*/ 746125 w 1129078"/>
                <a:gd name="connsiteY3" fmla="*/ 279399 h 401910"/>
                <a:gd name="connsiteX4" fmla="*/ 415847 w 1129078"/>
                <a:gd name="connsiteY4" fmla="*/ 355054 h 401910"/>
                <a:gd name="connsiteX5" fmla="*/ 0 w 1129078"/>
                <a:gd name="connsiteY5" fmla="*/ 401635 h 401910"/>
                <a:gd name="connsiteX6" fmla="*/ 219076 w 1129078"/>
                <a:gd name="connsiteY6" fmla="*/ 180972 h 401910"/>
                <a:gd name="connsiteX7" fmla="*/ 258498 w 1129078"/>
                <a:gd name="connsiteY7" fmla="*/ 113663 h 401910"/>
                <a:gd name="connsiteX8" fmla="*/ 785548 w 1129078"/>
                <a:gd name="connsiteY8" fmla="*/ 0 h 401910"/>
                <a:gd name="connsiteX0" fmla="*/ 785548 w 1133123"/>
                <a:gd name="connsiteY0" fmla="*/ 0 h 401910"/>
                <a:gd name="connsiteX1" fmla="*/ 1039019 w 1133123"/>
                <a:gd name="connsiteY1" fmla="*/ 6350 h 401910"/>
                <a:gd name="connsiteX2" fmla="*/ 1098551 w 1133123"/>
                <a:gd name="connsiteY2" fmla="*/ 259713 h 401910"/>
                <a:gd name="connsiteX3" fmla="*/ 746125 w 1133123"/>
                <a:gd name="connsiteY3" fmla="*/ 279399 h 401910"/>
                <a:gd name="connsiteX4" fmla="*/ 415847 w 1133123"/>
                <a:gd name="connsiteY4" fmla="*/ 355054 h 401910"/>
                <a:gd name="connsiteX5" fmla="*/ 0 w 1133123"/>
                <a:gd name="connsiteY5" fmla="*/ 401635 h 401910"/>
                <a:gd name="connsiteX6" fmla="*/ 219076 w 1133123"/>
                <a:gd name="connsiteY6" fmla="*/ 180972 h 401910"/>
                <a:gd name="connsiteX7" fmla="*/ 258498 w 1133123"/>
                <a:gd name="connsiteY7" fmla="*/ 113663 h 401910"/>
                <a:gd name="connsiteX8" fmla="*/ 785548 w 1133123"/>
                <a:gd name="connsiteY8" fmla="*/ 0 h 401910"/>
                <a:gd name="connsiteX0" fmla="*/ 785548 w 1130058"/>
                <a:gd name="connsiteY0" fmla="*/ 0 h 401910"/>
                <a:gd name="connsiteX1" fmla="*/ 1019969 w 1130058"/>
                <a:gd name="connsiteY1" fmla="*/ 9525 h 401910"/>
                <a:gd name="connsiteX2" fmla="*/ 1098551 w 1130058"/>
                <a:gd name="connsiteY2" fmla="*/ 259713 h 401910"/>
                <a:gd name="connsiteX3" fmla="*/ 746125 w 1130058"/>
                <a:gd name="connsiteY3" fmla="*/ 279399 h 401910"/>
                <a:gd name="connsiteX4" fmla="*/ 415847 w 1130058"/>
                <a:gd name="connsiteY4" fmla="*/ 355054 h 401910"/>
                <a:gd name="connsiteX5" fmla="*/ 0 w 1130058"/>
                <a:gd name="connsiteY5" fmla="*/ 401635 h 401910"/>
                <a:gd name="connsiteX6" fmla="*/ 219076 w 1130058"/>
                <a:gd name="connsiteY6" fmla="*/ 180972 h 401910"/>
                <a:gd name="connsiteX7" fmla="*/ 258498 w 1130058"/>
                <a:gd name="connsiteY7" fmla="*/ 113663 h 401910"/>
                <a:gd name="connsiteX8" fmla="*/ 785548 w 1130058"/>
                <a:gd name="connsiteY8" fmla="*/ 0 h 401910"/>
                <a:gd name="connsiteX0" fmla="*/ 785548 w 1132304"/>
                <a:gd name="connsiteY0" fmla="*/ 0 h 401910"/>
                <a:gd name="connsiteX1" fmla="*/ 1034257 w 1132304"/>
                <a:gd name="connsiteY1" fmla="*/ 9525 h 401910"/>
                <a:gd name="connsiteX2" fmla="*/ 1098551 w 1132304"/>
                <a:gd name="connsiteY2" fmla="*/ 259713 h 401910"/>
                <a:gd name="connsiteX3" fmla="*/ 746125 w 1132304"/>
                <a:gd name="connsiteY3" fmla="*/ 279399 h 401910"/>
                <a:gd name="connsiteX4" fmla="*/ 415847 w 1132304"/>
                <a:gd name="connsiteY4" fmla="*/ 355054 h 401910"/>
                <a:gd name="connsiteX5" fmla="*/ 0 w 1132304"/>
                <a:gd name="connsiteY5" fmla="*/ 401635 h 401910"/>
                <a:gd name="connsiteX6" fmla="*/ 219076 w 1132304"/>
                <a:gd name="connsiteY6" fmla="*/ 180972 h 401910"/>
                <a:gd name="connsiteX7" fmla="*/ 258498 w 1132304"/>
                <a:gd name="connsiteY7" fmla="*/ 113663 h 401910"/>
                <a:gd name="connsiteX8" fmla="*/ 785548 w 113230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74" h="401910">
                  <a:moveTo>
                    <a:pt x="785548" y="0"/>
                  </a:moveTo>
                  <a:lnTo>
                    <a:pt x="1024732" y="9525"/>
                  </a:lnTo>
                  <a:cubicBezTo>
                    <a:pt x="1054895" y="104298"/>
                    <a:pt x="1192213" y="153034"/>
                    <a:pt x="1098551" y="259713"/>
                  </a:cubicBezTo>
                  <a:cubicBezTo>
                    <a:pt x="992983" y="307337"/>
                    <a:pt x="943548" y="288130"/>
                    <a:pt x="746125" y="279399"/>
                  </a:cubicBezTo>
                  <a:cubicBezTo>
                    <a:pt x="631812" y="287881"/>
                    <a:pt x="540201" y="334681"/>
                    <a:pt x="415847" y="355054"/>
                  </a:cubicBezTo>
                  <a:cubicBezTo>
                    <a:pt x="167668" y="321452"/>
                    <a:pt x="32266" y="407365"/>
                    <a:pt x="0" y="401635"/>
                  </a:cubicBezTo>
                  <a:cubicBezTo>
                    <a:pt x="45244" y="198435"/>
                    <a:pt x="260130" y="201451"/>
                    <a:pt x="219076" y="180972"/>
                  </a:cubicBezTo>
                  <a:cubicBezTo>
                    <a:pt x="211359" y="120805"/>
                    <a:pt x="232877" y="125568"/>
                    <a:pt x="258498" y="113663"/>
                  </a:cubicBezTo>
                  <a:cubicBezTo>
                    <a:pt x="399785" y="64134"/>
                    <a:pt x="680773" y="214629"/>
                    <a:pt x="785548" y="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E6929B-AD2B-B94C-C9E9-80599A4471EB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3522915" y="654050"/>
              <a:ext cx="610934" cy="812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81F9556-7656-0BA5-8F23-ECA29404FD28}"/>
                </a:ext>
              </a:extLst>
            </p:cNvPr>
            <p:cNvSpPr/>
            <p:nvPr/>
          </p:nvSpPr>
          <p:spPr>
            <a:xfrm>
              <a:off x="3864223" y="591389"/>
              <a:ext cx="88652" cy="45719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542E245-EC8A-C55F-4B52-4E62EC98FADC}"/>
                </a:ext>
              </a:extLst>
            </p:cNvPr>
            <p:cNvSpPr/>
            <p:nvPr/>
          </p:nvSpPr>
          <p:spPr>
            <a:xfrm>
              <a:off x="4095751" y="469408"/>
              <a:ext cx="209549" cy="123709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344BD62-4830-CD1C-A25B-209C3561E256}"/>
                </a:ext>
              </a:extLst>
            </p:cNvPr>
            <p:cNvSpPr/>
            <p:nvPr/>
          </p:nvSpPr>
          <p:spPr>
            <a:xfrm>
              <a:off x="4159110" y="480152"/>
              <a:ext cx="82830" cy="8283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0643891F-45DB-A561-573C-B1FE4FFC480B}"/>
                </a:ext>
              </a:extLst>
            </p:cNvPr>
            <p:cNvSpPr/>
            <p:nvPr/>
          </p:nvSpPr>
          <p:spPr>
            <a:xfrm>
              <a:off x="3588624" y="2706565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solidFill>
              <a:srgbClr val="7A615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B9B01307-BCC1-7448-2837-D0026D7F422E}"/>
                </a:ext>
              </a:extLst>
            </p:cNvPr>
            <p:cNvSpPr/>
            <p:nvPr/>
          </p:nvSpPr>
          <p:spPr>
            <a:xfrm>
              <a:off x="3500055" y="2768219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solidFill>
              <a:srgbClr val="968074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1E5578B1-4D38-E716-BA46-17CBDBC0735F}"/>
                </a:ext>
              </a:extLst>
            </p:cNvPr>
            <p:cNvSpPr/>
            <p:nvPr/>
          </p:nvSpPr>
          <p:spPr>
            <a:xfrm>
              <a:off x="3264696" y="2832363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solidFill>
              <a:srgbClr val="06111E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val 12">
              <a:extLst>
                <a:ext uri="{FF2B5EF4-FFF2-40B4-BE49-F238E27FC236}">
                  <a16:creationId xmlns:a16="http://schemas.microsoft.com/office/drawing/2014/main" id="{CEB0C6DC-DF55-A087-1DD3-A4FE2C2D1226}"/>
                </a:ext>
              </a:extLst>
            </p:cNvPr>
            <p:cNvSpPr/>
            <p:nvPr/>
          </p:nvSpPr>
          <p:spPr>
            <a:xfrm rot="20570730">
              <a:off x="4885914" y="4587617"/>
              <a:ext cx="290699" cy="305688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249BC56A-48B4-602E-D7C9-FC1387C0056D}"/>
                </a:ext>
              </a:extLst>
            </p:cNvPr>
            <p:cNvSpPr/>
            <p:nvPr/>
          </p:nvSpPr>
          <p:spPr>
            <a:xfrm rot="706300">
              <a:off x="4135284" y="4897835"/>
              <a:ext cx="290699" cy="305688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72E566AA-5DF9-96F6-18D2-AEDE5BA8F640}"/>
                </a:ext>
              </a:extLst>
            </p:cNvPr>
            <p:cNvSpPr/>
            <p:nvPr/>
          </p:nvSpPr>
          <p:spPr>
            <a:xfrm rot="20584478">
              <a:off x="4159744" y="4662050"/>
              <a:ext cx="278661" cy="38287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val 12">
              <a:extLst>
                <a:ext uri="{FF2B5EF4-FFF2-40B4-BE49-F238E27FC236}">
                  <a16:creationId xmlns:a16="http://schemas.microsoft.com/office/drawing/2014/main" id="{4D307E2C-7F8A-FD0F-ECE5-0810530BA742}"/>
                </a:ext>
              </a:extLst>
            </p:cNvPr>
            <p:cNvSpPr/>
            <p:nvPr/>
          </p:nvSpPr>
          <p:spPr>
            <a:xfrm rot="19814898">
              <a:off x="4812078" y="4256305"/>
              <a:ext cx="239197" cy="450963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19D653C2-F7A7-CD69-E404-32BF43918662}"/>
                </a:ext>
              </a:extLst>
            </p:cNvPr>
            <p:cNvSpPr/>
            <p:nvPr/>
          </p:nvSpPr>
          <p:spPr>
            <a:xfrm rot="20927774">
              <a:off x="5314416" y="6158997"/>
              <a:ext cx="239468" cy="245406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710083A2-8D84-E5D6-6166-144601696705}"/>
                </a:ext>
              </a:extLst>
            </p:cNvPr>
            <p:cNvSpPr/>
            <p:nvPr/>
          </p:nvSpPr>
          <p:spPr>
            <a:xfrm rot="1634124">
              <a:off x="3749632" y="6248339"/>
              <a:ext cx="241557" cy="304855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  <a:gd name="connsiteX0" fmla="*/ 54500 w 440264"/>
                <a:gd name="connsiteY0" fmla="*/ 243131 h 615839"/>
                <a:gd name="connsiteX1" fmla="*/ 247382 w 440264"/>
                <a:gd name="connsiteY1" fmla="*/ 1903 h 615839"/>
                <a:gd name="connsiteX2" fmla="*/ 440264 w 440264"/>
                <a:gd name="connsiteY2" fmla="*/ 243131 h 615839"/>
                <a:gd name="connsiteX3" fmla="*/ 247382 w 440264"/>
                <a:gd name="connsiteY3" fmla="*/ 484359 h 615839"/>
                <a:gd name="connsiteX4" fmla="*/ 12615 w 440264"/>
                <a:gd name="connsiteY4" fmla="*/ 606706 h 615839"/>
                <a:gd name="connsiteX5" fmla="*/ 54500 w 440264"/>
                <a:gd name="connsiteY5" fmla="*/ 243131 h 615839"/>
                <a:gd name="connsiteX0" fmla="*/ 58314 w 444078"/>
                <a:gd name="connsiteY0" fmla="*/ 243131 h 615841"/>
                <a:gd name="connsiteX1" fmla="*/ 251196 w 444078"/>
                <a:gd name="connsiteY1" fmla="*/ 1903 h 615841"/>
                <a:gd name="connsiteX2" fmla="*/ 444078 w 444078"/>
                <a:gd name="connsiteY2" fmla="*/ 243131 h 615841"/>
                <a:gd name="connsiteX3" fmla="*/ 251196 w 444078"/>
                <a:gd name="connsiteY3" fmla="*/ 484359 h 615841"/>
                <a:gd name="connsiteX4" fmla="*/ 16429 w 444078"/>
                <a:gd name="connsiteY4" fmla="*/ 606706 h 615841"/>
                <a:gd name="connsiteX5" fmla="*/ 58314 w 444078"/>
                <a:gd name="connsiteY5" fmla="*/ 243131 h 61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4078" h="615841">
                  <a:moveTo>
                    <a:pt x="58314" y="243131"/>
                  </a:moveTo>
                  <a:cubicBezTo>
                    <a:pt x="116760" y="135754"/>
                    <a:pt x="66089" y="20953"/>
                    <a:pt x="251196" y="1903"/>
                  </a:cubicBezTo>
                  <a:cubicBezTo>
                    <a:pt x="436303" y="-17147"/>
                    <a:pt x="444078" y="109904"/>
                    <a:pt x="444078" y="243131"/>
                  </a:cubicBezTo>
                  <a:cubicBezTo>
                    <a:pt x="444078" y="376358"/>
                    <a:pt x="322471" y="423763"/>
                    <a:pt x="251196" y="484359"/>
                  </a:cubicBezTo>
                  <a:cubicBezTo>
                    <a:pt x="179921" y="544955"/>
                    <a:pt x="48576" y="646911"/>
                    <a:pt x="16429" y="606706"/>
                  </a:cubicBezTo>
                  <a:cubicBezTo>
                    <a:pt x="-15718" y="566501"/>
                    <a:pt x="-132" y="350508"/>
                    <a:pt x="58314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23DBAFC-C99B-780B-C97A-9AF3C46BB91A}"/>
                </a:ext>
              </a:extLst>
            </p:cNvPr>
            <p:cNvSpPr/>
            <p:nvPr/>
          </p:nvSpPr>
          <p:spPr>
            <a:xfrm>
              <a:off x="2820957" y="6514546"/>
              <a:ext cx="198620" cy="140155"/>
            </a:xfrm>
            <a:custGeom>
              <a:avLst/>
              <a:gdLst>
                <a:gd name="connsiteX0" fmla="*/ 194423 w 198620"/>
                <a:gd name="connsiteY0" fmla="*/ 0 h 140155"/>
                <a:gd name="connsiteX1" fmla="*/ 198620 w 198620"/>
                <a:gd name="connsiteY1" fmla="*/ 70526 h 140155"/>
                <a:gd name="connsiteX2" fmla="*/ 195337 w 198620"/>
                <a:gd name="connsiteY2" fmla="*/ 125686 h 140155"/>
                <a:gd name="connsiteX3" fmla="*/ 189325 w 198620"/>
                <a:gd name="connsiteY3" fmla="*/ 125575 h 140155"/>
                <a:gd name="connsiteX4" fmla="*/ 4529 w 198620"/>
                <a:gd name="connsiteY4" fmla="*/ 137028 h 140155"/>
                <a:gd name="connsiteX5" fmla="*/ 183346 w 198620"/>
                <a:gd name="connsiteY5" fmla="*/ 1853 h 140155"/>
                <a:gd name="connsiteX6" fmla="*/ 194423 w 198620"/>
                <a:gd name="connsiteY6" fmla="*/ 0 h 14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20" h="140155">
                  <a:moveTo>
                    <a:pt x="194423" y="0"/>
                  </a:moveTo>
                  <a:lnTo>
                    <a:pt x="198620" y="70526"/>
                  </a:lnTo>
                  <a:lnTo>
                    <a:pt x="195337" y="125686"/>
                  </a:lnTo>
                  <a:lnTo>
                    <a:pt x="189325" y="125575"/>
                  </a:lnTo>
                  <a:cubicBezTo>
                    <a:pt x="104732" y="127651"/>
                    <a:pt x="-25997" y="147743"/>
                    <a:pt x="4529" y="137028"/>
                  </a:cubicBezTo>
                  <a:cubicBezTo>
                    <a:pt x="42232" y="63527"/>
                    <a:pt x="106129" y="23562"/>
                    <a:pt x="183346" y="1853"/>
                  </a:cubicBezTo>
                  <a:lnTo>
                    <a:pt x="19442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AB88CF9-4A41-6A00-B734-FC7B8AB74CD2}"/>
                </a:ext>
              </a:extLst>
            </p:cNvPr>
            <p:cNvSpPr/>
            <p:nvPr/>
          </p:nvSpPr>
          <p:spPr>
            <a:xfrm rot="20867988">
              <a:off x="4513602" y="6456371"/>
              <a:ext cx="198620" cy="140155"/>
            </a:xfrm>
            <a:custGeom>
              <a:avLst/>
              <a:gdLst>
                <a:gd name="connsiteX0" fmla="*/ 194423 w 198620"/>
                <a:gd name="connsiteY0" fmla="*/ 0 h 140155"/>
                <a:gd name="connsiteX1" fmla="*/ 198620 w 198620"/>
                <a:gd name="connsiteY1" fmla="*/ 70526 h 140155"/>
                <a:gd name="connsiteX2" fmla="*/ 195337 w 198620"/>
                <a:gd name="connsiteY2" fmla="*/ 125686 h 140155"/>
                <a:gd name="connsiteX3" fmla="*/ 189325 w 198620"/>
                <a:gd name="connsiteY3" fmla="*/ 125575 h 140155"/>
                <a:gd name="connsiteX4" fmla="*/ 4529 w 198620"/>
                <a:gd name="connsiteY4" fmla="*/ 137028 h 140155"/>
                <a:gd name="connsiteX5" fmla="*/ 183346 w 198620"/>
                <a:gd name="connsiteY5" fmla="*/ 1853 h 140155"/>
                <a:gd name="connsiteX6" fmla="*/ 194423 w 198620"/>
                <a:gd name="connsiteY6" fmla="*/ 0 h 14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20" h="140155">
                  <a:moveTo>
                    <a:pt x="194423" y="0"/>
                  </a:moveTo>
                  <a:lnTo>
                    <a:pt x="198620" y="70526"/>
                  </a:lnTo>
                  <a:lnTo>
                    <a:pt x="195337" y="125686"/>
                  </a:lnTo>
                  <a:lnTo>
                    <a:pt x="189325" y="125575"/>
                  </a:lnTo>
                  <a:cubicBezTo>
                    <a:pt x="104732" y="127651"/>
                    <a:pt x="-25997" y="147743"/>
                    <a:pt x="4529" y="137028"/>
                  </a:cubicBezTo>
                  <a:cubicBezTo>
                    <a:pt x="42232" y="63527"/>
                    <a:pt x="106129" y="23562"/>
                    <a:pt x="183346" y="1853"/>
                  </a:cubicBezTo>
                  <a:lnTo>
                    <a:pt x="19442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54CC98B-4570-B286-8E7A-162152E16BF3}"/>
                </a:ext>
              </a:extLst>
            </p:cNvPr>
            <p:cNvSpPr/>
            <p:nvPr/>
          </p:nvSpPr>
          <p:spPr>
            <a:xfrm rot="19779215" flipV="1">
              <a:off x="4763354" y="6315078"/>
              <a:ext cx="285750" cy="161925"/>
            </a:xfrm>
            <a:custGeom>
              <a:avLst/>
              <a:gdLst>
                <a:gd name="connsiteX0" fmla="*/ 0 w 285750"/>
                <a:gd name="connsiteY0" fmla="*/ 161925 h 161925"/>
                <a:gd name="connsiteX1" fmla="*/ 100013 w 285750"/>
                <a:gd name="connsiteY1" fmla="*/ 52387 h 161925"/>
                <a:gd name="connsiteX2" fmla="*/ 285750 w 285750"/>
                <a:gd name="connsiteY2" fmla="*/ 0 h 161925"/>
                <a:gd name="connsiteX3" fmla="*/ 285750 w 285750"/>
                <a:gd name="connsiteY3" fmla="*/ 0 h 161925"/>
                <a:gd name="connsiteX4" fmla="*/ 285750 w 285750"/>
                <a:gd name="connsiteY4" fmla="*/ 0 h 161925"/>
                <a:gd name="connsiteX5" fmla="*/ 285750 w 285750"/>
                <a:gd name="connsiteY5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161925">
                  <a:moveTo>
                    <a:pt x="0" y="161925"/>
                  </a:moveTo>
                  <a:cubicBezTo>
                    <a:pt x="26194" y="120649"/>
                    <a:pt x="52388" y="79374"/>
                    <a:pt x="100013" y="52387"/>
                  </a:cubicBezTo>
                  <a:cubicBezTo>
                    <a:pt x="147638" y="25400"/>
                    <a:pt x="285750" y="0"/>
                    <a:pt x="285750" y="0"/>
                  </a:cubicBezTo>
                  <a:lnTo>
                    <a:pt x="285750" y="0"/>
                  </a:lnTo>
                  <a:lnTo>
                    <a:pt x="285750" y="0"/>
                  </a:lnTo>
                  <a:lnTo>
                    <a:pt x="285750" y="0"/>
                  </a:lnTo>
                </a:path>
              </a:pathLst>
            </a:custGeom>
            <a:solidFill>
              <a:srgbClr val="F6BFB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C6AD10-2047-56FC-42C2-1F0251850F12}"/>
              </a:ext>
            </a:extLst>
          </p:cNvPr>
          <p:cNvGrpSpPr/>
          <p:nvPr/>
        </p:nvGrpSpPr>
        <p:grpSpPr>
          <a:xfrm>
            <a:off x="4545872" y="685984"/>
            <a:ext cx="3583718" cy="6400432"/>
            <a:chOff x="2820957" y="372776"/>
            <a:chExt cx="3583718" cy="6400432"/>
          </a:xfrm>
        </p:grpSpPr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D97B5C3B-6B7D-A9DC-2766-E60776D80BDF}"/>
                </a:ext>
              </a:extLst>
            </p:cNvPr>
            <p:cNvSpPr/>
            <p:nvPr/>
          </p:nvSpPr>
          <p:spPr>
            <a:xfrm rot="20655425">
              <a:off x="4368907" y="3335918"/>
              <a:ext cx="560325" cy="1247919"/>
            </a:xfrm>
            <a:custGeom>
              <a:avLst/>
              <a:gdLst>
                <a:gd name="connsiteX0" fmla="*/ 0 w 333743"/>
                <a:gd name="connsiteY0" fmla="*/ 0 h 825644"/>
                <a:gd name="connsiteX1" fmla="*/ 333743 w 333743"/>
                <a:gd name="connsiteY1" fmla="*/ 0 h 825644"/>
                <a:gd name="connsiteX2" fmla="*/ 333743 w 333743"/>
                <a:gd name="connsiteY2" fmla="*/ 825644 h 825644"/>
                <a:gd name="connsiteX3" fmla="*/ 0 w 333743"/>
                <a:gd name="connsiteY3" fmla="*/ 825644 h 825644"/>
                <a:gd name="connsiteX4" fmla="*/ 0 w 333743"/>
                <a:gd name="connsiteY4" fmla="*/ 0 h 825644"/>
                <a:gd name="connsiteX0" fmla="*/ 0 w 511543"/>
                <a:gd name="connsiteY0" fmla="*/ 0 h 1095519"/>
                <a:gd name="connsiteX1" fmla="*/ 511543 w 511543"/>
                <a:gd name="connsiteY1" fmla="*/ 269875 h 1095519"/>
                <a:gd name="connsiteX2" fmla="*/ 511543 w 511543"/>
                <a:gd name="connsiteY2" fmla="*/ 1095519 h 1095519"/>
                <a:gd name="connsiteX3" fmla="*/ 177800 w 511543"/>
                <a:gd name="connsiteY3" fmla="*/ 1095519 h 1095519"/>
                <a:gd name="connsiteX4" fmla="*/ 0 w 511543"/>
                <a:gd name="connsiteY4" fmla="*/ 0 h 1095519"/>
                <a:gd name="connsiteX0" fmla="*/ 6171 w 517714"/>
                <a:gd name="connsiteY0" fmla="*/ 0 h 1095519"/>
                <a:gd name="connsiteX1" fmla="*/ 517714 w 517714"/>
                <a:gd name="connsiteY1" fmla="*/ 269875 h 1095519"/>
                <a:gd name="connsiteX2" fmla="*/ 517714 w 517714"/>
                <a:gd name="connsiteY2" fmla="*/ 1095519 h 1095519"/>
                <a:gd name="connsiteX3" fmla="*/ 183971 w 517714"/>
                <a:gd name="connsiteY3" fmla="*/ 1095519 h 1095519"/>
                <a:gd name="connsiteX4" fmla="*/ 6171 w 517714"/>
                <a:gd name="connsiteY4" fmla="*/ 0 h 1095519"/>
                <a:gd name="connsiteX0" fmla="*/ 4192 w 515735"/>
                <a:gd name="connsiteY0" fmla="*/ 0 h 1222519"/>
                <a:gd name="connsiteX1" fmla="*/ 515735 w 515735"/>
                <a:gd name="connsiteY1" fmla="*/ 269875 h 1222519"/>
                <a:gd name="connsiteX2" fmla="*/ 515735 w 515735"/>
                <a:gd name="connsiteY2" fmla="*/ 1095519 h 1222519"/>
                <a:gd name="connsiteX3" fmla="*/ 270892 w 515735"/>
                <a:gd name="connsiteY3" fmla="*/ 1222519 h 1222519"/>
                <a:gd name="connsiteX4" fmla="*/ 4192 w 515735"/>
                <a:gd name="connsiteY4" fmla="*/ 0 h 1222519"/>
                <a:gd name="connsiteX0" fmla="*/ 9840 w 521383"/>
                <a:gd name="connsiteY0" fmla="*/ 0 h 1222519"/>
                <a:gd name="connsiteX1" fmla="*/ 521383 w 521383"/>
                <a:gd name="connsiteY1" fmla="*/ 269875 h 1222519"/>
                <a:gd name="connsiteX2" fmla="*/ 521383 w 521383"/>
                <a:gd name="connsiteY2" fmla="*/ 1095519 h 1222519"/>
                <a:gd name="connsiteX3" fmla="*/ 276540 w 521383"/>
                <a:gd name="connsiteY3" fmla="*/ 1222519 h 1222519"/>
                <a:gd name="connsiteX4" fmla="*/ 9840 w 521383"/>
                <a:gd name="connsiteY4" fmla="*/ 0 h 1222519"/>
                <a:gd name="connsiteX0" fmla="*/ 8981 w 520524"/>
                <a:gd name="connsiteY0" fmla="*/ 0 h 1222519"/>
                <a:gd name="connsiteX1" fmla="*/ 520524 w 520524"/>
                <a:gd name="connsiteY1" fmla="*/ 269875 h 1222519"/>
                <a:gd name="connsiteX2" fmla="*/ 520524 w 520524"/>
                <a:gd name="connsiteY2" fmla="*/ 1095519 h 1222519"/>
                <a:gd name="connsiteX3" fmla="*/ 275681 w 520524"/>
                <a:gd name="connsiteY3" fmla="*/ 1222519 h 1222519"/>
                <a:gd name="connsiteX4" fmla="*/ 8981 w 520524"/>
                <a:gd name="connsiteY4" fmla="*/ 0 h 1222519"/>
                <a:gd name="connsiteX0" fmla="*/ 8981 w 545924"/>
                <a:gd name="connsiteY0" fmla="*/ 0 h 1232044"/>
                <a:gd name="connsiteX1" fmla="*/ 520524 w 545924"/>
                <a:gd name="connsiteY1" fmla="*/ 269875 h 1232044"/>
                <a:gd name="connsiteX2" fmla="*/ 545924 w 545924"/>
                <a:gd name="connsiteY2" fmla="*/ 1232044 h 1232044"/>
                <a:gd name="connsiteX3" fmla="*/ 275681 w 545924"/>
                <a:gd name="connsiteY3" fmla="*/ 1222519 h 1232044"/>
                <a:gd name="connsiteX4" fmla="*/ 8981 w 545924"/>
                <a:gd name="connsiteY4" fmla="*/ 0 h 1232044"/>
                <a:gd name="connsiteX0" fmla="*/ 8981 w 558624"/>
                <a:gd name="connsiteY0" fmla="*/ 0 h 1232044"/>
                <a:gd name="connsiteX1" fmla="*/ 558624 w 558624"/>
                <a:gd name="connsiteY1" fmla="*/ 260350 h 1232044"/>
                <a:gd name="connsiteX2" fmla="*/ 545924 w 558624"/>
                <a:gd name="connsiteY2" fmla="*/ 1232044 h 1232044"/>
                <a:gd name="connsiteX3" fmla="*/ 275681 w 558624"/>
                <a:gd name="connsiteY3" fmla="*/ 1222519 h 1232044"/>
                <a:gd name="connsiteX4" fmla="*/ 8981 w 558624"/>
                <a:gd name="connsiteY4" fmla="*/ 0 h 1232044"/>
                <a:gd name="connsiteX0" fmla="*/ 8981 w 558624"/>
                <a:gd name="connsiteY0" fmla="*/ 0 h 1247919"/>
                <a:gd name="connsiteX1" fmla="*/ 558624 w 558624"/>
                <a:gd name="connsiteY1" fmla="*/ 260350 h 1247919"/>
                <a:gd name="connsiteX2" fmla="*/ 545924 w 558624"/>
                <a:gd name="connsiteY2" fmla="*/ 1232044 h 1247919"/>
                <a:gd name="connsiteX3" fmla="*/ 275681 w 558624"/>
                <a:gd name="connsiteY3" fmla="*/ 1247919 h 1247919"/>
                <a:gd name="connsiteX4" fmla="*/ 8981 w 558624"/>
                <a:gd name="connsiteY4" fmla="*/ 0 h 1247919"/>
                <a:gd name="connsiteX0" fmla="*/ 8603 w 558246"/>
                <a:gd name="connsiteY0" fmla="*/ 0 h 1247919"/>
                <a:gd name="connsiteX1" fmla="*/ 558246 w 558246"/>
                <a:gd name="connsiteY1" fmla="*/ 260350 h 1247919"/>
                <a:gd name="connsiteX2" fmla="*/ 545546 w 558246"/>
                <a:gd name="connsiteY2" fmla="*/ 1232044 h 1247919"/>
                <a:gd name="connsiteX3" fmla="*/ 275303 w 558246"/>
                <a:gd name="connsiteY3" fmla="*/ 1247919 h 1247919"/>
                <a:gd name="connsiteX4" fmla="*/ 8603 w 558246"/>
                <a:gd name="connsiteY4" fmla="*/ 0 h 1247919"/>
                <a:gd name="connsiteX0" fmla="*/ 9391 w 559034"/>
                <a:gd name="connsiteY0" fmla="*/ 0 h 1247919"/>
                <a:gd name="connsiteX1" fmla="*/ 559034 w 559034"/>
                <a:gd name="connsiteY1" fmla="*/ 260350 h 1247919"/>
                <a:gd name="connsiteX2" fmla="*/ 546334 w 559034"/>
                <a:gd name="connsiteY2" fmla="*/ 1232044 h 1247919"/>
                <a:gd name="connsiteX3" fmla="*/ 276091 w 559034"/>
                <a:gd name="connsiteY3" fmla="*/ 1247919 h 1247919"/>
                <a:gd name="connsiteX4" fmla="*/ 9391 w 559034"/>
                <a:gd name="connsiteY4" fmla="*/ 0 h 1247919"/>
                <a:gd name="connsiteX0" fmla="*/ 0 w 549643"/>
                <a:gd name="connsiteY0" fmla="*/ 0 h 1247919"/>
                <a:gd name="connsiteX1" fmla="*/ 549643 w 549643"/>
                <a:gd name="connsiteY1" fmla="*/ 260350 h 1247919"/>
                <a:gd name="connsiteX2" fmla="*/ 536943 w 549643"/>
                <a:gd name="connsiteY2" fmla="*/ 1232044 h 1247919"/>
                <a:gd name="connsiteX3" fmla="*/ 266700 w 549643"/>
                <a:gd name="connsiteY3" fmla="*/ 1247919 h 1247919"/>
                <a:gd name="connsiteX4" fmla="*/ 0 w 549643"/>
                <a:gd name="connsiteY4" fmla="*/ 0 h 1247919"/>
                <a:gd name="connsiteX0" fmla="*/ 10975 w 560618"/>
                <a:gd name="connsiteY0" fmla="*/ 0 h 1247919"/>
                <a:gd name="connsiteX1" fmla="*/ 560618 w 560618"/>
                <a:gd name="connsiteY1" fmla="*/ 260350 h 1247919"/>
                <a:gd name="connsiteX2" fmla="*/ 547918 w 560618"/>
                <a:gd name="connsiteY2" fmla="*/ 1232044 h 1247919"/>
                <a:gd name="connsiteX3" fmla="*/ 277675 w 560618"/>
                <a:gd name="connsiteY3" fmla="*/ 1247919 h 1247919"/>
                <a:gd name="connsiteX4" fmla="*/ 10975 w 560618"/>
                <a:gd name="connsiteY4" fmla="*/ 0 h 1247919"/>
                <a:gd name="connsiteX0" fmla="*/ 10682 w 560325"/>
                <a:gd name="connsiteY0" fmla="*/ 0 h 1247919"/>
                <a:gd name="connsiteX1" fmla="*/ 560325 w 560325"/>
                <a:gd name="connsiteY1" fmla="*/ 260350 h 1247919"/>
                <a:gd name="connsiteX2" fmla="*/ 547625 w 560325"/>
                <a:gd name="connsiteY2" fmla="*/ 1232044 h 1247919"/>
                <a:gd name="connsiteX3" fmla="*/ 286907 w 560325"/>
                <a:gd name="connsiteY3" fmla="*/ 1247919 h 1247919"/>
                <a:gd name="connsiteX4" fmla="*/ 10682 w 560325"/>
                <a:gd name="connsiteY4" fmla="*/ 0 h 124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25" h="1247919">
                  <a:moveTo>
                    <a:pt x="10682" y="0"/>
                  </a:moveTo>
                  <a:lnTo>
                    <a:pt x="560325" y="260350"/>
                  </a:lnTo>
                  <a:lnTo>
                    <a:pt x="547625" y="1232044"/>
                  </a:lnTo>
                  <a:lnTo>
                    <a:pt x="286907" y="1247919"/>
                  </a:lnTo>
                  <a:cubicBezTo>
                    <a:pt x="243515" y="1155796"/>
                    <a:pt x="-60226" y="939848"/>
                    <a:pt x="10682" y="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338EDCFC-6EB6-6388-5B6D-F969E5890305}"/>
                </a:ext>
              </a:extLst>
            </p:cNvPr>
            <p:cNvSpPr/>
            <p:nvPr/>
          </p:nvSpPr>
          <p:spPr>
            <a:xfrm>
              <a:off x="2891533" y="372776"/>
              <a:ext cx="1483033" cy="3688943"/>
            </a:xfrm>
            <a:custGeom>
              <a:avLst/>
              <a:gdLst>
                <a:gd name="connsiteX0" fmla="*/ 0 w 358140"/>
                <a:gd name="connsiteY0" fmla="*/ 0 h 487680"/>
                <a:gd name="connsiteX1" fmla="*/ 358140 w 358140"/>
                <a:gd name="connsiteY1" fmla="*/ 0 h 487680"/>
                <a:gd name="connsiteX2" fmla="*/ 358140 w 358140"/>
                <a:gd name="connsiteY2" fmla="*/ 487680 h 487680"/>
                <a:gd name="connsiteX3" fmla="*/ 0 w 358140"/>
                <a:gd name="connsiteY3" fmla="*/ 487680 h 487680"/>
                <a:gd name="connsiteX4" fmla="*/ 0 w 358140"/>
                <a:gd name="connsiteY4" fmla="*/ 0 h 487680"/>
                <a:gd name="connsiteX0" fmla="*/ 0 w 510540"/>
                <a:gd name="connsiteY0" fmla="*/ 7620 h 487680"/>
                <a:gd name="connsiteX1" fmla="*/ 510540 w 510540"/>
                <a:gd name="connsiteY1" fmla="*/ 0 h 487680"/>
                <a:gd name="connsiteX2" fmla="*/ 510540 w 510540"/>
                <a:gd name="connsiteY2" fmla="*/ 487680 h 487680"/>
                <a:gd name="connsiteX3" fmla="*/ 152400 w 510540"/>
                <a:gd name="connsiteY3" fmla="*/ 487680 h 487680"/>
                <a:gd name="connsiteX4" fmla="*/ 0 w 510540"/>
                <a:gd name="connsiteY4" fmla="*/ 7620 h 487680"/>
                <a:gd name="connsiteX0" fmla="*/ 0 w 510540"/>
                <a:gd name="connsiteY0" fmla="*/ 7620 h 487680"/>
                <a:gd name="connsiteX1" fmla="*/ 228600 w 510540"/>
                <a:gd name="connsiteY1" fmla="*/ 15240 h 487680"/>
                <a:gd name="connsiteX2" fmla="*/ 510540 w 510540"/>
                <a:gd name="connsiteY2" fmla="*/ 0 h 487680"/>
                <a:gd name="connsiteX3" fmla="*/ 510540 w 510540"/>
                <a:gd name="connsiteY3" fmla="*/ 487680 h 487680"/>
                <a:gd name="connsiteX4" fmla="*/ 152400 w 510540"/>
                <a:gd name="connsiteY4" fmla="*/ 487680 h 487680"/>
                <a:gd name="connsiteX5" fmla="*/ 0 w 510540"/>
                <a:gd name="connsiteY5" fmla="*/ 7620 h 487680"/>
                <a:gd name="connsiteX0" fmla="*/ 0 w 510540"/>
                <a:gd name="connsiteY0" fmla="*/ 33292 h 513352"/>
                <a:gd name="connsiteX1" fmla="*/ 228600 w 510540"/>
                <a:gd name="connsiteY1" fmla="*/ 40912 h 513352"/>
                <a:gd name="connsiteX2" fmla="*/ 510540 w 510540"/>
                <a:gd name="connsiteY2" fmla="*/ 25672 h 513352"/>
                <a:gd name="connsiteX3" fmla="*/ 510540 w 510540"/>
                <a:gd name="connsiteY3" fmla="*/ 513352 h 513352"/>
                <a:gd name="connsiteX4" fmla="*/ 152400 w 510540"/>
                <a:gd name="connsiteY4" fmla="*/ 513352 h 513352"/>
                <a:gd name="connsiteX5" fmla="*/ 0 w 510540"/>
                <a:gd name="connsiteY5" fmla="*/ 33292 h 513352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32765"/>
                <a:gd name="connsiteY0" fmla="*/ 48663 h 528723"/>
                <a:gd name="connsiteX1" fmla="*/ 228600 w 532765"/>
                <a:gd name="connsiteY1" fmla="*/ 56283 h 528723"/>
                <a:gd name="connsiteX2" fmla="*/ 532765 w 532765"/>
                <a:gd name="connsiteY2" fmla="*/ 31518 h 528723"/>
                <a:gd name="connsiteX3" fmla="*/ 510540 w 532765"/>
                <a:gd name="connsiteY3" fmla="*/ 528723 h 528723"/>
                <a:gd name="connsiteX4" fmla="*/ 152400 w 532765"/>
                <a:gd name="connsiteY4" fmla="*/ 528723 h 528723"/>
                <a:gd name="connsiteX5" fmla="*/ 0 w 532765"/>
                <a:gd name="connsiteY5" fmla="*/ 48663 h 528723"/>
                <a:gd name="connsiteX0" fmla="*/ 0 w 532765"/>
                <a:gd name="connsiteY0" fmla="*/ 46900 h 526960"/>
                <a:gd name="connsiteX1" fmla="*/ 215900 w 532765"/>
                <a:gd name="connsiteY1" fmla="*/ 60870 h 526960"/>
                <a:gd name="connsiteX2" fmla="*/ 532765 w 532765"/>
                <a:gd name="connsiteY2" fmla="*/ 29755 h 526960"/>
                <a:gd name="connsiteX3" fmla="*/ 510540 w 532765"/>
                <a:gd name="connsiteY3" fmla="*/ 526960 h 526960"/>
                <a:gd name="connsiteX4" fmla="*/ 152400 w 532765"/>
                <a:gd name="connsiteY4" fmla="*/ 526960 h 526960"/>
                <a:gd name="connsiteX5" fmla="*/ 0 w 532765"/>
                <a:gd name="connsiteY5" fmla="*/ 46900 h 526960"/>
                <a:gd name="connsiteX0" fmla="*/ 0 w 532765"/>
                <a:gd name="connsiteY0" fmla="*/ 51621 h 531681"/>
                <a:gd name="connsiteX1" fmla="*/ 215900 w 532765"/>
                <a:gd name="connsiteY1" fmla="*/ 65591 h 531681"/>
                <a:gd name="connsiteX2" fmla="*/ 532765 w 532765"/>
                <a:gd name="connsiteY2" fmla="*/ 34476 h 531681"/>
                <a:gd name="connsiteX3" fmla="*/ 510540 w 532765"/>
                <a:gd name="connsiteY3" fmla="*/ 531681 h 531681"/>
                <a:gd name="connsiteX4" fmla="*/ 152400 w 532765"/>
                <a:gd name="connsiteY4" fmla="*/ 531681 h 531681"/>
                <a:gd name="connsiteX5" fmla="*/ 0 w 532765"/>
                <a:gd name="connsiteY5" fmla="*/ 51621 h 531681"/>
                <a:gd name="connsiteX0" fmla="*/ 10224 w 542989"/>
                <a:gd name="connsiteY0" fmla="*/ 51621 h 531681"/>
                <a:gd name="connsiteX1" fmla="*/ 226124 w 542989"/>
                <a:gd name="connsiteY1" fmla="*/ 65591 h 531681"/>
                <a:gd name="connsiteX2" fmla="*/ 542989 w 542989"/>
                <a:gd name="connsiteY2" fmla="*/ 34476 h 531681"/>
                <a:gd name="connsiteX3" fmla="*/ 520764 w 542989"/>
                <a:gd name="connsiteY3" fmla="*/ 531681 h 531681"/>
                <a:gd name="connsiteX4" fmla="*/ 162624 w 542989"/>
                <a:gd name="connsiteY4" fmla="*/ 531681 h 531681"/>
                <a:gd name="connsiteX5" fmla="*/ 10224 w 542989"/>
                <a:gd name="connsiteY5" fmla="*/ 51621 h 531681"/>
                <a:gd name="connsiteX0" fmla="*/ 10224 w 588131"/>
                <a:gd name="connsiteY0" fmla="*/ 51621 h 531681"/>
                <a:gd name="connsiteX1" fmla="*/ 226124 w 588131"/>
                <a:gd name="connsiteY1" fmla="*/ 65591 h 531681"/>
                <a:gd name="connsiteX2" fmla="*/ 542989 w 588131"/>
                <a:gd name="connsiteY2" fmla="*/ 34476 h 531681"/>
                <a:gd name="connsiteX3" fmla="*/ 520764 w 588131"/>
                <a:gd name="connsiteY3" fmla="*/ 531681 h 531681"/>
                <a:gd name="connsiteX4" fmla="*/ 162624 w 588131"/>
                <a:gd name="connsiteY4" fmla="*/ 531681 h 531681"/>
                <a:gd name="connsiteX5" fmla="*/ 10224 w 588131"/>
                <a:gd name="connsiteY5" fmla="*/ 51621 h 531681"/>
                <a:gd name="connsiteX0" fmla="*/ 10224 w 583147"/>
                <a:gd name="connsiteY0" fmla="*/ 51621 h 531681"/>
                <a:gd name="connsiteX1" fmla="*/ 226124 w 583147"/>
                <a:gd name="connsiteY1" fmla="*/ 65591 h 531681"/>
                <a:gd name="connsiteX2" fmla="*/ 542989 w 583147"/>
                <a:gd name="connsiteY2" fmla="*/ 34476 h 531681"/>
                <a:gd name="connsiteX3" fmla="*/ 495364 w 583147"/>
                <a:gd name="connsiteY3" fmla="*/ 531681 h 531681"/>
                <a:gd name="connsiteX4" fmla="*/ 162624 w 583147"/>
                <a:gd name="connsiteY4" fmla="*/ 531681 h 531681"/>
                <a:gd name="connsiteX5" fmla="*/ 10224 w 583147"/>
                <a:gd name="connsiteY5" fmla="*/ 51621 h 531681"/>
                <a:gd name="connsiteX0" fmla="*/ 10224 w 590522"/>
                <a:gd name="connsiteY0" fmla="*/ 51621 h 531681"/>
                <a:gd name="connsiteX1" fmla="*/ 226124 w 590522"/>
                <a:gd name="connsiteY1" fmla="*/ 65591 h 531681"/>
                <a:gd name="connsiteX2" fmla="*/ 542989 w 590522"/>
                <a:gd name="connsiteY2" fmla="*/ 34476 h 531681"/>
                <a:gd name="connsiteX3" fmla="*/ 495364 w 590522"/>
                <a:gd name="connsiteY3" fmla="*/ 531681 h 531681"/>
                <a:gd name="connsiteX4" fmla="*/ 162624 w 590522"/>
                <a:gd name="connsiteY4" fmla="*/ 531681 h 531681"/>
                <a:gd name="connsiteX5" fmla="*/ 10224 w 590522"/>
                <a:gd name="connsiteY5" fmla="*/ 51621 h 531681"/>
                <a:gd name="connsiteX0" fmla="*/ 10224 w 589077"/>
                <a:gd name="connsiteY0" fmla="*/ 51621 h 531681"/>
                <a:gd name="connsiteX1" fmla="*/ 226124 w 589077"/>
                <a:gd name="connsiteY1" fmla="*/ 65591 h 531681"/>
                <a:gd name="connsiteX2" fmla="*/ 542989 w 589077"/>
                <a:gd name="connsiteY2" fmla="*/ 34476 h 531681"/>
                <a:gd name="connsiteX3" fmla="*/ 489014 w 589077"/>
                <a:gd name="connsiteY3" fmla="*/ 531681 h 531681"/>
                <a:gd name="connsiteX4" fmla="*/ 162624 w 589077"/>
                <a:gd name="connsiteY4" fmla="*/ 531681 h 531681"/>
                <a:gd name="connsiteX5" fmla="*/ 10224 w 589077"/>
                <a:gd name="connsiteY5" fmla="*/ 51621 h 531681"/>
                <a:gd name="connsiteX0" fmla="*/ 135528 w 714381"/>
                <a:gd name="connsiteY0" fmla="*/ 51621 h 1643307"/>
                <a:gd name="connsiteX1" fmla="*/ 351428 w 714381"/>
                <a:gd name="connsiteY1" fmla="*/ 65591 h 1643307"/>
                <a:gd name="connsiteX2" fmla="*/ 668293 w 714381"/>
                <a:gd name="connsiteY2" fmla="*/ 34476 h 1643307"/>
                <a:gd name="connsiteX3" fmla="*/ 614318 w 714381"/>
                <a:gd name="connsiteY3" fmla="*/ 531681 h 1643307"/>
                <a:gd name="connsiteX4" fmla="*/ 11944 w 714381"/>
                <a:gd name="connsiteY4" fmla="*/ 1643307 h 1643307"/>
                <a:gd name="connsiteX5" fmla="*/ 287928 w 714381"/>
                <a:gd name="connsiteY5" fmla="*/ 531681 h 1643307"/>
                <a:gd name="connsiteX6" fmla="*/ 135528 w 714381"/>
                <a:gd name="connsiteY6" fmla="*/ 51621 h 1643307"/>
                <a:gd name="connsiteX0" fmla="*/ 517999 w 1096852"/>
                <a:gd name="connsiteY0" fmla="*/ 51621 h 1763493"/>
                <a:gd name="connsiteX1" fmla="*/ 733899 w 1096852"/>
                <a:gd name="connsiteY1" fmla="*/ 65591 h 1763493"/>
                <a:gd name="connsiteX2" fmla="*/ 1050764 w 1096852"/>
                <a:gd name="connsiteY2" fmla="*/ 34476 h 1763493"/>
                <a:gd name="connsiteX3" fmla="*/ 996789 w 1096852"/>
                <a:gd name="connsiteY3" fmla="*/ 531681 h 1763493"/>
                <a:gd name="connsiteX4" fmla="*/ 394415 w 1096852"/>
                <a:gd name="connsiteY4" fmla="*/ 1643307 h 1763493"/>
                <a:gd name="connsiteX5" fmla="*/ 3890 w 1096852"/>
                <a:gd name="connsiteY5" fmla="*/ 1681407 h 1763493"/>
                <a:gd name="connsiteX6" fmla="*/ 670399 w 1096852"/>
                <a:gd name="connsiteY6" fmla="*/ 531681 h 1763493"/>
                <a:gd name="connsiteX7" fmla="*/ 517999 w 1096852"/>
                <a:gd name="connsiteY7" fmla="*/ 51621 h 1763493"/>
                <a:gd name="connsiteX0" fmla="*/ 518958 w 1097811"/>
                <a:gd name="connsiteY0" fmla="*/ 51621 h 2039535"/>
                <a:gd name="connsiteX1" fmla="*/ 734858 w 1097811"/>
                <a:gd name="connsiteY1" fmla="*/ 65591 h 2039535"/>
                <a:gd name="connsiteX2" fmla="*/ 1051723 w 1097811"/>
                <a:gd name="connsiteY2" fmla="*/ 34476 h 2039535"/>
                <a:gd name="connsiteX3" fmla="*/ 997748 w 1097811"/>
                <a:gd name="connsiteY3" fmla="*/ 531681 h 2039535"/>
                <a:gd name="connsiteX4" fmla="*/ 314411 w 1097811"/>
                <a:gd name="connsiteY4" fmla="*/ 2033832 h 2039535"/>
                <a:gd name="connsiteX5" fmla="*/ 4849 w 1097811"/>
                <a:gd name="connsiteY5" fmla="*/ 1681407 h 2039535"/>
                <a:gd name="connsiteX6" fmla="*/ 671358 w 1097811"/>
                <a:gd name="connsiteY6" fmla="*/ 531681 h 2039535"/>
                <a:gd name="connsiteX7" fmla="*/ 518958 w 1097811"/>
                <a:gd name="connsiteY7" fmla="*/ 51621 h 2039535"/>
                <a:gd name="connsiteX0" fmla="*/ 519152 w 1098005"/>
                <a:gd name="connsiteY0" fmla="*/ 51621 h 2518365"/>
                <a:gd name="connsiteX1" fmla="*/ 735052 w 1098005"/>
                <a:gd name="connsiteY1" fmla="*/ 65591 h 2518365"/>
                <a:gd name="connsiteX2" fmla="*/ 1051917 w 1098005"/>
                <a:gd name="connsiteY2" fmla="*/ 34476 h 2518365"/>
                <a:gd name="connsiteX3" fmla="*/ 997942 w 1098005"/>
                <a:gd name="connsiteY3" fmla="*/ 531681 h 2518365"/>
                <a:gd name="connsiteX4" fmla="*/ 301905 w 1098005"/>
                <a:gd name="connsiteY4" fmla="*/ 2516432 h 2518365"/>
                <a:gd name="connsiteX5" fmla="*/ 5043 w 1098005"/>
                <a:gd name="connsiteY5" fmla="*/ 1681407 h 2518365"/>
                <a:gd name="connsiteX6" fmla="*/ 671552 w 1098005"/>
                <a:gd name="connsiteY6" fmla="*/ 531681 h 2518365"/>
                <a:gd name="connsiteX7" fmla="*/ 519152 w 1098005"/>
                <a:gd name="connsiteY7" fmla="*/ 51621 h 2518365"/>
                <a:gd name="connsiteX0" fmla="*/ 720377 w 1299230"/>
                <a:gd name="connsiteY0" fmla="*/ 51621 h 2520088"/>
                <a:gd name="connsiteX1" fmla="*/ 936277 w 1299230"/>
                <a:gd name="connsiteY1" fmla="*/ 65591 h 2520088"/>
                <a:gd name="connsiteX2" fmla="*/ 1253142 w 1299230"/>
                <a:gd name="connsiteY2" fmla="*/ 34476 h 2520088"/>
                <a:gd name="connsiteX3" fmla="*/ 1199167 w 1299230"/>
                <a:gd name="connsiteY3" fmla="*/ 531681 h 2520088"/>
                <a:gd name="connsiteX4" fmla="*/ 503130 w 1299230"/>
                <a:gd name="connsiteY4" fmla="*/ 2516432 h 2520088"/>
                <a:gd name="connsiteX5" fmla="*/ 3068 w 1299230"/>
                <a:gd name="connsiteY5" fmla="*/ 2024307 h 2520088"/>
                <a:gd name="connsiteX6" fmla="*/ 872777 w 1299230"/>
                <a:gd name="connsiteY6" fmla="*/ 531681 h 2520088"/>
                <a:gd name="connsiteX7" fmla="*/ 720377 w 1299230"/>
                <a:gd name="connsiteY7" fmla="*/ 51621 h 2520088"/>
                <a:gd name="connsiteX0" fmla="*/ 746690 w 1325543"/>
                <a:gd name="connsiteY0" fmla="*/ 51621 h 2762125"/>
                <a:gd name="connsiteX1" fmla="*/ 962590 w 1325543"/>
                <a:gd name="connsiteY1" fmla="*/ 65591 h 2762125"/>
                <a:gd name="connsiteX2" fmla="*/ 1279455 w 1325543"/>
                <a:gd name="connsiteY2" fmla="*/ 34476 h 2762125"/>
                <a:gd name="connsiteX3" fmla="*/ 1225480 w 1325543"/>
                <a:gd name="connsiteY3" fmla="*/ 531681 h 2762125"/>
                <a:gd name="connsiteX4" fmla="*/ 529443 w 1325543"/>
                <a:gd name="connsiteY4" fmla="*/ 2516432 h 2762125"/>
                <a:gd name="connsiteX5" fmla="*/ 324657 w 1325543"/>
                <a:gd name="connsiteY5" fmla="*/ 2713281 h 2762125"/>
                <a:gd name="connsiteX6" fmla="*/ 29381 w 1325543"/>
                <a:gd name="connsiteY6" fmla="*/ 2024307 h 2762125"/>
                <a:gd name="connsiteX7" fmla="*/ 899090 w 1325543"/>
                <a:gd name="connsiteY7" fmla="*/ 531681 h 2762125"/>
                <a:gd name="connsiteX8" fmla="*/ 746690 w 1325543"/>
                <a:gd name="connsiteY8" fmla="*/ 51621 h 2762125"/>
                <a:gd name="connsiteX0" fmla="*/ 746072 w 1324925"/>
                <a:gd name="connsiteY0" fmla="*/ 51621 h 3680274"/>
                <a:gd name="connsiteX1" fmla="*/ 961972 w 1324925"/>
                <a:gd name="connsiteY1" fmla="*/ 65591 h 3680274"/>
                <a:gd name="connsiteX2" fmla="*/ 1278837 w 1324925"/>
                <a:gd name="connsiteY2" fmla="*/ 34476 h 3680274"/>
                <a:gd name="connsiteX3" fmla="*/ 1224862 w 1324925"/>
                <a:gd name="connsiteY3" fmla="*/ 531681 h 3680274"/>
                <a:gd name="connsiteX4" fmla="*/ 528825 w 1324925"/>
                <a:gd name="connsiteY4" fmla="*/ 2516432 h 3680274"/>
                <a:gd name="connsiteX5" fmla="*/ 333564 w 1324925"/>
                <a:gd name="connsiteY5" fmla="*/ 3675306 h 3680274"/>
                <a:gd name="connsiteX6" fmla="*/ 28763 w 1324925"/>
                <a:gd name="connsiteY6" fmla="*/ 2024307 h 3680274"/>
                <a:gd name="connsiteX7" fmla="*/ 898472 w 1324925"/>
                <a:gd name="connsiteY7" fmla="*/ 531681 h 3680274"/>
                <a:gd name="connsiteX8" fmla="*/ 746072 w 1324925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61876 w 1488329"/>
                <a:gd name="connsiteY7" fmla="*/ 53168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6343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3168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3168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3379 h 3682032"/>
                <a:gd name="connsiteX1" fmla="*/ 1125376 w 1485672"/>
                <a:gd name="connsiteY1" fmla="*/ 67349 h 3682032"/>
                <a:gd name="connsiteX2" fmla="*/ 1442241 w 1485672"/>
                <a:gd name="connsiteY2" fmla="*/ 36234 h 3682032"/>
                <a:gd name="connsiteX3" fmla="*/ 1375566 w 1485672"/>
                <a:gd name="connsiteY3" fmla="*/ 533439 h 3682032"/>
                <a:gd name="connsiteX4" fmla="*/ 739854 w 1485672"/>
                <a:gd name="connsiteY4" fmla="*/ 2518190 h 3682032"/>
                <a:gd name="connsiteX5" fmla="*/ 496968 w 1485672"/>
                <a:gd name="connsiteY5" fmla="*/ 3677064 h 3682032"/>
                <a:gd name="connsiteX6" fmla="*/ 192167 w 1485672"/>
                <a:gd name="connsiteY6" fmla="*/ 2026065 h 3682032"/>
                <a:gd name="connsiteX7" fmla="*/ 1033301 w 1485672"/>
                <a:gd name="connsiteY7" fmla="*/ 514389 h 3682032"/>
                <a:gd name="connsiteX8" fmla="*/ 909476 w 1485672"/>
                <a:gd name="connsiteY8" fmla="*/ 53379 h 3682032"/>
                <a:gd name="connsiteX0" fmla="*/ 909476 w 1485672"/>
                <a:gd name="connsiteY0" fmla="*/ 53379 h 3682032"/>
                <a:gd name="connsiteX1" fmla="*/ 1125376 w 1485672"/>
                <a:gd name="connsiteY1" fmla="*/ 67349 h 3682032"/>
                <a:gd name="connsiteX2" fmla="*/ 1442241 w 1485672"/>
                <a:gd name="connsiteY2" fmla="*/ 36234 h 3682032"/>
                <a:gd name="connsiteX3" fmla="*/ 1375566 w 1485672"/>
                <a:gd name="connsiteY3" fmla="*/ 533439 h 3682032"/>
                <a:gd name="connsiteX4" fmla="*/ 739854 w 1485672"/>
                <a:gd name="connsiteY4" fmla="*/ 2518190 h 3682032"/>
                <a:gd name="connsiteX5" fmla="*/ 496968 w 1485672"/>
                <a:gd name="connsiteY5" fmla="*/ 3677064 h 3682032"/>
                <a:gd name="connsiteX6" fmla="*/ 192167 w 1485672"/>
                <a:gd name="connsiteY6" fmla="*/ 2026065 h 3682032"/>
                <a:gd name="connsiteX7" fmla="*/ 1033301 w 1485672"/>
                <a:gd name="connsiteY7" fmla="*/ 514389 h 3682032"/>
                <a:gd name="connsiteX8" fmla="*/ 909476 w 1485672"/>
                <a:gd name="connsiteY8" fmla="*/ 53379 h 3682032"/>
                <a:gd name="connsiteX0" fmla="*/ 909476 w 1483033"/>
                <a:gd name="connsiteY0" fmla="*/ 53379 h 3682032"/>
                <a:gd name="connsiteX1" fmla="*/ 1125376 w 1483033"/>
                <a:gd name="connsiteY1" fmla="*/ 67349 h 3682032"/>
                <a:gd name="connsiteX2" fmla="*/ 1442241 w 1483033"/>
                <a:gd name="connsiteY2" fmla="*/ 36234 h 3682032"/>
                <a:gd name="connsiteX3" fmla="*/ 1375566 w 1483033"/>
                <a:gd name="connsiteY3" fmla="*/ 533439 h 3682032"/>
                <a:gd name="connsiteX4" fmla="*/ 739854 w 1483033"/>
                <a:gd name="connsiteY4" fmla="*/ 2518190 h 3682032"/>
                <a:gd name="connsiteX5" fmla="*/ 496968 w 1483033"/>
                <a:gd name="connsiteY5" fmla="*/ 3677064 h 3682032"/>
                <a:gd name="connsiteX6" fmla="*/ 192167 w 1483033"/>
                <a:gd name="connsiteY6" fmla="*/ 2026065 h 3682032"/>
                <a:gd name="connsiteX7" fmla="*/ 1033301 w 1483033"/>
                <a:gd name="connsiteY7" fmla="*/ 514389 h 3682032"/>
                <a:gd name="connsiteX8" fmla="*/ 909476 w 1483033"/>
                <a:gd name="connsiteY8" fmla="*/ 53379 h 3682032"/>
                <a:gd name="connsiteX0" fmla="*/ 909476 w 1483033"/>
                <a:gd name="connsiteY0" fmla="*/ 60290 h 3688943"/>
                <a:gd name="connsiteX1" fmla="*/ 1125376 w 1483033"/>
                <a:gd name="connsiteY1" fmla="*/ 74260 h 3688943"/>
                <a:gd name="connsiteX2" fmla="*/ 1442241 w 1483033"/>
                <a:gd name="connsiteY2" fmla="*/ 43145 h 3688943"/>
                <a:gd name="connsiteX3" fmla="*/ 1375566 w 1483033"/>
                <a:gd name="connsiteY3" fmla="*/ 540350 h 3688943"/>
                <a:gd name="connsiteX4" fmla="*/ 739854 w 1483033"/>
                <a:gd name="connsiteY4" fmla="*/ 2525101 h 3688943"/>
                <a:gd name="connsiteX5" fmla="*/ 496968 w 1483033"/>
                <a:gd name="connsiteY5" fmla="*/ 3683975 h 3688943"/>
                <a:gd name="connsiteX6" fmla="*/ 192167 w 1483033"/>
                <a:gd name="connsiteY6" fmla="*/ 2032976 h 3688943"/>
                <a:gd name="connsiteX7" fmla="*/ 1033301 w 1483033"/>
                <a:gd name="connsiteY7" fmla="*/ 521300 h 3688943"/>
                <a:gd name="connsiteX8" fmla="*/ 909476 w 1483033"/>
                <a:gd name="connsiteY8" fmla="*/ 60290 h 3688943"/>
                <a:gd name="connsiteX0" fmla="*/ 909476 w 1483033"/>
                <a:gd name="connsiteY0" fmla="*/ 60290 h 3688943"/>
                <a:gd name="connsiteX1" fmla="*/ 1125376 w 1483033"/>
                <a:gd name="connsiteY1" fmla="*/ 74260 h 3688943"/>
                <a:gd name="connsiteX2" fmla="*/ 1442241 w 1483033"/>
                <a:gd name="connsiteY2" fmla="*/ 43145 h 3688943"/>
                <a:gd name="connsiteX3" fmla="*/ 1375566 w 1483033"/>
                <a:gd name="connsiteY3" fmla="*/ 540350 h 3688943"/>
                <a:gd name="connsiteX4" fmla="*/ 739854 w 1483033"/>
                <a:gd name="connsiteY4" fmla="*/ 2525101 h 3688943"/>
                <a:gd name="connsiteX5" fmla="*/ 496968 w 1483033"/>
                <a:gd name="connsiteY5" fmla="*/ 3683975 h 3688943"/>
                <a:gd name="connsiteX6" fmla="*/ 192167 w 1483033"/>
                <a:gd name="connsiteY6" fmla="*/ 2032976 h 3688943"/>
                <a:gd name="connsiteX7" fmla="*/ 1033301 w 1483033"/>
                <a:gd name="connsiteY7" fmla="*/ 521300 h 3688943"/>
                <a:gd name="connsiteX8" fmla="*/ 909476 w 1483033"/>
                <a:gd name="connsiteY8" fmla="*/ 60290 h 368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3033" h="3688943">
                  <a:moveTo>
                    <a:pt x="909476" y="60290"/>
                  </a:moveTo>
                  <a:cubicBezTo>
                    <a:pt x="957101" y="-15275"/>
                    <a:pt x="1051716" y="46320"/>
                    <a:pt x="1125376" y="74260"/>
                  </a:cubicBezTo>
                  <a:cubicBezTo>
                    <a:pt x="1265711" y="5680"/>
                    <a:pt x="1345721" y="-36230"/>
                    <a:pt x="1442241" y="43145"/>
                  </a:cubicBezTo>
                  <a:cubicBezTo>
                    <a:pt x="1552308" y="193005"/>
                    <a:pt x="1408374" y="501615"/>
                    <a:pt x="1375566" y="540350"/>
                  </a:cubicBezTo>
                  <a:cubicBezTo>
                    <a:pt x="1354162" y="590217"/>
                    <a:pt x="539008" y="1725934"/>
                    <a:pt x="739854" y="2525101"/>
                  </a:cubicBezTo>
                  <a:cubicBezTo>
                    <a:pt x="554792" y="2809326"/>
                    <a:pt x="580311" y="3765996"/>
                    <a:pt x="496968" y="3683975"/>
                  </a:cubicBezTo>
                  <a:cubicBezTo>
                    <a:pt x="413625" y="3601954"/>
                    <a:pt x="-348072" y="3069676"/>
                    <a:pt x="192167" y="2032976"/>
                  </a:cubicBezTo>
                  <a:cubicBezTo>
                    <a:pt x="322831" y="1748751"/>
                    <a:pt x="1052391" y="644500"/>
                    <a:pt x="1033301" y="521300"/>
                  </a:cubicBezTo>
                  <a:cubicBezTo>
                    <a:pt x="982501" y="361280"/>
                    <a:pt x="858676" y="245710"/>
                    <a:pt x="909476" y="6029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D9C60AC0-4E41-AA42-F4E7-7FA6CA2EEE90}"/>
                </a:ext>
              </a:extLst>
            </p:cNvPr>
            <p:cNvSpPr/>
            <p:nvPr/>
          </p:nvSpPr>
          <p:spPr>
            <a:xfrm>
              <a:off x="3522915" y="514350"/>
              <a:ext cx="610934" cy="263525"/>
            </a:xfrm>
            <a:custGeom>
              <a:avLst/>
              <a:gdLst>
                <a:gd name="connsiteX0" fmla="*/ 0 w 236284"/>
                <a:gd name="connsiteY0" fmla="*/ 0 h 79375"/>
                <a:gd name="connsiteX1" fmla="*/ 236284 w 236284"/>
                <a:gd name="connsiteY1" fmla="*/ 0 h 79375"/>
                <a:gd name="connsiteX2" fmla="*/ 236284 w 236284"/>
                <a:gd name="connsiteY2" fmla="*/ 79375 h 79375"/>
                <a:gd name="connsiteX3" fmla="*/ 0 w 236284"/>
                <a:gd name="connsiteY3" fmla="*/ 79375 h 79375"/>
                <a:gd name="connsiteX4" fmla="*/ 0 w 236284"/>
                <a:gd name="connsiteY4" fmla="*/ 0 h 79375"/>
                <a:gd name="connsiteX0" fmla="*/ 0 w 356934"/>
                <a:gd name="connsiteY0" fmla="*/ 0 h 79375"/>
                <a:gd name="connsiteX1" fmla="*/ 356934 w 356934"/>
                <a:gd name="connsiteY1" fmla="*/ 53975 h 79375"/>
                <a:gd name="connsiteX2" fmla="*/ 236284 w 356934"/>
                <a:gd name="connsiteY2" fmla="*/ 79375 h 79375"/>
                <a:gd name="connsiteX3" fmla="*/ 0 w 356934"/>
                <a:gd name="connsiteY3" fmla="*/ 79375 h 79375"/>
                <a:gd name="connsiteX4" fmla="*/ 0 w 356934"/>
                <a:gd name="connsiteY4" fmla="*/ 0 h 79375"/>
                <a:gd name="connsiteX0" fmla="*/ 85725 w 356934"/>
                <a:gd name="connsiteY0" fmla="*/ 0 h 165100"/>
                <a:gd name="connsiteX1" fmla="*/ 356934 w 356934"/>
                <a:gd name="connsiteY1" fmla="*/ 139700 h 165100"/>
                <a:gd name="connsiteX2" fmla="*/ 236284 w 356934"/>
                <a:gd name="connsiteY2" fmla="*/ 165100 h 165100"/>
                <a:gd name="connsiteX3" fmla="*/ 0 w 356934"/>
                <a:gd name="connsiteY3" fmla="*/ 165100 h 165100"/>
                <a:gd name="connsiteX4" fmla="*/ 85725 w 356934"/>
                <a:gd name="connsiteY4" fmla="*/ 0 h 165100"/>
                <a:gd name="connsiteX0" fmla="*/ 241300 w 512509"/>
                <a:gd name="connsiteY0" fmla="*/ 0 h 165100"/>
                <a:gd name="connsiteX1" fmla="*/ 512509 w 512509"/>
                <a:gd name="connsiteY1" fmla="*/ 139700 h 165100"/>
                <a:gd name="connsiteX2" fmla="*/ 391859 w 512509"/>
                <a:gd name="connsiteY2" fmla="*/ 165100 h 165100"/>
                <a:gd name="connsiteX3" fmla="*/ 0 w 512509"/>
                <a:gd name="connsiteY3" fmla="*/ 127000 h 165100"/>
                <a:gd name="connsiteX4" fmla="*/ 241300 w 512509"/>
                <a:gd name="connsiteY4" fmla="*/ 0 h 165100"/>
                <a:gd name="connsiteX0" fmla="*/ 241300 w 512509"/>
                <a:gd name="connsiteY0" fmla="*/ 0 h 263525"/>
                <a:gd name="connsiteX1" fmla="*/ 512509 w 512509"/>
                <a:gd name="connsiteY1" fmla="*/ 139700 h 263525"/>
                <a:gd name="connsiteX2" fmla="*/ 356934 w 512509"/>
                <a:gd name="connsiteY2" fmla="*/ 263525 h 263525"/>
                <a:gd name="connsiteX3" fmla="*/ 0 w 512509"/>
                <a:gd name="connsiteY3" fmla="*/ 127000 h 263525"/>
                <a:gd name="connsiteX4" fmla="*/ 241300 w 512509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263525">
                  <a:moveTo>
                    <a:pt x="336550" y="0"/>
                  </a:moveTo>
                  <a:cubicBezTo>
                    <a:pt x="428011" y="46567"/>
                    <a:pt x="557573" y="93133"/>
                    <a:pt x="610934" y="139700"/>
                  </a:cubicBezTo>
                  <a:cubicBezTo>
                    <a:pt x="562251" y="193675"/>
                    <a:pt x="507217" y="222250"/>
                    <a:pt x="455359" y="263525"/>
                  </a:cubicBezTo>
                  <a:cubicBezTo>
                    <a:pt x="332148" y="176742"/>
                    <a:pt x="66061" y="236008"/>
                    <a:pt x="0" y="155575"/>
                  </a:cubicBezTo>
                  <a:cubicBezTo>
                    <a:pt x="52917" y="94192"/>
                    <a:pt x="210608" y="105833"/>
                    <a:pt x="336550" y="0"/>
                  </a:cubicBezTo>
                  <a:close/>
                </a:path>
              </a:pathLst>
            </a:custGeom>
            <a:solidFill>
              <a:srgbClr val="96807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BF1AC32-BAED-AD6A-6B30-4BE4A494DF4F}"/>
                </a:ext>
              </a:extLst>
            </p:cNvPr>
            <p:cNvSpPr/>
            <p:nvPr/>
          </p:nvSpPr>
          <p:spPr>
            <a:xfrm>
              <a:off x="3145191" y="2533806"/>
              <a:ext cx="3058757" cy="1808581"/>
            </a:xfrm>
            <a:custGeom>
              <a:avLst/>
              <a:gdLst>
                <a:gd name="connsiteX0" fmla="*/ 0 w 2660650"/>
                <a:gd name="connsiteY0" fmla="*/ 0 h 531681"/>
                <a:gd name="connsiteX1" fmla="*/ 2660650 w 2660650"/>
                <a:gd name="connsiteY1" fmla="*/ 0 h 531681"/>
                <a:gd name="connsiteX2" fmla="*/ 2660650 w 2660650"/>
                <a:gd name="connsiteY2" fmla="*/ 531681 h 531681"/>
                <a:gd name="connsiteX3" fmla="*/ 0 w 2660650"/>
                <a:gd name="connsiteY3" fmla="*/ 531681 h 531681"/>
                <a:gd name="connsiteX4" fmla="*/ 0 w 2660650"/>
                <a:gd name="connsiteY4" fmla="*/ 0 h 5316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660650 w 2794000"/>
                <a:gd name="connsiteY2" fmla="*/ 69678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730500 w 2794000"/>
                <a:gd name="connsiteY2" fmla="*/ 11893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730500 w 2794000"/>
                <a:gd name="connsiteY2" fmla="*/ 11893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76200 w 2870200"/>
                <a:gd name="connsiteY0" fmla="*/ 165100 h 919031"/>
                <a:gd name="connsiteX1" fmla="*/ 2870200 w 2870200"/>
                <a:gd name="connsiteY1" fmla="*/ 0 h 919031"/>
                <a:gd name="connsiteX2" fmla="*/ 2806700 w 2870200"/>
                <a:gd name="connsiteY2" fmla="*/ 118931 h 919031"/>
                <a:gd name="connsiteX3" fmla="*/ 0 w 2870200"/>
                <a:gd name="connsiteY3" fmla="*/ 919031 h 919031"/>
                <a:gd name="connsiteX4" fmla="*/ 76200 w 2870200"/>
                <a:gd name="connsiteY4" fmla="*/ 165100 h 919031"/>
                <a:gd name="connsiteX0" fmla="*/ 76200 w 2870200"/>
                <a:gd name="connsiteY0" fmla="*/ 165100 h 1258957"/>
                <a:gd name="connsiteX1" fmla="*/ 2870200 w 2870200"/>
                <a:gd name="connsiteY1" fmla="*/ 0 h 1258957"/>
                <a:gd name="connsiteX2" fmla="*/ 2806700 w 2870200"/>
                <a:gd name="connsiteY2" fmla="*/ 118931 h 1258957"/>
                <a:gd name="connsiteX3" fmla="*/ 0 w 2870200"/>
                <a:gd name="connsiteY3" fmla="*/ 919031 h 1258957"/>
                <a:gd name="connsiteX4" fmla="*/ 76200 w 2870200"/>
                <a:gd name="connsiteY4" fmla="*/ 165100 h 1258957"/>
                <a:gd name="connsiteX0" fmla="*/ 76200 w 2844800"/>
                <a:gd name="connsiteY0" fmla="*/ 215900 h 1309757"/>
                <a:gd name="connsiteX1" fmla="*/ 2844800 w 2844800"/>
                <a:gd name="connsiteY1" fmla="*/ 0 h 1309757"/>
                <a:gd name="connsiteX2" fmla="*/ 2806700 w 2844800"/>
                <a:gd name="connsiteY2" fmla="*/ 169731 h 1309757"/>
                <a:gd name="connsiteX3" fmla="*/ 0 w 2844800"/>
                <a:gd name="connsiteY3" fmla="*/ 969831 h 1309757"/>
                <a:gd name="connsiteX4" fmla="*/ 76200 w 2844800"/>
                <a:gd name="connsiteY4" fmla="*/ 215900 h 1309757"/>
                <a:gd name="connsiteX0" fmla="*/ 76200 w 2844800"/>
                <a:gd name="connsiteY0" fmla="*/ 215900 h 1306996"/>
                <a:gd name="connsiteX1" fmla="*/ 2844800 w 2844800"/>
                <a:gd name="connsiteY1" fmla="*/ 0 h 1306996"/>
                <a:gd name="connsiteX2" fmla="*/ 2813050 w 2844800"/>
                <a:gd name="connsiteY2" fmla="*/ 157031 h 1306996"/>
                <a:gd name="connsiteX3" fmla="*/ 0 w 2844800"/>
                <a:gd name="connsiteY3" fmla="*/ 969831 h 1306996"/>
                <a:gd name="connsiteX4" fmla="*/ 76200 w 2844800"/>
                <a:gd name="connsiteY4" fmla="*/ 215900 h 1306996"/>
                <a:gd name="connsiteX0" fmla="*/ 76200 w 2844800"/>
                <a:gd name="connsiteY0" fmla="*/ 215900 h 1302246"/>
                <a:gd name="connsiteX1" fmla="*/ 2844800 w 2844800"/>
                <a:gd name="connsiteY1" fmla="*/ 0 h 1302246"/>
                <a:gd name="connsiteX2" fmla="*/ 2813050 w 2844800"/>
                <a:gd name="connsiteY2" fmla="*/ 157031 h 1302246"/>
                <a:gd name="connsiteX3" fmla="*/ 0 w 2844800"/>
                <a:gd name="connsiteY3" fmla="*/ 969831 h 1302246"/>
                <a:gd name="connsiteX4" fmla="*/ 76200 w 2844800"/>
                <a:gd name="connsiteY4" fmla="*/ 215900 h 1302246"/>
                <a:gd name="connsiteX0" fmla="*/ 76200 w 2844800"/>
                <a:gd name="connsiteY0" fmla="*/ 215900 h 1310621"/>
                <a:gd name="connsiteX1" fmla="*/ 2844800 w 2844800"/>
                <a:gd name="connsiteY1" fmla="*/ 0 h 1310621"/>
                <a:gd name="connsiteX2" fmla="*/ 2813050 w 2844800"/>
                <a:gd name="connsiteY2" fmla="*/ 157031 h 1310621"/>
                <a:gd name="connsiteX3" fmla="*/ 0 w 2844800"/>
                <a:gd name="connsiteY3" fmla="*/ 969831 h 1310621"/>
                <a:gd name="connsiteX4" fmla="*/ 76200 w 2844800"/>
                <a:gd name="connsiteY4" fmla="*/ 215900 h 1310621"/>
                <a:gd name="connsiteX0" fmla="*/ 76200 w 2844800"/>
                <a:gd name="connsiteY0" fmla="*/ 215900 h 1327448"/>
                <a:gd name="connsiteX1" fmla="*/ 2844800 w 2844800"/>
                <a:gd name="connsiteY1" fmla="*/ 0 h 1327448"/>
                <a:gd name="connsiteX2" fmla="*/ 2813050 w 2844800"/>
                <a:gd name="connsiteY2" fmla="*/ 157031 h 1327448"/>
                <a:gd name="connsiteX3" fmla="*/ 0 w 2844800"/>
                <a:gd name="connsiteY3" fmla="*/ 969831 h 1327448"/>
                <a:gd name="connsiteX4" fmla="*/ 76200 w 2844800"/>
                <a:gd name="connsiteY4" fmla="*/ 215900 h 1327448"/>
                <a:gd name="connsiteX0" fmla="*/ 218561 w 2987161"/>
                <a:gd name="connsiteY0" fmla="*/ 215900 h 1327448"/>
                <a:gd name="connsiteX1" fmla="*/ 2987161 w 2987161"/>
                <a:gd name="connsiteY1" fmla="*/ 0 h 1327448"/>
                <a:gd name="connsiteX2" fmla="*/ 2955411 w 2987161"/>
                <a:gd name="connsiteY2" fmla="*/ 157031 h 1327448"/>
                <a:gd name="connsiteX3" fmla="*/ 142361 w 2987161"/>
                <a:gd name="connsiteY3" fmla="*/ 969831 h 1327448"/>
                <a:gd name="connsiteX4" fmla="*/ 218561 w 2987161"/>
                <a:gd name="connsiteY4" fmla="*/ 215900 h 1327448"/>
                <a:gd name="connsiteX0" fmla="*/ 238644 w 3007244"/>
                <a:gd name="connsiteY0" fmla="*/ 215900 h 1377389"/>
                <a:gd name="connsiteX1" fmla="*/ 3007244 w 3007244"/>
                <a:gd name="connsiteY1" fmla="*/ 0 h 1377389"/>
                <a:gd name="connsiteX2" fmla="*/ 2975494 w 3007244"/>
                <a:gd name="connsiteY2" fmla="*/ 157031 h 1377389"/>
                <a:gd name="connsiteX3" fmla="*/ 137044 w 3007244"/>
                <a:gd name="connsiteY3" fmla="*/ 1033331 h 1377389"/>
                <a:gd name="connsiteX4" fmla="*/ 238644 w 3007244"/>
                <a:gd name="connsiteY4" fmla="*/ 215900 h 1377389"/>
                <a:gd name="connsiteX0" fmla="*/ 238644 w 3007244"/>
                <a:gd name="connsiteY0" fmla="*/ 215900 h 1291158"/>
                <a:gd name="connsiteX1" fmla="*/ 3007244 w 3007244"/>
                <a:gd name="connsiteY1" fmla="*/ 0 h 1291158"/>
                <a:gd name="connsiteX2" fmla="*/ 2975494 w 3007244"/>
                <a:gd name="connsiteY2" fmla="*/ 157031 h 1291158"/>
                <a:gd name="connsiteX3" fmla="*/ 137044 w 3007244"/>
                <a:gd name="connsiteY3" fmla="*/ 1033331 h 1291158"/>
                <a:gd name="connsiteX4" fmla="*/ 238644 w 3007244"/>
                <a:gd name="connsiteY4" fmla="*/ 215900 h 1291158"/>
                <a:gd name="connsiteX0" fmla="*/ 238644 w 3007244"/>
                <a:gd name="connsiteY0" fmla="*/ 215900 h 1327151"/>
                <a:gd name="connsiteX1" fmla="*/ 3007244 w 3007244"/>
                <a:gd name="connsiteY1" fmla="*/ 0 h 1327151"/>
                <a:gd name="connsiteX2" fmla="*/ 2975494 w 3007244"/>
                <a:gd name="connsiteY2" fmla="*/ 157031 h 1327151"/>
                <a:gd name="connsiteX3" fmla="*/ 137044 w 3007244"/>
                <a:gd name="connsiteY3" fmla="*/ 1033331 h 1327151"/>
                <a:gd name="connsiteX4" fmla="*/ 238644 w 3007244"/>
                <a:gd name="connsiteY4" fmla="*/ 215900 h 1327151"/>
                <a:gd name="connsiteX0" fmla="*/ 213604 w 3013954"/>
                <a:gd name="connsiteY0" fmla="*/ 0 h 1416051"/>
                <a:gd name="connsiteX1" fmla="*/ 3013954 w 3013954"/>
                <a:gd name="connsiteY1" fmla="*/ 88900 h 1416051"/>
                <a:gd name="connsiteX2" fmla="*/ 2982204 w 3013954"/>
                <a:gd name="connsiteY2" fmla="*/ 245931 h 1416051"/>
                <a:gd name="connsiteX3" fmla="*/ 143754 w 3013954"/>
                <a:gd name="connsiteY3" fmla="*/ 1122231 h 1416051"/>
                <a:gd name="connsiteX4" fmla="*/ 213604 w 3013954"/>
                <a:gd name="connsiteY4" fmla="*/ 0 h 1416051"/>
                <a:gd name="connsiteX0" fmla="*/ 258407 w 3058757"/>
                <a:gd name="connsiteY0" fmla="*/ 0 h 1416051"/>
                <a:gd name="connsiteX1" fmla="*/ 3058757 w 3058757"/>
                <a:gd name="connsiteY1" fmla="*/ 88900 h 1416051"/>
                <a:gd name="connsiteX2" fmla="*/ 3027007 w 3058757"/>
                <a:gd name="connsiteY2" fmla="*/ 245931 h 1416051"/>
                <a:gd name="connsiteX3" fmla="*/ 188557 w 3058757"/>
                <a:gd name="connsiteY3" fmla="*/ 1122231 h 1416051"/>
                <a:gd name="connsiteX4" fmla="*/ 258407 w 3058757"/>
                <a:gd name="connsiteY4" fmla="*/ 0 h 1416051"/>
                <a:gd name="connsiteX0" fmla="*/ 258407 w 3058757"/>
                <a:gd name="connsiteY0" fmla="*/ 292992 h 1709043"/>
                <a:gd name="connsiteX1" fmla="*/ 3058757 w 3058757"/>
                <a:gd name="connsiteY1" fmla="*/ 381892 h 1709043"/>
                <a:gd name="connsiteX2" fmla="*/ 3027007 w 3058757"/>
                <a:gd name="connsiteY2" fmla="*/ 538923 h 1709043"/>
                <a:gd name="connsiteX3" fmla="*/ 188557 w 3058757"/>
                <a:gd name="connsiteY3" fmla="*/ 1415223 h 1709043"/>
                <a:gd name="connsiteX4" fmla="*/ 258407 w 3058757"/>
                <a:gd name="connsiteY4" fmla="*/ 292992 h 1709043"/>
                <a:gd name="connsiteX0" fmla="*/ 258407 w 3058757"/>
                <a:gd name="connsiteY0" fmla="*/ 392530 h 1808581"/>
                <a:gd name="connsiteX1" fmla="*/ 3058757 w 3058757"/>
                <a:gd name="connsiteY1" fmla="*/ 481430 h 1808581"/>
                <a:gd name="connsiteX2" fmla="*/ 3027007 w 3058757"/>
                <a:gd name="connsiteY2" fmla="*/ 638461 h 1808581"/>
                <a:gd name="connsiteX3" fmla="*/ 188557 w 3058757"/>
                <a:gd name="connsiteY3" fmla="*/ 1514761 h 1808581"/>
                <a:gd name="connsiteX4" fmla="*/ 258407 w 3058757"/>
                <a:gd name="connsiteY4" fmla="*/ 392530 h 180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8757" h="1808581">
                  <a:moveTo>
                    <a:pt x="258407" y="392530"/>
                  </a:moveTo>
                  <a:cubicBezTo>
                    <a:pt x="1014057" y="-301737"/>
                    <a:pt x="2620607" y="51747"/>
                    <a:pt x="3058757" y="481430"/>
                  </a:cubicBezTo>
                  <a:lnTo>
                    <a:pt x="3027007" y="638461"/>
                  </a:lnTo>
                  <a:cubicBezTo>
                    <a:pt x="2104140" y="1713728"/>
                    <a:pt x="647874" y="2147644"/>
                    <a:pt x="188557" y="1514761"/>
                  </a:cubicBezTo>
                  <a:cubicBezTo>
                    <a:pt x="-160693" y="1034851"/>
                    <a:pt x="42507" y="605740"/>
                    <a:pt x="258407" y="392530"/>
                  </a:cubicBezTo>
                  <a:close/>
                </a:path>
              </a:pathLst>
            </a:custGeom>
            <a:solidFill>
              <a:srgbClr val="06111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Rectangle 10">
              <a:extLst>
                <a:ext uri="{FF2B5EF4-FFF2-40B4-BE49-F238E27FC236}">
                  <a16:creationId xmlns:a16="http://schemas.microsoft.com/office/drawing/2014/main" id="{961F7588-1A5F-169C-2D7C-0D6FCD01AFB2}"/>
                </a:ext>
              </a:extLst>
            </p:cNvPr>
            <p:cNvSpPr/>
            <p:nvPr/>
          </p:nvSpPr>
          <p:spPr>
            <a:xfrm>
              <a:off x="5712426" y="2746485"/>
              <a:ext cx="692249" cy="852378"/>
            </a:xfrm>
            <a:custGeom>
              <a:avLst/>
              <a:gdLst>
                <a:gd name="connsiteX0" fmla="*/ 0 w 157162"/>
                <a:gd name="connsiteY0" fmla="*/ 0 h 271463"/>
                <a:gd name="connsiteX1" fmla="*/ 157162 w 157162"/>
                <a:gd name="connsiteY1" fmla="*/ 0 h 271463"/>
                <a:gd name="connsiteX2" fmla="*/ 157162 w 157162"/>
                <a:gd name="connsiteY2" fmla="*/ 271463 h 271463"/>
                <a:gd name="connsiteX3" fmla="*/ 0 w 157162"/>
                <a:gd name="connsiteY3" fmla="*/ 271463 h 271463"/>
                <a:gd name="connsiteX4" fmla="*/ 0 w 157162"/>
                <a:gd name="connsiteY4" fmla="*/ 0 h 271463"/>
                <a:gd name="connsiteX0" fmla="*/ 0 w 211137"/>
                <a:gd name="connsiteY0" fmla="*/ 0 h 417513"/>
                <a:gd name="connsiteX1" fmla="*/ 211137 w 211137"/>
                <a:gd name="connsiteY1" fmla="*/ 146050 h 417513"/>
                <a:gd name="connsiteX2" fmla="*/ 211137 w 211137"/>
                <a:gd name="connsiteY2" fmla="*/ 417513 h 417513"/>
                <a:gd name="connsiteX3" fmla="*/ 53975 w 211137"/>
                <a:gd name="connsiteY3" fmla="*/ 417513 h 417513"/>
                <a:gd name="connsiteX4" fmla="*/ 0 w 211137"/>
                <a:gd name="connsiteY4" fmla="*/ 0 h 417513"/>
                <a:gd name="connsiteX0" fmla="*/ 31750 w 242887"/>
                <a:gd name="connsiteY0" fmla="*/ 0 h 735013"/>
                <a:gd name="connsiteX1" fmla="*/ 242887 w 242887"/>
                <a:gd name="connsiteY1" fmla="*/ 146050 h 735013"/>
                <a:gd name="connsiteX2" fmla="*/ 242887 w 242887"/>
                <a:gd name="connsiteY2" fmla="*/ 417513 h 735013"/>
                <a:gd name="connsiteX3" fmla="*/ 0 w 242887"/>
                <a:gd name="connsiteY3" fmla="*/ 735013 h 735013"/>
                <a:gd name="connsiteX4" fmla="*/ 31750 w 242887"/>
                <a:gd name="connsiteY4" fmla="*/ 0 h 735013"/>
                <a:gd name="connsiteX0" fmla="*/ 25400 w 242887"/>
                <a:gd name="connsiteY0" fmla="*/ 0 h 760413"/>
                <a:gd name="connsiteX1" fmla="*/ 242887 w 242887"/>
                <a:gd name="connsiteY1" fmla="*/ 171450 h 760413"/>
                <a:gd name="connsiteX2" fmla="*/ 242887 w 242887"/>
                <a:gd name="connsiteY2" fmla="*/ 442913 h 760413"/>
                <a:gd name="connsiteX3" fmla="*/ 0 w 242887"/>
                <a:gd name="connsiteY3" fmla="*/ 760413 h 760413"/>
                <a:gd name="connsiteX4" fmla="*/ 25400 w 242887"/>
                <a:gd name="connsiteY4" fmla="*/ 0 h 760413"/>
                <a:gd name="connsiteX0" fmla="*/ 25400 w 449262"/>
                <a:gd name="connsiteY0" fmla="*/ 73025 h 833438"/>
                <a:gd name="connsiteX1" fmla="*/ 449262 w 449262"/>
                <a:gd name="connsiteY1" fmla="*/ 0 h 833438"/>
                <a:gd name="connsiteX2" fmla="*/ 242887 w 449262"/>
                <a:gd name="connsiteY2" fmla="*/ 515938 h 833438"/>
                <a:gd name="connsiteX3" fmla="*/ 0 w 449262"/>
                <a:gd name="connsiteY3" fmla="*/ 833438 h 833438"/>
                <a:gd name="connsiteX4" fmla="*/ 25400 w 449262"/>
                <a:gd name="connsiteY4" fmla="*/ 73025 h 833438"/>
                <a:gd name="connsiteX0" fmla="*/ 25400 w 517676"/>
                <a:gd name="connsiteY0" fmla="*/ 73025 h 833438"/>
                <a:gd name="connsiteX1" fmla="*/ 449262 w 517676"/>
                <a:gd name="connsiteY1" fmla="*/ 0 h 833438"/>
                <a:gd name="connsiteX2" fmla="*/ 515937 w 517676"/>
                <a:gd name="connsiteY2" fmla="*/ 180975 h 833438"/>
                <a:gd name="connsiteX3" fmla="*/ 242887 w 517676"/>
                <a:gd name="connsiteY3" fmla="*/ 515938 h 833438"/>
                <a:gd name="connsiteX4" fmla="*/ 0 w 517676"/>
                <a:gd name="connsiteY4" fmla="*/ 833438 h 833438"/>
                <a:gd name="connsiteX5" fmla="*/ 25400 w 517676"/>
                <a:gd name="connsiteY5" fmla="*/ 73025 h 833438"/>
                <a:gd name="connsiteX0" fmla="*/ 25400 w 520509"/>
                <a:gd name="connsiteY0" fmla="*/ 73025 h 833438"/>
                <a:gd name="connsiteX1" fmla="*/ 449262 w 520509"/>
                <a:gd name="connsiteY1" fmla="*/ 0 h 833438"/>
                <a:gd name="connsiteX2" fmla="*/ 319087 w 520509"/>
                <a:gd name="connsiteY2" fmla="*/ 88900 h 833438"/>
                <a:gd name="connsiteX3" fmla="*/ 515937 w 520509"/>
                <a:gd name="connsiteY3" fmla="*/ 180975 h 833438"/>
                <a:gd name="connsiteX4" fmla="*/ 242887 w 520509"/>
                <a:gd name="connsiteY4" fmla="*/ 515938 h 833438"/>
                <a:gd name="connsiteX5" fmla="*/ 0 w 520509"/>
                <a:gd name="connsiteY5" fmla="*/ 833438 h 833438"/>
                <a:gd name="connsiteX6" fmla="*/ 25400 w 520509"/>
                <a:gd name="connsiteY6" fmla="*/ 73025 h 833438"/>
                <a:gd name="connsiteX0" fmla="*/ 25400 w 515937"/>
                <a:gd name="connsiteY0" fmla="*/ 73025 h 833438"/>
                <a:gd name="connsiteX1" fmla="*/ 449262 w 515937"/>
                <a:gd name="connsiteY1" fmla="*/ 0 h 833438"/>
                <a:gd name="connsiteX2" fmla="*/ 319087 w 515937"/>
                <a:gd name="connsiteY2" fmla="*/ 88900 h 833438"/>
                <a:gd name="connsiteX3" fmla="*/ 515937 w 515937"/>
                <a:gd name="connsiteY3" fmla="*/ 180975 h 833438"/>
                <a:gd name="connsiteX4" fmla="*/ 436562 w 515937"/>
                <a:gd name="connsiteY4" fmla="*/ 212725 h 833438"/>
                <a:gd name="connsiteX5" fmla="*/ 242887 w 515937"/>
                <a:gd name="connsiteY5" fmla="*/ 515938 h 833438"/>
                <a:gd name="connsiteX6" fmla="*/ 0 w 515937"/>
                <a:gd name="connsiteY6" fmla="*/ 833438 h 833438"/>
                <a:gd name="connsiteX7" fmla="*/ 25400 w 515937"/>
                <a:gd name="connsiteY7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242887 w 551562"/>
                <a:gd name="connsiteY6" fmla="*/ 515938 h 833438"/>
                <a:gd name="connsiteX7" fmla="*/ 0 w 551562"/>
                <a:gd name="connsiteY7" fmla="*/ 833438 h 833438"/>
                <a:gd name="connsiteX8" fmla="*/ 25400 w 551562"/>
                <a:gd name="connsiteY8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242887 w 551562"/>
                <a:gd name="connsiteY7" fmla="*/ 515938 h 833438"/>
                <a:gd name="connsiteX8" fmla="*/ 0 w 551562"/>
                <a:gd name="connsiteY8" fmla="*/ 833438 h 833438"/>
                <a:gd name="connsiteX9" fmla="*/ 25400 w 551562"/>
                <a:gd name="connsiteY9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242887 w 551562"/>
                <a:gd name="connsiteY8" fmla="*/ 515938 h 833438"/>
                <a:gd name="connsiteX9" fmla="*/ 0 w 551562"/>
                <a:gd name="connsiteY9" fmla="*/ 833438 h 833438"/>
                <a:gd name="connsiteX10" fmla="*/ 25400 w 551562"/>
                <a:gd name="connsiteY10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242887 w 551562"/>
                <a:gd name="connsiteY9" fmla="*/ 515938 h 833438"/>
                <a:gd name="connsiteX10" fmla="*/ 0 w 551562"/>
                <a:gd name="connsiteY10" fmla="*/ 833438 h 833438"/>
                <a:gd name="connsiteX11" fmla="*/ 25400 w 551562"/>
                <a:gd name="connsiteY11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42887 w 551562"/>
                <a:gd name="connsiteY10" fmla="*/ 515938 h 833438"/>
                <a:gd name="connsiteX11" fmla="*/ 0 w 551562"/>
                <a:gd name="connsiteY11" fmla="*/ 833438 h 833438"/>
                <a:gd name="connsiteX12" fmla="*/ 25400 w 551562"/>
                <a:gd name="connsiteY12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0 w 551562"/>
                <a:gd name="connsiteY11" fmla="*/ 833438 h 833438"/>
                <a:gd name="connsiteX12" fmla="*/ 25400 w 551562"/>
                <a:gd name="connsiteY12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0 w 551562"/>
                <a:gd name="connsiteY12" fmla="*/ 833438 h 833438"/>
                <a:gd name="connsiteX13" fmla="*/ 25400 w 551562"/>
                <a:gd name="connsiteY13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153986 w 551562"/>
                <a:gd name="connsiteY12" fmla="*/ 615950 h 833438"/>
                <a:gd name="connsiteX13" fmla="*/ 0 w 551562"/>
                <a:gd name="connsiteY13" fmla="*/ 833438 h 833438"/>
                <a:gd name="connsiteX14" fmla="*/ 25400 w 551562"/>
                <a:gd name="connsiteY14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153986 w 551562"/>
                <a:gd name="connsiteY12" fmla="*/ 615950 h 833438"/>
                <a:gd name="connsiteX13" fmla="*/ 0 w 551562"/>
                <a:gd name="connsiteY13" fmla="*/ 833438 h 833438"/>
                <a:gd name="connsiteX14" fmla="*/ 25400 w 551562"/>
                <a:gd name="connsiteY14" fmla="*/ 73025 h 833438"/>
                <a:gd name="connsiteX0" fmla="*/ 25400 w 551562"/>
                <a:gd name="connsiteY0" fmla="*/ 91965 h 852378"/>
                <a:gd name="connsiteX1" fmla="*/ 449262 w 551562"/>
                <a:gd name="connsiteY1" fmla="*/ 18940 h 852378"/>
                <a:gd name="connsiteX2" fmla="*/ 319087 w 551562"/>
                <a:gd name="connsiteY2" fmla="*/ 107840 h 852378"/>
                <a:gd name="connsiteX3" fmla="*/ 515937 w 551562"/>
                <a:gd name="connsiteY3" fmla="*/ 199915 h 852378"/>
                <a:gd name="connsiteX4" fmla="*/ 436562 w 551562"/>
                <a:gd name="connsiteY4" fmla="*/ 231665 h 852378"/>
                <a:gd name="connsiteX5" fmla="*/ 550862 w 551562"/>
                <a:gd name="connsiteY5" fmla="*/ 387240 h 852378"/>
                <a:gd name="connsiteX6" fmla="*/ 427036 w 551562"/>
                <a:gd name="connsiteY6" fmla="*/ 377715 h 852378"/>
                <a:gd name="connsiteX7" fmla="*/ 496886 w 551562"/>
                <a:gd name="connsiteY7" fmla="*/ 565040 h 852378"/>
                <a:gd name="connsiteX8" fmla="*/ 382586 w 551562"/>
                <a:gd name="connsiteY8" fmla="*/ 507890 h 852378"/>
                <a:gd name="connsiteX9" fmla="*/ 363536 w 551562"/>
                <a:gd name="connsiteY9" fmla="*/ 688865 h 852378"/>
                <a:gd name="connsiteX10" fmla="*/ 293687 w 551562"/>
                <a:gd name="connsiteY10" fmla="*/ 560278 h 852378"/>
                <a:gd name="connsiteX11" fmla="*/ 207961 w 551562"/>
                <a:gd name="connsiteY11" fmla="*/ 771415 h 852378"/>
                <a:gd name="connsiteX12" fmla="*/ 153986 w 551562"/>
                <a:gd name="connsiteY12" fmla="*/ 634890 h 852378"/>
                <a:gd name="connsiteX13" fmla="*/ 0 w 551562"/>
                <a:gd name="connsiteY13" fmla="*/ 852378 h 852378"/>
                <a:gd name="connsiteX14" fmla="*/ 25400 w 551562"/>
                <a:gd name="connsiteY14" fmla="*/ 91965 h 852378"/>
                <a:gd name="connsiteX0" fmla="*/ 114540 w 640702"/>
                <a:gd name="connsiteY0" fmla="*/ 91965 h 852378"/>
                <a:gd name="connsiteX1" fmla="*/ 538402 w 640702"/>
                <a:gd name="connsiteY1" fmla="*/ 18940 h 852378"/>
                <a:gd name="connsiteX2" fmla="*/ 408227 w 640702"/>
                <a:gd name="connsiteY2" fmla="*/ 107840 h 852378"/>
                <a:gd name="connsiteX3" fmla="*/ 605077 w 640702"/>
                <a:gd name="connsiteY3" fmla="*/ 199915 h 852378"/>
                <a:gd name="connsiteX4" fmla="*/ 525702 w 640702"/>
                <a:gd name="connsiteY4" fmla="*/ 231665 h 852378"/>
                <a:gd name="connsiteX5" fmla="*/ 640002 w 640702"/>
                <a:gd name="connsiteY5" fmla="*/ 387240 h 852378"/>
                <a:gd name="connsiteX6" fmla="*/ 516176 w 640702"/>
                <a:gd name="connsiteY6" fmla="*/ 377715 h 852378"/>
                <a:gd name="connsiteX7" fmla="*/ 586026 w 640702"/>
                <a:gd name="connsiteY7" fmla="*/ 565040 h 852378"/>
                <a:gd name="connsiteX8" fmla="*/ 471726 w 640702"/>
                <a:gd name="connsiteY8" fmla="*/ 507890 h 852378"/>
                <a:gd name="connsiteX9" fmla="*/ 452676 w 640702"/>
                <a:gd name="connsiteY9" fmla="*/ 688865 h 852378"/>
                <a:gd name="connsiteX10" fmla="*/ 382827 w 640702"/>
                <a:gd name="connsiteY10" fmla="*/ 560278 h 852378"/>
                <a:gd name="connsiteX11" fmla="*/ 297101 w 640702"/>
                <a:gd name="connsiteY11" fmla="*/ 771415 h 852378"/>
                <a:gd name="connsiteX12" fmla="*/ 243126 w 640702"/>
                <a:gd name="connsiteY12" fmla="*/ 634890 h 852378"/>
                <a:gd name="connsiteX13" fmla="*/ 89140 w 640702"/>
                <a:gd name="connsiteY13" fmla="*/ 852378 h 852378"/>
                <a:gd name="connsiteX14" fmla="*/ 114540 w 640702"/>
                <a:gd name="connsiteY14" fmla="*/ 91965 h 852378"/>
                <a:gd name="connsiteX0" fmla="*/ 166087 w 692249"/>
                <a:gd name="connsiteY0" fmla="*/ 91965 h 852378"/>
                <a:gd name="connsiteX1" fmla="*/ 589949 w 692249"/>
                <a:gd name="connsiteY1" fmla="*/ 18940 h 852378"/>
                <a:gd name="connsiteX2" fmla="*/ 459774 w 692249"/>
                <a:gd name="connsiteY2" fmla="*/ 107840 h 852378"/>
                <a:gd name="connsiteX3" fmla="*/ 656624 w 692249"/>
                <a:gd name="connsiteY3" fmla="*/ 199915 h 852378"/>
                <a:gd name="connsiteX4" fmla="*/ 577249 w 692249"/>
                <a:gd name="connsiteY4" fmla="*/ 231665 h 852378"/>
                <a:gd name="connsiteX5" fmla="*/ 691549 w 692249"/>
                <a:gd name="connsiteY5" fmla="*/ 387240 h 852378"/>
                <a:gd name="connsiteX6" fmla="*/ 567723 w 692249"/>
                <a:gd name="connsiteY6" fmla="*/ 377715 h 852378"/>
                <a:gd name="connsiteX7" fmla="*/ 637573 w 692249"/>
                <a:gd name="connsiteY7" fmla="*/ 565040 h 852378"/>
                <a:gd name="connsiteX8" fmla="*/ 523273 w 692249"/>
                <a:gd name="connsiteY8" fmla="*/ 507890 h 852378"/>
                <a:gd name="connsiteX9" fmla="*/ 504223 w 692249"/>
                <a:gd name="connsiteY9" fmla="*/ 688865 h 852378"/>
                <a:gd name="connsiteX10" fmla="*/ 434374 w 692249"/>
                <a:gd name="connsiteY10" fmla="*/ 560278 h 852378"/>
                <a:gd name="connsiteX11" fmla="*/ 348648 w 692249"/>
                <a:gd name="connsiteY11" fmla="*/ 771415 h 852378"/>
                <a:gd name="connsiteX12" fmla="*/ 294673 w 692249"/>
                <a:gd name="connsiteY12" fmla="*/ 634890 h 852378"/>
                <a:gd name="connsiteX13" fmla="*/ 140687 w 692249"/>
                <a:gd name="connsiteY13" fmla="*/ 852378 h 852378"/>
                <a:gd name="connsiteX14" fmla="*/ 166087 w 692249"/>
                <a:gd name="connsiteY14" fmla="*/ 91965 h 85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2249" h="852378">
                  <a:moveTo>
                    <a:pt x="166087" y="91965"/>
                  </a:moveTo>
                  <a:cubicBezTo>
                    <a:pt x="278799" y="-18102"/>
                    <a:pt x="547087" y="-10693"/>
                    <a:pt x="589949" y="18940"/>
                  </a:cubicBezTo>
                  <a:cubicBezTo>
                    <a:pt x="665355" y="19998"/>
                    <a:pt x="448662" y="77678"/>
                    <a:pt x="459774" y="107840"/>
                  </a:cubicBezTo>
                  <a:cubicBezTo>
                    <a:pt x="470886" y="138002"/>
                    <a:pt x="630695" y="175573"/>
                    <a:pt x="656624" y="199915"/>
                  </a:cubicBezTo>
                  <a:cubicBezTo>
                    <a:pt x="642866" y="217907"/>
                    <a:pt x="591007" y="213673"/>
                    <a:pt x="577249" y="231665"/>
                  </a:cubicBezTo>
                  <a:cubicBezTo>
                    <a:pt x="565607" y="249657"/>
                    <a:pt x="703191" y="369248"/>
                    <a:pt x="691549" y="387240"/>
                  </a:cubicBezTo>
                  <a:cubicBezTo>
                    <a:pt x="671440" y="398882"/>
                    <a:pt x="587832" y="366073"/>
                    <a:pt x="567723" y="377715"/>
                  </a:cubicBezTo>
                  <a:cubicBezTo>
                    <a:pt x="557140" y="386182"/>
                    <a:pt x="648156" y="556573"/>
                    <a:pt x="637573" y="565040"/>
                  </a:cubicBezTo>
                  <a:cubicBezTo>
                    <a:pt x="591006" y="558690"/>
                    <a:pt x="569840" y="514240"/>
                    <a:pt x="523273" y="507890"/>
                  </a:cubicBezTo>
                  <a:cubicBezTo>
                    <a:pt x="498931" y="512123"/>
                    <a:pt x="528565" y="684632"/>
                    <a:pt x="504223" y="688865"/>
                  </a:cubicBezTo>
                  <a:lnTo>
                    <a:pt x="434374" y="560278"/>
                  </a:lnTo>
                  <a:cubicBezTo>
                    <a:pt x="412149" y="581974"/>
                    <a:pt x="370873" y="749719"/>
                    <a:pt x="348648" y="771415"/>
                  </a:cubicBezTo>
                  <a:cubicBezTo>
                    <a:pt x="312665" y="785173"/>
                    <a:pt x="330656" y="621132"/>
                    <a:pt x="294673" y="634890"/>
                  </a:cubicBezTo>
                  <a:lnTo>
                    <a:pt x="140687" y="852378"/>
                  </a:lnTo>
                  <a:cubicBezTo>
                    <a:pt x="-69921" y="646532"/>
                    <a:pt x="-29705" y="189861"/>
                    <a:pt x="166087" y="91965"/>
                  </a:cubicBezTo>
                  <a:close/>
                </a:path>
              </a:pathLst>
            </a:custGeom>
            <a:solidFill>
              <a:srgbClr val="96807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7DB3B16A-3693-8660-9FD0-426D81F6CAB7}"/>
                </a:ext>
              </a:extLst>
            </p:cNvPr>
            <p:cNvSpPr/>
            <p:nvPr/>
          </p:nvSpPr>
          <p:spPr>
            <a:xfrm>
              <a:off x="3864223" y="3527425"/>
              <a:ext cx="560325" cy="1247919"/>
            </a:xfrm>
            <a:custGeom>
              <a:avLst/>
              <a:gdLst>
                <a:gd name="connsiteX0" fmla="*/ 0 w 333743"/>
                <a:gd name="connsiteY0" fmla="*/ 0 h 825644"/>
                <a:gd name="connsiteX1" fmla="*/ 333743 w 333743"/>
                <a:gd name="connsiteY1" fmla="*/ 0 h 825644"/>
                <a:gd name="connsiteX2" fmla="*/ 333743 w 333743"/>
                <a:gd name="connsiteY2" fmla="*/ 825644 h 825644"/>
                <a:gd name="connsiteX3" fmla="*/ 0 w 333743"/>
                <a:gd name="connsiteY3" fmla="*/ 825644 h 825644"/>
                <a:gd name="connsiteX4" fmla="*/ 0 w 333743"/>
                <a:gd name="connsiteY4" fmla="*/ 0 h 825644"/>
                <a:gd name="connsiteX0" fmla="*/ 0 w 511543"/>
                <a:gd name="connsiteY0" fmla="*/ 0 h 1095519"/>
                <a:gd name="connsiteX1" fmla="*/ 511543 w 511543"/>
                <a:gd name="connsiteY1" fmla="*/ 269875 h 1095519"/>
                <a:gd name="connsiteX2" fmla="*/ 511543 w 511543"/>
                <a:gd name="connsiteY2" fmla="*/ 1095519 h 1095519"/>
                <a:gd name="connsiteX3" fmla="*/ 177800 w 511543"/>
                <a:gd name="connsiteY3" fmla="*/ 1095519 h 1095519"/>
                <a:gd name="connsiteX4" fmla="*/ 0 w 511543"/>
                <a:gd name="connsiteY4" fmla="*/ 0 h 1095519"/>
                <a:gd name="connsiteX0" fmla="*/ 6171 w 517714"/>
                <a:gd name="connsiteY0" fmla="*/ 0 h 1095519"/>
                <a:gd name="connsiteX1" fmla="*/ 517714 w 517714"/>
                <a:gd name="connsiteY1" fmla="*/ 269875 h 1095519"/>
                <a:gd name="connsiteX2" fmla="*/ 517714 w 517714"/>
                <a:gd name="connsiteY2" fmla="*/ 1095519 h 1095519"/>
                <a:gd name="connsiteX3" fmla="*/ 183971 w 517714"/>
                <a:gd name="connsiteY3" fmla="*/ 1095519 h 1095519"/>
                <a:gd name="connsiteX4" fmla="*/ 6171 w 517714"/>
                <a:gd name="connsiteY4" fmla="*/ 0 h 1095519"/>
                <a:gd name="connsiteX0" fmla="*/ 4192 w 515735"/>
                <a:gd name="connsiteY0" fmla="*/ 0 h 1222519"/>
                <a:gd name="connsiteX1" fmla="*/ 515735 w 515735"/>
                <a:gd name="connsiteY1" fmla="*/ 269875 h 1222519"/>
                <a:gd name="connsiteX2" fmla="*/ 515735 w 515735"/>
                <a:gd name="connsiteY2" fmla="*/ 1095519 h 1222519"/>
                <a:gd name="connsiteX3" fmla="*/ 270892 w 515735"/>
                <a:gd name="connsiteY3" fmla="*/ 1222519 h 1222519"/>
                <a:gd name="connsiteX4" fmla="*/ 4192 w 515735"/>
                <a:gd name="connsiteY4" fmla="*/ 0 h 1222519"/>
                <a:gd name="connsiteX0" fmla="*/ 9840 w 521383"/>
                <a:gd name="connsiteY0" fmla="*/ 0 h 1222519"/>
                <a:gd name="connsiteX1" fmla="*/ 521383 w 521383"/>
                <a:gd name="connsiteY1" fmla="*/ 269875 h 1222519"/>
                <a:gd name="connsiteX2" fmla="*/ 521383 w 521383"/>
                <a:gd name="connsiteY2" fmla="*/ 1095519 h 1222519"/>
                <a:gd name="connsiteX3" fmla="*/ 276540 w 521383"/>
                <a:gd name="connsiteY3" fmla="*/ 1222519 h 1222519"/>
                <a:gd name="connsiteX4" fmla="*/ 9840 w 521383"/>
                <a:gd name="connsiteY4" fmla="*/ 0 h 1222519"/>
                <a:gd name="connsiteX0" fmla="*/ 8981 w 520524"/>
                <a:gd name="connsiteY0" fmla="*/ 0 h 1222519"/>
                <a:gd name="connsiteX1" fmla="*/ 520524 w 520524"/>
                <a:gd name="connsiteY1" fmla="*/ 269875 h 1222519"/>
                <a:gd name="connsiteX2" fmla="*/ 520524 w 520524"/>
                <a:gd name="connsiteY2" fmla="*/ 1095519 h 1222519"/>
                <a:gd name="connsiteX3" fmla="*/ 275681 w 520524"/>
                <a:gd name="connsiteY3" fmla="*/ 1222519 h 1222519"/>
                <a:gd name="connsiteX4" fmla="*/ 8981 w 520524"/>
                <a:gd name="connsiteY4" fmla="*/ 0 h 1222519"/>
                <a:gd name="connsiteX0" fmla="*/ 8981 w 545924"/>
                <a:gd name="connsiteY0" fmla="*/ 0 h 1232044"/>
                <a:gd name="connsiteX1" fmla="*/ 520524 w 545924"/>
                <a:gd name="connsiteY1" fmla="*/ 269875 h 1232044"/>
                <a:gd name="connsiteX2" fmla="*/ 545924 w 545924"/>
                <a:gd name="connsiteY2" fmla="*/ 1232044 h 1232044"/>
                <a:gd name="connsiteX3" fmla="*/ 275681 w 545924"/>
                <a:gd name="connsiteY3" fmla="*/ 1222519 h 1232044"/>
                <a:gd name="connsiteX4" fmla="*/ 8981 w 545924"/>
                <a:gd name="connsiteY4" fmla="*/ 0 h 1232044"/>
                <a:gd name="connsiteX0" fmla="*/ 8981 w 558624"/>
                <a:gd name="connsiteY0" fmla="*/ 0 h 1232044"/>
                <a:gd name="connsiteX1" fmla="*/ 558624 w 558624"/>
                <a:gd name="connsiteY1" fmla="*/ 260350 h 1232044"/>
                <a:gd name="connsiteX2" fmla="*/ 545924 w 558624"/>
                <a:gd name="connsiteY2" fmla="*/ 1232044 h 1232044"/>
                <a:gd name="connsiteX3" fmla="*/ 275681 w 558624"/>
                <a:gd name="connsiteY3" fmla="*/ 1222519 h 1232044"/>
                <a:gd name="connsiteX4" fmla="*/ 8981 w 558624"/>
                <a:gd name="connsiteY4" fmla="*/ 0 h 1232044"/>
                <a:gd name="connsiteX0" fmla="*/ 8981 w 558624"/>
                <a:gd name="connsiteY0" fmla="*/ 0 h 1247919"/>
                <a:gd name="connsiteX1" fmla="*/ 558624 w 558624"/>
                <a:gd name="connsiteY1" fmla="*/ 260350 h 1247919"/>
                <a:gd name="connsiteX2" fmla="*/ 545924 w 558624"/>
                <a:gd name="connsiteY2" fmla="*/ 1232044 h 1247919"/>
                <a:gd name="connsiteX3" fmla="*/ 275681 w 558624"/>
                <a:gd name="connsiteY3" fmla="*/ 1247919 h 1247919"/>
                <a:gd name="connsiteX4" fmla="*/ 8981 w 558624"/>
                <a:gd name="connsiteY4" fmla="*/ 0 h 1247919"/>
                <a:gd name="connsiteX0" fmla="*/ 8603 w 558246"/>
                <a:gd name="connsiteY0" fmla="*/ 0 h 1247919"/>
                <a:gd name="connsiteX1" fmla="*/ 558246 w 558246"/>
                <a:gd name="connsiteY1" fmla="*/ 260350 h 1247919"/>
                <a:gd name="connsiteX2" fmla="*/ 545546 w 558246"/>
                <a:gd name="connsiteY2" fmla="*/ 1232044 h 1247919"/>
                <a:gd name="connsiteX3" fmla="*/ 275303 w 558246"/>
                <a:gd name="connsiteY3" fmla="*/ 1247919 h 1247919"/>
                <a:gd name="connsiteX4" fmla="*/ 8603 w 558246"/>
                <a:gd name="connsiteY4" fmla="*/ 0 h 1247919"/>
                <a:gd name="connsiteX0" fmla="*/ 9391 w 559034"/>
                <a:gd name="connsiteY0" fmla="*/ 0 h 1247919"/>
                <a:gd name="connsiteX1" fmla="*/ 559034 w 559034"/>
                <a:gd name="connsiteY1" fmla="*/ 260350 h 1247919"/>
                <a:gd name="connsiteX2" fmla="*/ 546334 w 559034"/>
                <a:gd name="connsiteY2" fmla="*/ 1232044 h 1247919"/>
                <a:gd name="connsiteX3" fmla="*/ 276091 w 559034"/>
                <a:gd name="connsiteY3" fmla="*/ 1247919 h 1247919"/>
                <a:gd name="connsiteX4" fmla="*/ 9391 w 559034"/>
                <a:gd name="connsiteY4" fmla="*/ 0 h 1247919"/>
                <a:gd name="connsiteX0" fmla="*/ 0 w 549643"/>
                <a:gd name="connsiteY0" fmla="*/ 0 h 1247919"/>
                <a:gd name="connsiteX1" fmla="*/ 549643 w 549643"/>
                <a:gd name="connsiteY1" fmla="*/ 260350 h 1247919"/>
                <a:gd name="connsiteX2" fmla="*/ 536943 w 549643"/>
                <a:gd name="connsiteY2" fmla="*/ 1232044 h 1247919"/>
                <a:gd name="connsiteX3" fmla="*/ 266700 w 549643"/>
                <a:gd name="connsiteY3" fmla="*/ 1247919 h 1247919"/>
                <a:gd name="connsiteX4" fmla="*/ 0 w 549643"/>
                <a:gd name="connsiteY4" fmla="*/ 0 h 1247919"/>
                <a:gd name="connsiteX0" fmla="*/ 10975 w 560618"/>
                <a:gd name="connsiteY0" fmla="*/ 0 h 1247919"/>
                <a:gd name="connsiteX1" fmla="*/ 560618 w 560618"/>
                <a:gd name="connsiteY1" fmla="*/ 260350 h 1247919"/>
                <a:gd name="connsiteX2" fmla="*/ 547918 w 560618"/>
                <a:gd name="connsiteY2" fmla="*/ 1232044 h 1247919"/>
                <a:gd name="connsiteX3" fmla="*/ 277675 w 560618"/>
                <a:gd name="connsiteY3" fmla="*/ 1247919 h 1247919"/>
                <a:gd name="connsiteX4" fmla="*/ 10975 w 560618"/>
                <a:gd name="connsiteY4" fmla="*/ 0 h 1247919"/>
                <a:gd name="connsiteX0" fmla="*/ 10682 w 560325"/>
                <a:gd name="connsiteY0" fmla="*/ 0 h 1247919"/>
                <a:gd name="connsiteX1" fmla="*/ 560325 w 560325"/>
                <a:gd name="connsiteY1" fmla="*/ 260350 h 1247919"/>
                <a:gd name="connsiteX2" fmla="*/ 547625 w 560325"/>
                <a:gd name="connsiteY2" fmla="*/ 1232044 h 1247919"/>
                <a:gd name="connsiteX3" fmla="*/ 286907 w 560325"/>
                <a:gd name="connsiteY3" fmla="*/ 1247919 h 1247919"/>
                <a:gd name="connsiteX4" fmla="*/ 10682 w 560325"/>
                <a:gd name="connsiteY4" fmla="*/ 0 h 124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25" h="1247919">
                  <a:moveTo>
                    <a:pt x="10682" y="0"/>
                  </a:moveTo>
                  <a:lnTo>
                    <a:pt x="560325" y="260350"/>
                  </a:lnTo>
                  <a:lnTo>
                    <a:pt x="547625" y="1232044"/>
                  </a:lnTo>
                  <a:lnTo>
                    <a:pt x="286907" y="1247919"/>
                  </a:lnTo>
                  <a:cubicBezTo>
                    <a:pt x="243515" y="1155796"/>
                    <a:pt x="-60226" y="939848"/>
                    <a:pt x="10682" y="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val 12">
              <a:extLst>
                <a:ext uri="{FF2B5EF4-FFF2-40B4-BE49-F238E27FC236}">
                  <a16:creationId xmlns:a16="http://schemas.microsoft.com/office/drawing/2014/main" id="{6237B928-E620-0AF9-855F-4C7AAEEED6F5}"/>
                </a:ext>
              </a:extLst>
            </p:cNvPr>
            <p:cNvSpPr/>
            <p:nvPr/>
          </p:nvSpPr>
          <p:spPr>
            <a:xfrm>
              <a:off x="4095751" y="4721497"/>
              <a:ext cx="385764" cy="48435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Rectangle 13">
              <a:extLst>
                <a:ext uri="{FF2B5EF4-FFF2-40B4-BE49-F238E27FC236}">
                  <a16:creationId xmlns:a16="http://schemas.microsoft.com/office/drawing/2014/main" id="{5B7E20C2-6C7A-AB84-19E1-865EB54F7428}"/>
                </a:ext>
              </a:extLst>
            </p:cNvPr>
            <p:cNvSpPr/>
            <p:nvPr/>
          </p:nvSpPr>
          <p:spPr>
            <a:xfrm rot="1038277">
              <a:off x="3899577" y="5075465"/>
              <a:ext cx="310895" cy="1441251"/>
            </a:xfrm>
            <a:custGeom>
              <a:avLst/>
              <a:gdLst>
                <a:gd name="connsiteX0" fmla="*/ 0 w 205425"/>
                <a:gd name="connsiteY0" fmla="*/ 0 h 1269426"/>
                <a:gd name="connsiteX1" fmla="*/ 205425 w 205425"/>
                <a:gd name="connsiteY1" fmla="*/ 0 h 1269426"/>
                <a:gd name="connsiteX2" fmla="*/ 205425 w 205425"/>
                <a:gd name="connsiteY2" fmla="*/ 1269426 h 1269426"/>
                <a:gd name="connsiteX3" fmla="*/ 0 w 205425"/>
                <a:gd name="connsiteY3" fmla="*/ 1269426 h 1269426"/>
                <a:gd name="connsiteX4" fmla="*/ 0 w 205425"/>
                <a:gd name="connsiteY4" fmla="*/ 0 h 1269426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376882"/>
                <a:gd name="connsiteY0" fmla="*/ 0 h 1533445"/>
                <a:gd name="connsiteX1" fmla="*/ 279661 w 376882"/>
                <a:gd name="connsiteY1" fmla="*/ 0 h 1533445"/>
                <a:gd name="connsiteX2" fmla="*/ 376882 w 376882"/>
                <a:gd name="connsiteY2" fmla="*/ 1533445 h 1533445"/>
                <a:gd name="connsiteX3" fmla="*/ 0 w 376882"/>
                <a:gd name="connsiteY3" fmla="*/ 1367380 h 1533445"/>
                <a:gd name="connsiteX4" fmla="*/ 74236 w 376882"/>
                <a:gd name="connsiteY4" fmla="*/ 0 h 1533445"/>
                <a:gd name="connsiteX0" fmla="*/ 74236 w 310895"/>
                <a:gd name="connsiteY0" fmla="*/ 0 h 1367380"/>
                <a:gd name="connsiteX1" fmla="*/ 279661 w 310895"/>
                <a:gd name="connsiteY1" fmla="*/ 0 h 1367380"/>
                <a:gd name="connsiteX2" fmla="*/ 310895 w 310895"/>
                <a:gd name="connsiteY2" fmla="*/ 1289623 h 1367380"/>
                <a:gd name="connsiteX3" fmla="*/ 0 w 310895"/>
                <a:gd name="connsiteY3" fmla="*/ 1367380 h 1367380"/>
                <a:gd name="connsiteX4" fmla="*/ 74236 w 310895"/>
                <a:gd name="connsiteY4" fmla="*/ 0 h 1367380"/>
                <a:gd name="connsiteX0" fmla="*/ 74236 w 310895"/>
                <a:gd name="connsiteY0" fmla="*/ 73871 h 1441251"/>
                <a:gd name="connsiteX1" fmla="*/ 276599 w 310895"/>
                <a:gd name="connsiteY1" fmla="*/ 0 h 1441251"/>
                <a:gd name="connsiteX2" fmla="*/ 310895 w 310895"/>
                <a:gd name="connsiteY2" fmla="*/ 1363494 h 1441251"/>
                <a:gd name="connsiteX3" fmla="*/ 0 w 310895"/>
                <a:gd name="connsiteY3" fmla="*/ 1441251 h 1441251"/>
                <a:gd name="connsiteX4" fmla="*/ 74236 w 310895"/>
                <a:gd name="connsiteY4" fmla="*/ 73871 h 1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895" h="1441251">
                  <a:moveTo>
                    <a:pt x="74236" y="73871"/>
                  </a:moveTo>
                  <a:lnTo>
                    <a:pt x="276599" y="0"/>
                  </a:lnTo>
                  <a:lnTo>
                    <a:pt x="310895" y="1363494"/>
                  </a:lnTo>
                  <a:lnTo>
                    <a:pt x="0" y="1441251"/>
                  </a:lnTo>
                  <a:cubicBezTo>
                    <a:pt x="111960" y="993205"/>
                    <a:pt x="133643" y="463540"/>
                    <a:pt x="74236" y="7387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B2C7B422-2B68-496B-E6A2-51A3B56AFD69}"/>
                </a:ext>
              </a:extLst>
            </p:cNvPr>
            <p:cNvSpPr/>
            <p:nvPr/>
          </p:nvSpPr>
          <p:spPr>
            <a:xfrm>
              <a:off x="2820957" y="6396041"/>
              <a:ext cx="1209364" cy="377167"/>
            </a:xfrm>
            <a:custGeom>
              <a:avLst/>
              <a:gdLst>
                <a:gd name="connsiteX0" fmla="*/ 0 w 313002"/>
                <a:gd name="connsiteY0" fmla="*/ 0 h 134300"/>
                <a:gd name="connsiteX1" fmla="*/ 313002 w 313002"/>
                <a:gd name="connsiteY1" fmla="*/ 0 h 134300"/>
                <a:gd name="connsiteX2" fmla="*/ 313002 w 313002"/>
                <a:gd name="connsiteY2" fmla="*/ 134300 h 134300"/>
                <a:gd name="connsiteX3" fmla="*/ 0 w 313002"/>
                <a:gd name="connsiteY3" fmla="*/ 134300 h 134300"/>
                <a:gd name="connsiteX4" fmla="*/ 0 w 313002"/>
                <a:gd name="connsiteY4" fmla="*/ 0 h 134300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84540"/>
                <a:gd name="connsiteY0" fmla="*/ 0 h 305750"/>
                <a:gd name="connsiteX1" fmla="*/ 1179777 w 1184540"/>
                <a:gd name="connsiteY1" fmla="*/ 0 h 305750"/>
                <a:gd name="connsiteX2" fmla="*/ 1184540 w 1184540"/>
                <a:gd name="connsiteY2" fmla="*/ 305750 h 305750"/>
                <a:gd name="connsiteX3" fmla="*/ 0 w 1184540"/>
                <a:gd name="connsiteY3" fmla="*/ 253363 h 305750"/>
                <a:gd name="connsiteX4" fmla="*/ 866775 w 118454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13615"/>
                <a:gd name="connsiteX1" fmla="*/ 1179777 w 1206270"/>
                <a:gd name="connsiteY1" fmla="*/ 0 h 313615"/>
                <a:gd name="connsiteX2" fmla="*/ 1184540 w 1206270"/>
                <a:gd name="connsiteY2" fmla="*/ 305750 h 313615"/>
                <a:gd name="connsiteX3" fmla="*/ 0 w 1206270"/>
                <a:gd name="connsiteY3" fmla="*/ 253363 h 313615"/>
                <a:gd name="connsiteX4" fmla="*/ 866775 w 1206270"/>
                <a:gd name="connsiteY4" fmla="*/ 0 h 313615"/>
                <a:gd name="connsiteX0" fmla="*/ 866903 w 1206398"/>
                <a:gd name="connsiteY0" fmla="*/ 0 h 323016"/>
                <a:gd name="connsiteX1" fmla="*/ 1179905 w 1206398"/>
                <a:gd name="connsiteY1" fmla="*/ 0 h 323016"/>
                <a:gd name="connsiteX2" fmla="*/ 1184668 w 1206398"/>
                <a:gd name="connsiteY2" fmla="*/ 305750 h 323016"/>
                <a:gd name="connsiteX3" fmla="*/ 827480 w 1206398"/>
                <a:gd name="connsiteY3" fmla="*/ 266699 h 323016"/>
                <a:gd name="connsiteX4" fmla="*/ 128 w 1206398"/>
                <a:gd name="connsiteY4" fmla="*/ 253363 h 323016"/>
                <a:gd name="connsiteX5" fmla="*/ 866903 w 1206398"/>
                <a:gd name="connsiteY5" fmla="*/ 0 h 323016"/>
                <a:gd name="connsiteX0" fmla="*/ 866903 w 1206398"/>
                <a:gd name="connsiteY0" fmla="*/ 0 h 315332"/>
                <a:gd name="connsiteX1" fmla="*/ 1179905 w 1206398"/>
                <a:gd name="connsiteY1" fmla="*/ 0 h 315332"/>
                <a:gd name="connsiteX2" fmla="*/ 1184668 w 1206398"/>
                <a:gd name="connsiteY2" fmla="*/ 305750 h 315332"/>
                <a:gd name="connsiteX3" fmla="*/ 827480 w 1206398"/>
                <a:gd name="connsiteY3" fmla="*/ 266699 h 315332"/>
                <a:gd name="connsiteX4" fmla="*/ 128 w 1206398"/>
                <a:gd name="connsiteY4" fmla="*/ 253363 h 315332"/>
                <a:gd name="connsiteX5" fmla="*/ 866903 w 1206398"/>
                <a:gd name="connsiteY5" fmla="*/ 0 h 315332"/>
                <a:gd name="connsiteX0" fmla="*/ 866903 w 1185381"/>
                <a:gd name="connsiteY0" fmla="*/ 0 h 311116"/>
                <a:gd name="connsiteX1" fmla="*/ 1179905 w 1185381"/>
                <a:gd name="connsiteY1" fmla="*/ 0 h 311116"/>
                <a:gd name="connsiteX2" fmla="*/ 1151331 w 1185381"/>
                <a:gd name="connsiteY2" fmla="*/ 300988 h 311116"/>
                <a:gd name="connsiteX3" fmla="*/ 827480 w 1185381"/>
                <a:gd name="connsiteY3" fmla="*/ 266699 h 311116"/>
                <a:gd name="connsiteX4" fmla="*/ 128 w 1185381"/>
                <a:gd name="connsiteY4" fmla="*/ 253363 h 311116"/>
                <a:gd name="connsiteX5" fmla="*/ 866903 w 1185381"/>
                <a:gd name="connsiteY5" fmla="*/ 0 h 311116"/>
                <a:gd name="connsiteX0" fmla="*/ 866903 w 1192561"/>
                <a:gd name="connsiteY0" fmla="*/ 0 h 311116"/>
                <a:gd name="connsiteX1" fmla="*/ 1179905 w 1192561"/>
                <a:gd name="connsiteY1" fmla="*/ 0 h 311116"/>
                <a:gd name="connsiteX2" fmla="*/ 1151331 w 1192561"/>
                <a:gd name="connsiteY2" fmla="*/ 300988 h 311116"/>
                <a:gd name="connsiteX3" fmla="*/ 827480 w 1192561"/>
                <a:gd name="connsiteY3" fmla="*/ 266699 h 311116"/>
                <a:gd name="connsiteX4" fmla="*/ 128 w 1192561"/>
                <a:gd name="connsiteY4" fmla="*/ 253363 h 311116"/>
                <a:gd name="connsiteX5" fmla="*/ 866903 w 1192561"/>
                <a:gd name="connsiteY5" fmla="*/ 0 h 311116"/>
                <a:gd name="connsiteX0" fmla="*/ 866903 w 1192561"/>
                <a:gd name="connsiteY0" fmla="*/ 0 h 316963"/>
                <a:gd name="connsiteX1" fmla="*/ 1179905 w 1192561"/>
                <a:gd name="connsiteY1" fmla="*/ 0 h 316963"/>
                <a:gd name="connsiteX2" fmla="*/ 1151331 w 1192561"/>
                <a:gd name="connsiteY2" fmla="*/ 300988 h 316963"/>
                <a:gd name="connsiteX3" fmla="*/ 827480 w 1192561"/>
                <a:gd name="connsiteY3" fmla="*/ 266699 h 316963"/>
                <a:gd name="connsiteX4" fmla="*/ 128 w 1192561"/>
                <a:gd name="connsiteY4" fmla="*/ 253363 h 316963"/>
                <a:gd name="connsiteX5" fmla="*/ 866903 w 1192561"/>
                <a:gd name="connsiteY5" fmla="*/ 0 h 316963"/>
                <a:gd name="connsiteX0" fmla="*/ 866903 w 1202406"/>
                <a:gd name="connsiteY0" fmla="*/ 0 h 316963"/>
                <a:gd name="connsiteX1" fmla="*/ 1179905 w 1202406"/>
                <a:gd name="connsiteY1" fmla="*/ 0 h 316963"/>
                <a:gd name="connsiteX2" fmla="*/ 1151331 w 1202406"/>
                <a:gd name="connsiteY2" fmla="*/ 300988 h 316963"/>
                <a:gd name="connsiteX3" fmla="*/ 827480 w 1202406"/>
                <a:gd name="connsiteY3" fmla="*/ 266699 h 316963"/>
                <a:gd name="connsiteX4" fmla="*/ 128 w 1202406"/>
                <a:gd name="connsiteY4" fmla="*/ 253363 h 316963"/>
                <a:gd name="connsiteX5" fmla="*/ 866903 w 1202406"/>
                <a:gd name="connsiteY5" fmla="*/ 0 h 316963"/>
                <a:gd name="connsiteX0" fmla="*/ 891648 w 1227151"/>
                <a:gd name="connsiteY0" fmla="*/ 0 h 376266"/>
                <a:gd name="connsiteX1" fmla="*/ 1204650 w 1227151"/>
                <a:gd name="connsiteY1" fmla="*/ 0 h 376266"/>
                <a:gd name="connsiteX2" fmla="*/ 1176076 w 1227151"/>
                <a:gd name="connsiteY2" fmla="*/ 300988 h 376266"/>
                <a:gd name="connsiteX3" fmla="*/ 852225 w 1227151"/>
                <a:gd name="connsiteY3" fmla="*/ 266699 h 376266"/>
                <a:gd name="connsiteX4" fmla="*/ 271200 w 1227151"/>
                <a:gd name="connsiteY4" fmla="*/ 376235 h 376266"/>
                <a:gd name="connsiteX5" fmla="*/ 24873 w 1227151"/>
                <a:gd name="connsiteY5" fmla="*/ 253363 h 376266"/>
                <a:gd name="connsiteX6" fmla="*/ 891648 w 1227151"/>
                <a:gd name="connsiteY6" fmla="*/ 0 h 376266"/>
                <a:gd name="connsiteX0" fmla="*/ 898589 w 1234092"/>
                <a:gd name="connsiteY0" fmla="*/ 0 h 377167"/>
                <a:gd name="connsiteX1" fmla="*/ 1211591 w 1234092"/>
                <a:gd name="connsiteY1" fmla="*/ 0 h 377167"/>
                <a:gd name="connsiteX2" fmla="*/ 1183017 w 1234092"/>
                <a:gd name="connsiteY2" fmla="*/ 300988 h 377167"/>
                <a:gd name="connsiteX3" fmla="*/ 859166 w 1234092"/>
                <a:gd name="connsiteY3" fmla="*/ 266699 h 377167"/>
                <a:gd name="connsiteX4" fmla="*/ 278141 w 1234092"/>
                <a:gd name="connsiteY4" fmla="*/ 376235 h 377167"/>
                <a:gd name="connsiteX5" fmla="*/ 278142 w 1234092"/>
                <a:gd name="connsiteY5" fmla="*/ 247647 h 377167"/>
                <a:gd name="connsiteX6" fmla="*/ 31814 w 1234092"/>
                <a:gd name="connsiteY6" fmla="*/ 253363 h 377167"/>
                <a:gd name="connsiteX7" fmla="*/ 898589 w 1234092"/>
                <a:gd name="connsiteY7" fmla="*/ 0 h 377167"/>
                <a:gd name="connsiteX0" fmla="*/ 871304 w 1206807"/>
                <a:gd name="connsiteY0" fmla="*/ 0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71304 w 1206807"/>
                <a:gd name="connsiteY7" fmla="*/ 0 h 377167"/>
                <a:gd name="connsiteX0" fmla="*/ 890354 w 1206807"/>
                <a:gd name="connsiteY0" fmla="*/ 3175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90354 w 1206807"/>
                <a:gd name="connsiteY7" fmla="*/ 3175 h 377167"/>
                <a:gd name="connsiteX0" fmla="*/ 890354 w 1209364"/>
                <a:gd name="connsiteY0" fmla="*/ 3175 h 377167"/>
                <a:gd name="connsiteX1" fmla="*/ 1190656 w 1209364"/>
                <a:gd name="connsiteY1" fmla="*/ 0 h 377167"/>
                <a:gd name="connsiteX2" fmla="*/ 1155732 w 1209364"/>
                <a:gd name="connsiteY2" fmla="*/ 300988 h 377167"/>
                <a:gd name="connsiteX3" fmla="*/ 831881 w 1209364"/>
                <a:gd name="connsiteY3" fmla="*/ 266699 h 377167"/>
                <a:gd name="connsiteX4" fmla="*/ 250856 w 1209364"/>
                <a:gd name="connsiteY4" fmla="*/ 376235 h 377167"/>
                <a:gd name="connsiteX5" fmla="*/ 250857 w 1209364"/>
                <a:gd name="connsiteY5" fmla="*/ 247647 h 377167"/>
                <a:gd name="connsiteX6" fmla="*/ 4529 w 1209364"/>
                <a:gd name="connsiteY6" fmla="*/ 253363 h 377167"/>
                <a:gd name="connsiteX7" fmla="*/ 890354 w 1209364"/>
                <a:gd name="connsiteY7" fmla="*/ 3175 h 37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9364" h="377167">
                  <a:moveTo>
                    <a:pt x="890354" y="3175"/>
                  </a:moveTo>
                  <a:lnTo>
                    <a:pt x="1190656" y="0"/>
                  </a:lnTo>
                  <a:cubicBezTo>
                    <a:pt x="1192244" y="101917"/>
                    <a:pt x="1249394" y="194309"/>
                    <a:pt x="1155732" y="300988"/>
                  </a:cubicBezTo>
                  <a:cubicBezTo>
                    <a:pt x="1050164" y="348612"/>
                    <a:pt x="1029304" y="275430"/>
                    <a:pt x="831881" y="266699"/>
                  </a:cubicBezTo>
                  <a:cubicBezTo>
                    <a:pt x="688212" y="262572"/>
                    <a:pt x="388748" y="378458"/>
                    <a:pt x="250856" y="376235"/>
                  </a:cubicBezTo>
                  <a:cubicBezTo>
                    <a:pt x="121475" y="388935"/>
                    <a:pt x="291911" y="268126"/>
                    <a:pt x="250857" y="247647"/>
                  </a:cubicBezTo>
                  <a:cubicBezTo>
                    <a:pt x="209803" y="227168"/>
                    <a:pt x="-36173" y="267649"/>
                    <a:pt x="4529" y="253363"/>
                  </a:cubicBezTo>
                  <a:cubicBezTo>
                    <a:pt x="155341" y="-40641"/>
                    <a:pt x="725254" y="201929"/>
                    <a:pt x="890354" y="3175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DD3A6AE-3337-FE87-7C69-388679A5FDC0}"/>
                </a:ext>
              </a:extLst>
            </p:cNvPr>
            <p:cNvSpPr/>
            <p:nvPr/>
          </p:nvSpPr>
          <p:spPr>
            <a:xfrm>
              <a:off x="3025547" y="6584624"/>
              <a:ext cx="285750" cy="161925"/>
            </a:xfrm>
            <a:custGeom>
              <a:avLst/>
              <a:gdLst>
                <a:gd name="connsiteX0" fmla="*/ 0 w 285750"/>
                <a:gd name="connsiteY0" fmla="*/ 161925 h 161925"/>
                <a:gd name="connsiteX1" fmla="*/ 100013 w 285750"/>
                <a:gd name="connsiteY1" fmla="*/ 52387 h 161925"/>
                <a:gd name="connsiteX2" fmla="*/ 285750 w 285750"/>
                <a:gd name="connsiteY2" fmla="*/ 0 h 161925"/>
                <a:gd name="connsiteX3" fmla="*/ 285750 w 285750"/>
                <a:gd name="connsiteY3" fmla="*/ 0 h 161925"/>
                <a:gd name="connsiteX4" fmla="*/ 285750 w 285750"/>
                <a:gd name="connsiteY4" fmla="*/ 0 h 161925"/>
                <a:gd name="connsiteX5" fmla="*/ 285750 w 285750"/>
                <a:gd name="connsiteY5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161925">
                  <a:moveTo>
                    <a:pt x="0" y="161925"/>
                  </a:moveTo>
                  <a:cubicBezTo>
                    <a:pt x="26194" y="120649"/>
                    <a:pt x="52388" y="79374"/>
                    <a:pt x="100013" y="52387"/>
                  </a:cubicBezTo>
                  <a:cubicBezTo>
                    <a:pt x="147638" y="25400"/>
                    <a:pt x="285750" y="0"/>
                    <a:pt x="285750" y="0"/>
                  </a:cubicBezTo>
                  <a:lnTo>
                    <a:pt x="285750" y="0"/>
                  </a:lnTo>
                  <a:lnTo>
                    <a:pt x="285750" y="0"/>
                  </a:lnTo>
                  <a:lnTo>
                    <a:pt x="285750" y="0"/>
                  </a:lnTo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val 12">
              <a:extLst>
                <a:ext uri="{FF2B5EF4-FFF2-40B4-BE49-F238E27FC236}">
                  <a16:creationId xmlns:a16="http://schemas.microsoft.com/office/drawing/2014/main" id="{43F184C9-EEF0-C6F6-A876-EF6C00B1CD13}"/>
                </a:ext>
              </a:extLst>
            </p:cNvPr>
            <p:cNvSpPr/>
            <p:nvPr/>
          </p:nvSpPr>
          <p:spPr>
            <a:xfrm rot="20248284">
              <a:off x="4833333" y="4466958"/>
              <a:ext cx="339427" cy="42617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Rectangle 13">
              <a:extLst>
                <a:ext uri="{FF2B5EF4-FFF2-40B4-BE49-F238E27FC236}">
                  <a16:creationId xmlns:a16="http://schemas.microsoft.com/office/drawing/2014/main" id="{53630C5B-8E10-4E96-FFC7-69616B59A1CB}"/>
                </a:ext>
              </a:extLst>
            </p:cNvPr>
            <p:cNvSpPr/>
            <p:nvPr/>
          </p:nvSpPr>
          <p:spPr>
            <a:xfrm rot="20740872">
              <a:off x="5132765" y="4790267"/>
              <a:ext cx="250163" cy="1522965"/>
            </a:xfrm>
            <a:custGeom>
              <a:avLst/>
              <a:gdLst>
                <a:gd name="connsiteX0" fmla="*/ 0 w 205425"/>
                <a:gd name="connsiteY0" fmla="*/ 0 h 1269426"/>
                <a:gd name="connsiteX1" fmla="*/ 205425 w 205425"/>
                <a:gd name="connsiteY1" fmla="*/ 0 h 1269426"/>
                <a:gd name="connsiteX2" fmla="*/ 205425 w 205425"/>
                <a:gd name="connsiteY2" fmla="*/ 1269426 h 1269426"/>
                <a:gd name="connsiteX3" fmla="*/ 0 w 205425"/>
                <a:gd name="connsiteY3" fmla="*/ 1269426 h 1269426"/>
                <a:gd name="connsiteX4" fmla="*/ 0 w 205425"/>
                <a:gd name="connsiteY4" fmla="*/ 0 h 1269426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376882"/>
                <a:gd name="connsiteY0" fmla="*/ 0 h 1533445"/>
                <a:gd name="connsiteX1" fmla="*/ 279661 w 376882"/>
                <a:gd name="connsiteY1" fmla="*/ 0 h 1533445"/>
                <a:gd name="connsiteX2" fmla="*/ 376882 w 376882"/>
                <a:gd name="connsiteY2" fmla="*/ 1533445 h 1533445"/>
                <a:gd name="connsiteX3" fmla="*/ 0 w 376882"/>
                <a:gd name="connsiteY3" fmla="*/ 1367380 h 1533445"/>
                <a:gd name="connsiteX4" fmla="*/ 74236 w 376882"/>
                <a:gd name="connsiteY4" fmla="*/ 0 h 1533445"/>
                <a:gd name="connsiteX0" fmla="*/ 74236 w 310895"/>
                <a:gd name="connsiteY0" fmla="*/ 0 h 1367380"/>
                <a:gd name="connsiteX1" fmla="*/ 279661 w 310895"/>
                <a:gd name="connsiteY1" fmla="*/ 0 h 1367380"/>
                <a:gd name="connsiteX2" fmla="*/ 310895 w 310895"/>
                <a:gd name="connsiteY2" fmla="*/ 1289623 h 1367380"/>
                <a:gd name="connsiteX3" fmla="*/ 0 w 310895"/>
                <a:gd name="connsiteY3" fmla="*/ 1367380 h 1367380"/>
                <a:gd name="connsiteX4" fmla="*/ 74236 w 310895"/>
                <a:gd name="connsiteY4" fmla="*/ 0 h 1367380"/>
                <a:gd name="connsiteX0" fmla="*/ 74236 w 311432"/>
                <a:gd name="connsiteY0" fmla="*/ 0 h 1492922"/>
                <a:gd name="connsiteX1" fmla="*/ 279661 w 311432"/>
                <a:gd name="connsiteY1" fmla="*/ 0 h 1492922"/>
                <a:gd name="connsiteX2" fmla="*/ 311432 w 311432"/>
                <a:gd name="connsiteY2" fmla="*/ 1492922 h 1492922"/>
                <a:gd name="connsiteX3" fmla="*/ 0 w 311432"/>
                <a:gd name="connsiteY3" fmla="*/ 1367380 h 1492922"/>
                <a:gd name="connsiteX4" fmla="*/ 74236 w 311432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30043 h 1522965"/>
                <a:gd name="connsiteX1" fmla="*/ 216230 w 250163"/>
                <a:gd name="connsiteY1" fmla="*/ 0 h 1522965"/>
                <a:gd name="connsiteX2" fmla="*/ 250163 w 250163"/>
                <a:gd name="connsiteY2" fmla="*/ 1522965 h 1522965"/>
                <a:gd name="connsiteX3" fmla="*/ 0 w 250163"/>
                <a:gd name="connsiteY3" fmla="*/ 1465490 h 1522965"/>
                <a:gd name="connsiteX4" fmla="*/ 12967 w 250163"/>
                <a:gd name="connsiteY4" fmla="*/ 30043 h 1522965"/>
                <a:gd name="connsiteX0" fmla="*/ 13113 w 250163"/>
                <a:gd name="connsiteY0" fmla="*/ 589 h 1522965"/>
                <a:gd name="connsiteX1" fmla="*/ 216230 w 250163"/>
                <a:gd name="connsiteY1" fmla="*/ 0 h 1522965"/>
                <a:gd name="connsiteX2" fmla="*/ 250163 w 250163"/>
                <a:gd name="connsiteY2" fmla="*/ 1522965 h 1522965"/>
                <a:gd name="connsiteX3" fmla="*/ 0 w 250163"/>
                <a:gd name="connsiteY3" fmla="*/ 1465490 h 1522965"/>
                <a:gd name="connsiteX4" fmla="*/ 13113 w 250163"/>
                <a:gd name="connsiteY4" fmla="*/ 589 h 1522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163" h="1522965">
                  <a:moveTo>
                    <a:pt x="13113" y="589"/>
                  </a:moveTo>
                  <a:lnTo>
                    <a:pt x="216230" y="0"/>
                  </a:lnTo>
                  <a:cubicBezTo>
                    <a:pt x="226820" y="497641"/>
                    <a:pt x="187748" y="1228364"/>
                    <a:pt x="250163" y="1522965"/>
                  </a:cubicBezTo>
                  <a:lnTo>
                    <a:pt x="0" y="1465490"/>
                  </a:lnTo>
                  <a:cubicBezTo>
                    <a:pt x="140433" y="1021435"/>
                    <a:pt x="72520" y="390258"/>
                    <a:pt x="13113" y="589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Rectangle 14">
              <a:extLst>
                <a:ext uri="{FF2B5EF4-FFF2-40B4-BE49-F238E27FC236}">
                  <a16:creationId xmlns:a16="http://schemas.microsoft.com/office/drawing/2014/main" id="{E79E477D-7768-C0DC-2C00-1D412C425FBB}"/>
                </a:ext>
              </a:extLst>
            </p:cNvPr>
            <p:cNvSpPr/>
            <p:nvPr/>
          </p:nvSpPr>
          <p:spPr>
            <a:xfrm>
              <a:off x="4524453" y="6214021"/>
              <a:ext cx="1130774" cy="401910"/>
            </a:xfrm>
            <a:custGeom>
              <a:avLst/>
              <a:gdLst>
                <a:gd name="connsiteX0" fmla="*/ 0 w 313002"/>
                <a:gd name="connsiteY0" fmla="*/ 0 h 134300"/>
                <a:gd name="connsiteX1" fmla="*/ 313002 w 313002"/>
                <a:gd name="connsiteY1" fmla="*/ 0 h 134300"/>
                <a:gd name="connsiteX2" fmla="*/ 313002 w 313002"/>
                <a:gd name="connsiteY2" fmla="*/ 134300 h 134300"/>
                <a:gd name="connsiteX3" fmla="*/ 0 w 313002"/>
                <a:gd name="connsiteY3" fmla="*/ 134300 h 134300"/>
                <a:gd name="connsiteX4" fmla="*/ 0 w 313002"/>
                <a:gd name="connsiteY4" fmla="*/ 0 h 134300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84540"/>
                <a:gd name="connsiteY0" fmla="*/ 0 h 305750"/>
                <a:gd name="connsiteX1" fmla="*/ 1179777 w 1184540"/>
                <a:gd name="connsiteY1" fmla="*/ 0 h 305750"/>
                <a:gd name="connsiteX2" fmla="*/ 1184540 w 1184540"/>
                <a:gd name="connsiteY2" fmla="*/ 305750 h 305750"/>
                <a:gd name="connsiteX3" fmla="*/ 0 w 1184540"/>
                <a:gd name="connsiteY3" fmla="*/ 253363 h 305750"/>
                <a:gd name="connsiteX4" fmla="*/ 866775 w 118454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13615"/>
                <a:gd name="connsiteX1" fmla="*/ 1179777 w 1206270"/>
                <a:gd name="connsiteY1" fmla="*/ 0 h 313615"/>
                <a:gd name="connsiteX2" fmla="*/ 1184540 w 1206270"/>
                <a:gd name="connsiteY2" fmla="*/ 305750 h 313615"/>
                <a:gd name="connsiteX3" fmla="*/ 0 w 1206270"/>
                <a:gd name="connsiteY3" fmla="*/ 253363 h 313615"/>
                <a:gd name="connsiteX4" fmla="*/ 866775 w 1206270"/>
                <a:gd name="connsiteY4" fmla="*/ 0 h 313615"/>
                <a:gd name="connsiteX0" fmla="*/ 866903 w 1206398"/>
                <a:gd name="connsiteY0" fmla="*/ 0 h 323016"/>
                <a:gd name="connsiteX1" fmla="*/ 1179905 w 1206398"/>
                <a:gd name="connsiteY1" fmla="*/ 0 h 323016"/>
                <a:gd name="connsiteX2" fmla="*/ 1184668 w 1206398"/>
                <a:gd name="connsiteY2" fmla="*/ 305750 h 323016"/>
                <a:gd name="connsiteX3" fmla="*/ 827480 w 1206398"/>
                <a:gd name="connsiteY3" fmla="*/ 266699 h 323016"/>
                <a:gd name="connsiteX4" fmla="*/ 128 w 1206398"/>
                <a:gd name="connsiteY4" fmla="*/ 253363 h 323016"/>
                <a:gd name="connsiteX5" fmla="*/ 866903 w 1206398"/>
                <a:gd name="connsiteY5" fmla="*/ 0 h 323016"/>
                <a:gd name="connsiteX0" fmla="*/ 866903 w 1206398"/>
                <a:gd name="connsiteY0" fmla="*/ 0 h 315332"/>
                <a:gd name="connsiteX1" fmla="*/ 1179905 w 1206398"/>
                <a:gd name="connsiteY1" fmla="*/ 0 h 315332"/>
                <a:gd name="connsiteX2" fmla="*/ 1184668 w 1206398"/>
                <a:gd name="connsiteY2" fmla="*/ 305750 h 315332"/>
                <a:gd name="connsiteX3" fmla="*/ 827480 w 1206398"/>
                <a:gd name="connsiteY3" fmla="*/ 266699 h 315332"/>
                <a:gd name="connsiteX4" fmla="*/ 128 w 1206398"/>
                <a:gd name="connsiteY4" fmla="*/ 253363 h 315332"/>
                <a:gd name="connsiteX5" fmla="*/ 866903 w 1206398"/>
                <a:gd name="connsiteY5" fmla="*/ 0 h 315332"/>
                <a:gd name="connsiteX0" fmla="*/ 866903 w 1185381"/>
                <a:gd name="connsiteY0" fmla="*/ 0 h 311116"/>
                <a:gd name="connsiteX1" fmla="*/ 1179905 w 1185381"/>
                <a:gd name="connsiteY1" fmla="*/ 0 h 311116"/>
                <a:gd name="connsiteX2" fmla="*/ 1151331 w 1185381"/>
                <a:gd name="connsiteY2" fmla="*/ 300988 h 311116"/>
                <a:gd name="connsiteX3" fmla="*/ 827480 w 1185381"/>
                <a:gd name="connsiteY3" fmla="*/ 266699 h 311116"/>
                <a:gd name="connsiteX4" fmla="*/ 128 w 1185381"/>
                <a:gd name="connsiteY4" fmla="*/ 253363 h 311116"/>
                <a:gd name="connsiteX5" fmla="*/ 866903 w 1185381"/>
                <a:gd name="connsiteY5" fmla="*/ 0 h 311116"/>
                <a:gd name="connsiteX0" fmla="*/ 866903 w 1192561"/>
                <a:gd name="connsiteY0" fmla="*/ 0 h 311116"/>
                <a:gd name="connsiteX1" fmla="*/ 1179905 w 1192561"/>
                <a:gd name="connsiteY1" fmla="*/ 0 h 311116"/>
                <a:gd name="connsiteX2" fmla="*/ 1151331 w 1192561"/>
                <a:gd name="connsiteY2" fmla="*/ 300988 h 311116"/>
                <a:gd name="connsiteX3" fmla="*/ 827480 w 1192561"/>
                <a:gd name="connsiteY3" fmla="*/ 266699 h 311116"/>
                <a:gd name="connsiteX4" fmla="*/ 128 w 1192561"/>
                <a:gd name="connsiteY4" fmla="*/ 253363 h 311116"/>
                <a:gd name="connsiteX5" fmla="*/ 866903 w 1192561"/>
                <a:gd name="connsiteY5" fmla="*/ 0 h 311116"/>
                <a:gd name="connsiteX0" fmla="*/ 866903 w 1192561"/>
                <a:gd name="connsiteY0" fmla="*/ 0 h 316963"/>
                <a:gd name="connsiteX1" fmla="*/ 1179905 w 1192561"/>
                <a:gd name="connsiteY1" fmla="*/ 0 h 316963"/>
                <a:gd name="connsiteX2" fmla="*/ 1151331 w 1192561"/>
                <a:gd name="connsiteY2" fmla="*/ 300988 h 316963"/>
                <a:gd name="connsiteX3" fmla="*/ 827480 w 1192561"/>
                <a:gd name="connsiteY3" fmla="*/ 266699 h 316963"/>
                <a:gd name="connsiteX4" fmla="*/ 128 w 1192561"/>
                <a:gd name="connsiteY4" fmla="*/ 253363 h 316963"/>
                <a:gd name="connsiteX5" fmla="*/ 866903 w 1192561"/>
                <a:gd name="connsiteY5" fmla="*/ 0 h 316963"/>
                <a:gd name="connsiteX0" fmla="*/ 866903 w 1202406"/>
                <a:gd name="connsiteY0" fmla="*/ 0 h 316963"/>
                <a:gd name="connsiteX1" fmla="*/ 1179905 w 1202406"/>
                <a:gd name="connsiteY1" fmla="*/ 0 h 316963"/>
                <a:gd name="connsiteX2" fmla="*/ 1151331 w 1202406"/>
                <a:gd name="connsiteY2" fmla="*/ 300988 h 316963"/>
                <a:gd name="connsiteX3" fmla="*/ 827480 w 1202406"/>
                <a:gd name="connsiteY3" fmla="*/ 266699 h 316963"/>
                <a:gd name="connsiteX4" fmla="*/ 128 w 1202406"/>
                <a:gd name="connsiteY4" fmla="*/ 253363 h 316963"/>
                <a:gd name="connsiteX5" fmla="*/ 866903 w 1202406"/>
                <a:gd name="connsiteY5" fmla="*/ 0 h 316963"/>
                <a:gd name="connsiteX0" fmla="*/ 891648 w 1227151"/>
                <a:gd name="connsiteY0" fmla="*/ 0 h 376266"/>
                <a:gd name="connsiteX1" fmla="*/ 1204650 w 1227151"/>
                <a:gd name="connsiteY1" fmla="*/ 0 h 376266"/>
                <a:gd name="connsiteX2" fmla="*/ 1176076 w 1227151"/>
                <a:gd name="connsiteY2" fmla="*/ 300988 h 376266"/>
                <a:gd name="connsiteX3" fmla="*/ 852225 w 1227151"/>
                <a:gd name="connsiteY3" fmla="*/ 266699 h 376266"/>
                <a:gd name="connsiteX4" fmla="*/ 271200 w 1227151"/>
                <a:gd name="connsiteY4" fmla="*/ 376235 h 376266"/>
                <a:gd name="connsiteX5" fmla="*/ 24873 w 1227151"/>
                <a:gd name="connsiteY5" fmla="*/ 253363 h 376266"/>
                <a:gd name="connsiteX6" fmla="*/ 891648 w 1227151"/>
                <a:gd name="connsiteY6" fmla="*/ 0 h 376266"/>
                <a:gd name="connsiteX0" fmla="*/ 898589 w 1234092"/>
                <a:gd name="connsiteY0" fmla="*/ 0 h 377167"/>
                <a:gd name="connsiteX1" fmla="*/ 1211591 w 1234092"/>
                <a:gd name="connsiteY1" fmla="*/ 0 h 377167"/>
                <a:gd name="connsiteX2" fmla="*/ 1183017 w 1234092"/>
                <a:gd name="connsiteY2" fmla="*/ 300988 h 377167"/>
                <a:gd name="connsiteX3" fmla="*/ 859166 w 1234092"/>
                <a:gd name="connsiteY3" fmla="*/ 266699 h 377167"/>
                <a:gd name="connsiteX4" fmla="*/ 278141 w 1234092"/>
                <a:gd name="connsiteY4" fmla="*/ 376235 h 377167"/>
                <a:gd name="connsiteX5" fmla="*/ 278142 w 1234092"/>
                <a:gd name="connsiteY5" fmla="*/ 247647 h 377167"/>
                <a:gd name="connsiteX6" fmla="*/ 31814 w 1234092"/>
                <a:gd name="connsiteY6" fmla="*/ 253363 h 377167"/>
                <a:gd name="connsiteX7" fmla="*/ 898589 w 1234092"/>
                <a:gd name="connsiteY7" fmla="*/ 0 h 377167"/>
                <a:gd name="connsiteX0" fmla="*/ 871304 w 1206807"/>
                <a:gd name="connsiteY0" fmla="*/ 0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71304 w 1206807"/>
                <a:gd name="connsiteY7" fmla="*/ 0 h 377167"/>
                <a:gd name="connsiteX0" fmla="*/ 871304 w 1226289"/>
                <a:gd name="connsiteY0" fmla="*/ 0 h 377167"/>
                <a:gd name="connsiteX1" fmla="*/ 1184306 w 1226289"/>
                <a:gd name="connsiteY1" fmla="*/ 0 h 377167"/>
                <a:gd name="connsiteX2" fmla="*/ 1184307 w 1226289"/>
                <a:gd name="connsiteY2" fmla="*/ 240663 h 377167"/>
                <a:gd name="connsiteX3" fmla="*/ 831881 w 1226289"/>
                <a:gd name="connsiteY3" fmla="*/ 266699 h 377167"/>
                <a:gd name="connsiteX4" fmla="*/ 250856 w 1226289"/>
                <a:gd name="connsiteY4" fmla="*/ 376235 h 377167"/>
                <a:gd name="connsiteX5" fmla="*/ 250857 w 1226289"/>
                <a:gd name="connsiteY5" fmla="*/ 247647 h 377167"/>
                <a:gd name="connsiteX6" fmla="*/ 4529 w 1226289"/>
                <a:gd name="connsiteY6" fmla="*/ 253363 h 377167"/>
                <a:gd name="connsiteX7" fmla="*/ 871304 w 1226289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40663 h 377167"/>
                <a:gd name="connsiteX3" fmla="*/ 831881 w 1218170"/>
                <a:gd name="connsiteY3" fmla="*/ 2666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40663 h 377167"/>
                <a:gd name="connsiteX3" fmla="*/ 831881 w 1218170"/>
                <a:gd name="connsiteY3" fmla="*/ 2793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59713 h 377167"/>
                <a:gd name="connsiteX3" fmla="*/ 831881 w 1218170"/>
                <a:gd name="connsiteY3" fmla="*/ 2793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402415"/>
                <a:gd name="connsiteX1" fmla="*/ 1146206 w 1218170"/>
                <a:gd name="connsiteY1" fmla="*/ 6350 h 402415"/>
                <a:gd name="connsiteX2" fmla="*/ 1184307 w 1218170"/>
                <a:gd name="connsiteY2" fmla="*/ 259713 h 402415"/>
                <a:gd name="connsiteX3" fmla="*/ 831881 w 1218170"/>
                <a:gd name="connsiteY3" fmla="*/ 279399 h 402415"/>
                <a:gd name="connsiteX4" fmla="*/ 85756 w 1218170"/>
                <a:gd name="connsiteY4" fmla="*/ 401635 h 402415"/>
                <a:gd name="connsiteX5" fmla="*/ 250857 w 1218170"/>
                <a:gd name="connsiteY5" fmla="*/ 247647 h 402415"/>
                <a:gd name="connsiteX6" fmla="*/ 4529 w 1218170"/>
                <a:gd name="connsiteY6" fmla="*/ 253363 h 402415"/>
                <a:gd name="connsiteX7" fmla="*/ 871304 w 1218170"/>
                <a:gd name="connsiteY7" fmla="*/ 0 h 402415"/>
                <a:gd name="connsiteX0" fmla="*/ 870562 w 1217428"/>
                <a:gd name="connsiteY0" fmla="*/ 0 h 402158"/>
                <a:gd name="connsiteX1" fmla="*/ 1145464 w 1217428"/>
                <a:gd name="connsiteY1" fmla="*/ 6350 h 402158"/>
                <a:gd name="connsiteX2" fmla="*/ 1183565 w 1217428"/>
                <a:gd name="connsiteY2" fmla="*/ 259713 h 402158"/>
                <a:gd name="connsiteX3" fmla="*/ 831139 w 1217428"/>
                <a:gd name="connsiteY3" fmla="*/ 279399 h 402158"/>
                <a:gd name="connsiteX4" fmla="*/ 85014 w 1217428"/>
                <a:gd name="connsiteY4" fmla="*/ 401635 h 402158"/>
                <a:gd name="connsiteX5" fmla="*/ 304090 w 1217428"/>
                <a:gd name="connsiteY5" fmla="*/ 171447 h 402158"/>
                <a:gd name="connsiteX6" fmla="*/ 3787 w 1217428"/>
                <a:gd name="connsiteY6" fmla="*/ 253363 h 402158"/>
                <a:gd name="connsiteX7" fmla="*/ 870562 w 1217428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80"/>
                <a:gd name="connsiteX1" fmla="*/ 1086899 w 1158863"/>
                <a:gd name="connsiteY1" fmla="*/ 6350 h 402180"/>
                <a:gd name="connsiteX2" fmla="*/ 1125000 w 1158863"/>
                <a:gd name="connsiteY2" fmla="*/ 259713 h 402180"/>
                <a:gd name="connsiteX3" fmla="*/ 772574 w 1158863"/>
                <a:gd name="connsiteY3" fmla="*/ 279399 h 402180"/>
                <a:gd name="connsiteX4" fmla="*/ 26449 w 1158863"/>
                <a:gd name="connsiteY4" fmla="*/ 401635 h 402180"/>
                <a:gd name="connsiteX5" fmla="*/ 245525 w 1158863"/>
                <a:gd name="connsiteY5" fmla="*/ 180972 h 402180"/>
                <a:gd name="connsiteX6" fmla="*/ 275422 w 1158863"/>
                <a:gd name="connsiteY6" fmla="*/ 120013 h 402180"/>
                <a:gd name="connsiteX7" fmla="*/ 811997 w 1158863"/>
                <a:gd name="connsiteY7" fmla="*/ 0 h 402180"/>
                <a:gd name="connsiteX0" fmla="*/ 785548 w 1132414"/>
                <a:gd name="connsiteY0" fmla="*/ 0 h 401663"/>
                <a:gd name="connsiteX1" fmla="*/ 1060450 w 1132414"/>
                <a:gd name="connsiteY1" fmla="*/ 6350 h 401663"/>
                <a:gd name="connsiteX2" fmla="*/ 1098551 w 1132414"/>
                <a:gd name="connsiteY2" fmla="*/ 259713 h 401663"/>
                <a:gd name="connsiteX3" fmla="*/ 746125 w 1132414"/>
                <a:gd name="connsiteY3" fmla="*/ 279399 h 401663"/>
                <a:gd name="connsiteX4" fmla="*/ 0 w 1132414"/>
                <a:gd name="connsiteY4" fmla="*/ 401635 h 401663"/>
                <a:gd name="connsiteX5" fmla="*/ 219076 w 1132414"/>
                <a:gd name="connsiteY5" fmla="*/ 180972 h 401663"/>
                <a:gd name="connsiteX6" fmla="*/ 248973 w 1132414"/>
                <a:gd name="connsiteY6" fmla="*/ 120013 h 401663"/>
                <a:gd name="connsiteX7" fmla="*/ 785548 w 1132414"/>
                <a:gd name="connsiteY7" fmla="*/ 0 h 401663"/>
                <a:gd name="connsiteX0" fmla="*/ 785548 w 1132414"/>
                <a:gd name="connsiteY0" fmla="*/ 0 h 401635"/>
                <a:gd name="connsiteX1" fmla="*/ 1060450 w 1132414"/>
                <a:gd name="connsiteY1" fmla="*/ 6350 h 401635"/>
                <a:gd name="connsiteX2" fmla="*/ 1098551 w 1132414"/>
                <a:gd name="connsiteY2" fmla="*/ 259713 h 401635"/>
                <a:gd name="connsiteX3" fmla="*/ 746125 w 1132414"/>
                <a:gd name="connsiteY3" fmla="*/ 279399 h 401635"/>
                <a:gd name="connsiteX4" fmla="*/ 0 w 1132414"/>
                <a:gd name="connsiteY4" fmla="*/ 401635 h 401635"/>
                <a:gd name="connsiteX5" fmla="*/ 219076 w 1132414"/>
                <a:gd name="connsiteY5" fmla="*/ 180972 h 401635"/>
                <a:gd name="connsiteX6" fmla="*/ 248973 w 1132414"/>
                <a:gd name="connsiteY6" fmla="*/ 120013 h 401635"/>
                <a:gd name="connsiteX7" fmla="*/ 785548 w 1132414"/>
                <a:gd name="connsiteY7" fmla="*/ 0 h 401635"/>
                <a:gd name="connsiteX0" fmla="*/ 785548 w 1132414"/>
                <a:gd name="connsiteY0" fmla="*/ 0 h 407120"/>
                <a:gd name="connsiteX1" fmla="*/ 1060450 w 1132414"/>
                <a:gd name="connsiteY1" fmla="*/ 6350 h 407120"/>
                <a:gd name="connsiteX2" fmla="*/ 1098551 w 1132414"/>
                <a:gd name="connsiteY2" fmla="*/ 259713 h 407120"/>
                <a:gd name="connsiteX3" fmla="*/ 746125 w 1132414"/>
                <a:gd name="connsiteY3" fmla="*/ 279399 h 407120"/>
                <a:gd name="connsiteX4" fmla="*/ 415847 w 1132414"/>
                <a:gd name="connsiteY4" fmla="*/ 355054 h 407120"/>
                <a:gd name="connsiteX5" fmla="*/ 0 w 1132414"/>
                <a:gd name="connsiteY5" fmla="*/ 401635 h 407120"/>
                <a:gd name="connsiteX6" fmla="*/ 219076 w 1132414"/>
                <a:gd name="connsiteY6" fmla="*/ 180972 h 407120"/>
                <a:gd name="connsiteX7" fmla="*/ 248973 w 1132414"/>
                <a:gd name="connsiteY7" fmla="*/ 120013 h 407120"/>
                <a:gd name="connsiteX8" fmla="*/ 785548 w 1132414"/>
                <a:gd name="connsiteY8" fmla="*/ 0 h 407120"/>
                <a:gd name="connsiteX0" fmla="*/ 785548 w 1132414"/>
                <a:gd name="connsiteY0" fmla="*/ 0 h 404675"/>
                <a:gd name="connsiteX1" fmla="*/ 1060450 w 1132414"/>
                <a:gd name="connsiteY1" fmla="*/ 6350 h 404675"/>
                <a:gd name="connsiteX2" fmla="*/ 1098551 w 1132414"/>
                <a:gd name="connsiteY2" fmla="*/ 259713 h 404675"/>
                <a:gd name="connsiteX3" fmla="*/ 746125 w 1132414"/>
                <a:gd name="connsiteY3" fmla="*/ 279399 h 404675"/>
                <a:gd name="connsiteX4" fmla="*/ 415847 w 1132414"/>
                <a:gd name="connsiteY4" fmla="*/ 355054 h 404675"/>
                <a:gd name="connsiteX5" fmla="*/ 0 w 1132414"/>
                <a:gd name="connsiteY5" fmla="*/ 401635 h 404675"/>
                <a:gd name="connsiteX6" fmla="*/ 219076 w 1132414"/>
                <a:gd name="connsiteY6" fmla="*/ 180972 h 404675"/>
                <a:gd name="connsiteX7" fmla="*/ 248973 w 1132414"/>
                <a:gd name="connsiteY7" fmla="*/ 120013 h 404675"/>
                <a:gd name="connsiteX8" fmla="*/ 785548 w 1132414"/>
                <a:gd name="connsiteY8" fmla="*/ 0 h 404675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48973 w 1132414"/>
                <a:gd name="connsiteY7" fmla="*/ 12001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48973 w 1132414"/>
                <a:gd name="connsiteY7" fmla="*/ 12001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29078"/>
                <a:gd name="connsiteY0" fmla="*/ 0 h 401910"/>
                <a:gd name="connsiteX1" fmla="*/ 1039019 w 1129078"/>
                <a:gd name="connsiteY1" fmla="*/ 6350 h 401910"/>
                <a:gd name="connsiteX2" fmla="*/ 1098551 w 1129078"/>
                <a:gd name="connsiteY2" fmla="*/ 259713 h 401910"/>
                <a:gd name="connsiteX3" fmla="*/ 746125 w 1129078"/>
                <a:gd name="connsiteY3" fmla="*/ 279399 h 401910"/>
                <a:gd name="connsiteX4" fmla="*/ 415847 w 1129078"/>
                <a:gd name="connsiteY4" fmla="*/ 355054 h 401910"/>
                <a:gd name="connsiteX5" fmla="*/ 0 w 1129078"/>
                <a:gd name="connsiteY5" fmla="*/ 401635 h 401910"/>
                <a:gd name="connsiteX6" fmla="*/ 219076 w 1129078"/>
                <a:gd name="connsiteY6" fmla="*/ 180972 h 401910"/>
                <a:gd name="connsiteX7" fmla="*/ 258498 w 1129078"/>
                <a:gd name="connsiteY7" fmla="*/ 113663 h 401910"/>
                <a:gd name="connsiteX8" fmla="*/ 785548 w 1129078"/>
                <a:gd name="connsiteY8" fmla="*/ 0 h 401910"/>
                <a:gd name="connsiteX0" fmla="*/ 785548 w 1133123"/>
                <a:gd name="connsiteY0" fmla="*/ 0 h 401910"/>
                <a:gd name="connsiteX1" fmla="*/ 1039019 w 1133123"/>
                <a:gd name="connsiteY1" fmla="*/ 6350 h 401910"/>
                <a:gd name="connsiteX2" fmla="*/ 1098551 w 1133123"/>
                <a:gd name="connsiteY2" fmla="*/ 259713 h 401910"/>
                <a:gd name="connsiteX3" fmla="*/ 746125 w 1133123"/>
                <a:gd name="connsiteY3" fmla="*/ 279399 h 401910"/>
                <a:gd name="connsiteX4" fmla="*/ 415847 w 1133123"/>
                <a:gd name="connsiteY4" fmla="*/ 355054 h 401910"/>
                <a:gd name="connsiteX5" fmla="*/ 0 w 1133123"/>
                <a:gd name="connsiteY5" fmla="*/ 401635 h 401910"/>
                <a:gd name="connsiteX6" fmla="*/ 219076 w 1133123"/>
                <a:gd name="connsiteY6" fmla="*/ 180972 h 401910"/>
                <a:gd name="connsiteX7" fmla="*/ 258498 w 1133123"/>
                <a:gd name="connsiteY7" fmla="*/ 113663 h 401910"/>
                <a:gd name="connsiteX8" fmla="*/ 785548 w 1133123"/>
                <a:gd name="connsiteY8" fmla="*/ 0 h 401910"/>
                <a:gd name="connsiteX0" fmla="*/ 785548 w 1130058"/>
                <a:gd name="connsiteY0" fmla="*/ 0 h 401910"/>
                <a:gd name="connsiteX1" fmla="*/ 1019969 w 1130058"/>
                <a:gd name="connsiteY1" fmla="*/ 9525 h 401910"/>
                <a:gd name="connsiteX2" fmla="*/ 1098551 w 1130058"/>
                <a:gd name="connsiteY2" fmla="*/ 259713 h 401910"/>
                <a:gd name="connsiteX3" fmla="*/ 746125 w 1130058"/>
                <a:gd name="connsiteY3" fmla="*/ 279399 h 401910"/>
                <a:gd name="connsiteX4" fmla="*/ 415847 w 1130058"/>
                <a:gd name="connsiteY4" fmla="*/ 355054 h 401910"/>
                <a:gd name="connsiteX5" fmla="*/ 0 w 1130058"/>
                <a:gd name="connsiteY5" fmla="*/ 401635 h 401910"/>
                <a:gd name="connsiteX6" fmla="*/ 219076 w 1130058"/>
                <a:gd name="connsiteY6" fmla="*/ 180972 h 401910"/>
                <a:gd name="connsiteX7" fmla="*/ 258498 w 1130058"/>
                <a:gd name="connsiteY7" fmla="*/ 113663 h 401910"/>
                <a:gd name="connsiteX8" fmla="*/ 785548 w 1130058"/>
                <a:gd name="connsiteY8" fmla="*/ 0 h 401910"/>
                <a:gd name="connsiteX0" fmla="*/ 785548 w 1132304"/>
                <a:gd name="connsiteY0" fmla="*/ 0 h 401910"/>
                <a:gd name="connsiteX1" fmla="*/ 1034257 w 1132304"/>
                <a:gd name="connsiteY1" fmla="*/ 9525 h 401910"/>
                <a:gd name="connsiteX2" fmla="*/ 1098551 w 1132304"/>
                <a:gd name="connsiteY2" fmla="*/ 259713 h 401910"/>
                <a:gd name="connsiteX3" fmla="*/ 746125 w 1132304"/>
                <a:gd name="connsiteY3" fmla="*/ 279399 h 401910"/>
                <a:gd name="connsiteX4" fmla="*/ 415847 w 1132304"/>
                <a:gd name="connsiteY4" fmla="*/ 355054 h 401910"/>
                <a:gd name="connsiteX5" fmla="*/ 0 w 1132304"/>
                <a:gd name="connsiteY5" fmla="*/ 401635 h 401910"/>
                <a:gd name="connsiteX6" fmla="*/ 219076 w 1132304"/>
                <a:gd name="connsiteY6" fmla="*/ 180972 h 401910"/>
                <a:gd name="connsiteX7" fmla="*/ 258498 w 1132304"/>
                <a:gd name="connsiteY7" fmla="*/ 113663 h 401910"/>
                <a:gd name="connsiteX8" fmla="*/ 785548 w 113230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74" h="401910">
                  <a:moveTo>
                    <a:pt x="785548" y="0"/>
                  </a:moveTo>
                  <a:lnTo>
                    <a:pt x="1024732" y="9525"/>
                  </a:lnTo>
                  <a:cubicBezTo>
                    <a:pt x="1054895" y="104298"/>
                    <a:pt x="1192213" y="153034"/>
                    <a:pt x="1098551" y="259713"/>
                  </a:cubicBezTo>
                  <a:cubicBezTo>
                    <a:pt x="992983" y="307337"/>
                    <a:pt x="943548" y="288130"/>
                    <a:pt x="746125" y="279399"/>
                  </a:cubicBezTo>
                  <a:cubicBezTo>
                    <a:pt x="631812" y="287881"/>
                    <a:pt x="540201" y="334681"/>
                    <a:pt x="415847" y="355054"/>
                  </a:cubicBezTo>
                  <a:cubicBezTo>
                    <a:pt x="167668" y="321452"/>
                    <a:pt x="32266" y="407365"/>
                    <a:pt x="0" y="401635"/>
                  </a:cubicBezTo>
                  <a:cubicBezTo>
                    <a:pt x="45244" y="198435"/>
                    <a:pt x="260130" y="201451"/>
                    <a:pt x="219076" y="180972"/>
                  </a:cubicBezTo>
                  <a:cubicBezTo>
                    <a:pt x="211359" y="120805"/>
                    <a:pt x="232877" y="125568"/>
                    <a:pt x="258498" y="113663"/>
                  </a:cubicBezTo>
                  <a:cubicBezTo>
                    <a:pt x="399785" y="64134"/>
                    <a:pt x="680773" y="214629"/>
                    <a:pt x="785548" y="0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1BD6D98-C1B8-1974-5C4B-D5D8675BFB78}"/>
                </a:ext>
              </a:extLst>
            </p:cNvPr>
            <p:cNvCxnSpPr>
              <a:stCxn id="39" idx="1"/>
            </p:cNvCxnSpPr>
            <p:nvPr/>
          </p:nvCxnSpPr>
          <p:spPr>
            <a:xfrm flipH="1">
              <a:off x="3522915" y="654050"/>
              <a:ext cx="610934" cy="8122"/>
            </a:xfrm>
            <a:prstGeom prst="line">
              <a:avLst/>
            </a:prstGeom>
            <a:noFill/>
            <a:ln w="38100" cap="flat" cmpd="sng" algn="ctr">
              <a:noFill/>
              <a:prstDash val="solid"/>
              <a:miter lim="800000"/>
            </a:ln>
            <a:effectLst/>
          </p:spPr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59EF4E2-CDDC-7927-806F-1B0678D5D7E4}"/>
                </a:ext>
              </a:extLst>
            </p:cNvPr>
            <p:cNvSpPr/>
            <p:nvPr/>
          </p:nvSpPr>
          <p:spPr>
            <a:xfrm>
              <a:off x="3864223" y="591389"/>
              <a:ext cx="88652" cy="45719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5D1D43F-BDF6-C706-3B0C-5CD51FDBC68C}"/>
                </a:ext>
              </a:extLst>
            </p:cNvPr>
            <p:cNvSpPr/>
            <p:nvPr/>
          </p:nvSpPr>
          <p:spPr>
            <a:xfrm>
              <a:off x="4095751" y="469408"/>
              <a:ext cx="209549" cy="123709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B11C95D-2645-A5D7-9DAA-36563287BD71}"/>
                </a:ext>
              </a:extLst>
            </p:cNvPr>
            <p:cNvSpPr/>
            <p:nvPr/>
          </p:nvSpPr>
          <p:spPr>
            <a:xfrm>
              <a:off x="4159110" y="480152"/>
              <a:ext cx="82830" cy="8283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Rectangle 9">
              <a:extLst>
                <a:ext uri="{FF2B5EF4-FFF2-40B4-BE49-F238E27FC236}">
                  <a16:creationId xmlns:a16="http://schemas.microsoft.com/office/drawing/2014/main" id="{8B7861D3-E022-0027-6396-DC3967571764}"/>
                </a:ext>
              </a:extLst>
            </p:cNvPr>
            <p:cNvSpPr/>
            <p:nvPr/>
          </p:nvSpPr>
          <p:spPr>
            <a:xfrm>
              <a:off x="3588624" y="2706565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solidFill>
              <a:srgbClr val="7A615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Rectangle 9">
              <a:extLst>
                <a:ext uri="{FF2B5EF4-FFF2-40B4-BE49-F238E27FC236}">
                  <a16:creationId xmlns:a16="http://schemas.microsoft.com/office/drawing/2014/main" id="{C8D6CAC1-97A2-DD67-5F53-A7D2C65377A6}"/>
                </a:ext>
              </a:extLst>
            </p:cNvPr>
            <p:cNvSpPr/>
            <p:nvPr/>
          </p:nvSpPr>
          <p:spPr>
            <a:xfrm>
              <a:off x="3500055" y="2768219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solidFill>
              <a:srgbClr val="96807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Rectangle 9">
              <a:extLst>
                <a:ext uri="{FF2B5EF4-FFF2-40B4-BE49-F238E27FC236}">
                  <a16:creationId xmlns:a16="http://schemas.microsoft.com/office/drawing/2014/main" id="{9B4897F3-CD17-B420-BF0C-506972BE170D}"/>
                </a:ext>
              </a:extLst>
            </p:cNvPr>
            <p:cNvSpPr/>
            <p:nvPr/>
          </p:nvSpPr>
          <p:spPr>
            <a:xfrm>
              <a:off x="3264696" y="2832363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solidFill>
              <a:srgbClr val="06111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val 12">
              <a:extLst>
                <a:ext uri="{FF2B5EF4-FFF2-40B4-BE49-F238E27FC236}">
                  <a16:creationId xmlns:a16="http://schemas.microsoft.com/office/drawing/2014/main" id="{BC5A43A0-8F1D-6AD3-2FED-5CCEB8D73C7A}"/>
                </a:ext>
              </a:extLst>
            </p:cNvPr>
            <p:cNvSpPr/>
            <p:nvPr/>
          </p:nvSpPr>
          <p:spPr>
            <a:xfrm rot="20570730">
              <a:off x="4885914" y="4587617"/>
              <a:ext cx="290699" cy="305688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val 12">
              <a:extLst>
                <a:ext uri="{FF2B5EF4-FFF2-40B4-BE49-F238E27FC236}">
                  <a16:creationId xmlns:a16="http://schemas.microsoft.com/office/drawing/2014/main" id="{0973C41B-596B-3D43-DA4F-1C20D7DC320D}"/>
                </a:ext>
              </a:extLst>
            </p:cNvPr>
            <p:cNvSpPr/>
            <p:nvPr/>
          </p:nvSpPr>
          <p:spPr>
            <a:xfrm rot="706300">
              <a:off x="4135284" y="4897835"/>
              <a:ext cx="290699" cy="305688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val 12">
              <a:extLst>
                <a:ext uri="{FF2B5EF4-FFF2-40B4-BE49-F238E27FC236}">
                  <a16:creationId xmlns:a16="http://schemas.microsoft.com/office/drawing/2014/main" id="{576E4430-34B7-8AC2-8044-2435C9B1EDD0}"/>
                </a:ext>
              </a:extLst>
            </p:cNvPr>
            <p:cNvSpPr/>
            <p:nvPr/>
          </p:nvSpPr>
          <p:spPr>
            <a:xfrm rot="20584478">
              <a:off x="4159744" y="4662050"/>
              <a:ext cx="278661" cy="38287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val 12">
              <a:extLst>
                <a:ext uri="{FF2B5EF4-FFF2-40B4-BE49-F238E27FC236}">
                  <a16:creationId xmlns:a16="http://schemas.microsoft.com/office/drawing/2014/main" id="{07E4B360-618E-8FE8-81CA-243479E74C69}"/>
                </a:ext>
              </a:extLst>
            </p:cNvPr>
            <p:cNvSpPr/>
            <p:nvPr/>
          </p:nvSpPr>
          <p:spPr>
            <a:xfrm rot="19814898">
              <a:off x="4812078" y="4256305"/>
              <a:ext cx="239197" cy="450963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val 12">
              <a:extLst>
                <a:ext uri="{FF2B5EF4-FFF2-40B4-BE49-F238E27FC236}">
                  <a16:creationId xmlns:a16="http://schemas.microsoft.com/office/drawing/2014/main" id="{07F23D77-CDA2-5319-0C58-C0E15711DF67}"/>
                </a:ext>
              </a:extLst>
            </p:cNvPr>
            <p:cNvSpPr/>
            <p:nvPr/>
          </p:nvSpPr>
          <p:spPr>
            <a:xfrm rot="20927774">
              <a:off x="5314416" y="6158997"/>
              <a:ext cx="239468" cy="245406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val 12">
              <a:extLst>
                <a:ext uri="{FF2B5EF4-FFF2-40B4-BE49-F238E27FC236}">
                  <a16:creationId xmlns:a16="http://schemas.microsoft.com/office/drawing/2014/main" id="{62C13C2D-00DC-086A-9CA8-5924E5EE6CF4}"/>
                </a:ext>
              </a:extLst>
            </p:cNvPr>
            <p:cNvSpPr/>
            <p:nvPr/>
          </p:nvSpPr>
          <p:spPr>
            <a:xfrm rot="1634124">
              <a:off x="3749632" y="6248339"/>
              <a:ext cx="241557" cy="304855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  <a:gd name="connsiteX0" fmla="*/ 54500 w 440264"/>
                <a:gd name="connsiteY0" fmla="*/ 243131 h 615839"/>
                <a:gd name="connsiteX1" fmla="*/ 247382 w 440264"/>
                <a:gd name="connsiteY1" fmla="*/ 1903 h 615839"/>
                <a:gd name="connsiteX2" fmla="*/ 440264 w 440264"/>
                <a:gd name="connsiteY2" fmla="*/ 243131 h 615839"/>
                <a:gd name="connsiteX3" fmla="*/ 247382 w 440264"/>
                <a:gd name="connsiteY3" fmla="*/ 484359 h 615839"/>
                <a:gd name="connsiteX4" fmla="*/ 12615 w 440264"/>
                <a:gd name="connsiteY4" fmla="*/ 606706 h 615839"/>
                <a:gd name="connsiteX5" fmla="*/ 54500 w 440264"/>
                <a:gd name="connsiteY5" fmla="*/ 243131 h 615839"/>
                <a:gd name="connsiteX0" fmla="*/ 58314 w 444078"/>
                <a:gd name="connsiteY0" fmla="*/ 243131 h 615841"/>
                <a:gd name="connsiteX1" fmla="*/ 251196 w 444078"/>
                <a:gd name="connsiteY1" fmla="*/ 1903 h 615841"/>
                <a:gd name="connsiteX2" fmla="*/ 444078 w 444078"/>
                <a:gd name="connsiteY2" fmla="*/ 243131 h 615841"/>
                <a:gd name="connsiteX3" fmla="*/ 251196 w 444078"/>
                <a:gd name="connsiteY3" fmla="*/ 484359 h 615841"/>
                <a:gd name="connsiteX4" fmla="*/ 16429 w 444078"/>
                <a:gd name="connsiteY4" fmla="*/ 606706 h 615841"/>
                <a:gd name="connsiteX5" fmla="*/ 58314 w 444078"/>
                <a:gd name="connsiteY5" fmla="*/ 243131 h 61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4078" h="615841">
                  <a:moveTo>
                    <a:pt x="58314" y="243131"/>
                  </a:moveTo>
                  <a:cubicBezTo>
                    <a:pt x="116760" y="135754"/>
                    <a:pt x="66089" y="20953"/>
                    <a:pt x="251196" y="1903"/>
                  </a:cubicBezTo>
                  <a:cubicBezTo>
                    <a:pt x="436303" y="-17147"/>
                    <a:pt x="444078" y="109904"/>
                    <a:pt x="444078" y="243131"/>
                  </a:cubicBezTo>
                  <a:cubicBezTo>
                    <a:pt x="444078" y="376358"/>
                    <a:pt x="322471" y="423763"/>
                    <a:pt x="251196" y="484359"/>
                  </a:cubicBezTo>
                  <a:cubicBezTo>
                    <a:pt x="179921" y="544955"/>
                    <a:pt x="48576" y="646911"/>
                    <a:pt x="16429" y="606706"/>
                  </a:cubicBezTo>
                  <a:cubicBezTo>
                    <a:pt x="-15718" y="566501"/>
                    <a:pt x="-132" y="350508"/>
                    <a:pt x="58314" y="243131"/>
                  </a:cubicBezTo>
                  <a:close/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7414AEE-BF1E-13B3-4FFE-992185138406}"/>
                </a:ext>
              </a:extLst>
            </p:cNvPr>
            <p:cNvSpPr/>
            <p:nvPr/>
          </p:nvSpPr>
          <p:spPr>
            <a:xfrm>
              <a:off x="2820957" y="6514546"/>
              <a:ext cx="198620" cy="140155"/>
            </a:xfrm>
            <a:custGeom>
              <a:avLst/>
              <a:gdLst>
                <a:gd name="connsiteX0" fmla="*/ 194423 w 198620"/>
                <a:gd name="connsiteY0" fmla="*/ 0 h 140155"/>
                <a:gd name="connsiteX1" fmla="*/ 198620 w 198620"/>
                <a:gd name="connsiteY1" fmla="*/ 70526 h 140155"/>
                <a:gd name="connsiteX2" fmla="*/ 195337 w 198620"/>
                <a:gd name="connsiteY2" fmla="*/ 125686 h 140155"/>
                <a:gd name="connsiteX3" fmla="*/ 189325 w 198620"/>
                <a:gd name="connsiteY3" fmla="*/ 125575 h 140155"/>
                <a:gd name="connsiteX4" fmla="*/ 4529 w 198620"/>
                <a:gd name="connsiteY4" fmla="*/ 137028 h 140155"/>
                <a:gd name="connsiteX5" fmla="*/ 183346 w 198620"/>
                <a:gd name="connsiteY5" fmla="*/ 1853 h 140155"/>
                <a:gd name="connsiteX6" fmla="*/ 194423 w 198620"/>
                <a:gd name="connsiteY6" fmla="*/ 0 h 14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20" h="140155">
                  <a:moveTo>
                    <a:pt x="194423" y="0"/>
                  </a:moveTo>
                  <a:lnTo>
                    <a:pt x="198620" y="70526"/>
                  </a:lnTo>
                  <a:lnTo>
                    <a:pt x="195337" y="125686"/>
                  </a:lnTo>
                  <a:lnTo>
                    <a:pt x="189325" y="125575"/>
                  </a:lnTo>
                  <a:cubicBezTo>
                    <a:pt x="104732" y="127651"/>
                    <a:pt x="-25997" y="147743"/>
                    <a:pt x="4529" y="137028"/>
                  </a:cubicBezTo>
                  <a:cubicBezTo>
                    <a:pt x="42232" y="63527"/>
                    <a:pt x="106129" y="23562"/>
                    <a:pt x="183346" y="1853"/>
                  </a:cubicBezTo>
                  <a:lnTo>
                    <a:pt x="19442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824F9ED-5B0B-DF51-7C7C-C417A9007276}"/>
                </a:ext>
              </a:extLst>
            </p:cNvPr>
            <p:cNvSpPr/>
            <p:nvPr/>
          </p:nvSpPr>
          <p:spPr>
            <a:xfrm rot="20867988">
              <a:off x="4513602" y="6456371"/>
              <a:ext cx="198620" cy="140155"/>
            </a:xfrm>
            <a:custGeom>
              <a:avLst/>
              <a:gdLst>
                <a:gd name="connsiteX0" fmla="*/ 194423 w 198620"/>
                <a:gd name="connsiteY0" fmla="*/ 0 h 140155"/>
                <a:gd name="connsiteX1" fmla="*/ 198620 w 198620"/>
                <a:gd name="connsiteY1" fmla="*/ 70526 h 140155"/>
                <a:gd name="connsiteX2" fmla="*/ 195337 w 198620"/>
                <a:gd name="connsiteY2" fmla="*/ 125686 h 140155"/>
                <a:gd name="connsiteX3" fmla="*/ 189325 w 198620"/>
                <a:gd name="connsiteY3" fmla="*/ 125575 h 140155"/>
                <a:gd name="connsiteX4" fmla="*/ 4529 w 198620"/>
                <a:gd name="connsiteY4" fmla="*/ 137028 h 140155"/>
                <a:gd name="connsiteX5" fmla="*/ 183346 w 198620"/>
                <a:gd name="connsiteY5" fmla="*/ 1853 h 140155"/>
                <a:gd name="connsiteX6" fmla="*/ 194423 w 198620"/>
                <a:gd name="connsiteY6" fmla="*/ 0 h 14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20" h="140155">
                  <a:moveTo>
                    <a:pt x="194423" y="0"/>
                  </a:moveTo>
                  <a:lnTo>
                    <a:pt x="198620" y="70526"/>
                  </a:lnTo>
                  <a:lnTo>
                    <a:pt x="195337" y="125686"/>
                  </a:lnTo>
                  <a:lnTo>
                    <a:pt x="189325" y="125575"/>
                  </a:lnTo>
                  <a:cubicBezTo>
                    <a:pt x="104732" y="127651"/>
                    <a:pt x="-25997" y="147743"/>
                    <a:pt x="4529" y="137028"/>
                  </a:cubicBezTo>
                  <a:cubicBezTo>
                    <a:pt x="42232" y="63527"/>
                    <a:pt x="106129" y="23562"/>
                    <a:pt x="183346" y="1853"/>
                  </a:cubicBezTo>
                  <a:lnTo>
                    <a:pt x="19442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B3DA0EE-680B-0D09-4B61-7498569FA498}"/>
                </a:ext>
              </a:extLst>
            </p:cNvPr>
            <p:cNvSpPr/>
            <p:nvPr/>
          </p:nvSpPr>
          <p:spPr>
            <a:xfrm rot="19779215" flipV="1">
              <a:off x="4763354" y="6315078"/>
              <a:ext cx="285750" cy="161925"/>
            </a:xfrm>
            <a:custGeom>
              <a:avLst/>
              <a:gdLst>
                <a:gd name="connsiteX0" fmla="*/ 0 w 285750"/>
                <a:gd name="connsiteY0" fmla="*/ 161925 h 161925"/>
                <a:gd name="connsiteX1" fmla="*/ 100013 w 285750"/>
                <a:gd name="connsiteY1" fmla="*/ 52387 h 161925"/>
                <a:gd name="connsiteX2" fmla="*/ 285750 w 285750"/>
                <a:gd name="connsiteY2" fmla="*/ 0 h 161925"/>
                <a:gd name="connsiteX3" fmla="*/ 285750 w 285750"/>
                <a:gd name="connsiteY3" fmla="*/ 0 h 161925"/>
                <a:gd name="connsiteX4" fmla="*/ 285750 w 285750"/>
                <a:gd name="connsiteY4" fmla="*/ 0 h 161925"/>
                <a:gd name="connsiteX5" fmla="*/ 285750 w 285750"/>
                <a:gd name="connsiteY5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161925">
                  <a:moveTo>
                    <a:pt x="0" y="161925"/>
                  </a:moveTo>
                  <a:cubicBezTo>
                    <a:pt x="26194" y="120649"/>
                    <a:pt x="52388" y="79374"/>
                    <a:pt x="100013" y="52387"/>
                  </a:cubicBezTo>
                  <a:cubicBezTo>
                    <a:pt x="147638" y="25400"/>
                    <a:pt x="285750" y="0"/>
                    <a:pt x="285750" y="0"/>
                  </a:cubicBezTo>
                  <a:lnTo>
                    <a:pt x="285750" y="0"/>
                  </a:lnTo>
                  <a:lnTo>
                    <a:pt x="285750" y="0"/>
                  </a:lnTo>
                  <a:lnTo>
                    <a:pt x="285750" y="0"/>
                  </a:lnTo>
                </a:path>
              </a:pathLst>
            </a:custGeom>
            <a:solidFill>
              <a:srgbClr val="F6BFB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AA8E1AD-9CDD-4654-5508-5AAACDE7207B}"/>
              </a:ext>
            </a:extLst>
          </p:cNvPr>
          <p:cNvGrpSpPr/>
          <p:nvPr/>
        </p:nvGrpSpPr>
        <p:grpSpPr>
          <a:xfrm>
            <a:off x="4532572" y="303366"/>
            <a:ext cx="3583718" cy="6400432"/>
            <a:chOff x="2820957" y="372776"/>
            <a:chExt cx="3583718" cy="6400432"/>
          </a:xfrm>
          <a:solidFill>
            <a:schemeClr val="bg1"/>
          </a:solidFill>
        </p:grpSpPr>
        <p:sp>
          <p:nvSpPr>
            <p:cNvPr id="67" name="Rectangle 11">
              <a:extLst>
                <a:ext uri="{FF2B5EF4-FFF2-40B4-BE49-F238E27FC236}">
                  <a16:creationId xmlns:a16="http://schemas.microsoft.com/office/drawing/2014/main" id="{6930F00F-829F-8760-B4D3-8DCFEA6DBD7D}"/>
                </a:ext>
              </a:extLst>
            </p:cNvPr>
            <p:cNvSpPr/>
            <p:nvPr/>
          </p:nvSpPr>
          <p:spPr>
            <a:xfrm rot="20655425">
              <a:off x="4368907" y="3335918"/>
              <a:ext cx="560325" cy="1247919"/>
            </a:xfrm>
            <a:custGeom>
              <a:avLst/>
              <a:gdLst>
                <a:gd name="connsiteX0" fmla="*/ 0 w 333743"/>
                <a:gd name="connsiteY0" fmla="*/ 0 h 825644"/>
                <a:gd name="connsiteX1" fmla="*/ 333743 w 333743"/>
                <a:gd name="connsiteY1" fmla="*/ 0 h 825644"/>
                <a:gd name="connsiteX2" fmla="*/ 333743 w 333743"/>
                <a:gd name="connsiteY2" fmla="*/ 825644 h 825644"/>
                <a:gd name="connsiteX3" fmla="*/ 0 w 333743"/>
                <a:gd name="connsiteY3" fmla="*/ 825644 h 825644"/>
                <a:gd name="connsiteX4" fmla="*/ 0 w 333743"/>
                <a:gd name="connsiteY4" fmla="*/ 0 h 825644"/>
                <a:gd name="connsiteX0" fmla="*/ 0 w 511543"/>
                <a:gd name="connsiteY0" fmla="*/ 0 h 1095519"/>
                <a:gd name="connsiteX1" fmla="*/ 511543 w 511543"/>
                <a:gd name="connsiteY1" fmla="*/ 269875 h 1095519"/>
                <a:gd name="connsiteX2" fmla="*/ 511543 w 511543"/>
                <a:gd name="connsiteY2" fmla="*/ 1095519 h 1095519"/>
                <a:gd name="connsiteX3" fmla="*/ 177800 w 511543"/>
                <a:gd name="connsiteY3" fmla="*/ 1095519 h 1095519"/>
                <a:gd name="connsiteX4" fmla="*/ 0 w 511543"/>
                <a:gd name="connsiteY4" fmla="*/ 0 h 1095519"/>
                <a:gd name="connsiteX0" fmla="*/ 6171 w 517714"/>
                <a:gd name="connsiteY0" fmla="*/ 0 h 1095519"/>
                <a:gd name="connsiteX1" fmla="*/ 517714 w 517714"/>
                <a:gd name="connsiteY1" fmla="*/ 269875 h 1095519"/>
                <a:gd name="connsiteX2" fmla="*/ 517714 w 517714"/>
                <a:gd name="connsiteY2" fmla="*/ 1095519 h 1095519"/>
                <a:gd name="connsiteX3" fmla="*/ 183971 w 517714"/>
                <a:gd name="connsiteY3" fmla="*/ 1095519 h 1095519"/>
                <a:gd name="connsiteX4" fmla="*/ 6171 w 517714"/>
                <a:gd name="connsiteY4" fmla="*/ 0 h 1095519"/>
                <a:gd name="connsiteX0" fmla="*/ 4192 w 515735"/>
                <a:gd name="connsiteY0" fmla="*/ 0 h 1222519"/>
                <a:gd name="connsiteX1" fmla="*/ 515735 w 515735"/>
                <a:gd name="connsiteY1" fmla="*/ 269875 h 1222519"/>
                <a:gd name="connsiteX2" fmla="*/ 515735 w 515735"/>
                <a:gd name="connsiteY2" fmla="*/ 1095519 h 1222519"/>
                <a:gd name="connsiteX3" fmla="*/ 270892 w 515735"/>
                <a:gd name="connsiteY3" fmla="*/ 1222519 h 1222519"/>
                <a:gd name="connsiteX4" fmla="*/ 4192 w 515735"/>
                <a:gd name="connsiteY4" fmla="*/ 0 h 1222519"/>
                <a:gd name="connsiteX0" fmla="*/ 9840 w 521383"/>
                <a:gd name="connsiteY0" fmla="*/ 0 h 1222519"/>
                <a:gd name="connsiteX1" fmla="*/ 521383 w 521383"/>
                <a:gd name="connsiteY1" fmla="*/ 269875 h 1222519"/>
                <a:gd name="connsiteX2" fmla="*/ 521383 w 521383"/>
                <a:gd name="connsiteY2" fmla="*/ 1095519 h 1222519"/>
                <a:gd name="connsiteX3" fmla="*/ 276540 w 521383"/>
                <a:gd name="connsiteY3" fmla="*/ 1222519 h 1222519"/>
                <a:gd name="connsiteX4" fmla="*/ 9840 w 521383"/>
                <a:gd name="connsiteY4" fmla="*/ 0 h 1222519"/>
                <a:gd name="connsiteX0" fmla="*/ 8981 w 520524"/>
                <a:gd name="connsiteY0" fmla="*/ 0 h 1222519"/>
                <a:gd name="connsiteX1" fmla="*/ 520524 w 520524"/>
                <a:gd name="connsiteY1" fmla="*/ 269875 h 1222519"/>
                <a:gd name="connsiteX2" fmla="*/ 520524 w 520524"/>
                <a:gd name="connsiteY2" fmla="*/ 1095519 h 1222519"/>
                <a:gd name="connsiteX3" fmla="*/ 275681 w 520524"/>
                <a:gd name="connsiteY3" fmla="*/ 1222519 h 1222519"/>
                <a:gd name="connsiteX4" fmla="*/ 8981 w 520524"/>
                <a:gd name="connsiteY4" fmla="*/ 0 h 1222519"/>
                <a:gd name="connsiteX0" fmla="*/ 8981 w 545924"/>
                <a:gd name="connsiteY0" fmla="*/ 0 h 1232044"/>
                <a:gd name="connsiteX1" fmla="*/ 520524 w 545924"/>
                <a:gd name="connsiteY1" fmla="*/ 269875 h 1232044"/>
                <a:gd name="connsiteX2" fmla="*/ 545924 w 545924"/>
                <a:gd name="connsiteY2" fmla="*/ 1232044 h 1232044"/>
                <a:gd name="connsiteX3" fmla="*/ 275681 w 545924"/>
                <a:gd name="connsiteY3" fmla="*/ 1222519 h 1232044"/>
                <a:gd name="connsiteX4" fmla="*/ 8981 w 545924"/>
                <a:gd name="connsiteY4" fmla="*/ 0 h 1232044"/>
                <a:gd name="connsiteX0" fmla="*/ 8981 w 558624"/>
                <a:gd name="connsiteY0" fmla="*/ 0 h 1232044"/>
                <a:gd name="connsiteX1" fmla="*/ 558624 w 558624"/>
                <a:gd name="connsiteY1" fmla="*/ 260350 h 1232044"/>
                <a:gd name="connsiteX2" fmla="*/ 545924 w 558624"/>
                <a:gd name="connsiteY2" fmla="*/ 1232044 h 1232044"/>
                <a:gd name="connsiteX3" fmla="*/ 275681 w 558624"/>
                <a:gd name="connsiteY3" fmla="*/ 1222519 h 1232044"/>
                <a:gd name="connsiteX4" fmla="*/ 8981 w 558624"/>
                <a:gd name="connsiteY4" fmla="*/ 0 h 1232044"/>
                <a:gd name="connsiteX0" fmla="*/ 8981 w 558624"/>
                <a:gd name="connsiteY0" fmla="*/ 0 h 1247919"/>
                <a:gd name="connsiteX1" fmla="*/ 558624 w 558624"/>
                <a:gd name="connsiteY1" fmla="*/ 260350 h 1247919"/>
                <a:gd name="connsiteX2" fmla="*/ 545924 w 558624"/>
                <a:gd name="connsiteY2" fmla="*/ 1232044 h 1247919"/>
                <a:gd name="connsiteX3" fmla="*/ 275681 w 558624"/>
                <a:gd name="connsiteY3" fmla="*/ 1247919 h 1247919"/>
                <a:gd name="connsiteX4" fmla="*/ 8981 w 558624"/>
                <a:gd name="connsiteY4" fmla="*/ 0 h 1247919"/>
                <a:gd name="connsiteX0" fmla="*/ 8603 w 558246"/>
                <a:gd name="connsiteY0" fmla="*/ 0 h 1247919"/>
                <a:gd name="connsiteX1" fmla="*/ 558246 w 558246"/>
                <a:gd name="connsiteY1" fmla="*/ 260350 h 1247919"/>
                <a:gd name="connsiteX2" fmla="*/ 545546 w 558246"/>
                <a:gd name="connsiteY2" fmla="*/ 1232044 h 1247919"/>
                <a:gd name="connsiteX3" fmla="*/ 275303 w 558246"/>
                <a:gd name="connsiteY3" fmla="*/ 1247919 h 1247919"/>
                <a:gd name="connsiteX4" fmla="*/ 8603 w 558246"/>
                <a:gd name="connsiteY4" fmla="*/ 0 h 1247919"/>
                <a:gd name="connsiteX0" fmla="*/ 9391 w 559034"/>
                <a:gd name="connsiteY0" fmla="*/ 0 h 1247919"/>
                <a:gd name="connsiteX1" fmla="*/ 559034 w 559034"/>
                <a:gd name="connsiteY1" fmla="*/ 260350 h 1247919"/>
                <a:gd name="connsiteX2" fmla="*/ 546334 w 559034"/>
                <a:gd name="connsiteY2" fmla="*/ 1232044 h 1247919"/>
                <a:gd name="connsiteX3" fmla="*/ 276091 w 559034"/>
                <a:gd name="connsiteY3" fmla="*/ 1247919 h 1247919"/>
                <a:gd name="connsiteX4" fmla="*/ 9391 w 559034"/>
                <a:gd name="connsiteY4" fmla="*/ 0 h 1247919"/>
                <a:gd name="connsiteX0" fmla="*/ 0 w 549643"/>
                <a:gd name="connsiteY0" fmla="*/ 0 h 1247919"/>
                <a:gd name="connsiteX1" fmla="*/ 549643 w 549643"/>
                <a:gd name="connsiteY1" fmla="*/ 260350 h 1247919"/>
                <a:gd name="connsiteX2" fmla="*/ 536943 w 549643"/>
                <a:gd name="connsiteY2" fmla="*/ 1232044 h 1247919"/>
                <a:gd name="connsiteX3" fmla="*/ 266700 w 549643"/>
                <a:gd name="connsiteY3" fmla="*/ 1247919 h 1247919"/>
                <a:gd name="connsiteX4" fmla="*/ 0 w 549643"/>
                <a:gd name="connsiteY4" fmla="*/ 0 h 1247919"/>
                <a:gd name="connsiteX0" fmla="*/ 10975 w 560618"/>
                <a:gd name="connsiteY0" fmla="*/ 0 h 1247919"/>
                <a:gd name="connsiteX1" fmla="*/ 560618 w 560618"/>
                <a:gd name="connsiteY1" fmla="*/ 260350 h 1247919"/>
                <a:gd name="connsiteX2" fmla="*/ 547918 w 560618"/>
                <a:gd name="connsiteY2" fmla="*/ 1232044 h 1247919"/>
                <a:gd name="connsiteX3" fmla="*/ 277675 w 560618"/>
                <a:gd name="connsiteY3" fmla="*/ 1247919 h 1247919"/>
                <a:gd name="connsiteX4" fmla="*/ 10975 w 560618"/>
                <a:gd name="connsiteY4" fmla="*/ 0 h 1247919"/>
                <a:gd name="connsiteX0" fmla="*/ 10682 w 560325"/>
                <a:gd name="connsiteY0" fmla="*/ 0 h 1247919"/>
                <a:gd name="connsiteX1" fmla="*/ 560325 w 560325"/>
                <a:gd name="connsiteY1" fmla="*/ 260350 h 1247919"/>
                <a:gd name="connsiteX2" fmla="*/ 547625 w 560325"/>
                <a:gd name="connsiteY2" fmla="*/ 1232044 h 1247919"/>
                <a:gd name="connsiteX3" fmla="*/ 286907 w 560325"/>
                <a:gd name="connsiteY3" fmla="*/ 1247919 h 1247919"/>
                <a:gd name="connsiteX4" fmla="*/ 10682 w 560325"/>
                <a:gd name="connsiteY4" fmla="*/ 0 h 124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25" h="1247919">
                  <a:moveTo>
                    <a:pt x="10682" y="0"/>
                  </a:moveTo>
                  <a:lnTo>
                    <a:pt x="560325" y="260350"/>
                  </a:lnTo>
                  <a:lnTo>
                    <a:pt x="547625" y="1232044"/>
                  </a:lnTo>
                  <a:lnTo>
                    <a:pt x="286907" y="1247919"/>
                  </a:lnTo>
                  <a:cubicBezTo>
                    <a:pt x="243515" y="1155796"/>
                    <a:pt x="-60226" y="939848"/>
                    <a:pt x="10682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ED415DA5-E627-1838-A562-2CD9919DE743}"/>
                </a:ext>
              </a:extLst>
            </p:cNvPr>
            <p:cNvSpPr/>
            <p:nvPr/>
          </p:nvSpPr>
          <p:spPr>
            <a:xfrm>
              <a:off x="2891533" y="372776"/>
              <a:ext cx="1483033" cy="3688943"/>
            </a:xfrm>
            <a:custGeom>
              <a:avLst/>
              <a:gdLst>
                <a:gd name="connsiteX0" fmla="*/ 0 w 358140"/>
                <a:gd name="connsiteY0" fmla="*/ 0 h 487680"/>
                <a:gd name="connsiteX1" fmla="*/ 358140 w 358140"/>
                <a:gd name="connsiteY1" fmla="*/ 0 h 487680"/>
                <a:gd name="connsiteX2" fmla="*/ 358140 w 358140"/>
                <a:gd name="connsiteY2" fmla="*/ 487680 h 487680"/>
                <a:gd name="connsiteX3" fmla="*/ 0 w 358140"/>
                <a:gd name="connsiteY3" fmla="*/ 487680 h 487680"/>
                <a:gd name="connsiteX4" fmla="*/ 0 w 358140"/>
                <a:gd name="connsiteY4" fmla="*/ 0 h 487680"/>
                <a:gd name="connsiteX0" fmla="*/ 0 w 510540"/>
                <a:gd name="connsiteY0" fmla="*/ 7620 h 487680"/>
                <a:gd name="connsiteX1" fmla="*/ 510540 w 510540"/>
                <a:gd name="connsiteY1" fmla="*/ 0 h 487680"/>
                <a:gd name="connsiteX2" fmla="*/ 510540 w 510540"/>
                <a:gd name="connsiteY2" fmla="*/ 487680 h 487680"/>
                <a:gd name="connsiteX3" fmla="*/ 152400 w 510540"/>
                <a:gd name="connsiteY3" fmla="*/ 487680 h 487680"/>
                <a:gd name="connsiteX4" fmla="*/ 0 w 510540"/>
                <a:gd name="connsiteY4" fmla="*/ 7620 h 487680"/>
                <a:gd name="connsiteX0" fmla="*/ 0 w 510540"/>
                <a:gd name="connsiteY0" fmla="*/ 7620 h 487680"/>
                <a:gd name="connsiteX1" fmla="*/ 228600 w 510540"/>
                <a:gd name="connsiteY1" fmla="*/ 15240 h 487680"/>
                <a:gd name="connsiteX2" fmla="*/ 510540 w 510540"/>
                <a:gd name="connsiteY2" fmla="*/ 0 h 487680"/>
                <a:gd name="connsiteX3" fmla="*/ 510540 w 510540"/>
                <a:gd name="connsiteY3" fmla="*/ 487680 h 487680"/>
                <a:gd name="connsiteX4" fmla="*/ 152400 w 510540"/>
                <a:gd name="connsiteY4" fmla="*/ 487680 h 487680"/>
                <a:gd name="connsiteX5" fmla="*/ 0 w 510540"/>
                <a:gd name="connsiteY5" fmla="*/ 7620 h 487680"/>
                <a:gd name="connsiteX0" fmla="*/ 0 w 510540"/>
                <a:gd name="connsiteY0" fmla="*/ 33292 h 513352"/>
                <a:gd name="connsiteX1" fmla="*/ 228600 w 510540"/>
                <a:gd name="connsiteY1" fmla="*/ 40912 h 513352"/>
                <a:gd name="connsiteX2" fmla="*/ 510540 w 510540"/>
                <a:gd name="connsiteY2" fmla="*/ 25672 h 513352"/>
                <a:gd name="connsiteX3" fmla="*/ 510540 w 510540"/>
                <a:gd name="connsiteY3" fmla="*/ 513352 h 513352"/>
                <a:gd name="connsiteX4" fmla="*/ 152400 w 510540"/>
                <a:gd name="connsiteY4" fmla="*/ 513352 h 513352"/>
                <a:gd name="connsiteX5" fmla="*/ 0 w 510540"/>
                <a:gd name="connsiteY5" fmla="*/ 33292 h 513352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10540"/>
                <a:gd name="connsiteY0" fmla="*/ 42138 h 522198"/>
                <a:gd name="connsiteX1" fmla="*/ 228600 w 510540"/>
                <a:gd name="connsiteY1" fmla="*/ 49758 h 522198"/>
                <a:gd name="connsiteX2" fmla="*/ 510540 w 510540"/>
                <a:gd name="connsiteY2" fmla="*/ 34518 h 522198"/>
                <a:gd name="connsiteX3" fmla="*/ 510540 w 510540"/>
                <a:gd name="connsiteY3" fmla="*/ 522198 h 522198"/>
                <a:gd name="connsiteX4" fmla="*/ 152400 w 510540"/>
                <a:gd name="connsiteY4" fmla="*/ 522198 h 522198"/>
                <a:gd name="connsiteX5" fmla="*/ 0 w 510540"/>
                <a:gd name="connsiteY5" fmla="*/ 42138 h 522198"/>
                <a:gd name="connsiteX0" fmla="*/ 0 w 532765"/>
                <a:gd name="connsiteY0" fmla="*/ 48663 h 528723"/>
                <a:gd name="connsiteX1" fmla="*/ 228600 w 532765"/>
                <a:gd name="connsiteY1" fmla="*/ 56283 h 528723"/>
                <a:gd name="connsiteX2" fmla="*/ 532765 w 532765"/>
                <a:gd name="connsiteY2" fmla="*/ 31518 h 528723"/>
                <a:gd name="connsiteX3" fmla="*/ 510540 w 532765"/>
                <a:gd name="connsiteY3" fmla="*/ 528723 h 528723"/>
                <a:gd name="connsiteX4" fmla="*/ 152400 w 532765"/>
                <a:gd name="connsiteY4" fmla="*/ 528723 h 528723"/>
                <a:gd name="connsiteX5" fmla="*/ 0 w 532765"/>
                <a:gd name="connsiteY5" fmla="*/ 48663 h 528723"/>
                <a:gd name="connsiteX0" fmla="*/ 0 w 532765"/>
                <a:gd name="connsiteY0" fmla="*/ 46900 h 526960"/>
                <a:gd name="connsiteX1" fmla="*/ 215900 w 532765"/>
                <a:gd name="connsiteY1" fmla="*/ 60870 h 526960"/>
                <a:gd name="connsiteX2" fmla="*/ 532765 w 532765"/>
                <a:gd name="connsiteY2" fmla="*/ 29755 h 526960"/>
                <a:gd name="connsiteX3" fmla="*/ 510540 w 532765"/>
                <a:gd name="connsiteY3" fmla="*/ 526960 h 526960"/>
                <a:gd name="connsiteX4" fmla="*/ 152400 w 532765"/>
                <a:gd name="connsiteY4" fmla="*/ 526960 h 526960"/>
                <a:gd name="connsiteX5" fmla="*/ 0 w 532765"/>
                <a:gd name="connsiteY5" fmla="*/ 46900 h 526960"/>
                <a:gd name="connsiteX0" fmla="*/ 0 w 532765"/>
                <a:gd name="connsiteY0" fmla="*/ 51621 h 531681"/>
                <a:gd name="connsiteX1" fmla="*/ 215900 w 532765"/>
                <a:gd name="connsiteY1" fmla="*/ 65591 h 531681"/>
                <a:gd name="connsiteX2" fmla="*/ 532765 w 532765"/>
                <a:gd name="connsiteY2" fmla="*/ 34476 h 531681"/>
                <a:gd name="connsiteX3" fmla="*/ 510540 w 532765"/>
                <a:gd name="connsiteY3" fmla="*/ 531681 h 531681"/>
                <a:gd name="connsiteX4" fmla="*/ 152400 w 532765"/>
                <a:gd name="connsiteY4" fmla="*/ 531681 h 531681"/>
                <a:gd name="connsiteX5" fmla="*/ 0 w 532765"/>
                <a:gd name="connsiteY5" fmla="*/ 51621 h 531681"/>
                <a:gd name="connsiteX0" fmla="*/ 10224 w 542989"/>
                <a:gd name="connsiteY0" fmla="*/ 51621 h 531681"/>
                <a:gd name="connsiteX1" fmla="*/ 226124 w 542989"/>
                <a:gd name="connsiteY1" fmla="*/ 65591 h 531681"/>
                <a:gd name="connsiteX2" fmla="*/ 542989 w 542989"/>
                <a:gd name="connsiteY2" fmla="*/ 34476 h 531681"/>
                <a:gd name="connsiteX3" fmla="*/ 520764 w 542989"/>
                <a:gd name="connsiteY3" fmla="*/ 531681 h 531681"/>
                <a:gd name="connsiteX4" fmla="*/ 162624 w 542989"/>
                <a:gd name="connsiteY4" fmla="*/ 531681 h 531681"/>
                <a:gd name="connsiteX5" fmla="*/ 10224 w 542989"/>
                <a:gd name="connsiteY5" fmla="*/ 51621 h 531681"/>
                <a:gd name="connsiteX0" fmla="*/ 10224 w 588131"/>
                <a:gd name="connsiteY0" fmla="*/ 51621 h 531681"/>
                <a:gd name="connsiteX1" fmla="*/ 226124 w 588131"/>
                <a:gd name="connsiteY1" fmla="*/ 65591 h 531681"/>
                <a:gd name="connsiteX2" fmla="*/ 542989 w 588131"/>
                <a:gd name="connsiteY2" fmla="*/ 34476 h 531681"/>
                <a:gd name="connsiteX3" fmla="*/ 520764 w 588131"/>
                <a:gd name="connsiteY3" fmla="*/ 531681 h 531681"/>
                <a:gd name="connsiteX4" fmla="*/ 162624 w 588131"/>
                <a:gd name="connsiteY4" fmla="*/ 531681 h 531681"/>
                <a:gd name="connsiteX5" fmla="*/ 10224 w 588131"/>
                <a:gd name="connsiteY5" fmla="*/ 51621 h 531681"/>
                <a:gd name="connsiteX0" fmla="*/ 10224 w 583147"/>
                <a:gd name="connsiteY0" fmla="*/ 51621 h 531681"/>
                <a:gd name="connsiteX1" fmla="*/ 226124 w 583147"/>
                <a:gd name="connsiteY1" fmla="*/ 65591 h 531681"/>
                <a:gd name="connsiteX2" fmla="*/ 542989 w 583147"/>
                <a:gd name="connsiteY2" fmla="*/ 34476 h 531681"/>
                <a:gd name="connsiteX3" fmla="*/ 495364 w 583147"/>
                <a:gd name="connsiteY3" fmla="*/ 531681 h 531681"/>
                <a:gd name="connsiteX4" fmla="*/ 162624 w 583147"/>
                <a:gd name="connsiteY4" fmla="*/ 531681 h 531681"/>
                <a:gd name="connsiteX5" fmla="*/ 10224 w 583147"/>
                <a:gd name="connsiteY5" fmla="*/ 51621 h 531681"/>
                <a:gd name="connsiteX0" fmla="*/ 10224 w 590522"/>
                <a:gd name="connsiteY0" fmla="*/ 51621 h 531681"/>
                <a:gd name="connsiteX1" fmla="*/ 226124 w 590522"/>
                <a:gd name="connsiteY1" fmla="*/ 65591 h 531681"/>
                <a:gd name="connsiteX2" fmla="*/ 542989 w 590522"/>
                <a:gd name="connsiteY2" fmla="*/ 34476 h 531681"/>
                <a:gd name="connsiteX3" fmla="*/ 495364 w 590522"/>
                <a:gd name="connsiteY3" fmla="*/ 531681 h 531681"/>
                <a:gd name="connsiteX4" fmla="*/ 162624 w 590522"/>
                <a:gd name="connsiteY4" fmla="*/ 531681 h 531681"/>
                <a:gd name="connsiteX5" fmla="*/ 10224 w 590522"/>
                <a:gd name="connsiteY5" fmla="*/ 51621 h 531681"/>
                <a:gd name="connsiteX0" fmla="*/ 10224 w 589077"/>
                <a:gd name="connsiteY0" fmla="*/ 51621 h 531681"/>
                <a:gd name="connsiteX1" fmla="*/ 226124 w 589077"/>
                <a:gd name="connsiteY1" fmla="*/ 65591 h 531681"/>
                <a:gd name="connsiteX2" fmla="*/ 542989 w 589077"/>
                <a:gd name="connsiteY2" fmla="*/ 34476 h 531681"/>
                <a:gd name="connsiteX3" fmla="*/ 489014 w 589077"/>
                <a:gd name="connsiteY3" fmla="*/ 531681 h 531681"/>
                <a:gd name="connsiteX4" fmla="*/ 162624 w 589077"/>
                <a:gd name="connsiteY4" fmla="*/ 531681 h 531681"/>
                <a:gd name="connsiteX5" fmla="*/ 10224 w 589077"/>
                <a:gd name="connsiteY5" fmla="*/ 51621 h 531681"/>
                <a:gd name="connsiteX0" fmla="*/ 135528 w 714381"/>
                <a:gd name="connsiteY0" fmla="*/ 51621 h 1643307"/>
                <a:gd name="connsiteX1" fmla="*/ 351428 w 714381"/>
                <a:gd name="connsiteY1" fmla="*/ 65591 h 1643307"/>
                <a:gd name="connsiteX2" fmla="*/ 668293 w 714381"/>
                <a:gd name="connsiteY2" fmla="*/ 34476 h 1643307"/>
                <a:gd name="connsiteX3" fmla="*/ 614318 w 714381"/>
                <a:gd name="connsiteY3" fmla="*/ 531681 h 1643307"/>
                <a:gd name="connsiteX4" fmla="*/ 11944 w 714381"/>
                <a:gd name="connsiteY4" fmla="*/ 1643307 h 1643307"/>
                <a:gd name="connsiteX5" fmla="*/ 287928 w 714381"/>
                <a:gd name="connsiteY5" fmla="*/ 531681 h 1643307"/>
                <a:gd name="connsiteX6" fmla="*/ 135528 w 714381"/>
                <a:gd name="connsiteY6" fmla="*/ 51621 h 1643307"/>
                <a:gd name="connsiteX0" fmla="*/ 517999 w 1096852"/>
                <a:gd name="connsiteY0" fmla="*/ 51621 h 1763493"/>
                <a:gd name="connsiteX1" fmla="*/ 733899 w 1096852"/>
                <a:gd name="connsiteY1" fmla="*/ 65591 h 1763493"/>
                <a:gd name="connsiteX2" fmla="*/ 1050764 w 1096852"/>
                <a:gd name="connsiteY2" fmla="*/ 34476 h 1763493"/>
                <a:gd name="connsiteX3" fmla="*/ 996789 w 1096852"/>
                <a:gd name="connsiteY3" fmla="*/ 531681 h 1763493"/>
                <a:gd name="connsiteX4" fmla="*/ 394415 w 1096852"/>
                <a:gd name="connsiteY4" fmla="*/ 1643307 h 1763493"/>
                <a:gd name="connsiteX5" fmla="*/ 3890 w 1096852"/>
                <a:gd name="connsiteY5" fmla="*/ 1681407 h 1763493"/>
                <a:gd name="connsiteX6" fmla="*/ 670399 w 1096852"/>
                <a:gd name="connsiteY6" fmla="*/ 531681 h 1763493"/>
                <a:gd name="connsiteX7" fmla="*/ 517999 w 1096852"/>
                <a:gd name="connsiteY7" fmla="*/ 51621 h 1763493"/>
                <a:gd name="connsiteX0" fmla="*/ 518958 w 1097811"/>
                <a:gd name="connsiteY0" fmla="*/ 51621 h 2039535"/>
                <a:gd name="connsiteX1" fmla="*/ 734858 w 1097811"/>
                <a:gd name="connsiteY1" fmla="*/ 65591 h 2039535"/>
                <a:gd name="connsiteX2" fmla="*/ 1051723 w 1097811"/>
                <a:gd name="connsiteY2" fmla="*/ 34476 h 2039535"/>
                <a:gd name="connsiteX3" fmla="*/ 997748 w 1097811"/>
                <a:gd name="connsiteY3" fmla="*/ 531681 h 2039535"/>
                <a:gd name="connsiteX4" fmla="*/ 314411 w 1097811"/>
                <a:gd name="connsiteY4" fmla="*/ 2033832 h 2039535"/>
                <a:gd name="connsiteX5" fmla="*/ 4849 w 1097811"/>
                <a:gd name="connsiteY5" fmla="*/ 1681407 h 2039535"/>
                <a:gd name="connsiteX6" fmla="*/ 671358 w 1097811"/>
                <a:gd name="connsiteY6" fmla="*/ 531681 h 2039535"/>
                <a:gd name="connsiteX7" fmla="*/ 518958 w 1097811"/>
                <a:gd name="connsiteY7" fmla="*/ 51621 h 2039535"/>
                <a:gd name="connsiteX0" fmla="*/ 519152 w 1098005"/>
                <a:gd name="connsiteY0" fmla="*/ 51621 h 2518365"/>
                <a:gd name="connsiteX1" fmla="*/ 735052 w 1098005"/>
                <a:gd name="connsiteY1" fmla="*/ 65591 h 2518365"/>
                <a:gd name="connsiteX2" fmla="*/ 1051917 w 1098005"/>
                <a:gd name="connsiteY2" fmla="*/ 34476 h 2518365"/>
                <a:gd name="connsiteX3" fmla="*/ 997942 w 1098005"/>
                <a:gd name="connsiteY3" fmla="*/ 531681 h 2518365"/>
                <a:gd name="connsiteX4" fmla="*/ 301905 w 1098005"/>
                <a:gd name="connsiteY4" fmla="*/ 2516432 h 2518365"/>
                <a:gd name="connsiteX5" fmla="*/ 5043 w 1098005"/>
                <a:gd name="connsiteY5" fmla="*/ 1681407 h 2518365"/>
                <a:gd name="connsiteX6" fmla="*/ 671552 w 1098005"/>
                <a:gd name="connsiteY6" fmla="*/ 531681 h 2518365"/>
                <a:gd name="connsiteX7" fmla="*/ 519152 w 1098005"/>
                <a:gd name="connsiteY7" fmla="*/ 51621 h 2518365"/>
                <a:gd name="connsiteX0" fmla="*/ 720377 w 1299230"/>
                <a:gd name="connsiteY0" fmla="*/ 51621 h 2520088"/>
                <a:gd name="connsiteX1" fmla="*/ 936277 w 1299230"/>
                <a:gd name="connsiteY1" fmla="*/ 65591 h 2520088"/>
                <a:gd name="connsiteX2" fmla="*/ 1253142 w 1299230"/>
                <a:gd name="connsiteY2" fmla="*/ 34476 h 2520088"/>
                <a:gd name="connsiteX3" fmla="*/ 1199167 w 1299230"/>
                <a:gd name="connsiteY3" fmla="*/ 531681 h 2520088"/>
                <a:gd name="connsiteX4" fmla="*/ 503130 w 1299230"/>
                <a:gd name="connsiteY4" fmla="*/ 2516432 h 2520088"/>
                <a:gd name="connsiteX5" fmla="*/ 3068 w 1299230"/>
                <a:gd name="connsiteY5" fmla="*/ 2024307 h 2520088"/>
                <a:gd name="connsiteX6" fmla="*/ 872777 w 1299230"/>
                <a:gd name="connsiteY6" fmla="*/ 531681 h 2520088"/>
                <a:gd name="connsiteX7" fmla="*/ 720377 w 1299230"/>
                <a:gd name="connsiteY7" fmla="*/ 51621 h 2520088"/>
                <a:gd name="connsiteX0" fmla="*/ 746690 w 1325543"/>
                <a:gd name="connsiteY0" fmla="*/ 51621 h 2762125"/>
                <a:gd name="connsiteX1" fmla="*/ 962590 w 1325543"/>
                <a:gd name="connsiteY1" fmla="*/ 65591 h 2762125"/>
                <a:gd name="connsiteX2" fmla="*/ 1279455 w 1325543"/>
                <a:gd name="connsiteY2" fmla="*/ 34476 h 2762125"/>
                <a:gd name="connsiteX3" fmla="*/ 1225480 w 1325543"/>
                <a:gd name="connsiteY3" fmla="*/ 531681 h 2762125"/>
                <a:gd name="connsiteX4" fmla="*/ 529443 w 1325543"/>
                <a:gd name="connsiteY4" fmla="*/ 2516432 h 2762125"/>
                <a:gd name="connsiteX5" fmla="*/ 324657 w 1325543"/>
                <a:gd name="connsiteY5" fmla="*/ 2713281 h 2762125"/>
                <a:gd name="connsiteX6" fmla="*/ 29381 w 1325543"/>
                <a:gd name="connsiteY6" fmla="*/ 2024307 h 2762125"/>
                <a:gd name="connsiteX7" fmla="*/ 899090 w 1325543"/>
                <a:gd name="connsiteY7" fmla="*/ 531681 h 2762125"/>
                <a:gd name="connsiteX8" fmla="*/ 746690 w 1325543"/>
                <a:gd name="connsiteY8" fmla="*/ 51621 h 2762125"/>
                <a:gd name="connsiteX0" fmla="*/ 746072 w 1324925"/>
                <a:gd name="connsiteY0" fmla="*/ 51621 h 3680274"/>
                <a:gd name="connsiteX1" fmla="*/ 961972 w 1324925"/>
                <a:gd name="connsiteY1" fmla="*/ 65591 h 3680274"/>
                <a:gd name="connsiteX2" fmla="*/ 1278837 w 1324925"/>
                <a:gd name="connsiteY2" fmla="*/ 34476 h 3680274"/>
                <a:gd name="connsiteX3" fmla="*/ 1224862 w 1324925"/>
                <a:gd name="connsiteY3" fmla="*/ 531681 h 3680274"/>
                <a:gd name="connsiteX4" fmla="*/ 528825 w 1324925"/>
                <a:gd name="connsiteY4" fmla="*/ 2516432 h 3680274"/>
                <a:gd name="connsiteX5" fmla="*/ 333564 w 1324925"/>
                <a:gd name="connsiteY5" fmla="*/ 3675306 h 3680274"/>
                <a:gd name="connsiteX6" fmla="*/ 28763 w 1324925"/>
                <a:gd name="connsiteY6" fmla="*/ 2024307 h 3680274"/>
                <a:gd name="connsiteX7" fmla="*/ 898472 w 1324925"/>
                <a:gd name="connsiteY7" fmla="*/ 531681 h 3680274"/>
                <a:gd name="connsiteX8" fmla="*/ 746072 w 1324925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61876 w 1488329"/>
                <a:gd name="connsiteY7" fmla="*/ 53168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692229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8329"/>
                <a:gd name="connsiteY0" fmla="*/ 51621 h 3680274"/>
                <a:gd name="connsiteX1" fmla="*/ 1125376 w 1488329"/>
                <a:gd name="connsiteY1" fmla="*/ 65591 h 3680274"/>
                <a:gd name="connsiteX2" fmla="*/ 1442241 w 1488329"/>
                <a:gd name="connsiteY2" fmla="*/ 34476 h 3680274"/>
                <a:gd name="connsiteX3" fmla="*/ 1388266 w 1488329"/>
                <a:gd name="connsiteY3" fmla="*/ 531681 h 3680274"/>
                <a:gd name="connsiteX4" fmla="*/ 739854 w 1488329"/>
                <a:gd name="connsiteY4" fmla="*/ 2516432 h 3680274"/>
                <a:gd name="connsiteX5" fmla="*/ 496968 w 1488329"/>
                <a:gd name="connsiteY5" fmla="*/ 3675306 h 3680274"/>
                <a:gd name="connsiteX6" fmla="*/ 192167 w 1488329"/>
                <a:gd name="connsiteY6" fmla="*/ 2024307 h 3680274"/>
                <a:gd name="connsiteX7" fmla="*/ 1033301 w 1488329"/>
                <a:gd name="connsiteY7" fmla="*/ 512631 h 3680274"/>
                <a:gd name="connsiteX8" fmla="*/ 909476 w 1488329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6343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3168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1621 h 3680274"/>
                <a:gd name="connsiteX1" fmla="*/ 1125376 w 1485672"/>
                <a:gd name="connsiteY1" fmla="*/ 65591 h 3680274"/>
                <a:gd name="connsiteX2" fmla="*/ 1442241 w 1485672"/>
                <a:gd name="connsiteY2" fmla="*/ 34476 h 3680274"/>
                <a:gd name="connsiteX3" fmla="*/ 1375566 w 1485672"/>
                <a:gd name="connsiteY3" fmla="*/ 531681 h 3680274"/>
                <a:gd name="connsiteX4" fmla="*/ 739854 w 1485672"/>
                <a:gd name="connsiteY4" fmla="*/ 2516432 h 3680274"/>
                <a:gd name="connsiteX5" fmla="*/ 496968 w 1485672"/>
                <a:gd name="connsiteY5" fmla="*/ 3675306 h 3680274"/>
                <a:gd name="connsiteX6" fmla="*/ 192167 w 1485672"/>
                <a:gd name="connsiteY6" fmla="*/ 2024307 h 3680274"/>
                <a:gd name="connsiteX7" fmla="*/ 1033301 w 1485672"/>
                <a:gd name="connsiteY7" fmla="*/ 512631 h 3680274"/>
                <a:gd name="connsiteX8" fmla="*/ 909476 w 1485672"/>
                <a:gd name="connsiteY8" fmla="*/ 51621 h 3680274"/>
                <a:gd name="connsiteX0" fmla="*/ 909476 w 1485672"/>
                <a:gd name="connsiteY0" fmla="*/ 53379 h 3682032"/>
                <a:gd name="connsiteX1" fmla="*/ 1125376 w 1485672"/>
                <a:gd name="connsiteY1" fmla="*/ 67349 h 3682032"/>
                <a:gd name="connsiteX2" fmla="*/ 1442241 w 1485672"/>
                <a:gd name="connsiteY2" fmla="*/ 36234 h 3682032"/>
                <a:gd name="connsiteX3" fmla="*/ 1375566 w 1485672"/>
                <a:gd name="connsiteY3" fmla="*/ 533439 h 3682032"/>
                <a:gd name="connsiteX4" fmla="*/ 739854 w 1485672"/>
                <a:gd name="connsiteY4" fmla="*/ 2518190 h 3682032"/>
                <a:gd name="connsiteX5" fmla="*/ 496968 w 1485672"/>
                <a:gd name="connsiteY5" fmla="*/ 3677064 h 3682032"/>
                <a:gd name="connsiteX6" fmla="*/ 192167 w 1485672"/>
                <a:gd name="connsiteY6" fmla="*/ 2026065 h 3682032"/>
                <a:gd name="connsiteX7" fmla="*/ 1033301 w 1485672"/>
                <a:gd name="connsiteY7" fmla="*/ 514389 h 3682032"/>
                <a:gd name="connsiteX8" fmla="*/ 909476 w 1485672"/>
                <a:gd name="connsiteY8" fmla="*/ 53379 h 3682032"/>
                <a:gd name="connsiteX0" fmla="*/ 909476 w 1485672"/>
                <a:gd name="connsiteY0" fmla="*/ 53379 h 3682032"/>
                <a:gd name="connsiteX1" fmla="*/ 1125376 w 1485672"/>
                <a:gd name="connsiteY1" fmla="*/ 67349 h 3682032"/>
                <a:gd name="connsiteX2" fmla="*/ 1442241 w 1485672"/>
                <a:gd name="connsiteY2" fmla="*/ 36234 h 3682032"/>
                <a:gd name="connsiteX3" fmla="*/ 1375566 w 1485672"/>
                <a:gd name="connsiteY3" fmla="*/ 533439 h 3682032"/>
                <a:gd name="connsiteX4" fmla="*/ 739854 w 1485672"/>
                <a:gd name="connsiteY4" fmla="*/ 2518190 h 3682032"/>
                <a:gd name="connsiteX5" fmla="*/ 496968 w 1485672"/>
                <a:gd name="connsiteY5" fmla="*/ 3677064 h 3682032"/>
                <a:gd name="connsiteX6" fmla="*/ 192167 w 1485672"/>
                <a:gd name="connsiteY6" fmla="*/ 2026065 h 3682032"/>
                <a:gd name="connsiteX7" fmla="*/ 1033301 w 1485672"/>
                <a:gd name="connsiteY7" fmla="*/ 514389 h 3682032"/>
                <a:gd name="connsiteX8" fmla="*/ 909476 w 1485672"/>
                <a:gd name="connsiteY8" fmla="*/ 53379 h 3682032"/>
                <a:gd name="connsiteX0" fmla="*/ 909476 w 1483033"/>
                <a:gd name="connsiteY0" fmla="*/ 53379 h 3682032"/>
                <a:gd name="connsiteX1" fmla="*/ 1125376 w 1483033"/>
                <a:gd name="connsiteY1" fmla="*/ 67349 h 3682032"/>
                <a:gd name="connsiteX2" fmla="*/ 1442241 w 1483033"/>
                <a:gd name="connsiteY2" fmla="*/ 36234 h 3682032"/>
                <a:gd name="connsiteX3" fmla="*/ 1375566 w 1483033"/>
                <a:gd name="connsiteY3" fmla="*/ 533439 h 3682032"/>
                <a:gd name="connsiteX4" fmla="*/ 739854 w 1483033"/>
                <a:gd name="connsiteY4" fmla="*/ 2518190 h 3682032"/>
                <a:gd name="connsiteX5" fmla="*/ 496968 w 1483033"/>
                <a:gd name="connsiteY5" fmla="*/ 3677064 h 3682032"/>
                <a:gd name="connsiteX6" fmla="*/ 192167 w 1483033"/>
                <a:gd name="connsiteY6" fmla="*/ 2026065 h 3682032"/>
                <a:gd name="connsiteX7" fmla="*/ 1033301 w 1483033"/>
                <a:gd name="connsiteY7" fmla="*/ 514389 h 3682032"/>
                <a:gd name="connsiteX8" fmla="*/ 909476 w 1483033"/>
                <a:gd name="connsiteY8" fmla="*/ 53379 h 3682032"/>
                <a:gd name="connsiteX0" fmla="*/ 909476 w 1483033"/>
                <a:gd name="connsiteY0" fmla="*/ 60290 h 3688943"/>
                <a:gd name="connsiteX1" fmla="*/ 1125376 w 1483033"/>
                <a:gd name="connsiteY1" fmla="*/ 74260 h 3688943"/>
                <a:gd name="connsiteX2" fmla="*/ 1442241 w 1483033"/>
                <a:gd name="connsiteY2" fmla="*/ 43145 h 3688943"/>
                <a:gd name="connsiteX3" fmla="*/ 1375566 w 1483033"/>
                <a:gd name="connsiteY3" fmla="*/ 540350 h 3688943"/>
                <a:gd name="connsiteX4" fmla="*/ 739854 w 1483033"/>
                <a:gd name="connsiteY4" fmla="*/ 2525101 h 3688943"/>
                <a:gd name="connsiteX5" fmla="*/ 496968 w 1483033"/>
                <a:gd name="connsiteY5" fmla="*/ 3683975 h 3688943"/>
                <a:gd name="connsiteX6" fmla="*/ 192167 w 1483033"/>
                <a:gd name="connsiteY6" fmla="*/ 2032976 h 3688943"/>
                <a:gd name="connsiteX7" fmla="*/ 1033301 w 1483033"/>
                <a:gd name="connsiteY7" fmla="*/ 521300 h 3688943"/>
                <a:gd name="connsiteX8" fmla="*/ 909476 w 1483033"/>
                <a:gd name="connsiteY8" fmla="*/ 60290 h 3688943"/>
                <a:gd name="connsiteX0" fmla="*/ 909476 w 1483033"/>
                <a:gd name="connsiteY0" fmla="*/ 60290 h 3688943"/>
                <a:gd name="connsiteX1" fmla="*/ 1125376 w 1483033"/>
                <a:gd name="connsiteY1" fmla="*/ 74260 h 3688943"/>
                <a:gd name="connsiteX2" fmla="*/ 1442241 w 1483033"/>
                <a:gd name="connsiteY2" fmla="*/ 43145 h 3688943"/>
                <a:gd name="connsiteX3" fmla="*/ 1375566 w 1483033"/>
                <a:gd name="connsiteY3" fmla="*/ 540350 h 3688943"/>
                <a:gd name="connsiteX4" fmla="*/ 739854 w 1483033"/>
                <a:gd name="connsiteY4" fmla="*/ 2525101 h 3688943"/>
                <a:gd name="connsiteX5" fmla="*/ 496968 w 1483033"/>
                <a:gd name="connsiteY5" fmla="*/ 3683975 h 3688943"/>
                <a:gd name="connsiteX6" fmla="*/ 192167 w 1483033"/>
                <a:gd name="connsiteY6" fmla="*/ 2032976 h 3688943"/>
                <a:gd name="connsiteX7" fmla="*/ 1033301 w 1483033"/>
                <a:gd name="connsiteY7" fmla="*/ 521300 h 3688943"/>
                <a:gd name="connsiteX8" fmla="*/ 909476 w 1483033"/>
                <a:gd name="connsiteY8" fmla="*/ 60290 h 368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3033" h="3688943">
                  <a:moveTo>
                    <a:pt x="909476" y="60290"/>
                  </a:moveTo>
                  <a:cubicBezTo>
                    <a:pt x="957101" y="-15275"/>
                    <a:pt x="1051716" y="46320"/>
                    <a:pt x="1125376" y="74260"/>
                  </a:cubicBezTo>
                  <a:cubicBezTo>
                    <a:pt x="1265711" y="5680"/>
                    <a:pt x="1345721" y="-36230"/>
                    <a:pt x="1442241" y="43145"/>
                  </a:cubicBezTo>
                  <a:cubicBezTo>
                    <a:pt x="1552308" y="193005"/>
                    <a:pt x="1408374" y="501615"/>
                    <a:pt x="1375566" y="540350"/>
                  </a:cubicBezTo>
                  <a:cubicBezTo>
                    <a:pt x="1354162" y="590217"/>
                    <a:pt x="539008" y="1725934"/>
                    <a:pt x="739854" y="2525101"/>
                  </a:cubicBezTo>
                  <a:cubicBezTo>
                    <a:pt x="554792" y="2809326"/>
                    <a:pt x="580311" y="3765996"/>
                    <a:pt x="496968" y="3683975"/>
                  </a:cubicBezTo>
                  <a:cubicBezTo>
                    <a:pt x="413625" y="3601954"/>
                    <a:pt x="-348072" y="3069676"/>
                    <a:pt x="192167" y="2032976"/>
                  </a:cubicBezTo>
                  <a:cubicBezTo>
                    <a:pt x="322831" y="1748751"/>
                    <a:pt x="1052391" y="644500"/>
                    <a:pt x="1033301" y="521300"/>
                  </a:cubicBezTo>
                  <a:cubicBezTo>
                    <a:pt x="982501" y="361280"/>
                    <a:pt x="858676" y="245710"/>
                    <a:pt x="909476" y="6029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DAD4210A-735A-9D01-BF81-60144FE47501}"/>
                </a:ext>
              </a:extLst>
            </p:cNvPr>
            <p:cNvSpPr/>
            <p:nvPr/>
          </p:nvSpPr>
          <p:spPr>
            <a:xfrm>
              <a:off x="3522915" y="514350"/>
              <a:ext cx="610934" cy="263525"/>
            </a:xfrm>
            <a:custGeom>
              <a:avLst/>
              <a:gdLst>
                <a:gd name="connsiteX0" fmla="*/ 0 w 236284"/>
                <a:gd name="connsiteY0" fmla="*/ 0 h 79375"/>
                <a:gd name="connsiteX1" fmla="*/ 236284 w 236284"/>
                <a:gd name="connsiteY1" fmla="*/ 0 h 79375"/>
                <a:gd name="connsiteX2" fmla="*/ 236284 w 236284"/>
                <a:gd name="connsiteY2" fmla="*/ 79375 h 79375"/>
                <a:gd name="connsiteX3" fmla="*/ 0 w 236284"/>
                <a:gd name="connsiteY3" fmla="*/ 79375 h 79375"/>
                <a:gd name="connsiteX4" fmla="*/ 0 w 236284"/>
                <a:gd name="connsiteY4" fmla="*/ 0 h 79375"/>
                <a:gd name="connsiteX0" fmla="*/ 0 w 356934"/>
                <a:gd name="connsiteY0" fmla="*/ 0 h 79375"/>
                <a:gd name="connsiteX1" fmla="*/ 356934 w 356934"/>
                <a:gd name="connsiteY1" fmla="*/ 53975 h 79375"/>
                <a:gd name="connsiteX2" fmla="*/ 236284 w 356934"/>
                <a:gd name="connsiteY2" fmla="*/ 79375 h 79375"/>
                <a:gd name="connsiteX3" fmla="*/ 0 w 356934"/>
                <a:gd name="connsiteY3" fmla="*/ 79375 h 79375"/>
                <a:gd name="connsiteX4" fmla="*/ 0 w 356934"/>
                <a:gd name="connsiteY4" fmla="*/ 0 h 79375"/>
                <a:gd name="connsiteX0" fmla="*/ 85725 w 356934"/>
                <a:gd name="connsiteY0" fmla="*/ 0 h 165100"/>
                <a:gd name="connsiteX1" fmla="*/ 356934 w 356934"/>
                <a:gd name="connsiteY1" fmla="*/ 139700 h 165100"/>
                <a:gd name="connsiteX2" fmla="*/ 236284 w 356934"/>
                <a:gd name="connsiteY2" fmla="*/ 165100 h 165100"/>
                <a:gd name="connsiteX3" fmla="*/ 0 w 356934"/>
                <a:gd name="connsiteY3" fmla="*/ 165100 h 165100"/>
                <a:gd name="connsiteX4" fmla="*/ 85725 w 356934"/>
                <a:gd name="connsiteY4" fmla="*/ 0 h 165100"/>
                <a:gd name="connsiteX0" fmla="*/ 241300 w 512509"/>
                <a:gd name="connsiteY0" fmla="*/ 0 h 165100"/>
                <a:gd name="connsiteX1" fmla="*/ 512509 w 512509"/>
                <a:gd name="connsiteY1" fmla="*/ 139700 h 165100"/>
                <a:gd name="connsiteX2" fmla="*/ 391859 w 512509"/>
                <a:gd name="connsiteY2" fmla="*/ 165100 h 165100"/>
                <a:gd name="connsiteX3" fmla="*/ 0 w 512509"/>
                <a:gd name="connsiteY3" fmla="*/ 127000 h 165100"/>
                <a:gd name="connsiteX4" fmla="*/ 241300 w 512509"/>
                <a:gd name="connsiteY4" fmla="*/ 0 h 165100"/>
                <a:gd name="connsiteX0" fmla="*/ 241300 w 512509"/>
                <a:gd name="connsiteY0" fmla="*/ 0 h 263525"/>
                <a:gd name="connsiteX1" fmla="*/ 512509 w 512509"/>
                <a:gd name="connsiteY1" fmla="*/ 139700 h 263525"/>
                <a:gd name="connsiteX2" fmla="*/ 356934 w 512509"/>
                <a:gd name="connsiteY2" fmla="*/ 263525 h 263525"/>
                <a:gd name="connsiteX3" fmla="*/ 0 w 512509"/>
                <a:gd name="connsiteY3" fmla="*/ 127000 h 263525"/>
                <a:gd name="connsiteX4" fmla="*/ 241300 w 512509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9725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9725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  <a:gd name="connsiteX0" fmla="*/ 336550 w 610934"/>
                <a:gd name="connsiteY0" fmla="*/ 0 h 263525"/>
                <a:gd name="connsiteX1" fmla="*/ 610934 w 610934"/>
                <a:gd name="connsiteY1" fmla="*/ 139700 h 263525"/>
                <a:gd name="connsiteX2" fmla="*/ 455359 w 610934"/>
                <a:gd name="connsiteY2" fmla="*/ 263525 h 263525"/>
                <a:gd name="connsiteX3" fmla="*/ 0 w 610934"/>
                <a:gd name="connsiteY3" fmla="*/ 155575 h 263525"/>
                <a:gd name="connsiteX4" fmla="*/ 336550 w 610934"/>
                <a:gd name="connsiteY4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263525">
                  <a:moveTo>
                    <a:pt x="336550" y="0"/>
                  </a:moveTo>
                  <a:cubicBezTo>
                    <a:pt x="428011" y="46567"/>
                    <a:pt x="557573" y="93133"/>
                    <a:pt x="610934" y="139700"/>
                  </a:cubicBezTo>
                  <a:cubicBezTo>
                    <a:pt x="562251" y="193675"/>
                    <a:pt x="507217" y="222250"/>
                    <a:pt x="455359" y="263525"/>
                  </a:cubicBezTo>
                  <a:cubicBezTo>
                    <a:pt x="332148" y="176742"/>
                    <a:pt x="66061" y="236008"/>
                    <a:pt x="0" y="155575"/>
                  </a:cubicBezTo>
                  <a:cubicBezTo>
                    <a:pt x="52917" y="94192"/>
                    <a:pt x="210608" y="105833"/>
                    <a:pt x="33655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Rectangle 8">
              <a:extLst>
                <a:ext uri="{FF2B5EF4-FFF2-40B4-BE49-F238E27FC236}">
                  <a16:creationId xmlns:a16="http://schemas.microsoft.com/office/drawing/2014/main" id="{93BF668E-1AD9-E6A5-372B-62A43D66C36E}"/>
                </a:ext>
              </a:extLst>
            </p:cNvPr>
            <p:cNvSpPr/>
            <p:nvPr/>
          </p:nvSpPr>
          <p:spPr>
            <a:xfrm>
              <a:off x="3145191" y="2533806"/>
              <a:ext cx="3058757" cy="1808581"/>
            </a:xfrm>
            <a:custGeom>
              <a:avLst/>
              <a:gdLst>
                <a:gd name="connsiteX0" fmla="*/ 0 w 2660650"/>
                <a:gd name="connsiteY0" fmla="*/ 0 h 531681"/>
                <a:gd name="connsiteX1" fmla="*/ 2660650 w 2660650"/>
                <a:gd name="connsiteY1" fmla="*/ 0 h 531681"/>
                <a:gd name="connsiteX2" fmla="*/ 2660650 w 2660650"/>
                <a:gd name="connsiteY2" fmla="*/ 531681 h 531681"/>
                <a:gd name="connsiteX3" fmla="*/ 0 w 2660650"/>
                <a:gd name="connsiteY3" fmla="*/ 531681 h 531681"/>
                <a:gd name="connsiteX4" fmla="*/ 0 w 2660650"/>
                <a:gd name="connsiteY4" fmla="*/ 0 h 5316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660650 w 2794000"/>
                <a:gd name="connsiteY2" fmla="*/ 69678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730500 w 2794000"/>
                <a:gd name="connsiteY2" fmla="*/ 11893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0 w 2794000"/>
                <a:gd name="connsiteY0" fmla="*/ 165100 h 696781"/>
                <a:gd name="connsiteX1" fmla="*/ 2794000 w 2794000"/>
                <a:gd name="connsiteY1" fmla="*/ 0 h 696781"/>
                <a:gd name="connsiteX2" fmla="*/ 2730500 w 2794000"/>
                <a:gd name="connsiteY2" fmla="*/ 118931 h 696781"/>
                <a:gd name="connsiteX3" fmla="*/ 0 w 2794000"/>
                <a:gd name="connsiteY3" fmla="*/ 696781 h 696781"/>
                <a:gd name="connsiteX4" fmla="*/ 0 w 2794000"/>
                <a:gd name="connsiteY4" fmla="*/ 165100 h 696781"/>
                <a:gd name="connsiteX0" fmla="*/ 76200 w 2870200"/>
                <a:gd name="connsiteY0" fmla="*/ 165100 h 919031"/>
                <a:gd name="connsiteX1" fmla="*/ 2870200 w 2870200"/>
                <a:gd name="connsiteY1" fmla="*/ 0 h 919031"/>
                <a:gd name="connsiteX2" fmla="*/ 2806700 w 2870200"/>
                <a:gd name="connsiteY2" fmla="*/ 118931 h 919031"/>
                <a:gd name="connsiteX3" fmla="*/ 0 w 2870200"/>
                <a:gd name="connsiteY3" fmla="*/ 919031 h 919031"/>
                <a:gd name="connsiteX4" fmla="*/ 76200 w 2870200"/>
                <a:gd name="connsiteY4" fmla="*/ 165100 h 919031"/>
                <a:gd name="connsiteX0" fmla="*/ 76200 w 2870200"/>
                <a:gd name="connsiteY0" fmla="*/ 165100 h 1258957"/>
                <a:gd name="connsiteX1" fmla="*/ 2870200 w 2870200"/>
                <a:gd name="connsiteY1" fmla="*/ 0 h 1258957"/>
                <a:gd name="connsiteX2" fmla="*/ 2806700 w 2870200"/>
                <a:gd name="connsiteY2" fmla="*/ 118931 h 1258957"/>
                <a:gd name="connsiteX3" fmla="*/ 0 w 2870200"/>
                <a:gd name="connsiteY3" fmla="*/ 919031 h 1258957"/>
                <a:gd name="connsiteX4" fmla="*/ 76200 w 2870200"/>
                <a:gd name="connsiteY4" fmla="*/ 165100 h 1258957"/>
                <a:gd name="connsiteX0" fmla="*/ 76200 w 2844800"/>
                <a:gd name="connsiteY0" fmla="*/ 215900 h 1309757"/>
                <a:gd name="connsiteX1" fmla="*/ 2844800 w 2844800"/>
                <a:gd name="connsiteY1" fmla="*/ 0 h 1309757"/>
                <a:gd name="connsiteX2" fmla="*/ 2806700 w 2844800"/>
                <a:gd name="connsiteY2" fmla="*/ 169731 h 1309757"/>
                <a:gd name="connsiteX3" fmla="*/ 0 w 2844800"/>
                <a:gd name="connsiteY3" fmla="*/ 969831 h 1309757"/>
                <a:gd name="connsiteX4" fmla="*/ 76200 w 2844800"/>
                <a:gd name="connsiteY4" fmla="*/ 215900 h 1309757"/>
                <a:gd name="connsiteX0" fmla="*/ 76200 w 2844800"/>
                <a:gd name="connsiteY0" fmla="*/ 215900 h 1306996"/>
                <a:gd name="connsiteX1" fmla="*/ 2844800 w 2844800"/>
                <a:gd name="connsiteY1" fmla="*/ 0 h 1306996"/>
                <a:gd name="connsiteX2" fmla="*/ 2813050 w 2844800"/>
                <a:gd name="connsiteY2" fmla="*/ 157031 h 1306996"/>
                <a:gd name="connsiteX3" fmla="*/ 0 w 2844800"/>
                <a:gd name="connsiteY3" fmla="*/ 969831 h 1306996"/>
                <a:gd name="connsiteX4" fmla="*/ 76200 w 2844800"/>
                <a:gd name="connsiteY4" fmla="*/ 215900 h 1306996"/>
                <a:gd name="connsiteX0" fmla="*/ 76200 w 2844800"/>
                <a:gd name="connsiteY0" fmla="*/ 215900 h 1302246"/>
                <a:gd name="connsiteX1" fmla="*/ 2844800 w 2844800"/>
                <a:gd name="connsiteY1" fmla="*/ 0 h 1302246"/>
                <a:gd name="connsiteX2" fmla="*/ 2813050 w 2844800"/>
                <a:gd name="connsiteY2" fmla="*/ 157031 h 1302246"/>
                <a:gd name="connsiteX3" fmla="*/ 0 w 2844800"/>
                <a:gd name="connsiteY3" fmla="*/ 969831 h 1302246"/>
                <a:gd name="connsiteX4" fmla="*/ 76200 w 2844800"/>
                <a:gd name="connsiteY4" fmla="*/ 215900 h 1302246"/>
                <a:gd name="connsiteX0" fmla="*/ 76200 w 2844800"/>
                <a:gd name="connsiteY0" fmla="*/ 215900 h 1310621"/>
                <a:gd name="connsiteX1" fmla="*/ 2844800 w 2844800"/>
                <a:gd name="connsiteY1" fmla="*/ 0 h 1310621"/>
                <a:gd name="connsiteX2" fmla="*/ 2813050 w 2844800"/>
                <a:gd name="connsiteY2" fmla="*/ 157031 h 1310621"/>
                <a:gd name="connsiteX3" fmla="*/ 0 w 2844800"/>
                <a:gd name="connsiteY3" fmla="*/ 969831 h 1310621"/>
                <a:gd name="connsiteX4" fmla="*/ 76200 w 2844800"/>
                <a:gd name="connsiteY4" fmla="*/ 215900 h 1310621"/>
                <a:gd name="connsiteX0" fmla="*/ 76200 w 2844800"/>
                <a:gd name="connsiteY0" fmla="*/ 215900 h 1327448"/>
                <a:gd name="connsiteX1" fmla="*/ 2844800 w 2844800"/>
                <a:gd name="connsiteY1" fmla="*/ 0 h 1327448"/>
                <a:gd name="connsiteX2" fmla="*/ 2813050 w 2844800"/>
                <a:gd name="connsiteY2" fmla="*/ 157031 h 1327448"/>
                <a:gd name="connsiteX3" fmla="*/ 0 w 2844800"/>
                <a:gd name="connsiteY3" fmla="*/ 969831 h 1327448"/>
                <a:gd name="connsiteX4" fmla="*/ 76200 w 2844800"/>
                <a:gd name="connsiteY4" fmla="*/ 215900 h 1327448"/>
                <a:gd name="connsiteX0" fmla="*/ 218561 w 2987161"/>
                <a:gd name="connsiteY0" fmla="*/ 215900 h 1327448"/>
                <a:gd name="connsiteX1" fmla="*/ 2987161 w 2987161"/>
                <a:gd name="connsiteY1" fmla="*/ 0 h 1327448"/>
                <a:gd name="connsiteX2" fmla="*/ 2955411 w 2987161"/>
                <a:gd name="connsiteY2" fmla="*/ 157031 h 1327448"/>
                <a:gd name="connsiteX3" fmla="*/ 142361 w 2987161"/>
                <a:gd name="connsiteY3" fmla="*/ 969831 h 1327448"/>
                <a:gd name="connsiteX4" fmla="*/ 218561 w 2987161"/>
                <a:gd name="connsiteY4" fmla="*/ 215900 h 1327448"/>
                <a:gd name="connsiteX0" fmla="*/ 238644 w 3007244"/>
                <a:gd name="connsiteY0" fmla="*/ 215900 h 1377389"/>
                <a:gd name="connsiteX1" fmla="*/ 3007244 w 3007244"/>
                <a:gd name="connsiteY1" fmla="*/ 0 h 1377389"/>
                <a:gd name="connsiteX2" fmla="*/ 2975494 w 3007244"/>
                <a:gd name="connsiteY2" fmla="*/ 157031 h 1377389"/>
                <a:gd name="connsiteX3" fmla="*/ 137044 w 3007244"/>
                <a:gd name="connsiteY3" fmla="*/ 1033331 h 1377389"/>
                <a:gd name="connsiteX4" fmla="*/ 238644 w 3007244"/>
                <a:gd name="connsiteY4" fmla="*/ 215900 h 1377389"/>
                <a:gd name="connsiteX0" fmla="*/ 238644 w 3007244"/>
                <a:gd name="connsiteY0" fmla="*/ 215900 h 1291158"/>
                <a:gd name="connsiteX1" fmla="*/ 3007244 w 3007244"/>
                <a:gd name="connsiteY1" fmla="*/ 0 h 1291158"/>
                <a:gd name="connsiteX2" fmla="*/ 2975494 w 3007244"/>
                <a:gd name="connsiteY2" fmla="*/ 157031 h 1291158"/>
                <a:gd name="connsiteX3" fmla="*/ 137044 w 3007244"/>
                <a:gd name="connsiteY3" fmla="*/ 1033331 h 1291158"/>
                <a:gd name="connsiteX4" fmla="*/ 238644 w 3007244"/>
                <a:gd name="connsiteY4" fmla="*/ 215900 h 1291158"/>
                <a:gd name="connsiteX0" fmla="*/ 238644 w 3007244"/>
                <a:gd name="connsiteY0" fmla="*/ 215900 h 1327151"/>
                <a:gd name="connsiteX1" fmla="*/ 3007244 w 3007244"/>
                <a:gd name="connsiteY1" fmla="*/ 0 h 1327151"/>
                <a:gd name="connsiteX2" fmla="*/ 2975494 w 3007244"/>
                <a:gd name="connsiteY2" fmla="*/ 157031 h 1327151"/>
                <a:gd name="connsiteX3" fmla="*/ 137044 w 3007244"/>
                <a:gd name="connsiteY3" fmla="*/ 1033331 h 1327151"/>
                <a:gd name="connsiteX4" fmla="*/ 238644 w 3007244"/>
                <a:gd name="connsiteY4" fmla="*/ 215900 h 1327151"/>
                <a:gd name="connsiteX0" fmla="*/ 213604 w 3013954"/>
                <a:gd name="connsiteY0" fmla="*/ 0 h 1416051"/>
                <a:gd name="connsiteX1" fmla="*/ 3013954 w 3013954"/>
                <a:gd name="connsiteY1" fmla="*/ 88900 h 1416051"/>
                <a:gd name="connsiteX2" fmla="*/ 2982204 w 3013954"/>
                <a:gd name="connsiteY2" fmla="*/ 245931 h 1416051"/>
                <a:gd name="connsiteX3" fmla="*/ 143754 w 3013954"/>
                <a:gd name="connsiteY3" fmla="*/ 1122231 h 1416051"/>
                <a:gd name="connsiteX4" fmla="*/ 213604 w 3013954"/>
                <a:gd name="connsiteY4" fmla="*/ 0 h 1416051"/>
                <a:gd name="connsiteX0" fmla="*/ 258407 w 3058757"/>
                <a:gd name="connsiteY0" fmla="*/ 0 h 1416051"/>
                <a:gd name="connsiteX1" fmla="*/ 3058757 w 3058757"/>
                <a:gd name="connsiteY1" fmla="*/ 88900 h 1416051"/>
                <a:gd name="connsiteX2" fmla="*/ 3027007 w 3058757"/>
                <a:gd name="connsiteY2" fmla="*/ 245931 h 1416051"/>
                <a:gd name="connsiteX3" fmla="*/ 188557 w 3058757"/>
                <a:gd name="connsiteY3" fmla="*/ 1122231 h 1416051"/>
                <a:gd name="connsiteX4" fmla="*/ 258407 w 3058757"/>
                <a:gd name="connsiteY4" fmla="*/ 0 h 1416051"/>
                <a:gd name="connsiteX0" fmla="*/ 258407 w 3058757"/>
                <a:gd name="connsiteY0" fmla="*/ 292992 h 1709043"/>
                <a:gd name="connsiteX1" fmla="*/ 3058757 w 3058757"/>
                <a:gd name="connsiteY1" fmla="*/ 381892 h 1709043"/>
                <a:gd name="connsiteX2" fmla="*/ 3027007 w 3058757"/>
                <a:gd name="connsiteY2" fmla="*/ 538923 h 1709043"/>
                <a:gd name="connsiteX3" fmla="*/ 188557 w 3058757"/>
                <a:gd name="connsiteY3" fmla="*/ 1415223 h 1709043"/>
                <a:gd name="connsiteX4" fmla="*/ 258407 w 3058757"/>
                <a:gd name="connsiteY4" fmla="*/ 292992 h 1709043"/>
                <a:gd name="connsiteX0" fmla="*/ 258407 w 3058757"/>
                <a:gd name="connsiteY0" fmla="*/ 392530 h 1808581"/>
                <a:gd name="connsiteX1" fmla="*/ 3058757 w 3058757"/>
                <a:gd name="connsiteY1" fmla="*/ 481430 h 1808581"/>
                <a:gd name="connsiteX2" fmla="*/ 3027007 w 3058757"/>
                <a:gd name="connsiteY2" fmla="*/ 638461 h 1808581"/>
                <a:gd name="connsiteX3" fmla="*/ 188557 w 3058757"/>
                <a:gd name="connsiteY3" fmla="*/ 1514761 h 1808581"/>
                <a:gd name="connsiteX4" fmla="*/ 258407 w 3058757"/>
                <a:gd name="connsiteY4" fmla="*/ 392530 h 180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8757" h="1808581">
                  <a:moveTo>
                    <a:pt x="258407" y="392530"/>
                  </a:moveTo>
                  <a:cubicBezTo>
                    <a:pt x="1014057" y="-301737"/>
                    <a:pt x="2620607" y="51747"/>
                    <a:pt x="3058757" y="481430"/>
                  </a:cubicBezTo>
                  <a:lnTo>
                    <a:pt x="3027007" y="638461"/>
                  </a:lnTo>
                  <a:cubicBezTo>
                    <a:pt x="2104140" y="1713728"/>
                    <a:pt x="647874" y="2147644"/>
                    <a:pt x="188557" y="1514761"/>
                  </a:cubicBezTo>
                  <a:cubicBezTo>
                    <a:pt x="-160693" y="1034851"/>
                    <a:pt x="42507" y="605740"/>
                    <a:pt x="258407" y="39253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Rectangle 10">
              <a:extLst>
                <a:ext uri="{FF2B5EF4-FFF2-40B4-BE49-F238E27FC236}">
                  <a16:creationId xmlns:a16="http://schemas.microsoft.com/office/drawing/2014/main" id="{ECBC4DBE-3112-AA6B-0044-BA9FEC62FA81}"/>
                </a:ext>
              </a:extLst>
            </p:cNvPr>
            <p:cNvSpPr/>
            <p:nvPr/>
          </p:nvSpPr>
          <p:spPr>
            <a:xfrm>
              <a:off x="5712426" y="2746485"/>
              <a:ext cx="692249" cy="852378"/>
            </a:xfrm>
            <a:custGeom>
              <a:avLst/>
              <a:gdLst>
                <a:gd name="connsiteX0" fmla="*/ 0 w 157162"/>
                <a:gd name="connsiteY0" fmla="*/ 0 h 271463"/>
                <a:gd name="connsiteX1" fmla="*/ 157162 w 157162"/>
                <a:gd name="connsiteY1" fmla="*/ 0 h 271463"/>
                <a:gd name="connsiteX2" fmla="*/ 157162 w 157162"/>
                <a:gd name="connsiteY2" fmla="*/ 271463 h 271463"/>
                <a:gd name="connsiteX3" fmla="*/ 0 w 157162"/>
                <a:gd name="connsiteY3" fmla="*/ 271463 h 271463"/>
                <a:gd name="connsiteX4" fmla="*/ 0 w 157162"/>
                <a:gd name="connsiteY4" fmla="*/ 0 h 271463"/>
                <a:gd name="connsiteX0" fmla="*/ 0 w 211137"/>
                <a:gd name="connsiteY0" fmla="*/ 0 h 417513"/>
                <a:gd name="connsiteX1" fmla="*/ 211137 w 211137"/>
                <a:gd name="connsiteY1" fmla="*/ 146050 h 417513"/>
                <a:gd name="connsiteX2" fmla="*/ 211137 w 211137"/>
                <a:gd name="connsiteY2" fmla="*/ 417513 h 417513"/>
                <a:gd name="connsiteX3" fmla="*/ 53975 w 211137"/>
                <a:gd name="connsiteY3" fmla="*/ 417513 h 417513"/>
                <a:gd name="connsiteX4" fmla="*/ 0 w 211137"/>
                <a:gd name="connsiteY4" fmla="*/ 0 h 417513"/>
                <a:gd name="connsiteX0" fmla="*/ 31750 w 242887"/>
                <a:gd name="connsiteY0" fmla="*/ 0 h 735013"/>
                <a:gd name="connsiteX1" fmla="*/ 242887 w 242887"/>
                <a:gd name="connsiteY1" fmla="*/ 146050 h 735013"/>
                <a:gd name="connsiteX2" fmla="*/ 242887 w 242887"/>
                <a:gd name="connsiteY2" fmla="*/ 417513 h 735013"/>
                <a:gd name="connsiteX3" fmla="*/ 0 w 242887"/>
                <a:gd name="connsiteY3" fmla="*/ 735013 h 735013"/>
                <a:gd name="connsiteX4" fmla="*/ 31750 w 242887"/>
                <a:gd name="connsiteY4" fmla="*/ 0 h 735013"/>
                <a:gd name="connsiteX0" fmla="*/ 25400 w 242887"/>
                <a:gd name="connsiteY0" fmla="*/ 0 h 760413"/>
                <a:gd name="connsiteX1" fmla="*/ 242887 w 242887"/>
                <a:gd name="connsiteY1" fmla="*/ 171450 h 760413"/>
                <a:gd name="connsiteX2" fmla="*/ 242887 w 242887"/>
                <a:gd name="connsiteY2" fmla="*/ 442913 h 760413"/>
                <a:gd name="connsiteX3" fmla="*/ 0 w 242887"/>
                <a:gd name="connsiteY3" fmla="*/ 760413 h 760413"/>
                <a:gd name="connsiteX4" fmla="*/ 25400 w 242887"/>
                <a:gd name="connsiteY4" fmla="*/ 0 h 760413"/>
                <a:gd name="connsiteX0" fmla="*/ 25400 w 449262"/>
                <a:gd name="connsiteY0" fmla="*/ 73025 h 833438"/>
                <a:gd name="connsiteX1" fmla="*/ 449262 w 449262"/>
                <a:gd name="connsiteY1" fmla="*/ 0 h 833438"/>
                <a:gd name="connsiteX2" fmla="*/ 242887 w 449262"/>
                <a:gd name="connsiteY2" fmla="*/ 515938 h 833438"/>
                <a:gd name="connsiteX3" fmla="*/ 0 w 449262"/>
                <a:gd name="connsiteY3" fmla="*/ 833438 h 833438"/>
                <a:gd name="connsiteX4" fmla="*/ 25400 w 449262"/>
                <a:gd name="connsiteY4" fmla="*/ 73025 h 833438"/>
                <a:gd name="connsiteX0" fmla="*/ 25400 w 517676"/>
                <a:gd name="connsiteY0" fmla="*/ 73025 h 833438"/>
                <a:gd name="connsiteX1" fmla="*/ 449262 w 517676"/>
                <a:gd name="connsiteY1" fmla="*/ 0 h 833438"/>
                <a:gd name="connsiteX2" fmla="*/ 515937 w 517676"/>
                <a:gd name="connsiteY2" fmla="*/ 180975 h 833438"/>
                <a:gd name="connsiteX3" fmla="*/ 242887 w 517676"/>
                <a:gd name="connsiteY3" fmla="*/ 515938 h 833438"/>
                <a:gd name="connsiteX4" fmla="*/ 0 w 517676"/>
                <a:gd name="connsiteY4" fmla="*/ 833438 h 833438"/>
                <a:gd name="connsiteX5" fmla="*/ 25400 w 517676"/>
                <a:gd name="connsiteY5" fmla="*/ 73025 h 833438"/>
                <a:gd name="connsiteX0" fmla="*/ 25400 w 520509"/>
                <a:gd name="connsiteY0" fmla="*/ 73025 h 833438"/>
                <a:gd name="connsiteX1" fmla="*/ 449262 w 520509"/>
                <a:gd name="connsiteY1" fmla="*/ 0 h 833438"/>
                <a:gd name="connsiteX2" fmla="*/ 319087 w 520509"/>
                <a:gd name="connsiteY2" fmla="*/ 88900 h 833438"/>
                <a:gd name="connsiteX3" fmla="*/ 515937 w 520509"/>
                <a:gd name="connsiteY3" fmla="*/ 180975 h 833438"/>
                <a:gd name="connsiteX4" fmla="*/ 242887 w 520509"/>
                <a:gd name="connsiteY4" fmla="*/ 515938 h 833438"/>
                <a:gd name="connsiteX5" fmla="*/ 0 w 520509"/>
                <a:gd name="connsiteY5" fmla="*/ 833438 h 833438"/>
                <a:gd name="connsiteX6" fmla="*/ 25400 w 520509"/>
                <a:gd name="connsiteY6" fmla="*/ 73025 h 833438"/>
                <a:gd name="connsiteX0" fmla="*/ 25400 w 515937"/>
                <a:gd name="connsiteY0" fmla="*/ 73025 h 833438"/>
                <a:gd name="connsiteX1" fmla="*/ 449262 w 515937"/>
                <a:gd name="connsiteY1" fmla="*/ 0 h 833438"/>
                <a:gd name="connsiteX2" fmla="*/ 319087 w 515937"/>
                <a:gd name="connsiteY2" fmla="*/ 88900 h 833438"/>
                <a:gd name="connsiteX3" fmla="*/ 515937 w 515937"/>
                <a:gd name="connsiteY3" fmla="*/ 180975 h 833438"/>
                <a:gd name="connsiteX4" fmla="*/ 436562 w 515937"/>
                <a:gd name="connsiteY4" fmla="*/ 212725 h 833438"/>
                <a:gd name="connsiteX5" fmla="*/ 242887 w 515937"/>
                <a:gd name="connsiteY5" fmla="*/ 515938 h 833438"/>
                <a:gd name="connsiteX6" fmla="*/ 0 w 515937"/>
                <a:gd name="connsiteY6" fmla="*/ 833438 h 833438"/>
                <a:gd name="connsiteX7" fmla="*/ 25400 w 515937"/>
                <a:gd name="connsiteY7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242887 w 551562"/>
                <a:gd name="connsiteY6" fmla="*/ 515938 h 833438"/>
                <a:gd name="connsiteX7" fmla="*/ 0 w 551562"/>
                <a:gd name="connsiteY7" fmla="*/ 833438 h 833438"/>
                <a:gd name="connsiteX8" fmla="*/ 25400 w 551562"/>
                <a:gd name="connsiteY8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242887 w 551562"/>
                <a:gd name="connsiteY7" fmla="*/ 515938 h 833438"/>
                <a:gd name="connsiteX8" fmla="*/ 0 w 551562"/>
                <a:gd name="connsiteY8" fmla="*/ 833438 h 833438"/>
                <a:gd name="connsiteX9" fmla="*/ 25400 w 551562"/>
                <a:gd name="connsiteY9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242887 w 551562"/>
                <a:gd name="connsiteY8" fmla="*/ 515938 h 833438"/>
                <a:gd name="connsiteX9" fmla="*/ 0 w 551562"/>
                <a:gd name="connsiteY9" fmla="*/ 833438 h 833438"/>
                <a:gd name="connsiteX10" fmla="*/ 25400 w 551562"/>
                <a:gd name="connsiteY10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242887 w 551562"/>
                <a:gd name="connsiteY9" fmla="*/ 515938 h 833438"/>
                <a:gd name="connsiteX10" fmla="*/ 0 w 551562"/>
                <a:gd name="connsiteY10" fmla="*/ 833438 h 833438"/>
                <a:gd name="connsiteX11" fmla="*/ 25400 w 551562"/>
                <a:gd name="connsiteY11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42887 w 551562"/>
                <a:gd name="connsiteY10" fmla="*/ 515938 h 833438"/>
                <a:gd name="connsiteX11" fmla="*/ 0 w 551562"/>
                <a:gd name="connsiteY11" fmla="*/ 833438 h 833438"/>
                <a:gd name="connsiteX12" fmla="*/ 25400 w 551562"/>
                <a:gd name="connsiteY12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0 w 551562"/>
                <a:gd name="connsiteY11" fmla="*/ 833438 h 833438"/>
                <a:gd name="connsiteX12" fmla="*/ 25400 w 551562"/>
                <a:gd name="connsiteY12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0 w 551562"/>
                <a:gd name="connsiteY12" fmla="*/ 833438 h 833438"/>
                <a:gd name="connsiteX13" fmla="*/ 25400 w 551562"/>
                <a:gd name="connsiteY13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153986 w 551562"/>
                <a:gd name="connsiteY12" fmla="*/ 615950 h 833438"/>
                <a:gd name="connsiteX13" fmla="*/ 0 w 551562"/>
                <a:gd name="connsiteY13" fmla="*/ 833438 h 833438"/>
                <a:gd name="connsiteX14" fmla="*/ 25400 w 551562"/>
                <a:gd name="connsiteY14" fmla="*/ 73025 h 833438"/>
                <a:gd name="connsiteX0" fmla="*/ 25400 w 551562"/>
                <a:gd name="connsiteY0" fmla="*/ 73025 h 833438"/>
                <a:gd name="connsiteX1" fmla="*/ 449262 w 551562"/>
                <a:gd name="connsiteY1" fmla="*/ 0 h 833438"/>
                <a:gd name="connsiteX2" fmla="*/ 319087 w 551562"/>
                <a:gd name="connsiteY2" fmla="*/ 88900 h 833438"/>
                <a:gd name="connsiteX3" fmla="*/ 515937 w 551562"/>
                <a:gd name="connsiteY3" fmla="*/ 180975 h 833438"/>
                <a:gd name="connsiteX4" fmla="*/ 436562 w 551562"/>
                <a:gd name="connsiteY4" fmla="*/ 212725 h 833438"/>
                <a:gd name="connsiteX5" fmla="*/ 550862 w 551562"/>
                <a:gd name="connsiteY5" fmla="*/ 368300 h 833438"/>
                <a:gd name="connsiteX6" fmla="*/ 427036 w 551562"/>
                <a:gd name="connsiteY6" fmla="*/ 358775 h 833438"/>
                <a:gd name="connsiteX7" fmla="*/ 496886 w 551562"/>
                <a:gd name="connsiteY7" fmla="*/ 546100 h 833438"/>
                <a:gd name="connsiteX8" fmla="*/ 382586 w 551562"/>
                <a:gd name="connsiteY8" fmla="*/ 488950 h 833438"/>
                <a:gd name="connsiteX9" fmla="*/ 363536 w 551562"/>
                <a:gd name="connsiteY9" fmla="*/ 669925 h 833438"/>
                <a:gd name="connsiteX10" fmla="*/ 293687 w 551562"/>
                <a:gd name="connsiteY10" fmla="*/ 541338 h 833438"/>
                <a:gd name="connsiteX11" fmla="*/ 207961 w 551562"/>
                <a:gd name="connsiteY11" fmla="*/ 752475 h 833438"/>
                <a:gd name="connsiteX12" fmla="*/ 153986 w 551562"/>
                <a:gd name="connsiteY12" fmla="*/ 615950 h 833438"/>
                <a:gd name="connsiteX13" fmla="*/ 0 w 551562"/>
                <a:gd name="connsiteY13" fmla="*/ 833438 h 833438"/>
                <a:gd name="connsiteX14" fmla="*/ 25400 w 551562"/>
                <a:gd name="connsiteY14" fmla="*/ 73025 h 833438"/>
                <a:gd name="connsiteX0" fmla="*/ 25400 w 551562"/>
                <a:gd name="connsiteY0" fmla="*/ 91965 h 852378"/>
                <a:gd name="connsiteX1" fmla="*/ 449262 w 551562"/>
                <a:gd name="connsiteY1" fmla="*/ 18940 h 852378"/>
                <a:gd name="connsiteX2" fmla="*/ 319087 w 551562"/>
                <a:gd name="connsiteY2" fmla="*/ 107840 h 852378"/>
                <a:gd name="connsiteX3" fmla="*/ 515937 w 551562"/>
                <a:gd name="connsiteY3" fmla="*/ 199915 h 852378"/>
                <a:gd name="connsiteX4" fmla="*/ 436562 w 551562"/>
                <a:gd name="connsiteY4" fmla="*/ 231665 h 852378"/>
                <a:gd name="connsiteX5" fmla="*/ 550862 w 551562"/>
                <a:gd name="connsiteY5" fmla="*/ 387240 h 852378"/>
                <a:gd name="connsiteX6" fmla="*/ 427036 w 551562"/>
                <a:gd name="connsiteY6" fmla="*/ 377715 h 852378"/>
                <a:gd name="connsiteX7" fmla="*/ 496886 w 551562"/>
                <a:gd name="connsiteY7" fmla="*/ 565040 h 852378"/>
                <a:gd name="connsiteX8" fmla="*/ 382586 w 551562"/>
                <a:gd name="connsiteY8" fmla="*/ 507890 h 852378"/>
                <a:gd name="connsiteX9" fmla="*/ 363536 w 551562"/>
                <a:gd name="connsiteY9" fmla="*/ 688865 h 852378"/>
                <a:gd name="connsiteX10" fmla="*/ 293687 w 551562"/>
                <a:gd name="connsiteY10" fmla="*/ 560278 h 852378"/>
                <a:gd name="connsiteX11" fmla="*/ 207961 w 551562"/>
                <a:gd name="connsiteY11" fmla="*/ 771415 h 852378"/>
                <a:gd name="connsiteX12" fmla="*/ 153986 w 551562"/>
                <a:gd name="connsiteY12" fmla="*/ 634890 h 852378"/>
                <a:gd name="connsiteX13" fmla="*/ 0 w 551562"/>
                <a:gd name="connsiteY13" fmla="*/ 852378 h 852378"/>
                <a:gd name="connsiteX14" fmla="*/ 25400 w 551562"/>
                <a:gd name="connsiteY14" fmla="*/ 91965 h 852378"/>
                <a:gd name="connsiteX0" fmla="*/ 114540 w 640702"/>
                <a:gd name="connsiteY0" fmla="*/ 91965 h 852378"/>
                <a:gd name="connsiteX1" fmla="*/ 538402 w 640702"/>
                <a:gd name="connsiteY1" fmla="*/ 18940 h 852378"/>
                <a:gd name="connsiteX2" fmla="*/ 408227 w 640702"/>
                <a:gd name="connsiteY2" fmla="*/ 107840 h 852378"/>
                <a:gd name="connsiteX3" fmla="*/ 605077 w 640702"/>
                <a:gd name="connsiteY3" fmla="*/ 199915 h 852378"/>
                <a:gd name="connsiteX4" fmla="*/ 525702 w 640702"/>
                <a:gd name="connsiteY4" fmla="*/ 231665 h 852378"/>
                <a:gd name="connsiteX5" fmla="*/ 640002 w 640702"/>
                <a:gd name="connsiteY5" fmla="*/ 387240 h 852378"/>
                <a:gd name="connsiteX6" fmla="*/ 516176 w 640702"/>
                <a:gd name="connsiteY6" fmla="*/ 377715 h 852378"/>
                <a:gd name="connsiteX7" fmla="*/ 586026 w 640702"/>
                <a:gd name="connsiteY7" fmla="*/ 565040 h 852378"/>
                <a:gd name="connsiteX8" fmla="*/ 471726 w 640702"/>
                <a:gd name="connsiteY8" fmla="*/ 507890 h 852378"/>
                <a:gd name="connsiteX9" fmla="*/ 452676 w 640702"/>
                <a:gd name="connsiteY9" fmla="*/ 688865 h 852378"/>
                <a:gd name="connsiteX10" fmla="*/ 382827 w 640702"/>
                <a:gd name="connsiteY10" fmla="*/ 560278 h 852378"/>
                <a:gd name="connsiteX11" fmla="*/ 297101 w 640702"/>
                <a:gd name="connsiteY11" fmla="*/ 771415 h 852378"/>
                <a:gd name="connsiteX12" fmla="*/ 243126 w 640702"/>
                <a:gd name="connsiteY12" fmla="*/ 634890 h 852378"/>
                <a:gd name="connsiteX13" fmla="*/ 89140 w 640702"/>
                <a:gd name="connsiteY13" fmla="*/ 852378 h 852378"/>
                <a:gd name="connsiteX14" fmla="*/ 114540 w 640702"/>
                <a:gd name="connsiteY14" fmla="*/ 91965 h 852378"/>
                <a:gd name="connsiteX0" fmla="*/ 166087 w 692249"/>
                <a:gd name="connsiteY0" fmla="*/ 91965 h 852378"/>
                <a:gd name="connsiteX1" fmla="*/ 589949 w 692249"/>
                <a:gd name="connsiteY1" fmla="*/ 18940 h 852378"/>
                <a:gd name="connsiteX2" fmla="*/ 459774 w 692249"/>
                <a:gd name="connsiteY2" fmla="*/ 107840 h 852378"/>
                <a:gd name="connsiteX3" fmla="*/ 656624 w 692249"/>
                <a:gd name="connsiteY3" fmla="*/ 199915 h 852378"/>
                <a:gd name="connsiteX4" fmla="*/ 577249 w 692249"/>
                <a:gd name="connsiteY4" fmla="*/ 231665 h 852378"/>
                <a:gd name="connsiteX5" fmla="*/ 691549 w 692249"/>
                <a:gd name="connsiteY5" fmla="*/ 387240 h 852378"/>
                <a:gd name="connsiteX6" fmla="*/ 567723 w 692249"/>
                <a:gd name="connsiteY6" fmla="*/ 377715 h 852378"/>
                <a:gd name="connsiteX7" fmla="*/ 637573 w 692249"/>
                <a:gd name="connsiteY7" fmla="*/ 565040 h 852378"/>
                <a:gd name="connsiteX8" fmla="*/ 523273 w 692249"/>
                <a:gd name="connsiteY8" fmla="*/ 507890 h 852378"/>
                <a:gd name="connsiteX9" fmla="*/ 504223 w 692249"/>
                <a:gd name="connsiteY9" fmla="*/ 688865 h 852378"/>
                <a:gd name="connsiteX10" fmla="*/ 434374 w 692249"/>
                <a:gd name="connsiteY10" fmla="*/ 560278 h 852378"/>
                <a:gd name="connsiteX11" fmla="*/ 348648 w 692249"/>
                <a:gd name="connsiteY11" fmla="*/ 771415 h 852378"/>
                <a:gd name="connsiteX12" fmla="*/ 294673 w 692249"/>
                <a:gd name="connsiteY12" fmla="*/ 634890 h 852378"/>
                <a:gd name="connsiteX13" fmla="*/ 140687 w 692249"/>
                <a:gd name="connsiteY13" fmla="*/ 852378 h 852378"/>
                <a:gd name="connsiteX14" fmla="*/ 166087 w 692249"/>
                <a:gd name="connsiteY14" fmla="*/ 91965 h 852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2249" h="852378">
                  <a:moveTo>
                    <a:pt x="166087" y="91965"/>
                  </a:moveTo>
                  <a:cubicBezTo>
                    <a:pt x="278799" y="-18102"/>
                    <a:pt x="547087" y="-10693"/>
                    <a:pt x="589949" y="18940"/>
                  </a:cubicBezTo>
                  <a:cubicBezTo>
                    <a:pt x="665355" y="19998"/>
                    <a:pt x="448662" y="77678"/>
                    <a:pt x="459774" y="107840"/>
                  </a:cubicBezTo>
                  <a:cubicBezTo>
                    <a:pt x="470886" y="138002"/>
                    <a:pt x="630695" y="175573"/>
                    <a:pt x="656624" y="199915"/>
                  </a:cubicBezTo>
                  <a:cubicBezTo>
                    <a:pt x="642866" y="217907"/>
                    <a:pt x="591007" y="213673"/>
                    <a:pt x="577249" y="231665"/>
                  </a:cubicBezTo>
                  <a:cubicBezTo>
                    <a:pt x="565607" y="249657"/>
                    <a:pt x="703191" y="369248"/>
                    <a:pt x="691549" y="387240"/>
                  </a:cubicBezTo>
                  <a:cubicBezTo>
                    <a:pt x="671440" y="398882"/>
                    <a:pt x="587832" y="366073"/>
                    <a:pt x="567723" y="377715"/>
                  </a:cubicBezTo>
                  <a:cubicBezTo>
                    <a:pt x="557140" y="386182"/>
                    <a:pt x="648156" y="556573"/>
                    <a:pt x="637573" y="565040"/>
                  </a:cubicBezTo>
                  <a:cubicBezTo>
                    <a:pt x="591006" y="558690"/>
                    <a:pt x="569840" y="514240"/>
                    <a:pt x="523273" y="507890"/>
                  </a:cubicBezTo>
                  <a:cubicBezTo>
                    <a:pt x="498931" y="512123"/>
                    <a:pt x="528565" y="684632"/>
                    <a:pt x="504223" y="688865"/>
                  </a:cubicBezTo>
                  <a:lnTo>
                    <a:pt x="434374" y="560278"/>
                  </a:lnTo>
                  <a:cubicBezTo>
                    <a:pt x="412149" y="581974"/>
                    <a:pt x="370873" y="749719"/>
                    <a:pt x="348648" y="771415"/>
                  </a:cubicBezTo>
                  <a:cubicBezTo>
                    <a:pt x="312665" y="785173"/>
                    <a:pt x="330656" y="621132"/>
                    <a:pt x="294673" y="634890"/>
                  </a:cubicBezTo>
                  <a:lnTo>
                    <a:pt x="140687" y="852378"/>
                  </a:lnTo>
                  <a:cubicBezTo>
                    <a:pt x="-69921" y="646532"/>
                    <a:pt x="-29705" y="189861"/>
                    <a:pt x="166087" y="9196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Rectangle 11">
              <a:extLst>
                <a:ext uri="{FF2B5EF4-FFF2-40B4-BE49-F238E27FC236}">
                  <a16:creationId xmlns:a16="http://schemas.microsoft.com/office/drawing/2014/main" id="{91A9B9DF-34FA-00BF-DB39-D3B76F667551}"/>
                </a:ext>
              </a:extLst>
            </p:cNvPr>
            <p:cNvSpPr/>
            <p:nvPr/>
          </p:nvSpPr>
          <p:spPr>
            <a:xfrm>
              <a:off x="3864223" y="3527425"/>
              <a:ext cx="560325" cy="1247919"/>
            </a:xfrm>
            <a:custGeom>
              <a:avLst/>
              <a:gdLst>
                <a:gd name="connsiteX0" fmla="*/ 0 w 333743"/>
                <a:gd name="connsiteY0" fmla="*/ 0 h 825644"/>
                <a:gd name="connsiteX1" fmla="*/ 333743 w 333743"/>
                <a:gd name="connsiteY1" fmla="*/ 0 h 825644"/>
                <a:gd name="connsiteX2" fmla="*/ 333743 w 333743"/>
                <a:gd name="connsiteY2" fmla="*/ 825644 h 825644"/>
                <a:gd name="connsiteX3" fmla="*/ 0 w 333743"/>
                <a:gd name="connsiteY3" fmla="*/ 825644 h 825644"/>
                <a:gd name="connsiteX4" fmla="*/ 0 w 333743"/>
                <a:gd name="connsiteY4" fmla="*/ 0 h 825644"/>
                <a:gd name="connsiteX0" fmla="*/ 0 w 511543"/>
                <a:gd name="connsiteY0" fmla="*/ 0 h 1095519"/>
                <a:gd name="connsiteX1" fmla="*/ 511543 w 511543"/>
                <a:gd name="connsiteY1" fmla="*/ 269875 h 1095519"/>
                <a:gd name="connsiteX2" fmla="*/ 511543 w 511543"/>
                <a:gd name="connsiteY2" fmla="*/ 1095519 h 1095519"/>
                <a:gd name="connsiteX3" fmla="*/ 177800 w 511543"/>
                <a:gd name="connsiteY3" fmla="*/ 1095519 h 1095519"/>
                <a:gd name="connsiteX4" fmla="*/ 0 w 511543"/>
                <a:gd name="connsiteY4" fmla="*/ 0 h 1095519"/>
                <a:gd name="connsiteX0" fmla="*/ 6171 w 517714"/>
                <a:gd name="connsiteY0" fmla="*/ 0 h 1095519"/>
                <a:gd name="connsiteX1" fmla="*/ 517714 w 517714"/>
                <a:gd name="connsiteY1" fmla="*/ 269875 h 1095519"/>
                <a:gd name="connsiteX2" fmla="*/ 517714 w 517714"/>
                <a:gd name="connsiteY2" fmla="*/ 1095519 h 1095519"/>
                <a:gd name="connsiteX3" fmla="*/ 183971 w 517714"/>
                <a:gd name="connsiteY3" fmla="*/ 1095519 h 1095519"/>
                <a:gd name="connsiteX4" fmla="*/ 6171 w 517714"/>
                <a:gd name="connsiteY4" fmla="*/ 0 h 1095519"/>
                <a:gd name="connsiteX0" fmla="*/ 4192 w 515735"/>
                <a:gd name="connsiteY0" fmla="*/ 0 h 1222519"/>
                <a:gd name="connsiteX1" fmla="*/ 515735 w 515735"/>
                <a:gd name="connsiteY1" fmla="*/ 269875 h 1222519"/>
                <a:gd name="connsiteX2" fmla="*/ 515735 w 515735"/>
                <a:gd name="connsiteY2" fmla="*/ 1095519 h 1222519"/>
                <a:gd name="connsiteX3" fmla="*/ 270892 w 515735"/>
                <a:gd name="connsiteY3" fmla="*/ 1222519 h 1222519"/>
                <a:gd name="connsiteX4" fmla="*/ 4192 w 515735"/>
                <a:gd name="connsiteY4" fmla="*/ 0 h 1222519"/>
                <a:gd name="connsiteX0" fmla="*/ 9840 w 521383"/>
                <a:gd name="connsiteY0" fmla="*/ 0 h 1222519"/>
                <a:gd name="connsiteX1" fmla="*/ 521383 w 521383"/>
                <a:gd name="connsiteY1" fmla="*/ 269875 h 1222519"/>
                <a:gd name="connsiteX2" fmla="*/ 521383 w 521383"/>
                <a:gd name="connsiteY2" fmla="*/ 1095519 h 1222519"/>
                <a:gd name="connsiteX3" fmla="*/ 276540 w 521383"/>
                <a:gd name="connsiteY3" fmla="*/ 1222519 h 1222519"/>
                <a:gd name="connsiteX4" fmla="*/ 9840 w 521383"/>
                <a:gd name="connsiteY4" fmla="*/ 0 h 1222519"/>
                <a:gd name="connsiteX0" fmla="*/ 8981 w 520524"/>
                <a:gd name="connsiteY0" fmla="*/ 0 h 1222519"/>
                <a:gd name="connsiteX1" fmla="*/ 520524 w 520524"/>
                <a:gd name="connsiteY1" fmla="*/ 269875 h 1222519"/>
                <a:gd name="connsiteX2" fmla="*/ 520524 w 520524"/>
                <a:gd name="connsiteY2" fmla="*/ 1095519 h 1222519"/>
                <a:gd name="connsiteX3" fmla="*/ 275681 w 520524"/>
                <a:gd name="connsiteY3" fmla="*/ 1222519 h 1222519"/>
                <a:gd name="connsiteX4" fmla="*/ 8981 w 520524"/>
                <a:gd name="connsiteY4" fmla="*/ 0 h 1222519"/>
                <a:gd name="connsiteX0" fmla="*/ 8981 w 545924"/>
                <a:gd name="connsiteY0" fmla="*/ 0 h 1232044"/>
                <a:gd name="connsiteX1" fmla="*/ 520524 w 545924"/>
                <a:gd name="connsiteY1" fmla="*/ 269875 h 1232044"/>
                <a:gd name="connsiteX2" fmla="*/ 545924 w 545924"/>
                <a:gd name="connsiteY2" fmla="*/ 1232044 h 1232044"/>
                <a:gd name="connsiteX3" fmla="*/ 275681 w 545924"/>
                <a:gd name="connsiteY3" fmla="*/ 1222519 h 1232044"/>
                <a:gd name="connsiteX4" fmla="*/ 8981 w 545924"/>
                <a:gd name="connsiteY4" fmla="*/ 0 h 1232044"/>
                <a:gd name="connsiteX0" fmla="*/ 8981 w 558624"/>
                <a:gd name="connsiteY0" fmla="*/ 0 h 1232044"/>
                <a:gd name="connsiteX1" fmla="*/ 558624 w 558624"/>
                <a:gd name="connsiteY1" fmla="*/ 260350 h 1232044"/>
                <a:gd name="connsiteX2" fmla="*/ 545924 w 558624"/>
                <a:gd name="connsiteY2" fmla="*/ 1232044 h 1232044"/>
                <a:gd name="connsiteX3" fmla="*/ 275681 w 558624"/>
                <a:gd name="connsiteY3" fmla="*/ 1222519 h 1232044"/>
                <a:gd name="connsiteX4" fmla="*/ 8981 w 558624"/>
                <a:gd name="connsiteY4" fmla="*/ 0 h 1232044"/>
                <a:gd name="connsiteX0" fmla="*/ 8981 w 558624"/>
                <a:gd name="connsiteY0" fmla="*/ 0 h 1247919"/>
                <a:gd name="connsiteX1" fmla="*/ 558624 w 558624"/>
                <a:gd name="connsiteY1" fmla="*/ 260350 h 1247919"/>
                <a:gd name="connsiteX2" fmla="*/ 545924 w 558624"/>
                <a:gd name="connsiteY2" fmla="*/ 1232044 h 1247919"/>
                <a:gd name="connsiteX3" fmla="*/ 275681 w 558624"/>
                <a:gd name="connsiteY3" fmla="*/ 1247919 h 1247919"/>
                <a:gd name="connsiteX4" fmla="*/ 8981 w 558624"/>
                <a:gd name="connsiteY4" fmla="*/ 0 h 1247919"/>
                <a:gd name="connsiteX0" fmla="*/ 8603 w 558246"/>
                <a:gd name="connsiteY0" fmla="*/ 0 h 1247919"/>
                <a:gd name="connsiteX1" fmla="*/ 558246 w 558246"/>
                <a:gd name="connsiteY1" fmla="*/ 260350 h 1247919"/>
                <a:gd name="connsiteX2" fmla="*/ 545546 w 558246"/>
                <a:gd name="connsiteY2" fmla="*/ 1232044 h 1247919"/>
                <a:gd name="connsiteX3" fmla="*/ 275303 w 558246"/>
                <a:gd name="connsiteY3" fmla="*/ 1247919 h 1247919"/>
                <a:gd name="connsiteX4" fmla="*/ 8603 w 558246"/>
                <a:gd name="connsiteY4" fmla="*/ 0 h 1247919"/>
                <a:gd name="connsiteX0" fmla="*/ 9391 w 559034"/>
                <a:gd name="connsiteY0" fmla="*/ 0 h 1247919"/>
                <a:gd name="connsiteX1" fmla="*/ 559034 w 559034"/>
                <a:gd name="connsiteY1" fmla="*/ 260350 h 1247919"/>
                <a:gd name="connsiteX2" fmla="*/ 546334 w 559034"/>
                <a:gd name="connsiteY2" fmla="*/ 1232044 h 1247919"/>
                <a:gd name="connsiteX3" fmla="*/ 276091 w 559034"/>
                <a:gd name="connsiteY3" fmla="*/ 1247919 h 1247919"/>
                <a:gd name="connsiteX4" fmla="*/ 9391 w 559034"/>
                <a:gd name="connsiteY4" fmla="*/ 0 h 1247919"/>
                <a:gd name="connsiteX0" fmla="*/ 0 w 549643"/>
                <a:gd name="connsiteY0" fmla="*/ 0 h 1247919"/>
                <a:gd name="connsiteX1" fmla="*/ 549643 w 549643"/>
                <a:gd name="connsiteY1" fmla="*/ 260350 h 1247919"/>
                <a:gd name="connsiteX2" fmla="*/ 536943 w 549643"/>
                <a:gd name="connsiteY2" fmla="*/ 1232044 h 1247919"/>
                <a:gd name="connsiteX3" fmla="*/ 266700 w 549643"/>
                <a:gd name="connsiteY3" fmla="*/ 1247919 h 1247919"/>
                <a:gd name="connsiteX4" fmla="*/ 0 w 549643"/>
                <a:gd name="connsiteY4" fmla="*/ 0 h 1247919"/>
                <a:gd name="connsiteX0" fmla="*/ 10975 w 560618"/>
                <a:gd name="connsiteY0" fmla="*/ 0 h 1247919"/>
                <a:gd name="connsiteX1" fmla="*/ 560618 w 560618"/>
                <a:gd name="connsiteY1" fmla="*/ 260350 h 1247919"/>
                <a:gd name="connsiteX2" fmla="*/ 547918 w 560618"/>
                <a:gd name="connsiteY2" fmla="*/ 1232044 h 1247919"/>
                <a:gd name="connsiteX3" fmla="*/ 277675 w 560618"/>
                <a:gd name="connsiteY3" fmla="*/ 1247919 h 1247919"/>
                <a:gd name="connsiteX4" fmla="*/ 10975 w 560618"/>
                <a:gd name="connsiteY4" fmla="*/ 0 h 1247919"/>
                <a:gd name="connsiteX0" fmla="*/ 10682 w 560325"/>
                <a:gd name="connsiteY0" fmla="*/ 0 h 1247919"/>
                <a:gd name="connsiteX1" fmla="*/ 560325 w 560325"/>
                <a:gd name="connsiteY1" fmla="*/ 260350 h 1247919"/>
                <a:gd name="connsiteX2" fmla="*/ 547625 w 560325"/>
                <a:gd name="connsiteY2" fmla="*/ 1232044 h 1247919"/>
                <a:gd name="connsiteX3" fmla="*/ 286907 w 560325"/>
                <a:gd name="connsiteY3" fmla="*/ 1247919 h 1247919"/>
                <a:gd name="connsiteX4" fmla="*/ 10682 w 560325"/>
                <a:gd name="connsiteY4" fmla="*/ 0 h 124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25" h="1247919">
                  <a:moveTo>
                    <a:pt x="10682" y="0"/>
                  </a:moveTo>
                  <a:lnTo>
                    <a:pt x="560325" y="260350"/>
                  </a:lnTo>
                  <a:lnTo>
                    <a:pt x="547625" y="1232044"/>
                  </a:lnTo>
                  <a:lnTo>
                    <a:pt x="286907" y="1247919"/>
                  </a:lnTo>
                  <a:cubicBezTo>
                    <a:pt x="243515" y="1155796"/>
                    <a:pt x="-60226" y="939848"/>
                    <a:pt x="10682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val 12">
              <a:extLst>
                <a:ext uri="{FF2B5EF4-FFF2-40B4-BE49-F238E27FC236}">
                  <a16:creationId xmlns:a16="http://schemas.microsoft.com/office/drawing/2014/main" id="{721872E4-9273-EE70-BD70-96C532470968}"/>
                </a:ext>
              </a:extLst>
            </p:cNvPr>
            <p:cNvSpPr/>
            <p:nvPr/>
          </p:nvSpPr>
          <p:spPr>
            <a:xfrm>
              <a:off x="4095751" y="4721497"/>
              <a:ext cx="385764" cy="48435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Rectangle 13">
              <a:extLst>
                <a:ext uri="{FF2B5EF4-FFF2-40B4-BE49-F238E27FC236}">
                  <a16:creationId xmlns:a16="http://schemas.microsoft.com/office/drawing/2014/main" id="{6454B6C0-83C2-F27E-8D19-79EAB583E361}"/>
                </a:ext>
              </a:extLst>
            </p:cNvPr>
            <p:cNvSpPr/>
            <p:nvPr/>
          </p:nvSpPr>
          <p:spPr>
            <a:xfrm rot="1038277">
              <a:off x="3899577" y="5075465"/>
              <a:ext cx="310895" cy="1441251"/>
            </a:xfrm>
            <a:custGeom>
              <a:avLst/>
              <a:gdLst>
                <a:gd name="connsiteX0" fmla="*/ 0 w 205425"/>
                <a:gd name="connsiteY0" fmla="*/ 0 h 1269426"/>
                <a:gd name="connsiteX1" fmla="*/ 205425 w 205425"/>
                <a:gd name="connsiteY1" fmla="*/ 0 h 1269426"/>
                <a:gd name="connsiteX2" fmla="*/ 205425 w 205425"/>
                <a:gd name="connsiteY2" fmla="*/ 1269426 h 1269426"/>
                <a:gd name="connsiteX3" fmla="*/ 0 w 205425"/>
                <a:gd name="connsiteY3" fmla="*/ 1269426 h 1269426"/>
                <a:gd name="connsiteX4" fmla="*/ 0 w 205425"/>
                <a:gd name="connsiteY4" fmla="*/ 0 h 1269426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376882"/>
                <a:gd name="connsiteY0" fmla="*/ 0 h 1533445"/>
                <a:gd name="connsiteX1" fmla="*/ 279661 w 376882"/>
                <a:gd name="connsiteY1" fmla="*/ 0 h 1533445"/>
                <a:gd name="connsiteX2" fmla="*/ 376882 w 376882"/>
                <a:gd name="connsiteY2" fmla="*/ 1533445 h 1533445"/>
                <a:gd name="connsiteX3" fmla="*/ 0 w 376882"/>
                <a:gd name="connsiteY3" fmla="*/ 1367380 h 1533445"/>
                <a:gd name="connsiteX4" fmla="*/ 74236 w 376882"/>
                <a:gd name="connsiteY4" fmla="*/ 0 h 1533445"/>
                <a:gd name="connsiteX0" fmla="*/ 74236 w 310895"/>
                <a:gd name="connsiteY0" fmla="*/ 0 h 1367380"/>
                <a:gd name="connsiteX1" fmla="*/ 279661 w 310895"/>
                <a:gd name="connsiteY1" fmla="*/ 0 h 1367380"/>
                <a:gd name="connsiteX2" fmla="*/ 310895 w 310895"/>
                <a:gd name="connsiteY2" fmla="*/ 1289623 h 1367380"/>
                <a:gd name="connsiteX3" fmla="*/ 0 w 310895"/>
                <a:gd name="connsiteY3" fmla="*/ 1367380 h 1367380"/>
                <a:gd name="connsiteX4" fmla="*/ 74236 w 310895"/>
                <a:gd name="connsiteY4" fmla="*/ 0 h 1367380"/>
                <a:gd name="connsiteX0" fmla="*/ 74236 w 310895"/>
                <a:gd name="connsiteY0" fmla="*/ 73871 h 1441251"/>
                <a:gd name="connsiteX1" fmla="*/ 276599 w 310895"/>
                <a:gd name="connsiteY1" fmla="*/ 0 h 1441251"/>
                <a:gd name="connsiteX2" fmla="*/ 310895 w 310895"/>
                <a:gd name="connsiteY2" fmla="*/ 1363494 h 1441251"/>
                <a:gd name="connsiteX3" fmla="*/ 0 w 310895"/>
                <a:gd name="connsiteY3" fmla="*/ 1441251 h 1441251"/>
                <a:gd name="connsiteX4" fmla="*/ 74236 w 310895"/>
                <a:gd name="connsiteY4" fmla="*/ 73871 h 1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895" h="1441251">
                  <a:moveTo>
                    <a:pt x="74236" y="73871"/>
                  </a:moveTo>
                  <a:lnTo>
                    <a:pt x="276599" y="0"/>
                  </a:lnTo>
                  <a:lnTo>
                    <a:pt x="310895" y="1363494"/>
                  </a:lnTo>
                  <a:lnTo>
                    <a:pt x="0" y="1441251"/>
                  </a:lnTo>
                  <a:cubicBezTo>
                    <a:pt x="111960" y="993205"/>
                    <a:pt x="133643" y="463540"/>
                    <a:pt x="74236" y="7387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Rectangle 14">
              <a:extLst>
                <a:ext uri="{FF2B5EF4-FFF2-40B4-BE49-F238E27FC236}">
                  <a16:creationId xmlns:a16="http://schemas.microsoft.com/office/drawing/2014/main" id="{8A848D37-5749-C45D-5376-BD29282A6513}"/>
                </a:ext>
              </a:extLst>
            </p:cNvPr>
            <p:cNvSpPr/>
            <p:nvPr/>
          </p:nvSpPr>
          <p:spPr>
            <a:xfrm>
              <a:off x="2820957" y="6396041"/>
              <a:ext cx="1209364" cy="377167"/>
            </a:xfrm>
            <a:custGeom>
              <a:avLst/>
              <a:gdLst>
                <a:gd name="connsiteX0" fmla="*/ 0 w 313002"/>
                <a:gd name="connsiteY0" fmla="*/ 0 h 134300"/>
                <a:gd name="connsiteX1" fmla="*/ 313002 w 313002"/>
                <a:gd name="connsiteY1" fmla="*/ 0 h 134300"/>
                <a:gd name="connsiteX2" fmla="*/ 313002 w 313002"/>
                <a:gd name="connsiteY2" fmla="*/ 134300 h 134300"/>
                <a:gd name="connsiteX3" fmla="*/ 0 w 313002"/>
                <a:gd name="connsiteY3" fmla="*/ 134300 h 134300"/>
                <a:gd name="connsiteX4" fmla="*/ 0 w 313002"/>
                <a:gd name="connsiteY4" fmla="*/ 0 h 134300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84540"/>
                <a:gd name="connsiteY0" fmla="*/ 0 h 305750"/>
                <a:gd name="connsiteX1" fmla="*/ 1179777 w 1184540"/>
                <a:gd name="connsiteY1" fmla="*/ 0 h 305750"/>
                <a:gd name="connsiteX2" fmla="*/ 1184540 w 1184540"/>
                <a:gd name="connsiteY2" fmla="*/ 305750 h 305750"/>
                <a:gd name="connsiteX3" fmla="*/ 0 w 1184540"/>
                <a:gd name="connsiteY3" fmla="*/ 253363 h 305750"/>
                <a:gd name="connsiteX4" fmla="*/ 866775 w 118454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13615"/>
                <a:gd name="connsiteX1" fmla="*/ 1179777 w 1206270"/>
                <a:gd name="connsiteY1" fmla="*/ 0 h 313615"/>
                <a:gd name="connsiteX2" fmla="*/ 1184540 w 1206270"/>
                <a:gd name="connsiteY2" fmla="*/ 305750 h 313615"/>
                <a:gd name="connsiteX3" fmla="*/ 0 w 1206270"/>
                <a:gd name="connsiteY3" fmla="*/ 253363 h 313615"/>
                <a:gd name="connsiteX4" fmla="*/ 866775 w 1206270"/>
                <a:gd name="connsiteY4" fmla="*/ 0 h 313615"/>
                <a:gd name="connsiteX0" fmla="*/ 866903 w 1206398"/>
                <a:gd name="connsiteY0" fmla="*/ 0 h 323016"/>
                <a:gd name="connsiteX1" fmla="*/ 1179905 w 1206398"/>
                <a:gd name="connsiteY1" fmla="*/ 0 h 323016"/>
                <a:gd name="connsiteX2" fmla="*/ 1184668 w 1206398"/>
                <a:gd name="connsiteY2" fmla="*/ 305750 h 323016"/>
                <a:gd name="connsiteX3" fmla="*/ 827480 w 1206398"/>
                <a:gd name="connsiteY3" fmla="*/ 266699 h 323016"/>
                <a:gd name="connsiteX4" fmla="*/ 128 w 1206398"/>
                <a:gd name="connsiteY4" fmla="*/ 253363 h 323016"/>
                <a:gd name="connsiteX5" fmla="*/ 866903 w 1206398"/>
                <a:gd name="connsiteY5" fmla="*/ 0 h 323016"/>
                <a:gd name="connsiteX0" fmla="*/ 866903 w 1206398"/>
                <a:gd name="connsiteY0" fmla="*/ 0 h 315332"/>
                <a:gd name="connsiteX1" fmla="*/ 1179905 w 1206398"/>
                <a:gd name="connsiteY1" fmla="*/ 0 h 315332"/>
                <a:gd name="connsiteX2" fmla="*/ 1184668 w 1206398"/>
                <a:gd name="connsiteY2" fmla="*/ 305750 h 315332"/>
                <a:gd name="connsiteX3" fmla="*/ 827480 w 1206398"/>
                <a:gd name="connsiteY3" fmla="*/ 266699 h 315332"/>
                <a:gd name="connsiteX4" fmla="*/ 128 w 1206398"/>
                <a:gd name="connsiteY4" fmla="*/ 253363 h 315332"/>
                <a:gd name="connsiteX5" fmla="*/ 866903 w 1206398"/>
                <a:gd name="connsiteY5" fmla="*/ 0 h 315332"/>
                <a:gd name="connsiteX0" fmla="*/ 866903 w 1185381"/>
                <a:gd name="connsiteY0" fmla="*/ 0 h 311116"/>
                <a:gd name="connsiteX1" fmla="*/ 1179905 w 1185381"/>
                <a:gd name="connsiteY1" fmla="*/ 0 h 311116"/>
                <a:gd name="connsiteX2" fmla="*/ 1151331 w 1185381"/>
                <a:gd name="connsiteY2" fmla="*/ 300988 h 311116"/>
                <a:gd name="connsiteX3" fmla="*/ 827480 w 1185381"/>
                <a:gd name="connsiteY3" fmla="*/ 266699 h 311116"/>
                <a:gd name="connsiteX4" fmla="*/ 128 w 1185381"/>
                <a:gd name="connsiteY4" fmla="*/ 253363 h 311116"/>
                <a:gd name="connsiteX5" fmla="*/ 866903 w 1185381"/>
                <a:gd name="connsiteY5" fmla="*/ 0 h 311116"/>
                <a:gd name="connsiteX0" fmla="*/ 866903 w 1192561"/>
                <a:gd name="connsiteY0" fmla="*/ 0 h 311116"/>
                <a:gd name="connsiteX1" fmla="*/ 1179905 w 1192561"/>
                <a:gd name="connsiteY1" fmla="*/ 0 h 311116"/>
                <a:gd name="connsiteX2" fmla="*/ 1151331 w 1192561"/>
                <a:gd name="connsiteY2" fmla="*/ 300988 h 311116"/>
                <a:gd name="connsiteX3" fmla="*/ 827480 w 1192561"/>
                <a:gd name="connsiteY3" fmla="*/ 266699 h 311116"/>
                <a:gd name="connsiteX4" fmla="*/ 128 w 1192561"/>
                <a:gd name="connsiteY4" fmla="*/ 253363 h 311116"/>
                <a:gd name="connsiteX5" fmla="*/ 866903 w 1192561"/>
                <a:gd name="connsiteY5" fmla="*/ 0 h 311116"/>
                <a:gd name="connsiteX0" fmla="*/ 866903 w 1192561"/>
                <a:gd name="connsiteY0" fmla="*/ 0 h 316963"/>
                <a:gd name="connsiteX1" fmla="*/ 1179905 w 1192561"/>
                <a:gd name="connsiteY1" fmla="*/ 0 h 316963"/>
                <a:gd name="connsiteX2" fmla="*/ 1151331 w 1192561"/>
                <a:gd name="connsiteY2" fmla="*/ 300988 h 316963"/>
                <a:gd name="connsiteX3" fmla="*/ 827480 w 1192561"/>
                <a:gd name="connsiteY3" fmla="*/ 266699 h 316963"/>
                <a:gd name="connsiteX4" fmla="*/ 128 w 1192561"/>
                <a:gd name="connsiteY4" fmla="*/ 253363 h 316963"/>
                <a:gd name="connsiteX5" fmla="*/ 866903 w 1192561"/>
                <a:gd name="connsiteY5" fmla="*/ 0 h 316963"/>
                <a:gd name="connsiteX0" fmla="*/ 866903 w 1202406"/>
                <a:gd name="connsiteY0" fmla="*/ 0 h 316963"/>
                <a:gd name="connsiteX1" fmla="*/ 1179905 w 1202406"/>
                <a:gd name="connsiteY1" fmla="*/ 0 h 316963"/>
                <a:gd name="connsiteX2" fmla="*/ 1151331 w 1202406"/>
                <a:gd name="connsiteY2" fmla="*/ 300988 h 316963"/>
                <a:gd name="connsiteX3" fmla="*/ 827480 w 1202406"/>
                <a:gd name="connsiteY3" fmla="*/ 266699 h 316963"/>
                <a:gd name="connsiteX4" fmla="*/ 128 w 1202406"/>
                <a:gd name="connsiteY4" fmla="*/ 253363 h 316963"/>
                <a:gd name="connsiteX5" fmla="*/ 866903 w 1202406"/>
                <a:gd name="connsiteY5" fmla="*/ 0 h 316963"/>
                <a:gd name="connsiteX0" fmla="*/ 891648 w 1227151"/>
                <a:gd name="connsiteY0" fmla="*/ 0 h 376266"/>
                <a:gd name="connsiteX1" fmla="*/ 1204650 w 1227151"/>
                <a:gd name="connsiteY1" fmla="*/ 0 h 376266"/>
                <a:gd name="connsiteX2" fmla="*/ 1176076 w 1227151"/>
                <a:gd name="connsiteY2" fmla="*/ 300988 h 376266"/>
                <a:gd name="connsiteX3" fmla="*/ 852225 w 1227151"/>
                <a:gd name="connsiteY3" fmla="*/ 266699 h 376266"/>
                <a:gd name="connsiteX4" fmla="*/ 271200 w 1227151"/>
                <a:gd name="connsiteY4" fmla="*/ 376235 h 376266"/>
                <a:gd name="connsiteX5" fmla="*/ 24873 w 1227151"/>
                <a:gd name="connsiteY5" fmla="*/ 253363 h 376266"/>
                <a:gd name="connsiteX6" fmla="*/ 891648 w 1227151"/>
                <a:gd name="connsiteY6" fmla="*/ 0 h 376266"/>
                <a:gd name="connsiteX0" fmla="*/ 898589 w 1234092"/>
                <a:gd name="connsiteY0" fmla="*/ 0 h 377167"/>
                <a:gd name="connsiteX1" fmla="*/ 1211591 w 1234092"/>
                <a:gd name="connsiteY1" fmla="*/ 0 h 377167"/>
                <a:gd name="connsiteX2" fmla="*/ 1183017 w 1234092"/>
                <a:gd name="connsiteY2" fmla="*/ 300988 h 377167"/>
                <a:gd name="connsiteX3" fmla="*/ 859166 w 1234092"/>
                <a:gd name="connsiteY3" fmla="*/ 266699 h 377167"/>
                <a:gd name="connsiteX4" fmla="*/ 278141 w 1234092"/>
                <a:gd name="connsiteY4" fmla="*/ 376235 h 377167"/>
                <a:gd name="connsiteX5" fmla="*/ 278142 w 1234092"/>
                <a:gd name="connsiteY5" fmla="*/ 247647 h 377167"/>
                <a:gd name="connsiteX6" fmla="*/ 31814 w 1234092"/>
                <a:gd name="connsiteY6" fmla="*/ 253363 h 377167"/>
                <a:gd name="connsiteX7" fmla="*/ 898589 w 1234092"/>
                <a:gd name="connsiteY7" fmla="*/ 0 h 377167"/>
                <a:gd name="connsiteX0" fmla="*/ 871304 w 1206807"/>
                <a:gd name="connsiteY0" fmla="*/ 0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71304 w 1206807"/>
                <a:gd name="connsiteY7" fmla="*/ 0 h 377167"/>
                <a:gd name="connsiteX0" fmla="*/ 890354 w 1206807"/>
                <a:gd name="connsiteY0" fmla="*/ 3175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90354 w 1206807"/>
                <a:gd name="connsiteY7" fmla="*/ 3175 h 377167"/>
                <a:gd name="connsiteX0" fmla="*/ 890354 w 1209364"/>
                <a:gd name="connsiteY0" fmla="*/ 3175 h 377167"/>
                <a:gd name="connsiteX1" fmla="*/ 1190656 w 1209364"/>
                <a:gd name="connsiteY1" fmla="*/ 0 h 377167"/>
                <a:gd name="connsiteX2" fmla="*/ 1155732 w 1209364"/>
                <a:gd name="connsiteY2" fmla="*/ 300988 h 377167"/>
                <a:gd name="connsiteX3" fmla="*/ 831881 w 1209364"/>
                <a:gd name="connsiteY3" fmla="*/ 266699 h 377167"/>
                <a:gd name="connsiteX4" fmla="*/ 250856 w 1209364"/>
                <a:gd name="connsiteY4" fmla="*/ 376235 h 377167"/>
                <a:gd name="connsiteX5" fmla="*/ 250857 w 1209364"/>
                <a:gd name="connsiteY5" fmla="*/ 247647 h 377167"/>
                <a:gd name="connsiteX6" fmla="*/ 4529 w 1209364"/>
                <a:gd name="connsiteY6" fmla="*/ 253363 h 377167"/>
                <a:gd name="connsiteX7" fmla="*/ 890354 w 1209364"/>
                <a:gd name="connsiteY7" fmla="*/ 3175 h 37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9364" h="377167">
                  <a:moveTo>
                    <a:pt x="890354" y="3175"/>
                  </a:moveTo>
                  <a:lnTo>
                    <a:pt x="1190656" y="0"/>
                  </a:lnTo>
                  <a:cubicBezTo>
                    <a:pt x="1192244" y="101917"/>
                    <a:pt x="1249394" y="194309"/>
                    <a:pt x="1155732" y="300988"/>
                  </a:cubicBezTo>
                  <a:cubicBezTo>
                    <a:pt x="1050164" y="348612"/>
                    <a:pt x="1029304" y="275430"/>
                    <a:pt x="831881" y="266699"/>
                  </a:cubicBezTo>
                  <a:cubicBezTo>
                    <a:pt x="688212" y="262572"/>
                    <a:pt x="388748" y="378458"/>
                    <a:pt x="250856" y="376235"/>
                  </a:cubicBezTo>
                  <a:cubicBezTo>
                    <a:pt x="121475" y="388935"/>
                    <a:pt x="291911" y="268126"/>
                    <a:pt x="250857" y="247647"/>
                  </a:cubicBezTo>
                  <a:cubicBezTo>
                    <a:pt x="209803" y="227168"/>
                    <a:pt x="-36173" y="267649"/>
                    <a:pt x="4529" y="253363"/>
                  </a:cubicBezTo>
                  <a:cubicBezTo>
                    <a:pt x="155341" y="-40641"/>
                    <a:pt x="725254" y="201929"/>
                    <a:pt x="890354" y="317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CC935FA-4E80-FE87-DB6A-FCBA59538416}"/>
                </a:ext>
              </a:extLst>
            </p:cNvPr>
            <p:cNvSpPr/>
            <p:nvPr/>
          </p:nvSpPr>
          <p:spPr>
            <a:xfrm>
              <a:off x="3025547" y="6584624"/>
              <a:ext cx="285750" cy="161925"/>
            </a:xfrm>
            <a:custGeom>
              <a:avLst/>
              <a:gdLst>
                <a:gd name="connsiteX0" fmla="*/ 0 w 285750"/>
                <a:gd name="connsiteY0" fmla="*/ 161925 h 161925"/>
                <a:gd name="connsiteX1" fmla="*/ 100013 w 285750"/>
                <a:gd name="connsiteY1" fmla="*/ 52387 h 161925"/>
                <a:gd name="connsiteX2" fmla="*/ 285750 w 285750"/>
                <a:gd name="connsiteY2" fmla="*/ 0 h 161925"/>
                <a:gd name="connsiteX3" fmla="*/ 285750 w 285750"/>
                <a:gd name="connsiteY3" fmla="*/ 0 h 161925"/>
                <a:gd name="connsiteX4" fmla="*/ 285750 w 285750"/>
                <a:gd name="connsiteY4" fmla="*/ 0 h 161925"/>
                <a:gd name="connsiteX5" fmla="*/ 285750 w 285750"/>
                <a:gd name="connsiteY5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161925">
                  <a:moveTo>
                    <a:pt x="0" y="161925"/>
                  </a:moveTo>
                  <a:cubicBezTo>
                    <a:pt x="26194" y="120649"/>
                    <a:pt x="52388" y="79374"/>
                    <a:pt x="100013" y="52387"/>
                  </a:cubicBezTo>
                  <a:cubicBezTo>
                    <a:pt x="147638" y="25400"/>
                    <a:pt x="285750" y="0"/>
                    <a:pt x="285750" y="0"/>
                  </a:cubicBezTo>
                  <a:lnTo>
                    <a:pt x="285750" y="0"/>
                  </a:lnTo>
                  <a:lnTo>
                    <a:pt x="285750" y="0"/>
                  </a:lnTo>
                  <a:lnTo>
                    <a:pt x="285750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val 12">
              <a:extLst>
                <a:ext uri="{FF2B5EF4-FFF2-40B4-BE49-F238E27FC236}">
                  <a16:creationId xmlns:a16="http://schemas.microsoft.com/office/drawing/2014/main" id="{C90F329B-E349-F2C6-377A-BAAEE059A6F1}"/>
                </a:ext>
              </a:extLst>
            </p:cNvPr>
            <p:cNvSpPr/>
            <p:nvPr/>
          </p:nvSpPr>
          <p:spPr>
            <a:xfrm rot="20248284">
              <a:off x="4833333" y="4466958"/>
              <a:ext cx="339427" cy="42617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Rectangle 13">
              <a:extLst>
                <a:ext uri="{FF2B5EF4-FFF2-40B4-BE49-F238E27FC236}">
                  <a16:creationId xmlns:a16="http://schemas.microsoft.com/office/drawing/2014/main" id="{120DA0CA-C194-3261-CCE2-DE7D4654AE07}"/>
                </a:ext>
              </a:extLst>
            </p:cNvPr>
            <p:cNvSpPr/>
            <p:nvPr/>
          </p:nvSpPr>
          <p:spPr>
            <a:xfrm rot="20740872">
              <a:off x="5132765" y="4790267"/>
              <a:ext cx="250163" cy="1522965"/>
            </a:xfrm>
            <a:custGeom>
              <a:avLst/>
              <a:gdLst>
                <a:gd name="connsiteX0" fmla="*/ 0 w 205425"/>
                <a:gd name="connsiteY0" fmla="*/ 0 h 1269426"/>
                <a:gd name="connsiteX1" fmla="*/ 205425 w 205425"/>
                <a:gd name="connsiteY1" fmla="*/ 0 h 1269426"/>
                <a:gd name="connsiteX2" fmla="*/ 205425 w 205425"/>
                <a:gd name="connsiteY2" fmla="*/ 1269426 h 1269426"/>
                <a:gd name="connsiteX3" fmla="*/ 0 w 205425"/>
                <a:gd name="connsiteY3" fmla="*/ 1269426 h 1269426"/>
                <a:gd name="connsiteX4" fmla="*/ 0 w 205425"/>
                <a:gd name="connsiteY4" fmla="*/ 0 h 1269426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279661"/>
                <a:gd name="connsiteY0" fmla="*/ 0 h 1367380"/>
                <a:gd name="connsiteX1" fmla="*/ 279661 w 279661"/>
                <a:gd name="connsiteY1" fmla="*/ 0 h 1367380"/>
                <a:gd name="connsiteX2" fmla="*/ 279661 w 279661"/>
                <a:gd name="connsiteY2" fmla="*/ 1269426 h 1367380"/>
                <a:gd name="connsiteX3" fmla="*/ 0 w 279661"/>
                <a:gd name="connsiteY3" fmla="*/ 1367380 h 1367380"/>
                <a:gd name="connsiteX4" fmla="*/ 74236 w 279661"/>
                <a:gd name="connsiteY4" fmla="*/ 0 h 1367380"/>
                <a:gd name="connsiteX0" fmla="*/ 74236 w 376882"/>
                <a:gd name="connsiteY0" fmla="*/ 0 h 1533445"/>
                <a:gd name="connsiteX1" fmla="*/ 279661 w 376882"/>
                <a:gd name="connsiteY1" fmla="*/ 0 h 1533445"/>
                <a:gd name="connsiteX2" fmla="*/ 376882 w 376882"/>
                <a:gd name="connsiteY2" fmla="*/ 1533445 h 1533445"/>
                <a:gd name="connsiteX3" fmla="*/ 0 w 376882"/>
                <a:gd name="connsiteY3" fmla="*/ 1367380 h 1533445"/>
                <a:gd name="connsiteX4" fmla="*/ 74236 w 376882"/>
                <a:gd name="connsiteY4" fmla="*/ 0 h 1533445"/>
                <a:gd name="connsiteX0" fmla="*/ 74236 w 310895"/>
                <a:gd name="connsiteY0" fmla="*/ 0 h 1367380"/>
                <a:gd name="connsiteX1" fmla="*/ 279661 w 310895"/>
                <a:gd name="connsiteY1" fmla="*/ 0 h 1367380"/>
                <a:gd name="connsiteX2" fmla="*/ 310895 w 310895"/>
                <a:gd name="connsiteY2" fmla="*/ 1289623 h 1367380"/>
                <a:gd name="connsiteX3" fmla="*/ 0 w 310895"/>
                <a:gd name="connsiteY3" fmla="*/ 1367380 h 1367380"/>
                <a:gd name="connsiteX4" fmla="*/ 74236 w 310895"/>
                <a:gd name="connsiteY4" fmla="*/ 0 h 1367380"/>
                <a:gd name="connsiteX0" fmla="*/ 74236 w 311432"/>
                <a:gd name="connsiteY0" fmla="*/ 0 h 1492922"/>
                <a:gd name="connsiteX1" fmla="*/ 279661 w 311432"/>
                <a:gd name="connsiteY1" fmla="*/ 0 h 1492922"/>
                <a:gd name="connsiteX2" fmla="*/ 311432 w 311432"/>
                <a:gd name="connsiteY2" fmla="*/ 1492922 h 1492922"/>
                <a:gd name="connsiteX3" fmla="*/ 0 w 311432"/>
                <a:gd name="connsiteY3" fmla="*/ 1367380 h 1492922"/>
                <a:gd name="connsiteX4" fmla="*/ 74236 w 311432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0 h 1492922"/>
                <a:gd name="connsiteX1" fmla="*/ 218392 w 250163"/>
                <a:gd name="connsiteY1" fmla="*/ 0 h 1492922"/>
                <a:gd name="connsiteX2" fmla="*/ 250163 w 250163"/>
                <a:gd name="connsiteY2" fmla="*/ 1492922 h 1492922"/>
                <a:gd name="connsiteX3" fmla="*/ 0 w 250163"/>
                <a:gd name="connsiteY3" fmla="*/ 1435447 h 1492922"/>
                <a:gd name="connsiteX4" fmla="*/ 12967 w 250163"/>
                <a:gd name="connsiteY4" fmla="*/ 0 h 1492922"/>
                <a:gd name="connsiteX0" fmla="*/ 12967 w 250163"/>
                <a:gd name="connsiteY0" fmla="*/ 30043 h 1522965"/>
                <a:gd name="connsiteX1" fmla="*/ 216230 w 250163"/>
                <a:gd name="connsiteY1" fmla="*/ 0 h 1522965"/>
                <a:gd name="connsiteX2" fmla="*/ 250163 w 250163"/>
                <a:gd name="connsiteY2" fmla="*/ 1522965 h 1522965"/>
                <a:gd name="connsiteX3" fmla="*/ 0 w 250163"/>
                <a:gd name="connsiteY3" fmla="*/ 1465490 h 1522965"/>
                <a:gd name="connsiteX4" fmla="*/ 12967 w 250163"/>
                <a:gd name="connsiteY4" fmla="*/ 30043 h 1522965"/>
                <a:gd name="connsiteX0" fmla="*/ 13113 w 250163"/>
                <a:gd name="connsiteY0" fmla="*/ 589 h 1522965"/>
                <a:gd name="connsiteX1" fmla="*/ 216230 w 250163"/>
                <a:gd name="connsiteY1" fmla="*/ 0 h 1522965"/>
                <a:gd name="connsiteX2" fmla="*/ 250163 w 250163"/>
                <a:gd name="connsiteY2" fmla="*/ 1522965 h 1522965"/>
                <a:gd name="connsiteX3" fmla="*/ 0 w 250163"/>
                <a:gd name="connsiteY3" fmla="*/ 1465490 h 1522965"/>
                <a:gd name="connsiteX4" fmla="*/ 13113 w 250163"/>
                <a:gd name="connsiteY4" fmla="*/ 589 h 1522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163" h="1522965">
                  <a:moveTo>
                    <a:pt x="13113" y="589"/>
                  </a:moveTo>
                  <a:lnTo>
                    <a:pt x="216230" y="0"/>
                  </a:lnTo>
                  <a:cubicBezTo>
                    <a:pt x="226820" y="497641"/>
                    <a:pt x="187748" y="1228364"/>
                    <a:pt x="250163" y="1522965"/>
                  </a:cubicBezTo>
                  <a:lnTo>
                    <a:pt x="0" y="1465490"/>
                  </a:lnTo>
                  <a:cubicBezTo>
                    <a:pt x="140433" y="1021435"/>
                    <a:pt x="72520" y="390258"/>
                    <a:pt x="13113" y="58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Rectangle 14">
              <a:extLst>
                <a:ext uri="{FF2B5EF4-FFF2-40B4-BE49-F238E27FC236}">
                  <a16:creationId xmlns:a16="http://schemas.microsoft.com/office/drawing/2014/main" id="{19C6EAB8-8A10-9956-8047-E5B9C2D96087}"/>
                </a:ext>
              </a:extLst>
            </p:cNvPr>
            <p:cNvSpPr/>
            <p:nvPr/>
          </p:nvSpPr>
          <p:spPr>
            <a:xfrm>
              <a:off x="4524453" y="6214021"/>
              <a:ext cx="1130774" cy="401910"/>
            </a:xfrm>
            <a:custGeom>
              <a:avLst/>
              <a:gdLst>
                <a:gd name="connsiteX0" fmla="*/ 0 w 313002"/>
                <a:gd name="connsiteY0" fmla="*/ 0 h 134300"/>
                <a:gd name="connsiteX1" fmla="*/ 313002 w 313002"/>
                <a:gd name="connsiteY1" fmla="*/ 0 h 134300"/>
                <a:gd name="connsiteX2" fmla="*/ 313002 w 313002"/>
                <a:gd name="connsiteY2" fmla="*/ 134300 h 134300"/>
                <a:gd name="connsiteX3" fmla="*/ 0 w 313002"/>
                <a:gd name="connsiteY3" fmla="*/ 134300 h 134300"/>
                <a:gd name="connsiteX4" fmla="*/ 0 w 313002"/>
                <a:gd name="connsiteY4" fmla="*/ 0 h 134300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79777"/>
                <a:gd name="connsiteY0" fmla="*/ 0 h 253363"/>
                <a:gd name="connsiteX1" fmla="*/ 1179777 w 1179777"/>
                <a:gd name="connsiteY1" fmla="*/ 0 h 253363"/>
                <a:gd name="connsiteX2" fmla="*/ 1179777 w 1179777"/>
                <a:gd name="connsiteY2" fmla="*/ 134300 h 253363"/>
                <a:gd name="connsiteX3" fmla="*/ 0 w 1179777"/>
                <a:gd name="connsiteY3" fmla="*/ 253363 h 253363"/>
                <a:gd name="connsiteX4" fmla="*/ 866775 w 1179777"/>
                <a:gd name="connsiteY4" fmla="*/ 0 h 253363"/>
                <a:gd name="connsiteX0" fmla="*/ 866775 w 1184540"/>
                <a:gd name="connsiteY0" fmla="*/ 0 h 305750"/>
                <a:gd name="connsiteX1" fmla="*/ 1179777 w 1184540"/>
                <a:gd name="connsiteY1" fmla="*/ 0 h 305750"/>
                <a:gd name="connsiteX2" fmla="*/ 1184540 w 1184540"/>
                <a:gd name="connsiteY2" fmla="*/ 305750 h 305750"/>
                <a:gd name="connsiteX3" fmla="*/ 0 w 1184540"/>
                <a:gd name="connsiteY3" fmla="*/ 253363 h 305750"/>
                <a:gd name="connsiteX4" fmla="*/ 866775 w 118454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05750"/>
                <a:gd name="connsiteX1" fmla="*/ 1179777 w 1206270"/>
                <a:gd name="connsiteY1" fmla="*/ 0 h 305750"/>
                <a:gd name="connsiteX2" fmla="*/ 1184540 w 1206270"/>
                <a:gd name="connsiteY2" fmla="*/ 305750 h 305750"/>
                <a:gd name="connsiteX3" fmla="*/ 0 w 1206270"/>
                <a:gd name="connsiteY3" fmla="*/ 253363 h 305750"/>
                <a:gd name="connsiteX4" fmla="*/ 866775 w 1206270"/>
                <a:gd name="connsiteY4" fmla="*/ 0 h 305750"/>
                <a:gd name="connsiteX0" fmla="*/ 866775 w 1206270"/>
                <a:gd name="connsiteY0" fmla="*/ 0 h 313615"/>
                <a:gd name="connsiteX1" fmla="*/ 1179777 w 1206270"/>
                <a:gd name="connsiteY1" fmla="*/ 0 h 313615"/>
                <a:gd name="connsiteX2" fmla="*/ 1184540 w 1206270"/>
                <a:gd name="connsiteY2" fmla="*/ 305750 h 313615"/>
                <a:gd name="connsiteX3" fmla="*/ 0 w 1206270"/>
                <a:gd name="connsiteY3" fmla="*/ 253363 h 313615"/>
                <a:gd name="connsiteX4" fmla="*/ 866775 w 1206270"/>
                <a:gd name="connsiteY4" fmla="*/ 0 h 313615"/>
                <a:gd name="connsiteX0" fmla="*/ 866903 w 1206398"/>
                <a:gd name="connsiteY0" fmla="*/ 0 h 323016"/>
                <a:gd name="connsiteX1" fmla="*/ 1179905 w 1206398"/>
                <a:gd name="connsiteY1" fmla="*/ 0 h 323016"/>
                <a:gd name="connsiteX2" fmla="*/ 1184668 w 1206398"/>
                <a:gd name="connsiteY2" fmla="*/ 305750 h 323016"/>
                <a:gd name="connsiteX3" fmla="*/ 827480 w 1206398"/>
                <a:gd name="connsiteY3" fmla="*/ 266699 h 323016"/>
                <a:gd name="connsiteX4" fmla="*/ 128 w 1206398"/>
                <a:gd name="connsiteY4" fmla="*/ 253363 h 323016"/>
                <a:gd name="connsiteX5" fmla="*/ 866903 w 1206398"/>
                <a:gd name="connsiteY5" fmla="*/ 0 h 323016"/>
                <a:gd name="connsiteX0" fmla="*/ 866903 w 1206398"/>
                <a:gd name="connsiteY0" fmla="*/ 0 h 315332"/>
                <a:gd name="connsiteX1" fmla="*/ 1179905 w 1206398"/>
                <a:gd name="connsiteY1" fmla="*/ 0 h 315332"/>
                <a:gd name="connsiteX2" fmla="*/ 1184668 w 1206398"/>
                <a:gd name="connsiteY2" fmla="*/ 305750 h 315332"/>
                <a:gd name="connsiteX3" fmla="*/ 827480 w 1206398"/>
                <a:gd name="connsiteY3" fmla="*/ 266699 h 315332"/>
                <a:gd name="connsiteX4" fmla="*/ 128 w 1206398"/>
                <a:gd name="connsiteY4" fmla="*/ 253363 h 315332"/>
                <a:gd name="connsiteX5" fmla="*/ 866903 w 1206398"/>
                <a:gd name="connsiteY5" fmla="*/ 0 h 315332"/>
                <a:gd name="connsiteX0" fmla="*/ 866903 w 1185381"/>
                <a:gd name="connsiteY0" fmla="*/ 0 h 311116"/>
                <a:gd name="connsiteX1" fmla="*/ 1179905 w 1185381"/>
                <a:gd name="connsiteY1" fmla="*/ 0 h 311116"/>
                <a:gd name="connsiteX2" fmla="*/ 1151331 w 1185381"/>
                <a:gd name="connsiteY2" fmla="*/ 300988 h 311116"/>
                <a:gd name="connsiteX3" fmla="*/ 827480 w 1185381"/>
                <a:gd name="connsiteY3" fmla="*/ 266699 h 311116"/>
                <a:gd name="connsiteX4" fmla="*/ 128 w 1185381"/>
                <a:gd name="connsiteY4" fmla="*/ 253363 h 311116"/>
                <a:gd name="connsiteX5" fmla="*/ 866903 w 1185381"/>
                <a:gd name="connsiteY5" fmla="*/ 0 h 311116"/>
                <a:gd name="connsiteX0" fmla="*/ 866903 w 1192561"/>
                <a:gd name="connsiteY0" fmla="*/ 0 h 311116"/>
                <a:gd name="connsiteX1" fmla="*/ 1179905 w 1192561"/>
                <a:gd name="connsiteY1" fmla="*/ 0 h 311116"/>
                <a:gd name="connsiteX2" fmla="*/ 1151331 w 1192561"/>
                <a:gd name="connsiteY2" fmla="*/ 300988 h 311116"/>
                <a:gd name="connsiteX3" fmla="*/ 827480 w 1192561"/>
                <a:gd name="connsiteY3" fmla="*/ 266699 h 311116"/>
                <a:gd name="connsiteX4" fmla="*/ 128 w 1192561"/>
                <a:gd name="connsiteY4" fmla="*/ 253363 h 311116"/>
                <a:gd name="connsiteX5" fmla="*/ 866903 w 1192561"/>
                <a:gd name="connsiteY5" fmla="*/ 0 h 311116"/>
                <a:gd name="connsiteX0" fmla="*/ 866903 w 1192561"/>
                <a:gd name="connsiteY0" fmla="*/ 0 h 316963"/>
                <a:gd name="connsiteX1" fmla="*/ 1179905 w 1192561"/>
                <a:gd name="connsiteY1" fmla="*/ 0 h 316963"/>
                <a:gd name="connsiteX2" fmla="*/ 1151331 w 1192561"/>
                <a:gd name="connsiteY2" fmla="*/ 300988 h 316963"/>
                <a:gd name="connsiteX3" fmla="*/ 827480 w 1192561"/>
                <a:gd name="connsiteY3" fmla="*/ 266699 h 316963"/>
                <a:gd name="connsiteX4" fmla="*/ 128 w 1192561"/>
                <a:gd name="connsiteY4" fmla="*/ 253363 h 316963"/>
                <a:gd name="connsiteX5" fmla="*/ 866903 w 1192561"/>
                <a:gd name="connsiteY5" fmla="*/ 0 h 316963"/>
                <a:gd name="connsiteX0" fmla="*/ 866903 w 1202406"/>
                <a:gd name="connsiteY0" fmla="*/ 0 h 316963"/>
                <a:gd name="connsiteX1" fmla="*/ 1179905 w 1202406"/>
                <a:gd name="connsiteY1" fmla="*/ 0 h 316963"/>
                <a:gd name="connsiteX2" fmla="*/ 1151331 w 1202406"/>
                <a:gd name="connsiteY2" fmla="*/ 300988 h 316963"/>
                <a:gd name="connsiteX3" fmla="*/ 827480 w 1202406"/>
                <a:gd name="connsiteY3" fmla="*/ 266699 h 316963"/>
                <a:gd name="connsiteX4" fmla="*/ 128 w 1202406"/>
                <a:gd name="connsiteY4" fmla="*/ 253363 h 316963"/>
                <a:gd name="connsiteX5" fmla="*/ 866903 w 1202406"/>
                <a:gd name="connsiteY5" fmla="*/ 0 h 316963"/>
                <a:gd name="connsiteX0" fmla="*/ 891648 w 1227151"/>
                <a:gd name="connsiteY0" fmla="*/ 0 h 376266"/>
                <a:gd name="connsiteX1" fmla="*/ 1204650 w 1227151"/>
                <a:gd name="connsiteY1" fmla="*/ 0 h 376266"/>
                <a:gd name="connsiteX2" fmla="*/ 1176076 w 1227151"/>
                <a:gd name="connsiteY2" fmla="*/ 300988 h 376266"/>
                <a:gd name="connsiteX3" fmla="*/ 852225 w 1227151"/>
                <a:gd name="connsiteY3" fmla="*/ 266699 h 376266"/>
                <a:gd name="connsiteX4" fmla="*/ 271200 w 1227151"/>
                <a:gd name="connsiteY4" fmla="*/ 376235 h 376266"/>
                <a:gd name="connsiteX5" fmla="*/ 24873 w 1227151"/>
                <a:gd name="connsiteY5" fmla="*/ 253363 h 376266"/>
                <a:gd name="connsiteX6" fmla="*/ 891648 w 1227151"/>
                <a:gd name="connsiteY6" fmla="*/ 0 h 376266"/>
                <a:gd name="connsiteX0" fmla="*/ 898589 w 1234092"/>
                <a:gd name="connsiteY0" fmla="*/ 0 h 377167"/>
                <a:gd name="connsiteX1" fmla="*/ 1211591 w 1234092"/>
                <a:gd name="connsiteY1" fmla="*/ 0 h 377167"/>
                <a:gd name="connsiteX2" fmla="*/ 1183017 w 1234092"/>
                <a:gd name="connsiteY2" fmla="*/ 300988 h 377167"/>
                <a:gd name="connsiteX3" fmla="*/ 859166 w 1234092"/>
                <a:gd name="connsiteY3" fmla="*/ 266699 h 377167"/>
                <a:gd name="connsiteX4" fmla="*/ 278141 w 1234092"/>
                <a:gd name="connsiteY4" fmla="*/ 376235 h 377167"/>
                <a:gd name="connsiteX5" fmla="*/ 278142 w 1234092"/>
                <a:gd name="connsiteY5" fmla="*/ 247647 h 377167"/>
                <a:gd name="connsiteX6" fmla="*/ 31814 w 1234092"/>
                <a:gd name="connsiteY6" fmla="*/ 253363 h 377167"/>
                <a:gd name="connsiteX7" fmla="*/ 898589 w 1234092"/>
                <a:gd name="connsiteY7" fmla="*/ 0 h 377167"/>
                <a:gd name="connsiteX0" fmla="*/ 871304 w 1206807"/>
                <a:gd name="connsiteY0" fmla="*/ 0 h 377167"/>
                <a:gd name="connsiteX1" fmla="*/ 1184306 w 1206807"/>
                <a:gd name="connsiteY1" fmla="*/ 0 h 377167"/>
                <a:gd name="connsiteX2" fmla="*/ 1155732 w 1206807"/>
                <a:gd name="connsiteY2" fmla="*/ 300988 h 377167"/>
                <a:gd name="connsiteX3" fmla="*/ 831881 w 1206807"/>
                <a:gd name="connsiteY3" fmla="*/ 266699 h 377167"/>
                <a:gd name="connsiteX4" fmla="*/ 250856 w 1206807"/>
                <a:gd name="connsiteY4" fmla="*/ 376235 h 377167"/>
                <a:gd name="connsiteX5" fmla="*/ 250857 w 1206807"/>
                <a:gd name="connsiteY5" fmla="*/ 247647 h 377167"/>
                <a:gd name="connsiteX6" fmla="*/ 4529 w 1206807"/>
                <a:gd name="connsiteY6" fmla="*/ 253363 h 377167"/>
                <a:gd name="connsiteX7" fmla="*/ 871304 w 1206807"/>
                <a:gd name="connsiteY7" fmla="*/ 0 h 377167"/>
                <a:gd name="connsiteX0" fmla="*/ 871304 w 1226289"/>
                <a:gd name="connsiteY0" fmla="*/ 0 h 377167"/>
                <a:gd name="connsiteX1" fmla="*/ 1184306 w 1226289"/>
                <a:gd name="connsiteY1" fmla="*/ 0 h 377167"/>
                <a:gd name="connsiteX2" fmla="*/ 1184307 w 1226289"/>
                <a:gd name="connsiteY2" fmla="*/ 240663 h 377167"/>
                <a:gd name="connsiteX3" fmla="*/ 831881 w 1226289"/>
                <a:gd name="connsiteY3" fmla="*/ 266699 h 377167"/>
                <a:gd name="connsiteX4" fmla="*/ 250856 w 1226289"/>
                <a:gd name="connsiteY4" fmla="*/ 376235 h 377167"/>
                <a:gd name="connsiteX5" fmla="*/ 250857 w 1226289"/>
                <a:gd name="connsiteY5" fmla="*/ 247647 h 377167"/>
                <a:gd name="connsiteX6" fmla="*/ 4529 w 1226289"/>
                <a:gd name="connsiteY6" fmla="*/ 253363 h 377167"/>
                <a:gd name="connsiteX7" fmla="*/ 871304 w 1226289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40663 h 377167"/>
                <a:gd name="connsiteX3" fmla="*/ 831881 w 1218170"/>
                <a:gd name="connsiteY3" fmla="*/ 2666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40663 h 377167"/>
                <a:gd name="connsiteX3" fmla="*/ 831881 w 1218170"/>
                <a:gd name="connsiteY3" fmla="*/ 2793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377167"/>
                <a:gd name="connsiteX1" fmla="*/ 1146206 w 1218170"/>
                <a:gd name="connsiteY1" fmla="*/ 6350 h 377167"/>
                <a:gd name="connsiteX2" fmla="*/ 1184307 w 1218170"/>
                <a:gd name="connsiteY2" fmla="*/ 259713 h 377167"/>
                <a:gd name="connsiteX3" fmla="*/ 831881 w 1218170"/>
                <a:gd name="connsiteY3" fmla="*/ 279399 h 377167"/>
                <a:gd name="connsiteX4" fmla="*/ 250856 w 1218170"/>
                <a:gd name="connsiteY4" fmla="*/ 376235 h 377167"/>
                <a:gd name="connsiteX5" fmla="*/ 250857 w 1218170"/>
                <a:gd name="connsiteY5" fmla="*/ 247647 h 377167"/>
                <a:gd name="connsiteX6" fmla="*/ 4529 w 1218170"/>
                <a:gd name="connsiteY6" fmla="*/ 253363 h 377167"/>
                <a:gd name="connsiteX7" fmla="*/ 871304 w 1218170"/>
                <a:gd name="connsiteY7" fmla="*/ 0 h 377167"/>
                <a:gd name="connsiteX0" fmla="*/ 871304 w 1218170"/>
                <a:gd name="connsiteY0" fmla="*/ 0 h 402415"/>
                <a:gd name="connsiteX1" fmla="*/ 1146206 w 1218170"/>
                <a:gd name="connsiteY1" fmla="*/ 6350 h 402415"/>
                <a:gd name="connsiteX2" fmla="*/ 1184307 w 1218170"/>
                <a:gd name="connsiteY2" fmla="*/ 259713 h 402415"/>
                <a:gd name="connsiteX3" fmla="*/ 831881 w 1218170"/>
                <a:gd name="connsiteY3" fmla="*/ 279399 h 402415"/>
                <a:gd name="connsiteX4" fmla="*/ 85756 w 1218170"/>
                <a:gd name="connsiteY4" fmla="*/ 401635 h 402415"/>
                <a:gd name="connsiteX5" fmla="*/ 250857 w 1218170"/>
                <a:gd name="connsiteY5" fmla="*/ 247647 h 402415"/>
                <a:gd name="connsiteX6" fmla="*/ 4529 w 1218170"/>
                <a:gd name="connsiteY6" fmla="*/ 253363 h 402415"/>
                <a:gd name="connsiteX7" fmla="*/ 871304 w 1218170"/>
                <a:gd name="connsiteY7" fmla="*/ 0 h 402415"/>
                <a:gd name="connsiteX0" fmla="*/ 870562 w 1217428"/>
                <a:gd name="connsiteY0" fmla="*/ 0 h 402158"/>
                <a:gd name="connsiteX1" fmla="*/ 1145464 w 1217428"/>
                <a:gd name="connsiteY1" fmla="*/ 6350 h 402158"/>
                <a:gd name="connsiteX2" fmla="*/ 1183565 w 1217428"/>
                <a:gd name="connsiteY2" fmla="*/ 259713 h 402158"/>
                <a:gd name="connsiteX3" fmla="*/ 831139 w 1217428"/>
                <a:gd name="connsiteY3" fmla="*/ 279399 h 402158"/>
                <a:gd name="connsiteX4" fmla="*/ 85014 w 1217428"/>
                <a:gd name="connsiteY4" fmla="*/ 401635 h 402158"/>
                <a:gd name="connsiteX5" fmla="*/ 304090 w 1217428"/>
                <a:gd name="connsiteY5" fmla="*/ 171447 h 402158"/>
                <a:gd name="connsiteX6" fmla="*/ 3787 w 1217428"/>
                <a:gd name="connsiteY6" fmla="*/ 253363 h 402158"/>
                <a:gd name="connsiteX7" fmla="*/ 870562 w 1217428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58"/>
                <a:gd name="connsiteX1" fmla="*/ 1086899 w 1158863"/>
                <a:gd name="connsiteY1" fmla="*/ 6350 h 402158"/>
                <a:gd name="connsiteX2" fmla="*/ 1125000 w 1158863"/>
                <a:gd name="connsiteY2" fmla="*/ 259713 h 402158"/>
                <a:gd name="connsiteX3" fmla="*/ 772574 w 1158863"/>
                <a:gd name="connsiteY3" fmla="*/ 279399 h 402158"/>
                <a:gd name="connsiteX4" fmla="*/ 26449 w 1158863"/>
                <a:gd name="connsiteY4" fmla="*/ 401635 h 402158"/>
                <a:gd name="connsiteX5" fmla="*/ 245525 w 1158863"/>
                <a:gd name="connsiteY5" fmla="*/ 171447 h 402158"/>
                <a:gd name="connsiteX6" fmla="*/ 275422 w 1158863"/>
                <a:gd name="connsiteY6" fmla="*/ 120013 h 402158"/>
                <a:gd name="connsiteX7" fmla="*/ 811997 w 1158863"/>
                <a:gd name="connsiteY7" fmla="*/ 0 h 402158"/>
                <a:gd name="connsiteX0" fmla="*/ 811997 w 1158863"/>
                <a:gd name="connsiteY0" fmla="*/ 0 h 402180"/>
                <a:gd name="connsiteX1" fmla="*/ 1086899 w 1158863"/>
                <a:gd name="connsiteY1" fmla="*/ 6350 h 402180"/>
                <a:gd name="connsiteX2" fmla="*/ 1125000 w 1158863"/>
                <a:gd name="connsiteY2" fmla="*/ 259713 h 402180"/>
                <a:gd name="connsiteX3" fmla="*/ 772574 w 1158863"/>
                <a:gd name="connsiteY3" fmla="*/ 279399 h 402180"/>
                <a:gd name="connsiteX4" fmla="*/ 26449 w 1158863"/>
                <a:gd name="connsiteY4" fmla="*/ 401635 h 402180"/>
                <a:gd name="connsiteX5" fmla="*/ 245525 w 1158863"/>
                <a:gd name="connsiteY5" fmla="*/ 180972 h 402180"/>
                <a:gd name="connsiteX6" fmla="*/ 275422 w 1158863"/>
                <a:gd name="connsiteY6" fmla="*/ 120013 h 402180"/>
                <a:gd name="connsiteX7" fmla="*/ 811997 w 1158863"/>
                <a:gd name="connsiteY7" fmla="*/ 0 h 402180"/>
                <a:gd name="connsiteX0" fmla="*/ 785548 w 1132414"/>
                <a:gd name="connsiteY0" fmla="*/ 0 h 401663"/>
                <a:gd name="connsiteX1" fmla="*/ 1060450 w 1132414"/>
                <a:gd name="connsiteY1" fmla="*/ 6350 h 401663"/>
                <a:gd name="connsiteX2" fmla="*/ 1098551 w 1132414"/>
                <a:gd name="connsiteY2" fmla="*/ 259713 h 401663"/>
                <a:gd name="connsiteX3" fmla="*/ 746125 w 1132414"/>
                <a:gd name="connsiteY3" fmla="*/ 279399 h 401663"/>
                <a:gd name="connsiteX4" fmla="*/ 0 w 1132414"/>
                <a:gd name="connsiteY4" fmla="*/ 401635 h 401663"/>
                <a:gd name="connsiteX5" fmla="*/ 219076 w 1132414"/>
                <a:gd name="connsiteY5" fmla="*/ 180972 h 401663"/>
                <a:gd name="connsiteX6" fmla="*/ 248973 w 1132414"/>
                <a:gd name="connsiteY6" fmla="*/ 120013 h 401663"/>
                <a:gd name="connsiteX7" fmla="*/ 785548 w 1132414"/>
                <a:gd name="connsiteY7" fmla="*/ 0 h 401663"/>
                <a:gd name="connsiteX0" fmla="*/ 785548 w 1132414"/>
                <a:gd name="connsiteY0" fmla="*/ 0 h 401635"/>
                <a:gd name="connsiteX1" fmla="*/ 1060450 w 1132414"/>
                <a:gd name="connsiteY1" fmla="*/ 6350 h 401635"/>
                <a:gd name="connsiteX2" fmla="*/ 1098551 w 1132414"/>
                <a:gd name="connsiteY2" fmla="*/ 259713 h 401635"/>
                <a:gd name="connsiteX3" fmla="*/ 746125 w 1132414"/>
                <a:gd name="connsiteY3" fmla="*/ 279399 h 401635"/>
                <a:gd name="connsiteX4" fmla="*/ 0 w 1132414"/>
                <a:gd name="connsiteY4" fmla="*/ 401635 h 401635"/>
                <a:gd name="connsiteX5" fmla="*/ 219076 w 1132414"/>
                <a:gd name="connsiteY5" fmla="*/ 180972 h 401635"/>
                <a:gd name="connsiteX6" fmla="*/ 248973 w 1132414"/>
                <a:gd name="connsiteY6" fmla="*/ 120013 h 401635"/>
                <a:gd name="connsiteX7" fmla="*/ 785548 w 1132414"/>
                <a:gd name="connsiteY7" fmla="*/ 0 h 401635"/>
                <a:gd name="connsiteX0" fmla="*/ 785548 w 1132414"/>
                <a:gd name="connsiteY0" fmla="*/ 0 h 407120"/>
                <a:gd name="connsiteX1" fmla="*/ 1060450 w 1132414"/>
                <a:gd name="connsiteY1" fmla="*/ 6350 h 407120"/>
                <a:gd name="connsiteX2" fmla="*/ 1098551 w 1132414"/>
                <a:gd name="connsiteY2" fmla="*/ 259713 h 407120"/>
                <a:gd name="connsiteX3" fmla="*/ 746125 w 1132414"/>
                <a:gd name="connsiteY3" fmla="*/ 279399 h 407120"/>
                <a:gd name="connsiteX4" fmla="*/ 415847 w 1132414"/>
                <a:gd name="connsiteY4" fmla="*/ 355054 h 407120"/>
                <a:gd name="connsiteX5" fmla="*/ 0 w 1132414"/>
                <a:gd name="connsiteY5" fmla="*/ 401635 h 407120"/>
                <a:gd name="connsiteX6" fmla="*/ 219076 w 1132414"/>
                <a:gd name="connsiteY6" fmla="*/ 180972 h 407120"/>
                <a:gd name="connsiteX7" fmla="*/ 248973 w 1132414"/>
                <a:gd name="connsiteY7" fmla="*/ 120013 h 407120"/>
                <a:gd name="connsiteX8" fmla="*/ 785548 w 1132414"/>
                <a:gd name="connsiteY8" fmla="*/ 0 h 407120"/>
                <a:gd name="connsiteX0" fmla="*/ 785548 w 1132414"/>
                <a:gd name="connsiteY0" fmla="*/ 0 h 404675"/>
                <a:gd name="connsiteX1" fmla="*/ 1060450 w 1132414"/>
                <a:gd name="connsiteY1" fmla="*/ 6350 h 404675"/>
                <a:gd name="connsiteX2" fmla="*/ 1098551 w 1132414"/>
                <a:gd name="connsiteY2" fmla="*/ 259713 h 404675"/>
                <a:gd name="connsiteX3" fmla="*/ 746125 w 1132414"/>
                <a:gd name="connsiteY3" fmla="*/ 279399 h 404675"/>
                <a:gd name="connsiteX4" fmla="*/ 415847 w 1132414"/>
                <a:gd name="connsiteY4" fmla="*/ 355054 h 404675"/>
                <a:gd name="connsiteX5" fmla="*/ 0 w 1132414"/>
                <a:gd name="connsiteY5" fmla="*/ 401635 h 404675"/>
                <a:gd name="connsiteX6" fmla="*/ 219076 w 1132414"/>
                <a:gd name="connsiteY6" fmla="*/ 180972 h 404675"/>
                <a:gd name="connsiteX7" fmla="*/ 248973 w 1132414"/>
                <a:gd name="connsiteY7" fmla="*/ 120013 h 404675"/>
                <a:gd name="connsiteX8" fmla="*/ 785548 w 1132414"/>
                <a:gd name="connsiteY8" fmla="*/ 0 h 404675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48973 w 1132414"/>
                <a:gd name="connsiteY7" fmla="*/ 12001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48973 w 1132414"/>
                <a:gd name="connsiteY7" fmla="*/ 12001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32414"/>
                <a:gd name="connsiteY0" fmla="*/ 0 h 401910"/>
                <a:gd name="connsiteX1" fmla="*/ 1060450 w 1132414"/>
                <a:gd name="connsiteY1" fmla="*/ 6350 h 401910"/>
                <a:gd name="connsiteX2" fmla="*/ 1098551 w 1132414"/>
                <a:gd name="connsiteY2" fmla="*/ 259713 h 401910"/>
                <a:gd name="connsiteX3" fmla="*/ 746125 w 1132414"/>
                <a:gd name="connsiteY3" fmla="*/ 279399 h 401910"/>
                <a:gd name="connsiteX4" fmla="*/ 415847 w 1132414"/>
                <a:gd name="connsiteY4" fmla="*/ 355054 h 401910"/>
                <a:gd name="connsiteX5" fmla="*/ 0 w 1132414"/>
                <a:gd name="connsiteY5" fmla="*/ 401635 h 401910"/>
                <a:gd name="connsiteX6" fmla="*/ 219076 w 1132414"/>
                <a:gd name="connsiteY6" fmla="*/ 180972 h 401910"/>
                <a:gd name="connsiteX7" fmla="*/ 258498 w 1132414"/>
                <a:gd name="connsiteY7" fmla="*/ 113663 h 401910"/>
                <a:gd name="connsiteX8" fmla="*/ 785548 w 1132414"/>
                <a:gd name="connsiteY8" fmla="*/ 0 h 401910"/>
                <a:gd name="connsiteX0" fmla="*/ 785548 w 1129078"/>
                <a:gd name="connsiteY0" fmla="*/ 0 h 401910"/>
                <a:gd name="connsiteX1" fmla="*/ 1039019 w 1129078"/>
                <a:gd name="connsiteY1" fmla="*/ 6350 h 401910"/>
                <a:gd name="connsiteX2" fmla="*/ 1098551 w 1129078"/>
                <a:gd name="connsiteY2" fmla="*/ 259713 h 401910"/>
                <a:gd name="connsiteX3" fmla="*/ 746125 w 1129078"/>
                <a:gd name="connsiteY3" fmla="*/ 279399 h 401910"/>
                <a:gd name="connsiteX4" fmla="*/ 415847 w 1129078"/>
                <a:gd name="connsiteY4" fmla="*/ 355054 h 401910"/>
                <a:gd name="connsiteX5" fmla="*/ 0 w 1129078"/>
                <a:gd name="connsiteY5" fmla="*/ 401635 h 401910"/>
                <a:gd name="connsiteX6" fmla="*/ 219076 w 1129078"/>
                <a:gd name="connsiteY6" fmla="*/ 180972 h 401910"/>
                <a:gd name="connsiteX7" fmla="*/ 258498 w 1129078"/>
                <a:gd name="connsiteY7" fmla="*/ 113663 h 401910"/>
                <a:gd name="connsiteX8" fmla="*/ 785548 w 1129078"/>
                <a:gd name="connsiteY8" fmla="*/ 0 h 401910"/>
                <a:gd name="connsiteX0" fmla="*/ 785548 w 1133123"/>
                <a:gd name="connsiteY0" fmla="*/ 0 h 401910"/>
                <a:gd name="connsiteX1" fmla="*/ 1039019 w 1133123"/>
                <a:gd name="connsiteY1" fmla="*/ 6350 h 401910"/>
                <a:gd name="connsiteX2" fmla="*/ 1098551 w 1133123"/>
                <a:gd name="connsiteY2" fmla="*/ 259713 h 401910"/>
                <a:gd name="connsiteX3" fmla="*/ 746125 w 1133123"/>
                <a:gd name="connsiteY3" fmla="*/ 279399 h 401910"/>
                <a:gd name="connsiteX4" fmla="*/ 415847 w 1133123"/>
                <a:gd name="connsiteY4" fmla="*/ 355054 h 401910"/>
                <a:gd name="connsiteX5" fmla="*/ 0 w 1133123"/>
                <a:gd name="connsiteY5" fmla="*/ 401635 h 401910"/>
                <a:gd name="connsiteX6" fmla="*/ 219076 w 1133123"/>
                <a:gd name="connsiteY6" fmla="*/ 180972 h 401910"/>
                <a:gd name="connsiteX7" fmla="*/ 258498 w 1133123"/>
                <a:gd name="connsiteY7" fmla="*/ 113663 h 401910"/>
                <a:gd name="connsiteX8" fmla="*/ 785548 w 1133123"/>
                <a:gd name="connsiteY8" fmla="*/ 0 h 401910"/>
                <a:gd name="connsiteX0" fmla="*/ 785548 w 1130058"/>
                <a:gd name="connsiteY0" fmla="*/ 0 h 401910"/>
                <a:gd name="connsiteX1" fmla="*/ 1019969 w 1130058"/>
                <a:gd name="connsiteY1" fmla="*/ 9525 h 401910"/>
                <a:gd name="connsiteX2" fmla="*/ 1098551 w 1130058"/>
                <a:gd name="connsiteY2" fmla="*/ 259713 h 401910"/>
                <a:gd name="connsiteX3" fmla="*/ 746125 w 1130058"/>
                <a:gd name="connsiteY3" fmla="*/ 279399 h 401910"/>
                <a:gd name="connsiteX4" fmla="*/ 415847 w 1130058"/>
                <a:gd name="connsiteY4" fmla="*/ 355054 h 401910"/>
                <a:gd name="connsiteX5" fmla="*/ 0 w 1130058"/>
                <a:gd name="connsiteY5" fmla="*/ 401635 h 401910"/>
                <a:gd name="connsiteX6" fmla="*/ 219076 w 1130058"/>
                <a:gd name="connsiteY6" fmla="*/ 180972 h 401910"/>
                <a:gd name="connsiteX7" fmla="*/ 258498 w 1130058"/>
                <a:gd name="connsiteY7" fmla="*/ 113663 h 401910"/>
                <a:gd name="connsiteX8" fmla="*/ 785548 w 1130058"/>
                <a:gd name="connsiteY8" fmla="*/ 0 h 401910"/>
                <a:gd name="connsiteX0" fmla="*/ 785548 w 1132304"/>
                <a:gd name="connsiteY0" fmla="*/ 0 h 401910"/>
                <a:gd name="connsiteX1" fmla="*/ 1034257 w 1132304"/>
                <a:gd name="connsiteY1" fmla="*/ 9525 h 401910"/>
                <a:gd name="connsiteX2" fmla="*/ 1098551 w 1132304"/>
                <a:gd name="connsiteY2" fmla="*/ 259713 h 401910"/>
                <a:gd name="connsiteX3" fmla="*/ 746125 w 1132304"/>
                <a:gd name="connsiteY3" fmla="*/ 279399 h 401910"/>
                <a:gd name="connsiteX4" fmla="*/ 415847 w 1132304"/>
                <a:gd name="connsiteY4" fmla="*/ 355054 h 401910"/>
                <a:gd name="connsiteX5" fmla="*/ 0 w 1132304"/>
                <a:gd name="connsiteY5" fmla="*/ 401635 h 401910"/>
                <a:gd name="connsiteX6" fmla="*/ 219076 w 1132304"/>
                <a:gd name="connsiteY6" fmla="*/ 180972 h 401910"/>
                <a:gd name="connsiteX7" fmla="*/ 258498 w 1132304"/>
                <a:gd name="connsiteY7" fmla="*/ 113663 h 401910"/>
                <a:gd name="connsiteX8" fmla="*/ 785548 w 113230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  <a:gd name="connsiteX0" fmla="*/ 785548 w 1130774"/>
                <a:gd name="connsiteY0" fmla="*/ 0 h 401910"/>
                <a:gd name="connsiteX1" fmla="*/ 1024732 w 1130774"/>
                <a:gd name="connsiteY1" fmla="*/ 9525 h 401910"/>
                <a:gd name="connsiteX2" fmla="*/ 1098551 w 1130774"/>
                <a:gd name="connsiteY2" fmla="*/ 259713 h 401910"/>
                <a:gd name="connsiteX3" fmla="*/ 746125 w 1130774"/>
                <a:gd name="connsiteY3" fmla="*/ 279399 h 401910"/>
                <a:gd name="connsiteX4" fmla="*/ 415847 w 1130774"/>
                <a:gd name="connsiteY4" fmla="*/ 355054 h 401910"/>
                <a:gd name="connsiteX5" fmla="*/ 0 w 1130774"/>
                <a:gd name="connsiteY5" fmla="*/ 401635 h 401910"/>
                <a:gd name="connsiteX6" fmla="*/ 219076 w 1130774"/>
                <a:gd name="connsiteY6" fmla="*/ 180972 h 401910"/>
                <a:gd name="connsiteX7" fmla="*/ 258498 w 1130774"/>
                <a:gd name="connsiteY7" fmla="*/ 113663 h 401910"/>
                <a:gd name="connsiteX8" fmla="*/ 785548 w 1130774"/>
                <a:gd name="connsiteY8" fmla="*/ 0 h 401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74" h="401910">
                  <a:moveTo>
                    <a:pt x="785548" y="0"/>
                  </a:moveTo>
                  <a:lnTo>
                    <a:pt x="1024732" y="9525"/>
                  </a:lnTo>
                  <a:cubicBezTo>
                    <a:pt x="1054895" y="104298"/>
                    <a:pt x="1192213" y="153034"/>
                    <a:pt x="1098551" y="259713"/>
                  </a:cubicBezTo>
                  <a:cubicBezTo>
                    <a:pt x="992983" y="307337"/>
                    <a:pt x="943548" y="288130"/>
                    <a:pt x="746125" y="279399"/>
                  </a:cubicBezTo>
                  <a:cubicBezTo>
                    <a:pt x="631812" y="287881"/>
                    <a:pt x="540201" y="334681"/>
                    <a:pt x="415847" y="355054"/>
                  </a:cubicBezTo>
                  <a:cubicBezTo>
                    <a:pt x="167668" y="321452"/>
                    <a:pt x="32266" y="407365"/>
                    <a:pt x="0" y="401635"/>
                  </a:cubicBezTo>
                  <a:cubicBezTo>
                    <a:pt x="45244" y="198435"/>
                    <a:pt x="260130" y="201451"/>
                    <a:pt x="219076" y="180972"/>
                  </a:cubicBezTo>
                  <a:cubicBezTo>
                    <a:pt x="211359" y="120805"/>
                    <a:pt x="232877" y="125568"/>
                    <a:pt x="258498" y="113663"/>
                  </a:cubicBezTo>
                  <a:cubicBezTo>
                    <a:pt x="399785" y="64134"/>
                    <a:pt x="680773" y="214629"/>
                    <a:pt x="785548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49172E9-6BA7-6BA3-5FCE-C8EB0EA2D961}"/>
                </a:ext>
              </a:extLst>
            </p:cNvPr>
            <p:cNvCxnSpPr>
              <a:stCxn id="69" idx="1"/>
            </p:cNvCxnSpPr>
            <p:nvPr/>
          </p:nvCxnSpPr>
          <p:spPr>
            <a:xfrm flipH="1">
              <a:off x="3522915" y="654050"/>
              <a:ext cx="610934" cy="8122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989411D-63A7-01E1-B095-421F6FDF1F42}"/>
                </a:ext>
              </a:extLst>
            </p:cNvPr>
            <p:cNvSpPr/>
            <p:nvPr/>
          </p:nvSpPr>
          <p:spPr>
            <a:xfrm>
              <a:off x="3864223" y="591389"/>
              <a:ext cx="88652" cy="45719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277A80D-8D1C-2B18-A2B9-E797814F9E96}"/>
                </a:ext>
              </a:extLst>
            </p:cNvPr>
            <p:cNvSpPr/>
            <p:nvPr/>
          </p:nvSpPr>
          <p:spPr>
            <a:xfrm>
              <a:off x="4095751" y="469408"/>
              <a:ext cx="209549" cy="123709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3D7DD02-4CB6-B848-7362-035471756DBB}"/>
                </a:ext>
              </a:extLst>
            </p:cNvPr>
            <p:cNvSpPr/>
            <p:nvPr/>
          </p:nvSpPr>
          <p:spPr>
            <a:xfrm>
              <a:off x="4159110" y="480152"/>
              <a:ext cx="82830" cy="8283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Rectangle 9">
              <a:extLst>
                <a:ext uri="{FF2B5EF4-FFF2-40B4-BE49-F238E27FC236}">
                  <a16:creationId xmlns:a16="http://schemas.microsoft.com/office/drawing/2014/main" id="{B5F02EC2-9056-A5E2-4A06-4F02D036F738}"/>
                </a:ext>
              </a:extLst>
            </p:cNvPr>
            <p:cNvSpPr/>
            <p:nvPr/>
          </p:nvSpPr>
          <p:spPr>
            <a:xfrm>
              <a:off x="3588624" y="2706565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Rectangle 9">
              <a:extLst>
                <a:ext uri="{FF2B5EF4-FFF2-40B4-BE49-F238E27FC236}">
                  <a16:creationId xmlns:a16="http://schemas.microsoft.com/office/drawing/2014/main" id="{FE8DD608-8F77-4DF4-3BB5-BA6846622742}"/>
                </a:ext>
              </a:extLst>
            </p:cNvPr>
            <p:cNvSpPr/>
            <p:nvPr/>
          </p:nvSpPr>
          <p:spPr>
            <a:xfrm>
              <a:off x="3500055" y="2768219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Rectangle 9">
              <a:extLst>
                <a:ext uri="{FF2B5EF4-FFF2-40B4-BE49-F238E27FC236}">
                  <a16:creationId xmlns:a16="http://schemas.microsoft.com/office/drawing/2014/main" id="{6C963999-68A1-1E84-EDF1-26F719FD1705}"/>
                </a:ext>
              </a:extLst>
            </p:cNvPr>
            <p:cNvSpPr/>
            <p:nvPr/>
          </p:nvSpPr>
          <p:spPr>
            <a:xfrm>
              <a:off x="3264696" y="2832363"/>
              <a:ext cx="1871657" cy="1155319"/>
            </a:xfrm>
            <a:custGeom>
              <a:avLst/>
              <a:gdLst>
                <a:gd name="connsiteX0" fmla="*/ 0 w 1192207"/>
                <a:gd name="connsiteY0" fmla="*/ 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0 w 1192207"/>
                <a:gd name="connsiteY4" fmla="*/ 0 h 704850"/>
                <a:gd name="connsiteX0" fmla="*/ 12700 w 1192207"/>
                <a:gd name="connsiteY0" fmla="*/ 260350 h 704850"/>
                <a:gd name="connsiteX1" fmla="*/ 1192207 w 1192207"/>
                <a:gd name="connsiteY1" fmla="*/ 0 h 704850"/>
                <a:gd name="connsiteX2" fmla="*/ 1192207 w 1192207"/>
                <a:gd name="connsiteY2" fmla="*/ 704850 h 704850"/>
                <a:gd name="connsiteX3" fmla="*/ 0 w 1192207"/>
                <a:gd name="connsiteY3" fmla="*/ 704850 h 704850"/>
                <a:gd name="connsiteX4" fmla="*/ 12700 w 1192207"/>
                <a:gd name="connsiteY4" fmla="*/ 260350 h 704850"/>
                <a:gd name="connsiteX0" fmla="*/ 0 w 1179507"/>
                <a:gd name="connsiteY0" fmla="*/ 260350 h 704850"/>
                <a:gd name="connsiteX1" fmla="*/ 1179507 w 1179507"/>
                <a:gd name="connsiteY1" fmla="*/ 0 h 704850"/>
                <a:gd name="connsiteX2" fmla="*/ 1179507 w 1179507"/>
                <a:gd name="connsiteY2" fmla="*/ 704850 h 704850"/>
                <a:gd name="connsiteX3" fmla="*/ 63500 w 1179507"/>
                <a:gd name="connsiteY3" fmla="*/ 615950 h 704850"/>
                <a:gd name="connsiteX4" fmla="*/ 0 w 1179507"/>
                <a:gd name="connsiteY4" fmla="*/ 260350 h 704850"/>
                <a:gd name="connsiteX0" fmla="*/ 0 w 1179507"/>
                <a:gd name="connsiteY0" fmla="*/ 260350 h 726045"/>
                <a:gd name="connsiteX1" fmla="*/ 1179507 w 1179507"/>
                <a:gd name="connsiteY1" fmla="*/ 0 h 726045"/>
                <a:gd name="connsiteX2" fmla="*/ 1179507 w 1179507"/>
                <a:gd name="connsiteY2" fmla="*/ 704850 h 726045"/>
                <a:gd name="connsiteX3" fmla="*/ 63500 w 1179507"/>
                <a:gd name="connsiteY3" fmla="*/ 615950 h 726045"/>
                <a:gd name="connsiteX4" fmla="*/ 0 w 1179507"/>
                <a:gd name="connsiteY4" fmla="*/ 260350 h 726045"/>
                <a:gd name="connsiteX0" fmla="*/ 0 w 1935157"/>
                <a:gd name="connsiteY0" fmla="*/ 260350 h 668165"/>
                <a:gd name="connsiteX1" fmla="*/ 1179507 w 1935157"/>
                <a:gd name="connsiteY1" fmla="*/ 0 h 668165"/>
                <a:gd name="connsiteX2" fmla="*/ 1935157 w 1935157"/>
                <a:gd name="connsiteY2" fmla="*/ 400050 h 668165"/>
                <a:gd name="connsiteX3" fmla="*/ 63500 w 1935157"/>
                <a:gd name="connsiteY3" fmla="*/ 615950 h 668165"/>
                <a:gd name="connsiteX4" fmla="*/ 0 w 1935157"/>
                <a:gd name="connsiteY4" fmla="*/ 260350 h 668165"/>
                <a:gd name="connsiteX0" fmla="*/ 0 w 1935157"/>
                <a:gd name="connsiteY0" fmla="*/ 276236 h 684051"/>
                <a:gd name="connsiteX1" fmla="*/ 1179507 w 1935157"/>
                <a:gd name="connsiteY1" fmla="*/ 15886 h 684051"/>
                <a:gd name="connsiteX2" fmla="*/ 1744657 w 1935157"/>
                <a:gd name="connsiteY2" fmla="*/ 15886 h 684051"/>
                <a:gd name="connsiteX3" fmla="*/ 1935157 w 1935157"/>
                <a:gd name="connsiteY3" fmla="*/ 415936 h 684051"/>
                <a:gd name="connsiteX4" fmla="*/ 63500 w 1935157"/>
                <a:gd name="connsiteY4" fmla="*/ 631836 h 684051"/>
                <a:gd name="connsiteX5" fmla="*/ 0 w 1935157"/>
                <a:gd name="connsiteY5" fmla="*/ 276236 h 684051"/>
                <a:gd name="connsiteX0" fmla="*/ 0 w 1935157"/>
                <a:gd name="connsiteY0" fmla="*/ 387350 h 795165"/>
                <a:gd name="connsiteX1" fmla="*/ 1382707 w 1935157"/>
                <a:gd name="connsiteY1" fmla="*/ 0 h 795165"/>
                <a:gd name="connsiteX2" fmla="*/ 1744657 w 1935157"/>
                <a:gd name="connsiteY2" fmla="*/ 127000 h 795165"/>
                <a:gd name="connsiteX3" fmla="*/ 1935157 w 1935157"/>
                <a:gd name="connsiteY3" fmla="*/ 527050 h 795165"/>
                <a:gd name="connsiteX4" fmla="*/ 63500 w 1935157"/>
                <a:gd name="connsiteY4" fmla="*/ 742950 h 795165"/>
                <a:gd name="connsiteX5" fmla="*/ 0 w 1935157"/>
                <a:gd name="connsiteY5" fmla="*/ 387350 h 7951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1382707 w 1935157"/>
                <a:gd name="connsiteY2" fmla="*/ 215900 h 1011065"/>
                <a:gd name="connsiteX3" fmla="*/ 1744657 w 1935157"/>
                <a:gd name="connsiteY3" fmla="*/ 342900 h 1011065"/>
                <a:gd name="connsiteX4" fmla="*/ 1935157 w 1935157"/>
                <a:gd name="connsiteY4" fmla="*/ 742950 h 1011065"/>
                <a:gd name="connsiteX5" fmla="*/ 63500 w 1935157"/>
                <a:gd name="connsiteY5" fmla="*/ 958850 h 1011065"/>
                <a:gd name="connsiteX6" fmla="*/ 0 w 1935157"/>
                <a:gd name="connsiteY6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1744657 w 1935157"/>
                <a:gd name="connsiteY4" fmla="*/ 342900 h 1011065"/>
                <a:gd name="connsiteX5" fmla="*/ 1935157 w 1935157"/>
                <a:gd name="connsiteY5" fmla="*/ 742950 h 1011065"/>
                <a:gd name="connsiteX6" fmla="*/ 63500 w 1935157"/>
                <a:gd name="connsiteY6" fmla="*/ 958850 h 1011065"/>
                <a:gd name="connsiteX7" fmla="*/ 0 w 1935157"/>
                <a:gd name="connsiteY7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935157 w 1935157"/>
                <a:gd name="connsiteY6" fmla="*/ 742950 h 1011065"/>
                <a:gd name="connsiteX7" fmla="*/ 63500 w 1935157"/>
                <a:gd name="connsiteY7" fmla="*/ 958850 h 1011065"/>
                <a:gd name="connsiteX8" fmla="*/ 0 w 1935157"/>
                <a:gd name="connsiteY8" fmla="*/ 603250 h 1011065"/>
                <a:gd name="connsiteX0" fmla="*/ 0 w 1935157"/>
                <a:gd name="connsiteY0" fmla="*/ 603250 h 1011065"/>
                <a:gd name="connsiteX1" fmla="*/ 1084257 w 1935157"/>
                <a:gd name="connsiteY1" fmla="*/ 0 h 1011065"/>
                <a:gd name="connsiteX2" fmla="*/ 969957 w 1935157"/>
                <a:gd name="connsiteY2" fmla="*/ 279400 h 1011065"/>
                <a:gd name="connsiteX3" fmla="*/ 1382707 w 1935157"/>
                <a:gd name="connsiteY3" fmla="*/ 215900 h 1011065"/>
                <a:gd name="connsiteX4" fmla="*/ 893757 w 1935157"/>
                <a:gd name="connsiteY4" fmla="*/ 514350 h 1011065"/>
                <a:gd name="connsiteX5" fmla="*/ 1744657 w 1935157"/>
                <a:gd name="connsiteY5" fmla="*/ 342900 h 1011065"/>
                <a:gd name="connsiteX6" fmla="*/ 1281107 w 1935157"/>
                <a:gd name="connsiteY6" fmla="*/ 793750 h 1011065"/>
                <a:gd name="connsiteX7" fmla="*/ 1935157 w 1935157"/>
                <a:gd name="connsiteY7" fmla="*/ 742950 h 1011065"/>
                <a:gd name="connsiteX8" fmla="*/ 63500 w 1935157"/>
                <a:gd name="connsiteY8" fmla="*/ 958850 h 1011065"/>
                <a:gd name="connsiteX9" fmla="*/ 0 w 1935157"/>
                <a:gd name="connsiteY9" fmla="*/ 603250 h 1011065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81107 w 1935157"/>
                <a:gd name="connsiteY6" fmla="*/ 793750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119628"/>
                <a:gd name="connsiteX1" fmla="*/ 1084257 w 1935157"/>
                <a:gd name="connsiteY1" fmla="*/ 0 h 1119628"/>
                <a:gd name="connsiteX2" fmla="*/ 969957 w 1935157"/>
                <a:gd name="connsiteY2" fmla="*/ 279400 h 1119628"/>
                <a:gd name="connsiteX3" fmla="*/ 1382707 w 1935157"/>
                <a:gd name="connsiteY3" fmla="*/ 215900 h 1119628"/>
                <a:gd name="connsiteX4" fmla="*/ 893757 w 1935157"/>
                <a:gd name="connsiteY4" fmla="*/ 514350 h 1119628"/>
                <a:gd name="connsiteX5" fmla="*/ 1744657 w 1935157"/>
                <a:gd name="connsiteY5" fmla="*/ 342900 h 1119628"/>
                <a:gd name="connsiteX6" fmla="*/ 1247770 w 1935157"/>
                <a:gd name="connsiteY6" fmla="*/ 791369 h 1119628"/>
                <a:gd name="connsiteX7" fmla="*/ 1935157 w 1935157"/>
                <a:gd name="connsiteY7" fmla="*/ 742950 h 1119628"/>
                <a:gd name="connsiteX8" fmla="*/ 63500 w 1935157"/>
                <a:gd name="connsiteY8" fmla="*/ 958850 h 1119628"/>
                <a:gd name="connsiteX9" fmla="*/ 0 w 1935157"/>
                <a:gd name="connsiteY9" fmla="*/ 603250 h 1119628"/>
                <a:gd name="connsiteX0" fmla="*/ 0 w 1935157"/>
                <a:gd name="connsiteY0" fmla="*/ 603250 h 1048825"/>
                <a:gd name="connsiteX1" fmla="*/ 1084257 w 1935157"/>
                <a:gd name="connsiteY1" fmla="*/ 0 h 1048825"/>
                <a:gd name="connsiteX2" fmla="*/ 969957 w 1935157"/>
                <a:gd name="connsiteY2" fmla="*/ 279400 h 1048825"/>
                <a:gd name="connsiteX3" fmla="*/ 1382707 w 1935157"/>
                <a:gd name="connsiteY3" fmla="*/ 215900 h 1048825"/>
                <a:gd name="connsiteX4" fmla="*/ 893757 w 1935157"/>
                <a:gd name="connsiteY4" fmla="*/ 514350 h 1048825"/>
                <a:gd name="connsiteX5" fmla="*/ 1744657 w 1935157"/>
                <a:gd name="connsiteY5" fmla="*/ 342900 h 1048825"/>
                <a:gd name="connsiteX6" fmla="*/ 1247770 w 1935157"/>
                <a:gd name="connsiteY6" fmla="*/ 791369 h 1048825"/>
                <a:gd name="connsiteX7" fmla="*/ 1935157 w 1935157"/>
                <a:gd name="connsiteY7" fmla="*/ 742950 h 1048825"/>
                <a:gd name="connsiteX8" fmla="*/ 63500 w 1935157"/>
                <a:gd name="connsiteY8" fmla="*/ 958850 h 1048825"/>
                <a:gd name="connsiteX9" fmla="*/ 0 w 1935157"/>
                <a:gd name="connsiteY9" fmla="*/ 603250 h 1048825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7770 w 1935157"/>
                <a:gd name="connsiteY6" fmla="*/ 791369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893757 w 1935157"/>
                <a:gd name="connsiteY4" fmla="*/ 514350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2625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69957 w 1935157"/>
                <a:gd name="connsiteY2" fmla="*/ 279400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3250 h 1124882"/>
                <a:gd name="connsiteX1" fmla="*/ 1084257 w 1935157"/>
                <a:gd name="connsiteY1" fmla="*/ 0 h 1124882"/>
                <a:gd name="connsiteX2" fmla="*/ 955669 w 1935157"/>
                <a:gd name="connsiteY2" fmla="*/ 277019 h 1124882"/>
                <a:gd name="connsiteX3" fmla="*/ 1382707 w 1935157"/>
                <a:gd name="connsiteY3" fmla="*/ 215900 h 1124882"/>
                <a:gd name="connsiteX4" fmla="*/ 903282 w 1935157"/>
                <a:gd name="connsiteY4" fmla="*/ 507207 h 1124882"/>
                <a:gd name="connsiteX5" fmla="*/ 1744657 w 1935157"/>
                <a:gd name="connsiteY5" fmla="*/ 342900 h 1124882"/>
                <a:gd name="connsiteX6" fmla="*/ 1240626 w 1935157"/>
                <a:gd name="connsiteY6" fmla="*/ 786607 h 1124882"/>
                <a:gd name="connsiteX7" fmla="*/ 1935157 w 1935157"/>
                <a:gd name="connsiteY7" fmla="*/ 742950 h 1124882"/>
                <a:gd name="connsiteX8" fmla="*/ 63500 w 1935157"/>
                <a:gd name="connsiteY8" fmla="*/ 958850 h 1124882"/>
                <a:gd name="connsiteX9" fmla="*/ 0 w 1935157"/>
                <a:gd name="connsiteY9" fmla="*/ 603250 h 1124882"/>
                <a:gd name="connsiteX0" fmla="*/ 0 w 1935157"/>
                <a:gd name="connsiteY0" fmla="*/ 609889 h 1131521"/>
                <a:gd name="connsiteX1" fmla="*/ 1084257 w 1935157"/>
                <a:gd name="connsiteY1" fmla="*/ 6639 h 1131521"/>
                <a:gd name="connsiteX2" fmla="*/ 955669 w 1935157"/>
                <a:gd name="connsiteY2" fmla="*/ 283658 h 1131521"/>
                <a:gd name="connsiteX3" fmla="*/ 1382707 w 1935157"/>
                <a:gd name="connsiteY3" fmla="*/ 222539 h 1131521"/>
                <a:gd name="connsiteX4" fmla="*/ 903282 w 1935157"/>
                <a:gd name="connsiteY4" fmla="*/ 513846 h 1131521"/>
                <a:gd name="connsiteX5" fmla="*/ 1744657 w 1935157"/>
                <a:gd name="connsiteY5" fmla="*/ 349539 h 1131521"/>
                <a:gd name="connsiteX6" fmla="*/ 1240626 w 1935157"/>
                <a:gd name="connsiteY6" fmla="*/ 793246 h 1131521"/>
                <a:gd name="connsiteX7" fmla="*/ 1935157 w 1935157"/>
                <a:gd name="connsiteY7" fmla="*/ 749589 h 1131521"/>
                <a:gd name="connsiteX8" fmla="*/ 63500 w 1935157"/>
                <a:gd name="connsiteY8" fmla="*/ 965489 h 1131521"/>
                <a:gd name="connsiteX9" fmla="*/ 0 w 1935157"/>
                <a:gd name="connsiteY9" fmla="*/ 609889 h 1131521"/>
                <a:gd name="connsiteX0" fmla="*/ 0 w 1935157"/>
                <a:gd name="connsiteY0" fmla="*/ 623453 h 1145085"/>
                <a:gd name="connsiteX1" fmla="*/ 1084257 w 1935157"/>
                <a:gd name="connsiteY1" fmla="*/ 20203 h 1145085"/>
                <a:gd name="connsiteX2" fmla="*/ 955669 w 1935157"/>
                <a:gd name="connsiteY2" fmla="*/ 297222 h 1145085"/>
                <a:gd name="connsiteX3" fmla="*/ 1382707 w 1935157"/>
                <a:gd name="connsiteY3" fmla="*/ 236103 h 1145085"/>
                <a:gd name="connsiteX4" fmla="*/ 903282 w 1935157"/>
                <a:gd name="connsiteY4" fmla="*/ 527410 h 1145085"/>
                <a:gd name="connsiteX5" fmla="*/ 1744657 w 1935157"/>
                <a:gd name="connsiteY5" fmla="*/ 363103 h 1145085"/>
                <a:gd name="connsiteX6" fmla="*/ 1240626 w 1935157"/>
                <a:gd name="connsiteY6" fmla="*/ 806810 h 1145085"/>
                <a:gd name="connsiteX7" fmla="*/ 1935157 w 1935157"/>
                <a:gd name="connsiteY7" fmla="*/ 763153 h 1145085"/>
                <a:gd name="connsiteX8" fmla="*/ 63500 w 1935157"/>
                <a:gd name="connsiteY8" fmla="*/ 979053 h 1145085"/>
                <a:gd name="connsiteX9" fmla="*/ 0 w 1935157"/>
                <a:gd name="connsiteY9" fmla="*/ 623453 h 1145085"/>
                <a:gd name="connsiteX0" fmla="*/ 0 w 1885150"/>
                <a:gd name="connsiteY0" fmla="*/ 665653 h 1142042"/>
                <a:gd name="connsiteX1" fmla="*/ 1034250 w 1885150"/>
                <a:gd name="connsiteY1" fmla="*/ 17160 h 1142042"/>
                <a:gd name="connsiteX2" fmla="*/ 905662 w 1885150"/>
                <a:gd name="connsiteY2" fmla="*/ 294179 h 1142042"/>
                <a:gd name="connsiteX3" fmla="*/ 1332700 w 1885150"/>
                <a:gd name="connsiteY3" fmla="*/ 233060 h 1142042"/>
                <a:gd name="connsiteX4" fmla="*/ 853275 w 1885150"/>
                <a:gd name="connsiteY4" fmla="*/ 524367 h 1142042"/>
                <a:gd name="connsiteX5" fmla="*/ 1694650 w 1885150"/>
                <a:gd name="connsiteY5" fmla="*/ 360060 h 1142042"/>
                <a:gd name="connsiteX6" fmla="*/ 1190619 w 1885150"/>
                <a:gd name="connsiteY6" fmla="*/ 803767 h 1142042"/>
                <a:gd name="connsiteX7" fmla="*/ 1885150 w 1885150"/>
                <a:gd name="connsiteY7" fmla="*/ 760110 h 1142042"/>
                <a:gd name="connsiteX8" fmla="*/ 13493 w 1885150"/>
                <a:gd name="connsiteY8" fmla="*/ 976010 h 1142042"/>
                <a:gd name="connsiteX9" fmla="*/ 0 w 1885150"/>
                <a:gd name="connsiteY9" fmla="*/ 665653 h 1142042"/>
                <a:gd name="connsiteX0" fmla="*/ 0 w 1885150"/>
                <a:gd name="connsiteY0" fmla="*/ 670263 h 1146652"/>
                <a:gd name="connsiteX1" fmla="*/ 1034250 w 1885150"/>
                <a:gd name="connsiteY1" fmla="*/ 21770 h 1146652"/>
                <a:gd name="connsiteX2" fmla="*/ 905662 w 1885150"/>
                <a:gd name="connsiteY2" fmla="*/ 298789 h 1146652"/>
                <a:gd name="connsiteX3" fmla="*/ 1332700 w 1885150"/>
                <a:gd name="connsiteY3" fmla="*/ 237670 h 1146652"/>
                <a:gd name="connsiteX4" fmla="*/ 853275 w 1885150"/>
                <a:gd name="connsiteY4" fmla="*/ 528977 h 1146652"/>
                <a:gd name="connsiteX5" fmla="*/ 1694650 w 1885150"/>
                <a:gd name="connsiteY5" fmla="*/ 364670 h 1146652"/>
                <a:gd name="connsiteX6" fmla="*/ 1190619 w 1885150"/>
                <a:gd name="connsiteY6" fmla="*/ 808377 h 1146652"/>
                <a:gd name="connsiteX7" fmla="*/ 1885150 w 1885150"/>
                <a:gd name="connsiteY7" fmla="*/ 764720 h 1146652"/>
                <a:gd name="connsiteX8" fmla="*/ 13493 w 1885150"/>
                <a:gd name="connsiteY8" fmla="*/ 980620 h 1146652"/>
                <a:gd name="connsiteX9" fmla="*/ 0 w 1885150"/>
                <a:gd name="connsiteY9" fmla="*/ 670263 h 1146652"/>
                <a:gd name="connsiteX0" fmla="*/ 3175 w 1871657"/>
                <a:gd name="connsiteY0" fmla="*/ 692180 h 1144756"/>
                <a:gd name="connsiteX1" fmla="*/ 1020757 w 1871657"/>
                <a:gd name="connsiteY1" fmla="*/ 19874 h 1144756"/>
                <a:gd name="connsiteX2" fmla="*/ 892169 w 1871657"/>
                <a:gd name="connsiteY2" fmla="*/ 296893 h 1144756"/>
                <a:gd name="connsiteX3" fmla="*/ 1319207 w 1871657"/>
                <a:gd name="connsiteY3" fmla="*/ 235774 h 1144756"/>
                <a:gd name="connsiteX4" fmla="*/ 839782 w 1871657"/>
                <a:gd name="connsiteY4" fmla="*/ 527081 h 1144756"/>
                <a:gd name="connsiteX5" fmla="*/ 1681157 w 1871657"/>
                <a:gd name="connsiteY5" fmla="*/ 362774 h 1144756"/>
                <a:gd name="connsiteX6" fmla="*/ 1177126 w 1871657"/>
                <a:gd name="connsiteY6" fmla="*/ 806481 h 1144756"/>
                <a:gd name="connsiteX7" fmla="*/ 1871657 w 1871657"/>
                <a:gd name="connsiteY7" fmla="*/ 762824 h 1144756"/>
                <a:gd name="connsiteX8" fmla="*/ 0 w 1871657"/>
                <a:gd name="connsiteY8" fmla="*/ 978724 h 1144756"/>
                <a:gd name="connsiteX9" fmla="*/ 3175 w 1871657"/>
                <a:gd name="connsiteY9" fmla="*/ 692180 h 1144756"/>
                <a:gd name="connsiteX0" fmla="*/ 3175 w 1871657"/>
                <a:gd name="connsiteY0" fmla="*/ 695514 h 1148090"/>
                <a:gd name="connsiteX1" fmla="*/ 1020757 w 1871657"/>
                <a:gd name="connsiteY1" fmla="*/ 23208 h 1148090"/>
                <a:gd name="connsiteX2" fmla="*/ 892169 w 1871657"/>
                <a:gd name="connsiteY2" fmla="*/ 300227 h 1148090"/>
                <a:gd name="connsiteX3" fmla="*/ 1319207 w 1871657"/>
                <a:gd name="connsiteY3" fmla="*/ 239108 h 1148090"/>
                <a:gd name="connsiteX4" fmla="*/ 839782 w 1871657"/>
                <a:gd name="connsiteY4" fmla="*/ 530415 h 1148090"/>
                <a:gd name="connsiteX5" fmla="*/ 1681157 w 1871657"/>
                <a:gd name="connsiteY5" fmla="*/ 366108 h 1148090"/>
                <a:gd name="connsiteX6" fmla="*/ 1177126 w 1871657"/>
                <a:gd name="connsiteY6" fmla="*/ 809815 h 1148090"/>
                <a:gd name="connsiteX7" fmla="*/ 1871657 w 1871657"/>
                <a:gd name="connsiteY7" fmla="*/ 766158 h 1148090"/>
                <a:gd name="connsiteX8" fmla="*/ 0 w 1871657"/>
                <a:gd name="connsiteY8" fmla="*/ 982058 h 1148090"/>
                <a:gd name="connsiteX9" fmla="*/ 3175 w 1871657"/>
                <a:gd name="connsiteY9" fmla="*/ 695514 h 1148090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0005 h 1152581"/>
                <a:gd name="connsiteX1" fmla="*/ 1020757 w 1871657"/>
                <a:gd name="connsiteY1" fmla="*/ 27699 h 1152581"/>
                <a:gd name="connsiteX2" fmla="*/ 892169 w 1871657"/>
                <a:gd name="connsiteY2" fmla="*/ 304718 h 1152581"/>
                <a:gd name="connsiteX3" fmla="*/ 1319207 w 1871657"/>
                <a:gd name="connsiteY3" fmla="*/ 243599 h 1152581"/>
                <a:gd name="connsiteX4" fmla="*/ 839782 w 1871657"/>
                <a:gd name="connsiteY4" fmla="*/ 534906 h 1152581"/>
                <a:gd name="connsiteX5" fmla="*/ 1681157 w 1871657"/>
                <a:gd name="connsiteY5" fmla="*/ 370599 h 1152581"/>
                <a:gd name="connsiteX6" fmla="*/ 1177126 w 1871657"/>
                <a:gd name="connsiteY6" fmla="*/ 814306 h 1152581"/>
                <a:gd name="connsiteX7" fmla="*/ 1871657 w 1871657"/>
                <a:gd name="connsiteY7" fmla="*/ 770649 h 1152581"/>
                <a:gd name="connsiteX8" fmla="*/ 0 w 1871657"/>
                <a:gd name="connsiteY8" fmla="*/ 986549 h 1152581"/>
                <a:gd name="connsiteX9" fmla="*/ 3175 w 1871657"/>
                <a:gd name="connsiteY9" fmla="*/ 700005 h 1152581"/>
                <a:gd name="connsiteX0" fmla="*/ 3175 w 1871657"/>
                <a:gd name="connsiteY0" fmla="*/ 702743 h 1155319"/>
                <a:gd name="connsiteX1" fmla="*/ 1020757 w 1871657"/>
                <a:gd name="connsiteY1" fmla="*/ 30437 h 1155319"/>
                <a:gd name="connsiteX2" fmla="*/ 892169 w 1871657"/>
                <a:gd name="connsiteY2" fmla="*/ 307456 h 1155319"/>
                <a:gd name="connsiteX3" fmla="*/ 1319207 w 1871657"/>
                <a:gd name="connsiteY3" fmla="*/ 246337 h 1155319"/>
                <a:gd name="connsiteX4" fmla="*/ 839782 w 1871657"/>
                <a:gd name="connsiteY4" fmla="*/ 537644 h 1155319"/>
                <a:gd name="connsiteX5" fmla="*/ 1681157 w 1871657"/>
                <a:gd name="connsiteY5" fmla="*/ 373337 h 1155319"/>
                <a:gd name="connsiteX6" fmla="*/ 1177126 w 1871657"/>
                <a:gd name="connsiteY6" fmla="*/ 817044 h 1155319"/>
                <a:gd name="connsiteX7" fmla="*/ 1871657 w 1871657"/>
                <a:gd name="connsiteY7" fmla="*/ 773387 h 1155319"/>
                <a:gd name="connsiteX8" fmla="*/ 0 w 1871657"/>
                <a:gd name="connsiteY8" fmla="*/ 989287 h 1155319"/>
                <a:gd name="connsiteX9" fmla="*/ 3175 w 1871657"/>
                <a:gd name="connsiteY9" fmla="*/ 702743 h 115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657" h="1155319">
                  <a:moveTo>
                    <a:pt x="3175" y="702743"/>
                  </a:moveTo>
                  <a:cubicBezTo>
                    <a:pt x="395021" y="41549"/>
                    <a:pt x="905136" y="-65607"/>
                    <a:pt x="1020757" y="30437"/>
                  </a:cubicBezTo>
                  <a:cubicBezTo>
                    <a:pt x="1148815" y="158495"/>
                    <a:pt x="890318" y="315130"/>
                    <a:pt x="892169" y="307456"/>
                  </a:cubicBezTo>
                  <a:cubicBezTo>
                    <a:pt x="898783" y="310102"/>
                    <a:pt x="1260206" y="196067"/>
                    <a:pt x="1319207" y="246337"/>
                  </a:cubicBezTo>
                  <a:cubicBezTo>
                    <a:pt x="1420807" y="359843"/>
                    <a:pt x="869945" y="537908"/>
                    <a:pt x="839782" y="537644"/>
                  </a:cubicBezTo>
                  <a:cubicBezTo>
                    <a:pt x="897726" y="527855"/>
                    <a:pt x="1603105" y="257185"/>
                    <a:pt x="1681157" y="373337"/>
                  </a:cubicBezTo>
                  <a:cubicBezTo>
                    <a:pt x="1789371" y="500866"/>
                    <a:pt x="1197499" y="810958"/>
                    <a:pt x="1177126" y="817044"/>
                  </a:cubicBezTo>
                  <a:cubicBezTo>
                    <a:pt x="1207024" y="797730"/>
                    <a:pt x="1825090" y="618870"/>
                    <a:pt x="1871657" y="773387"/>
                  </a:cubicBezTo>
                  <a:cubicBezTo>
                    <a:pt x="1823505" y="1026329"/>
                    <a:pt x="664102" y="1361820"/>
                    <a:pt x="0" y="989287"/>
                  </a:cubicBezTo>
                  <a:cubicBezTo>
                    <a:pt x="1058" y="893772"/>
                    <a:pt x="2117" y="798258"/>
                    <a:pt x="3175" y="70274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val 12">
              <a:extLst>
                <a:ext uri="{FF2B5EF4-FFF2-40B4-BE49-F238E27FC236}">
                  <a16:creationId xmlns:a16="http://schemas.microsoft.com/office/drawing/2014/main" id="{ACF4C723-9B18-C84C-0263-00404A4EC236}"/>
                </a:ext>
              </a:extLst>
            </p:cNvPr>
            <p:cNvSpPr/>
            <p:nvPr/>
          </p:nvSpPr>
          <p:spPr>
            <a:xfrm rot="20570730">
              <a:off x="4885914" y="4587617"/>
              <a:ext cx="290699" cy="305688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val 12">
              <a:extLst>
                <a:ext uri="{FF2B5EF4-FFF2-40B4-BE49-F238E27FC236}">
                  <a16:creationId xmlns:a16="http://schemas.microsoft.com/office/drawing/2014/main" id="{45942DB5-4885-D8E5-E3DF-6B5A638C97FB}"/>
                </a:ext>
              </a:extLst>
            </p:cNvPr>
            <p:cNvSpPr/>
            <p:nvPr/>
          </p:nvSpPr>
          <p:spPr>
            <a:xfrm rot="706300">
              <a:off x="4135284" y="4897835"/>
              <a:ext cx="290699" cy="305688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val 12">
              <a:extLst>
                <a:ext uri="{FF2B5EF4-FFF2-40B4-BE49-F238E27FC236}">
                  <a16:creationId xmlns:a16="http://schemas.microsoft.com/office/drawing/2014/main" id="{46D101A2-E146-6A76-DC47-87593BA3BEE8}"/>
                </a:ext>
              </a:extLst>
            </p:cNvPr>
            <p:cNvSpPr/>
            <p:nvPr/>
          </p:nvSpPr>
          <p:spPr>
            <a:xfrm rot="20584478">
              <a:off x="4159744" y="4662050"/>
              <a:ext cx="278661" cy="382879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val 12">
              <a:extLst>
                <a:ext uri="{FF2B5EF4-FFF2-40B4-BE49-F238E27FC236}">
                  <a16:creationId xmlns:a16="http://schemas.microsoft.com/office/drawing/2014/main" id="{191490A5-DE95-A3D3-9A0B-FD4F3E8114E0}"/>
                </a:ext>
              </a:extLst>
            </p:cNvPr>
            <p:cNvSpPr/>
            <p:nvPr/>
          </p:nvSpPr>
          <p:spPr>
            <a:xfrm rot="19814898">
              <a:off x="4812078" y="4256305"/>
              <a:ext cx="239197" cy="450963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val 12">
              <a:extLst>
                <a:ext uri="{FF2B5EF4-FFF2-40B4-BE49-F238E27FC236}">
                  <a16:creationId xmlns:a16="http://schemas.microsoft.com/office/drawing/2014/main" id="{AF308E07-8B3C-1B0C-DF10-18D8F199C6BC}"/>
                </a:ext>
              </a:extLst>
            </p:cNvPr>
            <p:cNvSpPr/>
            <p:nvPr/>
          </p:nvSpPr>
          <p:spPr>
            <a:xfrm rot="20927774">
              <a:off x="5314416" y="6158997"/>
              <a:ext cx="239468" cy="245406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764" h="484359">
                  <a:moveTo>
                    <a:pt x="0" y="243131"/>
                  </a:moveTo>
                  <a:cubicBezTo>
                    <a:pt x="0" y="109904"/>
                    <a:pt x="7775" y="20953"/>
                    <a:pt x="192882" y="1903"/>
                  </a:cubicBezTo>
                  <a:cubicBezTo>
                    <a:pt x="377989" y="-17147"/>
                    <a:pt x="385764" y="109904"/>
                    <a:pt x="385764" y="243131"/>
                  </a:cubicBezTo>
                  <a:cubicBezTo>
                    <a:pt x="385764" y="376358"/>
                    <a:pt x="299408" y="484359"/>
                    <a:pt x="192882" y="484359"/>
                  </a:cubicBezTo>
                  <a:cubicBezTo>
                    <a:pt x="86356" y="484359"/>
                    <a:pt x="0" y="376358"/>
                    <a:pt x="0" y="243131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FF6AC303-22DC-AD8E-1FEF-BEE391F60AAC}"/>
                </a:ext>
              </a:extLst>
            </p:cNvPr>
            <p:cNvSpPr/>
            <p:nvPr/>
          </p:nvSpPr>
          <p:spPr>
            <a:xfrm rot="1634124">
              <a:off x="3749632" y="6248339"/>
              <a:ext cx="241557" cy="304855"/>
            </a:xfrm>
            <a:custGeom>
              <a:avLst/>
              <a:gdLst>
                <a:gd name="connsiteX0" fmla="*/ 0 w 385763"/>
                <a:gd name="connsiteY0" fmla="*/ 241228 h 482456"/>
                <a:gd name="connsiteX1" fmla="*/ 192882 w 385763"/>
                <a:gd name="connsiteY1" fmla="*/ 0 h 482456"/>
                <a:gd name="connsiteX2" fmla="*/ 385764 w 385763"/>
                <a:gd name="connsiteY2" fmla="*/ 241228 h 482456"/>
                <a:gd name="connsiteX3" fmla="*/ 192882 w 385763"/>
                <a:gd name="connsiteY3" fmla="*/ 482456 h 482456"/>
                <a:gd name="connsiteX4" fmla="*/ 0 w 385763"/>
                <a:gd name="connsiteY4" fmla="*/ 241228 h 482456"/>
                <a:gd name="connsiteX0" fmla="*/ 0 w 385764"/>
                <a:gd name="connsiteY0" fmla="*/ 243131 h 484359"/>
                <a:gd name="connsiteX1" fmla="*/ 192882 w 385764"/>
                <a:gd name="connsiteY1" fmla="*/ 1903 h 484359"/>
                <a:gd name="connsiteX2" fmla="*/ 385764 w 385764"/>
                <a:gd name="connsiteY2" fmla="*/ 243131 h 484359"/>
                <a:gd name="connsiteX3" fmla="*/ 192882 w 385764"/>
                <a:gd name="connsiteY3" fmla="*/ 484359 h 484359"/>
                <a:gd name="connsiteX4" fmla="*/ 0 w 385764"/>
                <a:gd name="connsiteY4" fmla="*/ 243131 h 484359"/>
                <a:gd name="connsiteX0" fmla="*/ 54500 w 440264"/>
                <a:gd name="connsiteY0" fmla="*/ 243131 h 615839"/>
                <a:gd name="connsiteX1" fmla="*/ 247382 w 440264"/>
                <a:gd name="connsiteY1" fmla="*/ 1903 h 615839"/>
                <a:gd name="connsiteX2" fmla="*/ 440264 w 440264"/>
                <a:gd name="connsiteY2" fmla="*/ 243131 h 615839"/>
                <a:gd name="connsiteX3" fmla="*/ 247382 w 440264"/>
                <a:gd name="connsiteY3" fmla="*/ 484359 h 615839"/>
                <a:gd name="connsiteX4" fmla="*/ 12615 w 440264"/>
                <a:gd name="connsiteY4" fmla="*/ 606706 h 615839"/>
                <a:gd name="connsiteX5" fmla="*/ 54500 w 440264"/>
                <a:gd name="connsiteY5" fmla="*/ 243131 h 615839"/>
                <a:gd name="connsiteX0" fmla="*/ 58314 w 444078"/>
                <a:gd name="connsiteY0" fmla="*/ 243131 h 615841"/>
                <a:gd name="connsiteX1" fmla="*/ 251196 w 444078"/>
                <a:gd name="connsiteY1" fmla="*/ 1903 h 615841"/>
                <a:gd name="connsiteX2" fmla="*/ 444078 w 444078"/>
                <a:gd name="connsiteY2" fmla="*/ 243131 h 615841"/>
                <a:gd name="connsiteX3" fmla="*/ 251196 w 444078"/>
                <a:gd name="connsiteY3" fmla="*/ 484359 h 615841"/>
                <a:gd name="connsiteX4" fmla="*/ 16429 w 444078"/>
                <a:gd name="connsiteY4" fmla="*/ 606706 h 615841"/>
                <a:gd name="connsiteX5" fmla="*/ 58314 w 444078"/>
                <a:gd name="connsiteY5" fmla="*/ 243131 h 61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4078" h="615841">
                  <a:moveTo>
                    <a:pt x="58314" y="243131"/>
                  </a:moveTo>
                  <a:cubicBezTo>
                    <a:pt x="116760" y="135754"/>
                    <a:pt x="66089" y="20953"/>
                    <a:pt x="251196" y="1903"/>
                  </a:cubicBezTo>
                  <a:cubicBezTo>
                    <a:pt x="436303" y="-17147"/>
                    <a:pt x="444078" y="109904"/>
                    <a:pt x="444078" y="243131"/>
                  </a:cubicBezTo>
                  <a:cubicBezTo>
                    <a:pt x="444078" y="376358"/>
                    <a:pt x="322471" y="423763"/>
                    <a:pt x="251196" y="484359"/>
                  </a:cubicBezTo>
                  <a:cubicBezTo>
                    <a:pt x="179921" y="544955"/>
                    <a:pt x="48576" y="646911"/>
                    <a:pt x="16429" y="606706"/>
                  </a:cubicBezTo>
                  <a:cubicBezTo>
                    <a:pt x="-15718" y="566501"/>
                    <a:pt x="-132" y="350508"/>
                    <a:pt x="58314" y="243131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39F6643-9C4A-68F9-0DBE-DD843092DC18}"/>
                </a:ext>
              </a:extLst>
            </p:cNvPr>
            <p:cNvSpPr/>
            <p:nvPr/>
          </p:nvSpPr>
          <p:spPr>
            <a:xfrm>
              <a:off x="2820957" y="6514546"/>
              <a:ext cx="198620" cy="140155"/>
            </a:xfrm>
            <a:custGeom>
              <a:avLst/>
              <a:gdLst>
                <a:gd name="connsiteX0" fmla="*/ 194423 w 198620"/>
                <a:gd name="connsiteY0" fmla="*/ 0 h 140155"/>
                <a:gd name="connsiteX1" fmla="*/ 198620 w 198620"/>
                <a:gd name="connsiteY1" fmla="*/ 70526 h 140155"/>
                <a:gd name="connsiteX2" fmla="*/ 195337 w 198620"/>
                <a:gd name="connsiteY2" fmla="*/ 125686 h 140155"/>
                <a:gd name="connsiteX3" fmla="*/ 189325 w 198620"/>
                <a:gd name="connsiteY3" fmla="*/ 125575 h 140155"/>
                <a:gd name="connsiteX4" fmla="*/ 4529 w 198620"/>
                <a:gd name="connsiteY4" fmla="*/ 137028 h 140155"/>
                <a:gd name="connsiteX5" fmla="*/ 183346 w 198620"/>
                <a:gd name="connsiteY5" fmla="*/ 1853 h 140155"/>
                <a:gd name="connsiteX6" fmla="*/ 194423 w 198620"/>
                <a:gd name="connsiteY6" fmla="*/ 0 h 14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20" h="140155">
                  <a:moveTo>
                    <a:pt x="194423" y="0"/>
                  </a:moveTo>
                  <a:lnTo>
                    <a:pt x="198620" y="70526"/>
                  </a:lnTo>
                  <a:lnTo>
                    <a:pt x="195337" y="125686"/>
                  </a:lnTo>
                  <a:lnTo>
                    <a:pt x="189325" y="125575"/>
                  </a:lnTo>
                  <a:cubicBezTo>
                    <a:pt x="104732" y="127651"/>
                    <a:pt x="-25997" y="147743"/>
                    <a:pt x="4529" y="137028"/>
                  </a:cubicBezTo>
                  <a:cubicBezTo>
                    <a:pt x="42232" y="63527"/>
                    <a:pt x="106129" y="23562"/>
                    <a:pt x="183346" y="1853"/>
                  </a:cubicBezTo>
                  <a:lnTo>
                    <a:pt x="194423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6893233-7960-C4CD-939B-E73EB60E9121}"/>
                </a:ext>
              </a:extLst>
            </p:cNvPr>
            <p:cNvSpPr/>
            <p:nvPr/>
          </p:nvSpPr>
          <p:spPr>
            <a:xfrm rot="20867988">
              <a:off x="4513602" y="6456371"/>
              <a:ext cx="198620" cy="140155"/>
            </a:xfrm>
            <a:custGeom>
              <a:avLst/>
              <a:gdLst>
                <a:gd name="connsiteX0" fmla="*/ 194423 w 198620"/>
                <a:gd name="connsiteY0" fmla="*/ 0 h 140155"/>
                <a:gd name="connsiteX1" fmla="*/ 198620 w 198620"/>
                <a:gd name="connsiteY1" fmla="*/ 70526 h 140155"/>
                <a:gd name="connsiteX2" fmla="*/ 195337 w 198620"/>
                <a:gd name="connsiteY2" fmla="*/ 125686 h 140155"/>
                <a:gd name="connsiteX3" fmla="*/ 189325 w 198620"/>
                <a:gd name="connsiteY3" fmla="*/ 125575 h 140155"/>
                <a:gd name="connsiteX4" fmla="*/ 4529 w 198620"/>
                <a:gd name="connsiteY4" fmla="*/ 137028 h 140155"/>
                <a:gd name="connsiteX5" fmla="*/ 183346 w 198620"/>
                <a:gd name="connsiteY5" fmla="*/ 1853 h 140155"/>
                <a:gd name="connsiteX6" fmla="*/ 194423 w 198620"/>
                <a:gd name="connsiteY6" fmla="*/ 0 h 14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20" h="140155">
                  <a:moveTo>
                    <a:pt x="194423" y="0"/>
                  </a:moveTo>
                  <a:lnTo>
                    <a:pt x="198620" y="70526"/>
                  </a:lnTo>
                  <a:lnTo>
                    <a:pt x="195337" y="125686"/>
                  </a:lnTo>
                  <a:lnTo>
                    <a:pt x="189325" y="125575"/>
                  </a:lnTo>
                  <a:cubicBezTo>
                    <a:pt x="104732" y="127651"/>
                    <a:pt x="-25997" y="147743"/>
                    <a:pt x="4529" y="137028"/>
                  </a:cubicBezTo>
                  <a:cubicBezTo>
                    <a:pt x="42232" y="63527"/>
                    <a:pt x="106129" y="23562"/>
                    <a:pt x="183346" y="1853"/>
                  </a:cubicBezTo>
                  <a:lnTo>
                    <a:pt x="194423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47296C0-D1AB-3B18-6414-8D75CF214618}"/>
                </a:ext>
              </a:extLst>
            </p:cNvPr>
            <p:cNvSpPr/>
            <p:nvPr/>
          </p:nvSpPr>
          <p:spPr>
            <a:xfrm rot="19779215" flipV="1">
              <a:off x="4763354" y="6315078"/>
              <a:ext cx="285750" cy="161925"/>
            </a:xfrm>
            <a:custGeom>
              <a:avLst/>
              <a:gdLst>
                <a:gd name="connsiteX0" fmla="*/ 0 w 285750"/>
                <a:gd name="connsiteY0" fmla="*/ 161925 h 161925"/>
                <a:gd name="connsiteX1" fmla="*/ 100013 w 285750"/>
                <a:gd name="connsiteY1" fmla="*/ 52387 h 161925"/>
                <a:gd name="connsiteX2" fmla="*/ 285750 w 285750"/>
                <a:gd name="connsiteY2" fmla="*/ 0 h 161925"/>
                <a:gd name="connsiteX3" fmla="*/ 285750 w 285750"/>
                <a:gd name="connsiteY3" fmla="*/ 0 h 161925"/>
                <a:gd name="connsiteX4" fmla="*/ 285750 w 285750"/>
                <a:gd name="connsiteY4" fmla="*/ 0 h 161925"/>
                <a:gd name="connsiteX5" fmla="*/ 285750 w 285750"/>
                <a:gd name="connsiteY5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161925">
                  <a:moveTo>
                    <a:pt x="0" y="161925"/>
                  </a:moveTo>
                  <a:cubicBezTo>
                    <a:pt x="26194" y="120649"/>
                    <a:pt x="52388" y="79374"/>
                    <a:pt x="100013" y="52387"/>
                  </a:cubicBezTo>
                  <a:cubicBezTo>
                    <a:pt x="147638" y="25400"/>
                    <a:pt x="285750" y="0"/>
                    <a:pt x="285750" y="0"/>
                  </a:cubicBezTo>
                  <a:lnTo>
                    <a:pt x="285750" y="0"/>
                  </a:lnTo>
                  <a:lnTo>
                    <a:pt x="285750" y="0"/>
                  </a:lnTo>
                  <a:lnTo>
                    <a:pt x="285750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93563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2057</TotalTime>
  <Words>3</Words>
  <Application>Microsoft Office PowerPoint</Application>
  <PresentationFormat>Custom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246</cp:revision>
  <dcterms:created xsi:type="dcterms:W3CDTF">2025-02-22T17:47:33Z</dcterms:created>
  <dcterms:modified xsi:type="dcterms:W3CDTF">2025-05-17T16:09:38Z</dcterms:modified>
</cp:coreProperties>
</file>